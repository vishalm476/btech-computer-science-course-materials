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70"/>
  </p:notesMasterIdLst>
  <p:sldIdLst>
    <p:sldId id="256" r:id="rId5"/>
    <p:sldId id="31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57" r:id="rId38"/>
    <p:sldId id="258" r:id="rId39"/>
    <p:sldId id="259" r:id="rId40"/>
    <p:sldId id="260" r:id="rId41"/>
    <p:sldId id="312" r:id="rId42"/>
    <p:sldId id="313" r:id="rId43"/>
    <p:sldId id="314" r:id="rId44"/>
    <p:sldId id="315" r:id="rId45"/>
    <p:sldId id="316" r:id="rId46"/>
    <p:sldId id="317" r:id="rId47"/>
    <p:sldId id="318" r:id="rId48"/>
    <p:sldId id="319" r:id="rId49"/>
    <p:sldId id="320" r:id="rId50"/>
    <p:sldId id="321" r:id="rId51"/>
    <p:sldId id="322" r:id="rId52"/>
    <p:sldId id="323" r:id="rId53"/>
    <p:sldId id="324" r:id="rId54"/>
    <p:sldId id="325" r:id="rId55"/>
    <p:sldId id="326" r:id="rId56"/>
    <p:sldId id="327" r:id="rId57"/>
    <p:sldId id="328" r:id="rId58"/>
    <p:sldId id="329" r:id="rId59"/>
    <p:sldId id="330" r:id="rId60"/>
    <p:sldId id="331" r:id="rId61"/>
    <p:sldId id="332" r:id="rId62"/>
    <p:sldId id="333" r:id="rId63"/>
    <p:sldId id="334" r:id="rId64"/>
    <p:sldId id="335" r:id="rId65"/>
    <p:sldId id="336" r:id="rId66"/>
    <p:sldId id="337" r:id="rId67"/>
    <p:sldId id="338" r:id="rId68"/>
    <p:sldId id="339" r:id="rId6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041" autoAdjust="0"/>
    <p:restoredTop sz="94660"/>
  </p:normalViewPr>
  <p:slideViewPr>
    <p:cSldViewPr snapToGrid="0">
      <p:cViewPr varScale="1">
        <p:scale>
          <a:sx n="90" d="100"/>
          <a:sy n="90" d="100"/>
        </p:scale>
        <p:origin x="762" y="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slide" Target="slides/slide62.xml"/><Relationship Id="rId74" Type="http://schemas.openxmlformats.org/officeDocument/2006/relationships/tableStyles" Target="tableStyles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viewProps" Target="view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" Type="http://schemas.openxmlformats.org/officeDocument/2006/relationships/slide" Target="slides/slide3.xml"/><Relationship Id="rId71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22T06:43:04.14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9962 10221 185 0,'0'0'229'0,"0"0"-21"15,5 5-19-15,-5-5-21 0,0 0-20 0,0 0-8 16,3 6-8-16,-3-6 3 0,0 0 1 0,0 0-9 16,0 0-1-16,0 0-2 0,0 0-9 0,0 0-2 15,0 0-2-15,0 0-3 0,0 0 2 0,0 0 8 16,0 0-12-16,0 0-14 0,0 0-9 0,0 0-5 16,0 0 0-16,0 0-3 0,-16-18-4 0,11 11-12 15,0-3 0-15,-2 1 0 0,0-1 1 0,0 1 0 16,-2-4-2-16,-1-1-10 0,-1-1 0 0,-1-2 0 15,-1-3-4-15,2 3-1 0,-2-7-1 0,-5 1-8 16,4 0 1-16,-5-4 1 0,1 0-9 0,-1-1-5 16,-2-2-7-16,-2 2 2 0,-6-13-2 0,-2 2-3 15,-1-2 2-15,0 2 0 0,-2-4-7 0,-1-1 4 16,1 1-6-16,-3-2 7 0,-4 2-6 0,4-3-10 16,0 0 11-16,-3 0-5 0,-3 0 2 0,-16-19 1 15,19 23 1-15,-1-1 2 0,-17-18-6 0,13 21-1 16,0-1 0-16,-19-19 0 0,16 20-1 0,-19-19 0 15,22 19 4-15,-22-16-8 0,18 17 4 0,-20-18-2 16,19 21-4-16,-21-19 1 0,-1 0 10 0,20 18-6 16,-20-13-1-16,18 18 1 0,-22-15-1 0,20 18 2 15,-21-15 3-15,21 13-6 0,-25-8 6 0,26 9-3 0,-23-11 4 16,22 13-5-16,-1-2 3 0,-19-12 0 16,19 16 4-16,-1-3 2 0,-20-11-4 0,22 12 8 15,-2 1-1-15,-22-12-2 0,26 14 5 0,-2-6 0 0,1 5 13 16,1-2-1-16,2 0 11 0,1-2-1 0,1 1 16 15,5 1-7-15,2 5 6 0,11 2-2 0,-10-3-8 16,11 5-3-16,2 1 3 0,1-2-11 16,1 1 3-16,0 2 3 0,0 1-12 0,0-1-3 0,4 2 1 15,0-1-4-15,0 4-3 0,8 1-4 0,-2 2 4 16,4-1 6-16,2 4-11 0,1-1 0 0,2 1-2 16,2 1-1-16,-1 1-11 0,1 1 8 0,0 0-2 15,6 3-16-15,-7-6-24 0,7 6-30 0,-6-3-29 16,6 3-32-16,0 0-7 0,-7-4-42 0,7 4-48 15,0 0-52-15,0 0-31 0,0 0-14 0,0 0-219 16,0 0-588-16,0 0 261 0</inkml:trace>
  <inkml:trace contextRef="#ctx0" brushRef="#br0" timeOffset="1278.01">2608 6261 112 0,'-5'-10'230'0,"-3"0"-7"0,4 0-12 16,0 3 3-16,-1-2-8 0,1 4-6 0,1-1-10 15,3 6-17-15,-5-9-18 0,5 9-20 0,-4-7-9 16,4 7-15-16,0 0-16 0,-4-5-10 0,4 5-12 15,0 0-6-15,0 0-11 0,0 0-3 0,1 29-6 16,4-3-1-16,2 8-7 0,-1 19 0 0,3 5-5 16,-3 23-4-16,2-24 0 0,0 27-6 0,1-28 1 15,-2 28-3-15,1-24 1 0,-2 24-1 0,1-24 1 16,3 19-1-16,-4-21 1 0,-2-4 6 0,4 1 10 16,-2-3 10-16,-2-2-10 0,1-1 0 0,-1-14 0 15,-1-2 0-15,2-1 3 0,-1 0 2 0,-1-1-8 16,1-2-2-16,0-4-1 0,-1-5-7 0,-1-3-14 15,3-1-5-15,-2-4-15 0,-1-2-20 0,0 2-25 16,-2-12-39-16,1 14-30 0,-1-14-34 0,1 10-22 16,-1-10-44-16,0 0-247 0,0 0-508 15,0 0 225-15</inkml:trace>
  <inkml:trace contextRef="#ctx0" brushRef="#br0" timeOffset="2460.42">2461 6169 190 0,'-7'-2'262'0,"4"-2"-31"16,3 4-20-16,-10-6-29 0,10 6-19 0,-6-3-15 15,6 3-11-15,0 0-20 0,0 0-8 0,0 0-12 16,11-10-13-16,6 3-6 0,12-1-7 15,6 0-7-15,19-8-4 0,10 4-12 0,25-8 1 0,1-2-8 16,4 2-6-16,7-1-1 0,2-1-3 0,1-1-2 16,5 1 1-16,6 2-7 0,4-6-5 0,-4 5 2 15,1-2-3-15,7 4 5 0,1-4-8 0,7-1-2 16,4-2 0-16,4-1-2 0,3 1-2 16,5 2-3-16,-5-3 5 0,7 2-2 0,6-2-2 15,-5 0-2-15,2 3 1 0,4-2 3 0,-4-3-3 0,5 2-3 16,-4 0-1-16,-5 2-2 0,4-3 6 0,-3-5-3 15,0 8-1-15,2-2 1 0,-7-2 0 0,-3-2-1 16,1-1-2-16,-4 2 1 0,-1-2 4 0,-1 2-5 16,-3-2 1-16,-4 0-1 0,2 1 2 15,-14 1-3-15,-9-5-2 0,-2 6 5 0,-5-1 1 16,-7 3-3-16,-8 5 1 0,-29 5 0 0,1 0-1 0,-8 1-3 16,-13 4 5-16,0-2 1 0,-6 5 0 0,-3-1-1 15,-8 3 3-15,-4 1-2 0,-3 1 4 0,-2 3-2 16,-4-1 3-16,4 0-4 0,-11 3 6 15,10-3-4-15,-10 3 3 0,0 0-3 0,11-3-1 16,-11 3 1-16,7-1-4 0,-7 1 1 0,0 0 7 16,0 0-12-16,0 0 3 0,0 0 0 0,9 0-6 0,-9 0 3 15,0 0 1-15,0 0-1 0,3 6 13 0,-3-6-6 16,3 8 4-16,-2-1-2 0,1 2 3 16,-1 3-6-16,0 0 5 0,2 3-3 0,-2 2 1 15,4 1 1-15,-1 1-4 0,-3 0-3 0,4 5 1 16,0 1 2-16,2-1 0 0,-1 4 2 0,3-2-2 15,-1 2 0-15,-2-1 5 0,6 4-8 0,-2 0 2 0,-4-2-4 16,5-1 4-16,1 3-2 0,-1-1 2 0,0 3 1 16,-1 2 1-16,4 9-4 0,2 1 3 15,-7-12-2-15,8 10 4 0,-5-11-4 0,3 15 4 16,-2-1-3-16,-1-1 4 0,0-10-2 0,-1 13 3 16,0-4-4-16,2 1 0 0,-3 3 0 0,2-2 11 15,-3 1-3-15,-2 3-8 0,2-1 3 0,-1 2-1 0,-3-2 1 16,-2 2 1-16,-1 0-3 0,-1 0 3 15,-1 0-1-15,-1-1 3 0,-3 0 5 0,-1-1-5 16,-1 0 5-16,-1-1 1 0,4-12 1 0,-1-4-1 16,-3 14-4-16,2-14 15 0,-2 4-5 0,-2-3 2 15,3 0-8-15,-3-3 13 0,3-1-4 0,-1 2-12 16,-1-5 1-16,0-1 0 0,-3 0-3 0,2-1 1 0,1-8-4 16,-3 7 2-16,2-6-2 0,-2 2 1 15,-8 0-4-15,2-1 3 0,1-5-1 0,-2 5 0 16,-5-3 1-16,5-4 0 0,-9 1-4 0,2 1 4 15,-8 1-3-15,1-2 7 0,-3-1-7 0,-14 5 2 16,-3-2-4-16,-1-3 3 0,-1 1 0 0,-4 1 6 16,-2-3-12-16,0 1 1 0,-28 7 2 0,0-3-1 15,26-7 2-15,-3 5 2 0,-25 5-4 0,24-7 11 16,-24 6 1-16,0-4 5 0,25-1 7 0,-30 8 0 16,5-4-4-16,24-5-3 0,-29 4 5 0,5 3 4 15,24-10 3-15,-28 6-9 0,2 3-1 0,-5-1 0 16,5 3 6-16,-2-3-3 0,-1 2-6 0,-3 0 4 15,-2 2 1-15,-5-4-5 0,-1 7-3 0,-1-1-4 16,-3 0 5-16,-2-2-1 0,-2 6-7 0,-1-6-3 16,0-1 6-16,7 3-3 0,-2 2-1 0,3-4 3 15,1 4 1-15,0-4-2 0,5-1 5 0,6 0 13 16,0 0-1-16,5-3 4 0,25-5 1 0,0 0-5 16,-31 6-2-16,6 0 1 0,0-5 5 0,26-1 3 15,-1-2-4-15,-31 8-8 0,34-6 4 0,-27 6-3 16,28-8-5-16,-5 4 1 0,-26 2-4 0,34-4-7 15,-4-4 6-15,-3 0-6 0,2 2 4 0,1 1-5 16,2-3 4-16,2-4-1 0,1 3-6 0,3 0 0 16,16-3 0-16,-1 0 4 0,3-2-4 0,1 1-5 15,-1 0 17-15,4 0-15 0,-1-2-22 0,2 0-10 16,2 1-18-16,8-1-23 0,-7-1-29 0,8 1-33 16,-1 0-44-16,3 0-42 0,1 3-62 0,-3-3-269 15,0 1-599-15,-2 2 266 0</inkml:trace>
  <inkml:trace contextRef="#ctx0" brushRef="#br0" timeOffset="2957.76">2563 7381 35 0,'0'0'96'0,"0"-8"-8"16,0 8-8-16,0 0-4 0,0 0-1 0,0 0-11 16,0 0-4-16,0 0-15 0,0 0 3 0,2-8-9 15,-2 8-8-15,0 0-2 0,0 0-14 0,0 0-6 16,0 0-11-16,0 0-6 0,0 0-6 0,0 0-5 16,0 0-9-16,0 0-8 0,0 0-8 0,0 0-10 15,0 0-44-15,0 0-106 0,0 0 47 0</inkml:trace>
  <inkml:trace contextRef="#ctx0" brushRef="#br0" timeOffset="3377.85">2702 7331 158 0,'7'-4'165'0,"-7"4"8"0,0 0 1 0,0 0-7 16,0 0 2-16,0 0-8 0,0 0-8 0,0 0-18 15,0 0-11-15,0 0-17 0,0 0-9 0,0 0-12 16,0 0-12-16,0 0-13 0,0 0-5 0,0 0-10 16,0 0 0-16,0 0-9 0,9 10-4 0,-4 0-1 15,3 4-4-15,-1 10 0 0,4 4-4 0,0 5 1 16,3 11 2-16,3 4-3 0,-3 2 0 0,1-2 5 16,-1 4-7-16,3-2 0 0,-3 2-3 0,0-2-1 15,0-3-3-15,-4-13-4 0,2 1 1 0,-2 0-4 16,10 7 3-16,-9-10 0 0,0-2-4 0,2-1 0 15,0 2-3-15,1-3 3 0,-3 2 2 0,2-1-4 16,-2-1-1-16,1-1 1 0,-4-2-1 0,3-2 7 16,-5-3-7-16,5 5-1 0,-5-5 5 0,0-5-4 15,1 6 0-15,1-3-3 0,-3-7 0 0,1 4-1 16,0-2 2-16,-2-4 3 0,1 0-2 16,1-2-2-16,-4 1-2 0,6 2 0 0,-8-10 8 0,14 12 0 15,-3-6 4-15,3-3 2 0,4-2-5 0,10-2 1 16,4-5-9-16,5-2-10 0,12-9-24 0,1-6-28 15,0-3-44-15,6-2-48 0,1 0-44 0,-2 0-170 16,-2-1-396-16,-3-1 175 0</inkml:trace>
  <inkml:trace contextRef="#ctx0" brushRef="#br0" timeOffset="4293.39">4535 5772 52 0,'0'0'80'0,"0"0"-10"16,0 0-17-16,5-6-12 0,-5 6-25 0,0 0-8 15,0 0-13-15,0 0-20 0,0 0-24 0,0 0-52 16,0 0 24-16</inkml:trace>
  <inkml:trace contextRef="#ctx0" brushRef="#br0" timeOffset="5186.55">3262 6718 5 0,'-4'-7'113'0,"4"7"12"0,-4-9 12 0,4 9-1 16,-3-5 1-16,3 5 3 0,-4-6-1 0,4 6-8 15,0 0-2-15,-5-9-1 0,5 9-9 0,0 0-8 16,-4-4-11-16,4 4-8 0,0 0-13 0,0 0-6 15,0 0-13-15,0 0-1 0,0 0-10 0,0 0-8 16,0 0-9-16,0 0-5 0,0 0-4 0,0 0-1 16,0 0 1-16,0 0-4 0,6 28 8 0,1-7-4 15,-1 6 6-15,2 4 1 0,2 16-1 0,4 2 1 16,-2 7-3-16,0-7-2 0,1 0-6 0,0-5 2 16,-4-9-5-16,-1 1 4 0,-1-4-4 0,3-2-2 15,-1 0 6-15,2-1 3 0,-2-1 1 0,-1-4 0 16,3 1-5-16,-4-3-2 0,2 1 0 0,-2-5 1 15,0 0-2-15,0-1-2 0,-1 1 0 0,3-3-2 16,-4 1 2-16,2-1 6 0,-1-1-13 0,0-2 2 16,-3-4 0-16,1 3-2 0,-2-2 0 0,1-1 0 15,-1-3-11-15,1 0-19 0,-3-5-19 0,1 8-26 16,-1-8-31-16,0 0-42 0,0 0-42 0,0 0-203 16,0 0-418-16,0 0 185 0</inkml:trace>
  <inkml:trace contextRef="#ctx0" brushRef="#br0" timeOffset="5945.53">3239 6647 201 0,'0'0'179'0,"12"-8"-16"0,-2 1-17 16,7-2-13-16,10-4-11 0,3-2-31 0,3-1-5 16,17-8-11-16,1 0-9 0,8-2-6 0,-1 0-6 15,0 3-9-15,1-1 0 0,-1 1-3 0,-1 0-12 16,5 3 3-16,-5 3-5 0,-1 0 0 0,-3 3-7 16,0-1 4-16,0 1-6 0,0 3 0 0,-1-2-10 15,4 2 7-15,-4-1-5 0,-2 1 1 0,2-1-1 16,-13 3-1-16,0 1 0 0,10-5-4 0,-13 3 2 15,-2 3-2-15,-3-1-3 0,-2 0 4 0,-1 1-3 16,-8 2 1-16,-4-1-6 0,-3 2 8 0,-1 2 4 16,-2-2-7-16,-3 0-4 0,-7 4 0 0,13-3 2 15,-13 3 3-15,10-2-2 0,-10 2 1 0,0 0-1 16,0 0-6-16,14-1 3 0,-14 1 4 0,0 0 6 16,0 0-10-16,0 0-8 0,0 0 2 0,0 0 3 15,12 0-2-15,-12 0 4 0,0 0-1 0,0 0 4 16,0 0 1-16,7 13 3 0,-3-7-1 0,-1 2 1 15,3 3 0-15,1 5 7 0,0 0-7 0,2 2 3 16,2 7-4-16,3 1 4 0,-2 3 2 0,4 0-8 16,-1 2 2-16,9 10 2 0,-7-10-2 0,0 2 1 15,6 8 2-15,-4-10-3 0,6 9 3 0,-4-11-1 16,-3 1 1-16,2 0 2 0,0-1 4 0,0 0-2 16,-1 0 5-16,8 10-3 0,-12-8 3 0,3-2-2 15,0-2 1-15,-3-1-3 0,-1 2-3 0,3-3 1 16,-3 1 1-16,-3-5-2 0,1 2-5 0,-3-6 1 15,0 1 6-15,-3 0-2 0,1 1 2 16,0-3-6-16,-2-5 3 0,-1 5 15 0,-1-3 17 0,-2-1 1 16,2 1 3-16,-5 0 7 0,2-1-2 0,-2-1-3 15,-3 1-1-15,-4 5-1 0,-1-2-4 0,-6-1 0 16,-6 7-2-16,-4-1-8 0,-5 0-3 0,-1-1-3 16,-14 5-3-16,1 0-2 0,-3-6-1 0,13-3-1 15,-15 0-3-15,-1 2 1 0,-4-1-2 0,7 2-1 16,-6-2-4-16,2-2 1 0,-1 3 5 0,-1-3 2 15,1 4 0-15,1-2 3 0,0 2-3 0,4-1 2 16,2 0-7-16,-3-2-6 0,-2 3-13 0,4-3-10 16,-4 3-4-16,3-4 2 0,11-4-7 0,2 2-14 15,-2-2-8-15,1-1-23 0,0-1-23 0,5-1-28 16,-3 0-23-16,6-2-35 0,1 2-34 0,-3-2-137 16,1-1-378-16,1-3 167 0</inkml:trace>
  <inkml:trace contextRef="#ctx0" brushRef="#br0" timeOffset="6561.61">3485 6757 188 0,'-4'-6'208'0,"4"6"-2"0,0 0-3 16,-4-6-10-16,4 6-33 0,0 0-15 15,0 0-17-15,0 0-13 0,-3-7-14 0,3 7-13 16,0 0-12-16,0 0-9 0,0 0-11 0,0 0-4 0,0 0 0 16,0 0 1-16,6 23 4 0,-3-8 2 0,0 2-5 15,3 10-3-15,1-1-10 0,-2 0-1 0,0-2-1 16,0 2-5-16,0-3 1 0,0 2-5 15,3 0-5-15,-4-7-2 0,2 0-2 0,-1-3-1 16,0 3 1-16,-1-3-2 0,1-1-3 0,-2 1-2 16,2-1-1-16,-1-2 3 0,-2-1-6 0,2 0 0 0,-2 0-18 15,-1 1-22-15,1-4-34 0,1 4-35 0,1-6-47 16,-3-1 0-16,-1-5-47 0,-3 12-150 16,3-12-370-16,-6 5 164 0</inkml:trace>
  <inkml:trace contextRef="#ctx0" brushRef="#br0" timeOffset="6844.68">3414 6767 129 0,'13'-13'132'0,"1"1"-7"0,2-1-16 0,1 2-13 15,-1 2-6-15,2 2-9 0,-2 0-6 0,1 1-17 0,-6 3-7 16,2 0 0-16,-1 3-4 0,0 3-8 15,-1 0 4-15,-2 0 2 0,0 5 6 0,-1 0 3 16,-2 3 5-16,-1 1 2 0,-3-1 1 0,-2 6-5 16,-1 2 2-16,-5 5 0 0,0-4-2 0,-2-2-2 15,-4 6-9-15,2-9 1 0,-5 7-10 0,4-5 1 16,0-3-4-16,-2 1-6 0,0-1-13 0,0-1-14 16,3-1-26-16,1-3-32 0,2 1-35 0,-1-3-32 15,3-1-29-15,0 0-104 0,-1-2-279 0,3 2 124 16</inkml:trace>
  <inkml:trace contextRef="#ctx0" brushRef="#br0" timeOffset="7378.53">3683 6910 1 0,'11'2'103'0,"-4"0"18"0,-1 0 3 15,2 0-15-15,1 2-11 0,2 1-1 0,-1 2-8 16,1-3-1-16,-2 1-5 0,1 2-13 0,-1-1-2 16,0 1-5-16,-2 0-9 0,1 0-1 0,0-1-5 15,-5-1-5-15,1 0-7 0,1 1-1 0,-5-6 1 16,8 7 14-16,-5-3 4 0,-3-4 4 0,3 5 0 16,-3-5 3-16,4 4 1 0,-4-4-6 15,0 0-4-15,0 0 0 0,0 0-7 0,0 0-8 0,-10 9-3 16,10-9-4-16,0 0-2 0,0 0 3 0,0 0 0 15,-13-1 1-15,13 1-2 0,0 0-9 0,0 0-4 16,-7-9-9-16,7 9-8 0,-2-9-1 0,2 9-1 16,0-16-6-16,4 6 7 0,-3 1-10 0,2 2-1 15,2-3-3-15,0-1 0 0,0 0 0 16,2 1 5-16,-2 1 2 0,1-1-3 0,1 0 1 16,-1 1 2-16,0-1-5 0,-2 1 11 0,3 1-6 0,-2-2 0 15,2 3 4-15,0-1 3 0,-2-2-2 0,0 4 3 16,0-2-4-16,2 1 0 0,-2 0-1 0,-2 2 2 15,1-1-2-15,0 1 3 0,-4 5-3 0,4-7 8 16,-4 7-6-16,5-6 1 0,-5 6 1 0,3-5 1 16,-3 5 0-16,0 0-1 0,0 0-3 0,0 0-1 15,6-6-2-15,-6 6 2 0,0 0 2 0,0 0 11 16,0 0 1-16,0 0 2 0,9 16 5 0,-6-8 3 16,-1 2-5-16,2 0 7 0,0-1-4 0,0 5-2 15,-1-1-1-15,4 0-1 0,-2 2 1 0,0 1-2 16,-2-1-5-16,2 3-17 0,-4-3-28 0,4 0-28 15,0-3-39-15,-2 1-44 0,-1-3-30 0,1 2-103 16,-3-2-304-16,0-10 134 0</inkml:trace>
  <inkml:trace contextRef="#ctx0" brushRef="#br0" timeOffset="7994.39">4166 6863 73 0,'0'0'90'0,"0"0"-2"0,6 5 9 0,-6-5-8 0,0 0 23 16,0 0 10-16,0 0 15 0,0 0 12 16,8 5 12-16,-8-5 7 0,0 0 4 0,0 0-3 15,0 0-11-15,0 0-19 0,0 0-13 0,0 0-15 0,0 0-14 16,-4-22-9-16,4 22-7 0,-6-11-8 0,3 2-12 16,2 0-7-16,-2-4-3 0,5 1-8 0,-2 1-6 15,1 1-6-15,1 1-6 0,5-1-5 16,-4 4-3-16,1 0-3 0,0 2-1 0,-4 4-4 15,9-8-1-15,-4 7-3 0,-5 1-2 0,14-1 0 16,-14 1 0-16,16 7-3 0,-7-3 0 0,0 4 4 16,1-1 2-16,-1 3-4 0,0-3 0 0,-3 4 1 0,1-3 0 15,-1 1-3-15,-1 2 3 0,-3-5 1 0,2-1-3 16,-1 2 3-16,-3-7 1 0,2 7 2 16,1-2 0-16,-3-5 1 0,0 0 0 0,4 7 3 15,-4-7 2-15,0 0-7 0,0 0 4 0,0 0-2 0,0 0 0 16,0 0-4-16,0 0 3 0,0 0-11 0,0 0 1 15,-17-15 0-15,13 8-4 0,1-4-6 0,-1 0-1 16,1 0-16-16,2-1 3 0,1 3 7 0,0-1-3 16,1 0 2-16,1 4 1 0,-2 6 3 15,2-13 0-15,-1 6 0 0,-1 7-2 0,7-7 2 16,-7 7 2-16,6-3 2 0,-6 3-1 0,0 0-1 0,14 5 4 16,-10 0 0-16,2 2 3 0,-1 0 5 0,2 1-2 15,-2 1-1-15,1 2-2 0,3-2 6 0,-5 4-5 16,0-3-41-16,0 3-39 0,1-1-56 15,-2-1-41-15,-1 1-180 0,-1 1-393 0,1-3 174 16</inkml:trace>
  <inkml:trace contextRef="#ctx0" brushRef="#br0" timeOffset="8928.31">4430 6702 30 0,'0'0'195'0,"-14"-2"-21"0,14 2-12 0,-11 2-12 0,11-2-11 16,-11 2-12-16,5 2-20 0,6-4-15 16,-6 8-4-16,3-3-12 0,3-5-6 0,-1 14-2 15,1-7-7-15,0 5-10 0,3-2-3 0,0 0-8 16,1-1 0-16,2 1-6 0,0 1-3 0,-1-4 1 16,0 2-6-16,-1-4-4 0,3 1-1 0,-3 0-5 15,0-1-6-15,1-3 0 0,-5-2 5 0,7 4-8 0,-7-4 0 16,5 2-1-16,-5-2-3 0,0 0 4 15,0 0-5-15,0 0 9 0,0 0-7 0,10-7 1 16,-10 7-2-16,0-11 6 0,0 11-9 0,0-10 2 16,0 10 3-16,0-13 0 0,1 6-5 0,-1 7 4 15,-1-13 3-15,1 13 9 0,1-8 0 0,-1 8 3 16,0 0-1-16,-1-8-2 0,1 8-6 0,0 0 3 16,0 0-4-16,0 0-4 0,0 0-1 0,0 0 6 15,0 0 2-15,0 0 6 0,0 0-3 0,0 0-3 16,0 0-6-16,19 12 7 0,-14-9-2 0,3 2-3 15,-3-1 2-15,-1 1-4 0,2-1 0 0,2 1 2 16,-1-1 0-16,-1 0-1 0,-6-4 4 0,9 3-1 16,-4-2-5-16,-5-1 5 0,11 1 1 0,-11-1-5 15,9-1 7-15,-9 1 2 0,9-3 2 0,-9 3-3 16,8-5 4-16,-8 5 3 0,5-8-1 0,-5 8 0 16,2-10-3-16,-2 5-4 0,0 5-4 0,0-13 0 15,0 4 2-15,0 9-6 0,-2-16 4 0,0 10-1 0,2 6-8 16,0-13 0-16,0 13 0 0,-1-7 4 15,1 7-5-15,0 0-1 0,0-12 1 0,0 12-2 16,-2-6 1-16,2 6-4 0,0 0 4 0,0 0-5 16,0 0 2-16,0 0-1 0,0 0-3 0,6-6 3 15,-6 6-5-15,0 0 9 0,0 0-6 0,0 0 4 16,17 9-2-16,-17-9 4 0,7 3 0 0,-7-3-1 16,8 4 7-16,-8-4-5 0,5 3 0 0,-5-3-1 15,5 4 1-15,-5-4 0 0,0 0 1 0,8 1 2 16,-8-1 7-16,8 1-10 0,-8-1 6 0,0 0-8 15,12-6 4-15,-6 2-1 0,-1 0 3 0,1-2-2 16,-1-3 2-16,2 2-4 0,-2 0 5 0,1 0 0 0,-2-2-3 16,0 3 1-16,-1-1 3 0,1 0-2 15,-1 2 3-15,-3 5 0 0,4-10 3 0,-4 10-1 16,2-7-2-16,-2 7-4 0,0 0 0 0,3-5-7 16,-3 5 2-16,0 0-1 0,0 0 3 0,0 0 3 15,0 0 0-15,0 0-1 0,0 0 2 0,13 14-3 16,-11-10 3-16,-2-4-1 0,7 6 1 0,-7-6-2 15,6 7 3-15,-2-6 0 0,-4-1 0 0,9 2 1 16,-9-2 0-16,9 0 1 0,-9 0 2 0,0 0 3 16,13-5 8-16,-13 5 7 0,7-6 0 0,-1 1 1 15,-3 0-4-15,-3 5 3 0,5-11 3 0,-3 5 0 16,0-2-3-16,-2 8-1 0,3-11 2 0,-3 4-8 0,0 7-5 16,1-10 0-16,-1 10-1 0,-1-9-4 15,1 9 3-15,0 0-9 0,2-7 2 0,-2 7-8 16,0 0 3-16,0 0-2 0,0 0 7 0,0 0-2 15,0 0 3-15,5 22 2 0,2-5-1 0,-4 0-1 16,3 7 1-16,-1 3 4 0,-3-1-2 0,2 2-24 16,6 1-18-16,-5 3-29 0,1 1-43 0,0-2-42 15,0 1-41-15,-3-2-40 0,2 2-150 0,-4 0-408 16,3 0 180-16</inkml:trace>
  <inkml:trace contextRef="#ctx0" brushRef="#br0" timeOffset="9362.51">3844 7351 54 0,'-5'-9'244'0,"-2"-1"-15"0,2 1-5 0,-1 3-4 16,2 0-9-16,-1 1-11 0,5 5-41 0,-10-6-19 16,10 6-15-16,-12 4-9 0,4 6-11 0,-2 3-12 15,0 2-8-15,2 1-13 0,1 0-5 0,5 3-12 16,-3 1-5-16,8-4-4 0,-1 0-5 0,3 0-4 15,2-3-3-15,2 2-3 0,0-5-5 0,2 4 2 16,0-7-6-16,1 4-5 0,-2-4 1 0,7 2-2 16,-5-3-2-16,-2 1-3 0,2-2-1 0,-1 2-3 15,-2-3 4-15,1 2-6 0,-4 2 3 0,-1-5 2 16,1 3-8-16,-2-2-7 0,-2 3-10 0,-2-7-6 16,0 15-10-16,-4-9-6 0,-1 3-16 0,-3 6-11 15,1-5-8-15,-5 3-6 0,2-1-20 0,1-3-20 16,-1-2-16-16,2-2-27 0,0-1-14 0,3 0-123 15,-4 2-321-15,2-2 143 0</inkml:trace>
  <inkml:trace contextRef="#ctx0" brushRef="#br0" timeOffset="9678.9">3890 7696 17 0,'10'-6'135'0,"0"2"5"0,-1-4-7 15,6-2 1-15,-4 1-1 0,4-1-7 0,-2-1-7 16,3-2-5-16,-2-1-11 0,8-5-6 0,-4-1-7 15,-3 5-10-15,-2 0-1 0,0 0 0 0,-3 2 11 16,-1-2 5-16,1 2-13 0,-5 1 0 0,1 2 2 16,-4-2-7-16,2 1-9 0,-5-2-5 0,-1 2-6 15,2-1 5-15,-2 0-5 0,1 4 3 0,-3-3 6 16,-3 5-9-16,1-4-8 0,-2 3-3 0,2 3-6 16,1 0-1-16,0 0-5 0,5 4-1 0,-17-3-5 15,11 4-4-15,6-1-3 0,-16 4-6 0,9 2 1 16,-1-1-4-16,0 4 0 0,2 3-5 0,1-2 3 15,1 7-2-15,1-6 0 0,3 1-2 0,0 0-6 16,2-1 7-16,0 0-8 0,2 0-7 0,3 0-14 16,0-1-27-16,1-2-35 0,2 1-33 0,2-5-29 15,-1 2-40-15,2-2-19 0,4 1-158 0,-6-3-393 16,2-2 174-16</inkml:trace>
  <inkml:trace contextRef="#ctx0" brushRef="#br0" timeOffset="10282.44">4213 7417 88 0,'0'0'152'0,"4"-4"-7"15,-4 4-4-15,0 0 3 0,0 0-10 0,0 0 7 16,6 15-8-16,-3-8-9 0,0-1-10 0,-1 0 3 16,3-1-13-16,-2 0-11 0,-1 3-9 0,-2-8-7 15,4 9-5-15,-4-9-7 0,4 8-3 0,-4-8-6 16,4 5 15-16,-4-5 8 0,0 0 13 0,4 3-2 15,-4-3 4-15,0 0-2 0,0 0-4 0,0 0-4 16,0 0-4-16,0 0-10 0,0 0-2 0,0 0-12 16,0 0 0-16,0 0-10 0,2-20-7 0,-1 10-14 15,1-3-14-15,-1-3-16 0,0-1-4 0,4-4-9 16,0 4-2-16,-2 2 4 0,2 3 1 0,-1 2-3 16,0 0 0-16,-2 1 2 0,1 3 1 0,-3 6-2 15,6-8 2-15,-2 6-1 0,-4 2 3 0,0 0 3 16,0 0-1-16,17 10 1 0,-11-3 2 0,0 1 0 15,1 2 1-15,-1-1-1 0,1 0 2 0,-1 1 1 16,2-6 2-16,-3 2-2 0,0-1 2 0,1 0-3 16,-2-1 5-16,-4-4-1 0,13 5 3 0,-7-5 6 15,2 0-1-15,-8 0-5 0,15-3 6 0,-4 0-1 16,-4-5 2-16,2-1-3 0,-1 1 1 0,-2-3-1 16,1 3 2-16,-2-1 3 0,-2-1-3 0,0 1 1 15,-2-3-2-15,-1 1-1 0,0-2-2 0,-1 2-6 16,-3 0 9-16,2 2-3 0,-3-3 0 0,3 5-1 15,0 0 1-15,2 7-3 0,-4-8 3 0,1 3-6 16,3 5 0-16,0 0-7 0,0 0-2 0,-7-3 1 16,7 3 2-16,0 0 1 0,-8 14-1 0,4-5 0 15,4 1-1-15,0 0 1 0,3-1 2 0,-2 4-3 16,3-1 3-16,1-1-2 0,0-2 0 0,0 3 1 16,2-3 0-16,0 1 2 0,1 0 3 0,-2-2 2 15,3 4 0-15,-1-5 0 0,-2 4 1 0,-1-4 0 16,2 3 6-16,-2-3-14 0,1 1 4 0,-2-1 1 15,-1 0-13-15,1-3-4 0,-4-4-26 0,3 12-24 16,-1-7-30-16,-2-5-34 0,-2 9-35 0,2-9-29 16,-1 9-148-16,1-9-375 0,-5 4 167 0</inkml:trace>
  <inkml:trace contextRef="#ctx0" brushRef="#br0" timeOffset="10461.54">4567 7254 81 0,'-2'-9'221'0,"2"9"-17"16,0 0-16-16,-2-8-20 0,2 8-13 0,0 0-20 16,0 0-6-16,0 0-5 0,0 0-11 0,0 0-13 15,0 0-7-15,9 23-7 0,-5-10-8 0,-2 0-9 16,4 1-3-16,-4 4-10 0,3-1-4 0,-1-2-20 16,0 2-18-16,-1-7-37 0,-2 3-42 0,4-3-45 15,-1 1-40-15,-2 0-153 0,1-1-328 0,-3-10 145 16</inkml:trace>
  <inkml:trace contextRef="#ctx0" brushRef="#br0" timeOffset="10627.37">4503 7099 14 0,'0'0'127'0,"-4"-9"-12"0,4 9-14 16,0 0-18-16,0 0-2 0,0 0-34 0,12 18-24 15,-3-8-23-15,1 6-23 0,7 3-16 0,-2 2-50 16,4 0-95-16,-2-1 43 0</inkml:trace>
  <inkml:trace contextRef="#ctx0" brushRef="#br0" timeOffset="11260.46">4734 7314 23 0,'0'0'193'0,"7"3"-5"0,-7-3-13 16,0 0-11-16,0 0-4 0,0 0-14 0,0 0-7 15,0 0-7-15,0 0-5 0,1-14-12 0,-1 14-11 16,-1-14-7-16,0 6-1 0,1 8-7 0,0-16-8 15,-2 9-9-15,4-1-8 0,0-3-6 0,-2 4-8 16,0 7-4-16,5-11-9 0,-3 5-4 0,-2 6-9 16,3-7-2-16,-3 7-8 0,0 0 1 0,4-5-2 15,-4 5 0-15,0 0-5 0,0 0 1 0,17 7-4 16,-11-4 5-16,2 5-1 0,-1-5 2 0,1 2-2 16,-1 0 0-16,-2 0 1 0,2-1-1 0,1-1-7 15,-2-2-9-15,2-1-23 0,-8 0 0 0,21-4-4 16,-11 0-2-16,1 0-11 0,1-4 11 0,1-2 4 15,-1-1-2-15,-3 1 2 0,2-2 13 0,0 5 2 16,-6-3 13-16,2 0 11 0,-5-1-1 0,1 0 10 16,-3 1 8-16,1 0 9 0,-1 1 8 0,0 9 8 15,-1-14 0-15,-3 8-2 0,4 6-2 0,-4-9-3 16,0 3 0-16,4 6 3 0,-9-6-2 0,9 6-4 16,-10 0-8-16,10 0-6 0,-10 9 2 0,3 0-1 15,0 0-5-15,-1 2 2 0,2 3-7 0,1-3 2 16,1 1-3-16,1-1-6 0,0-1 2 0,3 2-3 15,-2-3 1-15,4-2-4 0,-2 0-2 0,4 0-9 16,-1-1-7-16,2-1-2 0,0 0 1 0,0-2-3 16,-5-3-11-16,13 3-5 0,-13-3 6 0,9-2 2 15,-9 2 7-15,12-5-3 0,-7 1 8 0,-5 4-1 16,6-6 3-16,-1 3 7 0,-5 3 4 0,4-6 6 16,-4 6 6-16,5-7 4 0,-5 7 1 0,3-6 3 15,-3 6-3-15,0 0 2 0,0 0-2 0,0 0-8 16,0 0 2-16,0 0 3 0,0 0-5 0,9 14 7 15,-4 1-3-15,-1 5 0 0,-1 5 1 0,4 2-3 16,-2 4 1-16,1 1-4 0,-2 1 3 0,1 3-3 16,-2-3-1-16,1 1 0 0,1-2 1 0,2-2 4 15,0-2-4-15,-2-1 3 0,-1-8 6 0,-3-3 10 16,0-3 6-16,1 0 6 0,-4 1 1 0,0-4 2 16,-1 3 1-16,-1-4 0 0,0 3-8 0,-2-5 2 15,-5 1-5-15,-5-1-5 0,4-2-4 0,-5-1-11 16,-2-3-11-16,2-4-34 0,-3 2-30 0,-1-4-43 15,3-3-44-15,0-4-62 0,-3-3-60 0,4 4-175 16,-1-7-484-16,8 1 214 0</inkml:trace>
  <inkml:trace contextRef="#ctx0" brushRef="#br0" timeOffset="11996.41">5274 6625 125 0,'-9'0'131'0,"9"0"-1"0,0 0-18 0,-10 0 8 0,10 0-1 16,0 0 2-16,-12-2 5 0,12 2-7 15,0 0 0-15,0 0-1 0,0 0-3 0,-9 0-7 0,9 0-4 16,0 0-6-16,0 0-4 0,0 0-6 0,0 0-7 16,0 0-4-16,0 0-9 0,0 0-6 0,0 0-9 15,0 0-5-15,0 0-5 0,0 0-8 0,0 0 0 16,0 0-4-16,37-15-4 0,-7 3-3 16,2-1-2-16,3-1-2 0,17-7-6 0,-6 1 3 0,3 0-3 15,-13 5 0-15,13-4-5 0,-15 2 5 0,2 4-5 16,1 0 4-16,-2-3-6 0,-2 6-2 0,-5-3 4 15,3 3-4-15,-7 0-3 0,-2 2 1 0,-6 3 1 16,2 0-2-16,-5 0 1 0,0 0 0 0,-4 2-3 16,-3 0-1-16,2 2 2 0,-8 1 1 0,10-3 1 15,-10 3 0-15,9-3 5 0,-9 3 5 0,6-3 6 16,-6 3 4-16,0 0 7 0,0 0 0 0,8-3 0 16,-8 3-1-16,0 0-3 0,0 0-5 0,0 0 1 15,0 0-6-15,0 0-3 0,0 0-5 0,0 0-18 16,0 0-16-16,0 0-25 0,0 0-32 0,0 0-40 15,0 0-36-15,0 15-37 0,0-15-199 0,0 0-428 16,-8 9 190-16</inkml:trace>
  <inkml:trace contextRef="#ctx0" brushRef="#br0" timeOffset="12445.25">5786 6142 123 0,'-11'-4'222'0,"6"3"-9"0,5 1-8 0,-12-3-13 16,12 3-10-16,-9 0-10 0,9 0-14 0,0 0-15 16,-7-2-13-16,7 2-13 0,0 0-11 0,0 0-11 15,0 0-11-15,0 0-9 0,-9-1-8 0,9 1-9 16,0 0-7-16,0 0-6 0,0 0-6 0,0 0-5 15,0 0-6-15,0 0-2 0,0 0-1 0,0 0-2 16,0 0-4-16,0 0-2 0,0 0-1 0,25 13-1 16,-14-11-1-16,1 2 0 0,5 3 2 0,-7-5-1 15,7 3 1-15,2 0-5 0,-2-1-1 16,-4-2 0-16,4 1 0 0,-3 1-2 0,2 0-4 0,-3-1 3 16,0 1 2-16,1-1-4 0,-2 3-2 0,-1-3-1 15,2 1-1-15,-1 1 1 0,-2 0-1 0,0 0 4 16,-1 2-7-16,-1-2 4 0,1 1-3 0,-2 2 2 15,-2 2-1-15,1 0 3 0,-1 2 0 0,0 6 2 16,-3 0 0-16,0 6-3 0,-4 2 3 0,-4 1 1 16,1-1-3-16,0 2 2 0,-4-2 0 0,-1 1-1 15,1 2 0-15,0-1 2 0,-4-1-5 0,0-4-22 16,0 4-35-16,-1-3-56 0,1-1-65 0,0 2-63 16,-2 0-143-16,1-4-414 0,4-5 183 0</inkml:trace>
  <inkml:trace contextRef="#ctx0" brushRef="#br0" timeOffset="15563.35">6060 5982 56 0,'0'0'121'0,"-2"-9"0"0,2 9 5 0,0 0-6 0,0 0 3 16,0 0-7-16,0 0-4 0,0 0-8 16,0 0-4-16,0 0-14 0,0 0-2 0,0 0-8 15,0 0-10-15,0 0-5 0,0 0-9 0,0 0-9 16,0 0-4-16,0 0-5 0,0 0-5 0,0 0-3 0,0 0-5 15,0 0-1-15,0 0-2 0,0 0-5 0,11 28 5 16,-6-11-1-16,4 1 3 0,1 9-7 16,-1 1-3-16,4 2 2 0,-2 3 3 0,3 0-4 15,7 14 2-15,-1 5 0 0,-1-2-5 0,1-1 0 16,0 1 1-16,-1 1-3 0,2-2 4 0,0 2-4 0,-1-2 1 16,-1 1 1-16,2-2 4 0,-3 1-10 0,0-2 8 15,-4-2-6-15,-1-10 1 0,-1-2 1 0,-1 0-1 16,0-2 1-16,-2 0-4 0,-1-4 0 15,1-1 2-15,-3-2-3 0,-2-4 1 0,4-5 4 0,-3 1-2 16,-2-3 0-16,2-2-1 0,-4 0-2 0,3-1 1 16,0 1 0-16,-3-4 2 0,2 3-1 0,-1-3-9 15,1-1-25-15,-3-6-10 0,2 9-23 0,-2-9-21 16,3 7-26-16,-3-7-15 0,2 6-14 0,-2-6-104 16,0 0-262-16,0 0 116 0</inkml:trace>
  <inkml:trace contextRef="#ctx0" brushRef="#br0" timeOffset="16594.5">6139 6050 5 0,'0'0'140'0,"0"0"-9"0,0 0-8 0,0 0-13 15,-5-5-9-15,5 5-21 0,0 0-1 0,0 0-11 0,0 0-9 16,0 0-14-16,0 0 4 0,22-13-8 0,-6 6 4 16,3 0-6-16,10-5-8 0,2-1-3 0,5-3-5 15,11-6 0-15,1-1-7 0,2 1-2 16,3-1 4-16,0-3-4 0,-2 3 2 0,2 3-1 15,-3-1-5-15,0 1 0 0,-5-1 0 0,-8 6 5 0,-3-1-13 16,2 1 0-16,-1 3 5 0,-2 0-9 0,-1 0 2 16,0-2-3-16,-4 4 5 0,0 0-1 0,-6 4 2 15,-3 0-1-15,3-1-3 0,-4 3-2 0,0-1 5 16,-2 0-6-16,-3 2 3 0,0 1-6 0,-3 0 9 16,0 1-5-16,2 0 5 0,-6-1-1 0,2 1 1 15,-8 1-3-15,9-2 0 0,-9 2 1 0,11 0-1 16,-11 0-1-16,0 0 3 0,9-1-2 0,-9 1 2 15,0 0-2-15,0 0 1 0,0 0-3 0,9-3 0 16,-9 3 0-16,0 0 6 0,0 0-3 0,0 0 0 16,0 0-6-16,0 0 12 0,9 3-9 0,-9-3-1 15,0 0 3-15,0 0-7 0,0 0 2 0,6 3 7 16,-6-3-4-16,0 0-1 0,6 7 4 0,-6-7 0 16,3 7 0-16,1-2 3 0,-1 0-5 0,1 1 8 15,3 1 7-15,-2 3-2 0,1-1-5 16,0 4 2-16,2 0 1 0,-1 2 14 0,0 3 1 0,4 6 16 15,4 2-4-15,-6 0 1 0,3 2-3 0,3 1-1 16,-3 2-9-16,2-3 3 0,-3 2-5 0,2 2-2 16,0 0 0-16,-2 1-5 0,3-1 4 0,-2 3-1 15,1-3-3-15,0 0-1 0,-1 1-1 0,1-2-1 16,1-1-1-16,-1 2-1 0,-3-3 1 0,2-1-4 16,-1-1 0-16,2 2 3 0,-2-4 7 0,1 2-7 15,-3 0-2-15,1-3-1 0,2 1-4 0,-6-6-2 16,2-2 4-16,-1 1-1 0,1 0-1 0,1-2 4 15,-1 1-8-15,0-2 1 0,-1-1 5 0,-1-1-2 16,2 2 1-16,-2-5 0 0,-2-1-1 0,3 2-2 16,-2-2-1-16,0-2 5 0,-1 0-2 0,1-1 0 15,-3 0 2-15,5 3 1 0,-5-4-4 0,2 1 10 16,-1-1-4-16,-3-5-3 0,4 9-3 0,-2-5 2 16,-2-4-4-16,3 7 7 0,-3-7-2 0,0 0 2 15,2 6 2-15,-2-6 14 0,0 0 3 0,0 0 0 16,-6 12 0-16,1-7 0 0,-2 4-4 0,-2-2-1 15,-2 1-1-15,-2 3-2 0,-1-3 13 0,-3 1-10 16,-6 6-7-16,-2-2-4 0,-3 3 2 0,1 1-1 16,-6-1-2-16,-13 10-1 0,-2 0 1 0,0-1 2 15,-3 4-4-15,0 0 0 0,-1-2 1 0,-4 3 1 16,-1 1-6-16,-21 13-2 0,24-16-1 0,-1 0-10 0,-1 4-14 16,-3-3-15-16,2-4-31 0,4-3-26 15,-1 1-34-15,6-4-37 0,12-4-149 0,2-4-340 16,0 0 151-16</inkml:trace>
  <inkml:trace contextRef="#ctx0" brushRef="#br0" timeOffset="17212.45">6485 6314 163 0,'0'0'207'16,"0"0"-6"-16,-3-6-10 0,3 6-15 0,0 0-13 16,0 0-15-16,0 0-18 0,0 0-16 0,0 0-12 15,0 0-11-15,0 0-11 0,0 0-13 0,0 0 0 16,0 0-15-16,0 0 0 0,0 0-4 0,8 27-2 15,-4-12 2-15,1 2-1 0,1 2-7 0,-1 1-4 0,5 6-2 16,-1-2-7-16,-3-6 2 0,1 1-2 16,0-1-4-16,2 5-1 0,-2-5 2 0,-2-3-7 15,4 0 1-15,-3 0-3 0,-2-3 2 0,1-1-20 16,0 1-18-16,-2-5-22 0,2 4-28 0,0-2-28 16,-1-1-33-16,0 3-25 0,-3-6-33 0,0 3-111 0,-1-8-327 15,-1 13 145-15</inkml:trace>
  <inkml:trace contextRef="#ctx0" brushRef="#br0" timeOffset="17499.39">6498 6322 77 0,'7'-8'108'0,"0"0"-12"0,3-1-8 0,1 1-4 0,4 1-16 16,-4 2-7-16,0 0-7 0,0 3-4 16,1 1-7-16,-2 1-1 0,1 1-1 0,-2-1-3 15,-1 3-4-15,2 3-3 0,-3 1 3 0,-2 3 10 16,-1-1-7-16,-3 1-3 0,0 2-5 0,1 4 1 0,-6 0 9 16,-1-1-7-16,1 2 1 0,-4 0-4 15,-2-2-4-15,2 0-8 0,-1-1-12 0,-2 0-8 0,4-4-30 16,0 0-23-16,0 0-18 0,0 2-27 15,0-3-72-15,2 1-188 0,0-3 84 0</inkml:trace>
  <inkml:trace contextRef="#ctx0" brushRef="#br0" timeOffset="17964.5">6714 6488 30 0,'0'0'110'0,"10"4"7"0,-10-4-8 16,8 3-14-16,-4-1-12 0,1 3-11 16,0-2-1-16,0 1-5 0,-5-4-9 0,7 9-4 15,-2-6-4-15,-2 1-9 0,1 2 0 0,0-2-3 16,-4-4-1-16,4 6 1 0,-4-6-2 0,4 5-4 0,-4-5 6 16,3 5-2-16,-3-5 2 0,0 0 4 0,0 0-8 15,0 0-2-15,0 0 0 0,3 4 1 0,-3-4 6 16,0 0 9-16,0 0 2 0,0 0 2 15,0 0-3-15,0 0-9 0,0 0-14 0,0 0-10 0,5-21-6 16,-3 11 1-16,0 0-4 0,1-5-1 0,-2 2 0 16,2 1-4-16,-1-1-1 0,2 6 0 0,-3-3 1 15,2 4-1-15,-1-1 1 0,1 0-4 0,-3 7 1 16,5-9-3-16,-5 9-6 0,3-6 10 16,-3 6-3-16,6-3-1 0,-6 3 0 0,8-4 3 0,-8 4-2 15,0 0 1-15,14 4 4 0,-14-4-4 0,11 3 0 16,-6 0 0-16,2-2 2 0,-7-1 2 0,11 2-3 15,-11-2 3-15,12 1-4 0,-12-1 6 0,9 0-3 16,-9 0 8-16,11-1-8 0,-11 1 1 0,8-2 3 16,-8 2 0-16,6-5 3 0,-6 5-1 0,5-8-4 15,-5 8 4-15,4-7 0 0,-4 7-1 0,0-9-1 16,0 9 2-16,-4-10-5 0,4 10-5 0,-6-10-17 16,3 6-10-16,3 4-26 0,-6-9-24 0,2 5-19 15,4 4-19-15,-6-5-14 0,6 5-77 0,-7-4-226 16,7 4 100-16</inkml:trace>
  <inkml:trace contextRef="#ctx0" brushRef="#br0" timeOffset="18695.43">6969 6245 24 0,'0'0'136'0,"0"0"-13"0,0 0-9 0,0 0-5 15,0 0 4-15,0 0-8 0,0 0-2 0,-3 24-10 16,2-14-10-16,1-1-8 0,0 3-7 0,0-1-10 15,2 0-3-15,1 1-2 0,-1-3-8 0,5 1-7 16,-2-3-3-16,-3-1-1 0,3 0-6 0,1-1-3 16,-1-2-5-16,2 1-1 0,0-2-5 0,0 1-6 15,-7-3 1-15,16 0-8 0,-9-3-6 0,1 1 7 16,-1-3-4-16,-7 5 9 0,11-7-7 0,-6 1-2 16,-1 0 1-16,-2 1 2 0,1-3 7 0,-3 8-4 15,1-12 12-15,-2 4-10 0,1 8 10 0,-5-16-5 16,2 8-1-16,-2 1 2 0,1 0 12 0,1 2 9 15,3 5 5-15,-5-10-2 0,5 10 0 0,-4-7-5 16,4 7-6-16,-5-4-2 0,5 4-5 0,0 0-8 16,0 0-6-16,0 0 5 0,0 0 0 0,0 0-3 15,0 0 3-15,-3 18-4 0,3-18 1 0,4 11-4 16,-2-4 2-16,1-1-2 0,1-1-2 0,3-1 4 16,-3 1-1-16,3 0-1 0,-2-2 1 0,0-1-4 15,-5-2-5-15,11 2 3 0,-11-2-1 0,12-2 2 16,-12 2 4-16,11-4-10 0,-4 1 5 0,-2-1-6 15,-5 4 1-15,9-7 8 0,-7 2-1 0,1 0 1 16,-3 5 3-16,3-12 1 0,-2 7 1 0,-1 5 0 16,0-11 1-16,0 11 2 0,-3-12-3 0,2 5-4 15,1 7 3-15,-5-11-1 0,5 11 0 0,-1-9-1 16,1 9-3-16,0 0 1 0,-4-6-7 0,4 6-1 16,0 0 1-16,0 0-2 0,0 0 7 0,0 0-2 15,0 0 1-15,0 0 1 0,0 0 5 0,0 0-6 16,5 29 6-16,-3-23-5 0,1 1 1 0,0-1-3 15,0-1 3-15,-3-5-2 0,7 8 3 0,-5-5-3 16,-2-3 6-16,5 7-3 0,-5-7 5 0,7 3-5 16,-7-3 1-16,8 0-2 0,-8 0-2 0,0 0-1 15,15-6 3-15,-11-1 0 0,1 4 3 0,-3-2 5 16,2 0-1-16,-1-1 2 0,-3 6-2 0,2-13 2 16,1 7 4-16,-3 6-8 0,1-10 8 0,-1 10 3 15,-1-9-3-15,1 9 2 0,1-7 12 0,-1 7-15 16,0 0 2-16,0-11-5 0,0 11 0 0,0 0-4 15,0 0-5-15,0 0 1 0,0 0 2 0,0 0 5 16,0 0-2-16,0 0 7 0,0 0 2 0,0 0-8 16,12 15 5-16,-9-6 0 0,1 0-2 0,0 1 2 15,1 0-14-15,0-3-9 0,-1 1-18 0,0-1-23 16,0 0-27-16,0-1-27 0,0-2-28 0,-2 1-167 16,1 2-326-16,-3-7 145 0</inkml:trace>
  <inkml:trace contextRef="#ctx0" brushRef="#br0" timeOffset="18863.59">7277 6197 13 0,'-4'-6'209'0,"4"6"-10"0,0 0-12 16,0 0-21-16,-4-8-8 0,4 8-23 0,0 0-20 16,0 0-5-16,0 0-17 0,0 0-8 0,0 0-7 15,0 0-4-15,0 0-28 0,9 26-34 0,-8-17-38 16,2-2-35-16,2 2-45 0,-2 2-36 0,-1 1-83 15,-2-2-242-15,1-4 107 0</inkml:trace>
  <inkml:trace contextRef="#ctx0" brushRef="#br0" timeOffset="19019.71">7166 6137 29 0,'0'0'60'0,"0"0"-27"0,0 0-15 0,0 0-17 16,21 20-25-16,-11-16-25 0,0 2 11 0</inkml:trace>
  <inkml:trace contextRef="#ctx0" brushRef="#br0" timeOffset="19141.49">7338 6191 33 0,'0'0'76'16,"0"0"-9"-16,0 0-8 0,0 0 1 0,0 0-4 15,10 2 1-15,-10-2-9 0,0 0-2 0,8 9-12 16,-8-9-5-16,7 9-29 0,-3-5-50 0,1 2-37 16,-5-6-92-16,13 7 41 0</inkml:trace>
  <inkml:trace contextRef="#ctx0" brushRef="#br0" timeOffset="19562.62">7538 6124 38 0,'0'0'209'16,"0"0"-18"-16,0 0-22 0,0 0-17 0,0 0-15 16,0 0-15-16,21-19-17 0,-11 13-6 0,6 0-14 15,3-1-5-15,4-6-12 0,-4 4-1 0,6-2-7 16,1-1-7-16,1 0-5 0,-2 3-5 0,-5 0-4 15,0 1 1-15,-3 1-10 0,0 0-1 0,0 1-5 16,-7 1 2-16,1 1-6 0,-5 0 5 0,1 3-8 16,1-1-4-16,-1 0-1 0,-7 2-1 0,11-6-1 15,-7 4-4-15,-4 2 3 0,10-4-1 0,-10 4-1 16,8-3-1-16,-8 3-1 0,6-3 0 0,-6 3 2 16,0 0 1-16,9-4-2 0,-9 4-2 0,0 0 1 15,7-2 0-15,-7 2-5 0,0 0 5 0,0 0 2 16,0 0 3-16,0 0 10 0,9-1 3 0,-9 1 7 15,0 0 1-15,0 0 0 0,0 0 6 0,0 0 3 16,0 0-3-16,0 0 9 0,-9 23-3 0,5-12-5 16,-4 12-2-16,-5 0-4 0,2 0-5 0,-1 0-17 15,0 0-28-15,2-7-36 0,2 2-41 0,1 0-52 16,0-2-52-16,0 1-151 0,2-2-377 0,-1 1 168 16</inkml:trace>
  <inkml:trace contextRef="#ctx0" brushRef="#br0" timeOffset="19750.72">7872 5941 92 0,'-22'-16'277'0,"4"5"-10"0,3 2 11 0,-3-1-10 16,1 0-12-16,1 1-9 0,2 2-18 0,1 1-14 15,3 0-24-15,0 1-15 0,2 2-23 0,2 0-17 16,6 3-27-16,-9-6-40 0,9 6-51 0,-9-5-60 15,9 5-74-15,0 0-84 0,0 0-49 0,0 0-147 16,0 0-429-16,0 0 190 0</inkml:trace>
  <inkml:trace contextRef="#ctx0" brushRef="#br0" timeOffset="20344.41">8122 5607 156 0,'-3'-11'255'0,"-2"2"-22"0,2-1-13 15,-2-1 0-15,0-2-8 0,0 2-2 0,-1 1 6 16,1 1-6-16,-1 1-7 0,2 2-1 0,0-1-14 15,1 4-9-15,3 3-12 0,-6-10-20 0,6 10-12 16,-4-7-14-16,4 7-23 0,-3-4-7 0,3 4-11 16,0 0-13-16,0 0-11 0,0 0-3 0,-7-5-14 15,7 5 0-15,0 0-4 0,0 0-1 0,-3 26-9 0,1-12 3 16,0 4 0-16,-1 1-2 0,1 6-4 16,0 0-5-16,0-1-3 0,0-6 0 0,1-1-5 15,1 0-1-15,0-2 4 0,0 1-1 0,0-4 2 16,1 0-8-16,1 3 5 0,-1 2-4 0,0-2-1 15,1-4 0-15,1 5-2 0,0-3 2 0,0 3-4 16,-1 1 2-16,6 1-3 0,-3-1 5 0,0 2-5 16,3 4 1-16,-1 2 1 0,2 0 0 0,0-1 0 15,3 2 0-15,-1-1 4 0,-2-1-4 0,1-1 1 16,1 6-3-16,-1-1 6 0,1-2-4 0,-2 2-10 16,0-5 21-16,-1 6-12 0,2-3 5 0,-4 3 0 0,1-4-2 15,2 2-6-15,0-2 8 0,-3-1-6 0,2-5-12 16,-3-1 10-16,1-1 4 0,3-2-1 15,-1-1 8-15,-3-3-7 0,5 3-4 0,-2-3 6 16,-2-2-6-16,1 1 2 0,1 0 0 0,0-1 4 16,0-1 0-16,0 0-4 0,-1 0 3 0,1-2 9 15,0-1-8-15,-3 2-6 0,1-3 2 0,1-2-5 16,0 1-8-16,1-3-15 0,0 1-16 0,-1 0-23 16,-7-1-25-16,21-5-33 0,-10-2-32 0,6-4-38 15,6-6-44-15,-4-2-36 0,1 0-222 0,0-4-539 16,-1-3 239-16</inkml:trace>
  <inkml:trace contextRef="#ctx0" brushRef="#br0" timeOffset="24207.32">9186 5742 197 0,'0'0'191'16,"0"0"-25"-16,0 0-40 0,0 0-74 0,-4 7-95 15,4-7-73-15,0 0-123 0,0 0 54 0</inkml:trace>
  <inkml:trace contextRef="#ctx0" brushRef="#br0" timeOffset="24778.37">8521 6466 141 0,'33'-15'211'0,"-2"-1"-10"16,11-10-20-16,11-4-21 0,22-15-28 0,2-3-58 16,2-2-69-16,5-7-66 0,3 6-113 15,7-4-189-15,-4 6 83 0</inkml:trace>
  <inkml:trace contextRef="#ctx0" brushRef="#br0" timeOffset="40116.49">27524 5442 138 0,'-10'-8'177'15,"1"2"2"-15,1 1 7 0,1-1 12 0,-2-2-6 16,2 4-13-16,1-1-7 0,1 1-10 0,5 4-8 16,-12-7-1-16,8 4-3 0,4 3-14 0,-7-7-9 15,7 7-11-15,-4-5-8 0,4 5-12 0,0 0-14 16,0 0-8-16,-6-2-4 0,6 2-8 0,0 0 3 16,-8 17-3-16,4 1-4 0,-3 9-2 0,0 3-9 0,-6 17-1 15,0-1-3-15,-4 4-3 0,4 3-6 0,-5-3-4 16,3 0 2-16,1-4-7 0,0 0 0 15,1-2-1-15,2-13-6 0,4-1 0 0,-2-1 0 16,0-4-8-16,2 1 6 0,1-8-4 0,4 2 0 0,-3-4-5 16,3-3 2-16,0-1 1 0,2-4-3 0,-6 1 0 15,2-4-2-15,4-5 2 0,0 11-4 0,0-11 5 16,0 0 4-16,0 0-5 0,0 0-3 16,0 0-3-16,0 0 2 0,0 0 2 0,14-30 0 15,-10 13 1-15,3-8-3 0,0-3-1 0,4-1-2 0,-2 1-2 16,0-5-2-16,5-12-1 0,-3 1 3 0,0 9-1 15,3-14-3-15,-1 5 0 0,1-2 2 0,-5 14-3 16,-1-1 4-16,2-2 0 0,-4 6 3 0,1 0-3 16,-1 4 1-16,-3-2 1 0,2 11 2 0,-1 5-1 15,-2-2 8-15,0 4-2 0,1 1 0 0,-3 4 0 16,0 4-1-16,2-11-3 0,-2 11-3 0,4-5-3 16,-4 5 1-16,3-6-6 0,-3 6 0 15,0 0-2-15,0 0 1 0,0 0 1 0,0 0-2 16,20 14 3-16,-9-3 3 0,5 4-1 0,2 6 4 0,2 4 2 15,1 0 4-15,-2 1-1 0,-1 0 1 0,0 1-2 16,0 1 7-16,-2-2-6 0,0 0 1 0,-3 2 12 16,3 0 2-16,-5-1-5 0,1-3 2 0,0-2-2 15,-2 1 0-15,-1-5-2 0,-3 0-1 0,1-2-2 16,-1 0-2-16,0-3 0 0,-2-1 3 0,0-1-3 16,-1-2 2-16,1 1-16 0,-1-1 0 0,1 1-29 15,-2-5-16-15,0 1-25 0,-2-6-17 0,5 8-17 16,-5-8-23-16,3 5-20 0,-3-5-22 0,0 0-32 15,0 0-38-15,0 0-166 0,0 0-447 0,0 0 198 16</inkml:trace>
  <inkml:trace contextRef="#ctx0" brushRef="#br0" timeOffset="40311.51">27371 5799 76 0,'0'0'190'15,"-10"-3"-25"-15,10 3-19 0,0 0-14 0,-8-1-13 16,8 1-17-16,0 0-5 0,0 0-12 0,0 0-5 16,45-6-14-16,-19 2-13 0,9-2-11 0,1-1-27 15,3 1-31-15,9-7-50 0,1 3-34 0,1-2-98 16,-14 3-214-16,0-2 95 0</inkml:trace>
  <inkml:trace contextRef="#ctx0" brushRef="#br0" timeOffset="40561.42">28163 5529 243 0,'0'0'235'0,"-7"-6"2"0,1 4-9 0,6 2-14 16,-13-3-10-16,6 1-22 0,-3 1-7 0,10 1-16 16,-22 6-14-16,9 0-14 0,2-1-7 0,-7 4-5 15,-5 7-9-15,4 0-11 0,-4 3-4 0,8-1-5 16,-2 4-8-16,3-1-11 0,1 3-7 0,3-6-5 15,0 5-7-15,5-7-6 0,1-1-4 0,4 2-3 16,-2-1-5-16,6-5-5 0,0 1 0 0,1-2-18 16,7 3-23-16,1-1-36 0,-1-3-35 0,5-2-42 15,3-2-43-15,7 0-45 0,-6-5-45 0,8-3-150 16,-1-3-440-16,2-1 196 0</inkml:trace>
  <inkml:trace contextRef="#ctx0" brushRef="#br0" timeOffset="40818.42">28327 5295 264 0,'-2'-10'279'0,"-2"1"-7"0,2 3-10 16,2 6-14-16,-5-10-24 0,5 10-22 0,-3-6-22 16,3 6-25-16,0 0-40 0,-2-7-10 0,2 7-15 15,0 0-2-15,0 0 3 0,0 0 1 0,7 34 3 16,-2-8 1-16,0 4-12 0,-3-1-5 0,2 3-7 15,-1-2-11-15,-2 2 9 0,0-3-7 0,2 1-10 16,-3 1 0-16,1-2-6 0,-2 1-5 0,1-2-4 16,-1 0-1-16,-1-2-5 0,1 1-10 0,-1-8-24 15,0-3-32-15,0 1-38 0,0-5-34 0,2-1-44 16,-1-2-43-16,1 3-33 0,0-5-37 0,-1 1-165 16,1-8-463-16,-3 11 205 0</inkml:trace>
  <inkml:trace contextRef="#ctx0" brushRef="#br0" timeOffset="41347.93">28240 5547 9 0,'0'0'219'0,"-2"-5"-24"0,2 5-26 16,0 0-7-16,-4-5-17 0,4 5-22 0,0 0-12 15,0 0-11-15,0 0-10 0,0 0-8 0,0 0-9 16,0 0-12-16,25 1-2 0,-13 1-7 0,2-1-7 15,6 1-3-15,-2-2-6 0,0 2-3 0,0-1-3 16,-5-1-5-16,-3 0 4 0,3 1-10 0,-5 1 0 16,0-1-2-16,-8-1-4 0,11 1 1 0,-11-1-1 15,9 3-6-15,-5 0 7 0,-4-3 1 0,8 6-1 16,-6-1 7-16,-2-5-5 0,5 10 8 16,-1-1 3-16,-3 0 4 0,2 2 0 0,-3 0-1 0,2 0-1 15,2 1-6-15,0 3 1 0,-3-2-4 0,4-1-2 16,-5-1 4-16,4 2-5 0,0-3-4 0,1 0-5 15,0-1 3-15,0 0 0 0,-1-3 2 0,2 1-5 16,-1-2 3-16,2-2-5 0,-3 1 1 0,3-2-1 16,-7-2-5-16,14 2-1 0,-14-2-6 0,15-4-5 15,-4-1 3-15,-4-1 0 0,3-1 0 0,0 0-4 16,-5-2 0-16,4-1-3 0,-3-5 3 0,2 1 1 16,-2-2-3-16,-1 1 6 0,-1-3-10 0,0 3 10 15,-1-5 8-15,-1 2-8 0,0 1 8 0,-2-2-4 16,1 3 14-16,0 4 6 0,-2 1 0 0,1 2-6 15,1 1 8-15,-1 8 8 0,0-12-3 0,0 12-1 16,0-10-7-16,0 10-4 0,0 0-3 0,0 0-1 16,0 0 7-16,0 0 2 0,0 0 9 0,0 0-3 15,3 25 7-15,-3-13-2 0,3 4-3 0,-1 2 2 16,-1 1-5-16,1 0 0 0,1 0 0 0,-3 1-5 16,4-4 1-16,-3 0-1 0,2-3-20 0,-1-1-24 15,1 0-33-15,1-1-48 0,1-3-67 0,0-1-225 16,-1-1-432-16,5 0 192 0</inkml:trace>
  <inkml:trace contextRef="#ctx0" brushRef="#br0" timeOffset="41761.33">28920 5415 135 0,'-18'6'217'0,"-7"5"-12"0,0 1-5 0,-1 3-10 15,3 1-15-15,3 2-14 0,4-3-14 0,-1 5-18 16,6-5-12-16,2 2-10 0,1 0-14 0,2-1-6 16,3 0-8-16,-2-2-12 0,6-3-1 0,1 2-6 15,3-3 0-15,1 2-6 0,2-5-4 0,6 1-8 16,-1-3 0-16,8-3-9 0,0-2-11 0,0-3-1 16,6-2-5-16,-6-2-6 0,-2 0-3 0,3-3 3 15,-6 1-5-15,0-1-2 0,-5-2 8 0,3-1-8 16,-6 3 5-16,-3-2 6 0,0-3-2 0,-2 0 7 15,-1-1-10-15,-2 6 7 0,0-3 7 0,0 3 6 16,-2 0 7-16,2 1 6 0,0 9 5 0,-2-12 5 16,2 12 1-16,-2-9-8 0,2 9-3 0,-3-6-7 15,3 6-5-15,0 0-9 0,0 0 1 0,0 0-1 16,0 0-3-16,0 0 4 0,-6 21 1 0,3-9 6 16,2 0-8-16,0 3-5 0,-2 2-2 0,3-1 2 15,0 1-6-15,0 0 2 0,0-6-6 0,3 4-11 16,0-2-16-16,1-2-38 0,0 0-36 0,0 0-56 15,4-1-70-15,-1-3-58 0,-3-2-147 0,6 1-462 16,-1-3 204-16</inkml:trace>
  <inkml:trace contextRef="#ctx0" brushRef="#br0" timeOffset="42044.43">29315 5114 35 0,'-1'-11'324'0,"-1"4"-14"0,1 0-19 16,1 7-26-16,-1-7-22 0,1 7-24 0,0 0-26 15,-1-12-21-15,1 12-19 0,0 0-19 0,0 0-19 16,0 0-13-16,0 0-10 0,6 22 5 0,-2-3-8 16,4 7-9-16,0 3-7 0,1 1-5 0,-3-1-7 15,1 3-5-15,0-1 7 0,-1 2-13 0,0-1 1 16,-2 1-12-16,-1 0-1 0,1-6-5 0,-2 2 1 15,1-2-12-15,-1-4-12 0,1-3-22 16,-1-2-31-16,-2-2-28 0,2 0-37 0,-1-4-32 0,-1-1-35 16,0 0-30-16,0-11-20 0,0 12-20 0,0-12-137 15,-5 10-413-15,5-10 183 0</inkml:trace>
  <inkml:trace contextRef="#ctx0" brushRef="#br0" timeOffset="42462.47">29084 5383 26 0,'0'0'141'0,"0"0"-16"0,0 0-9 15,18-11-15-15,-2 8-5 0,6-1-14 0,9-2-25 16,3 0 15-16,6 3-7 0,-5-2-5 0,5 0-6 0,-3 2-6 16,-2 0 3-16,-3 1-14 0,-4-1 0 15,-6 2-9-15,-3 1-3 0,-3-4 3 0,-2 4-12 0,-14 0 4 16,18 3-6-16,-18-3-1 0,16 0 3 15,-16 0 8-15,11 4 20 0,-11-4 13 0,8 6 12 16,-8-6 5-16,7 10 4 0,-7-10-6 0,4 10-1 16,-1 2 4-16,-2-2 0 0,2 2-10 0,-2 0-3 0,2 0-4 15,-3 0-10-15,2 0-3 0,-1 0-4 0,2 0-1 16,1-2-7-16,1 0-2 0,-1-1 0 16,-1 0-4-16,-3-9-3 0,11 10-1 0,-6-6 2 15,6-1-2-15,0-2 7 0,-1 1-7 0,-10-2-1 16,27-5 2-16,-15 2 0 0,5-1 1 0,-9-3-3 15,3 1 1-15,3-4 14 0,-4 1-14 0,-2-2 4 0,0-2-2 16,-6 1 0-16,1-1 4 0,0 2-2 0,-3-6 0 16,-3 3-5-16,-1-2-3 0,-5 2 0 15,3-1-3-15,1 5-5 0,-7-3-6 0,2 5-8 16,-3 0-16-16,-1 2-14 0,0 2-26 0,-4 3-21 16,3 1-28-16,-3 4-25 0,-1 3-35 0,2 3-28 15,-1 2-180-15,-3 6-405 0,3 1 180 0</inkml:trace>
  <inkml:trace contextRef="#ctx0" brushRef="#br0" timeOffset="42950.16">29684 5665 36 0,'18'-8'189'0,"0"-1"-3"0,0-1 2 15,5-4-5-15,1 1-11 0,-7 0-11 0,6-4-10 16,-3-1-3-16,3 0-5 0,-1-3-8 0,-1 2-11 15,-7 5 1-15,2-7-5 0,1 1-14 0,-4-1 1 16,1 0-11-16,-7 2-7 0,5-4-9 0,-6-1-3 16,1 7-7-16,-2-2-6 0,-4 0-3 0,-1 1-9 15,-3 0-7-15,2 1 9 0,-3 1 15 0,-1 6 0 16,2-1 3-16,-4 0-2 0,-1 2 2 0,2 1 8 16,-2 0-11-16,1 2-7 0,-1 1-6 0,-1 0-14 15,-1 3-1-15,0 1-5 0,-1-2 5 0,1 5-18 16,10-2-3-16,-19 3 2 0,10-1 2 15,9-2-9-15,-13 9-10 0,13-9 0 0,-7 8-1 0,7-8 3 16,-4 7-2-16,4-7-1 0,1 9 0 16,-1-9-9-16,9 7-6 0,0-4 2 0,4 3-5 0,0-4 2 15,4-2-1-15,9 2 1 0,-4-2-2 0,-1-2 0 16,1 1 3-16,-3-2 0 0,2 2 0 0,2-2 5 16,-5 1-5-16,3-2 5 0,-4 3-3 0,1-2 4 15,-4 2-1-15,0 0-5 0,-2-1 2 0,-2 2-1 16,-1 0 3-16,-9 0 1 0,11 4 0 0,-3-1-1 15,-1 1-4-15,-1 2 5 0,-1 3 2 0,0 0 3 16,-1 2 0-16,-3 1 10 0,3 5 2 0,-2-1-10 16,-2 1 1-16,0 0 4 0,-2 0-4 0,2 0 0 15,0 0 0-15,1 1 4 0,0-3-24 0,1 2-28 16,0-5-43-16,1 0-51 0,1 0-69 0,2-2-58 16,0 0-215-16,1-1-523 0,-1-1 232 15</inkml:trace>
  <inkml:trace contextRef="#ctx0" brushRef="#br0" timeOffset="43511.17">27415 6308 35 0,'-22'2'246'0,"0"-2"2"0,4 1-11 16,4-1-10-16,2-1-5 0,0 1-16 0,7 1-15 15,5-1-16-15,-14 0-20 0,10 3-17 0,4-3-10 16,0 0-14-16,0 0-11 0,0 0-3 0,0 0-4 16,45-1-5-16,11-6-5 0,44-3-6 0,9-10-7 15,12-6-10-15,27-12-10 0,14 2 1 0,20-5-2 16,11 1-10-16,7-2-8 0,2-3 1 0,5 6-7 15,-2-1-5-15,-8 4-2 0,-7 0 1 0,-7 4-4 16,-17 6-24-16,-17-3 8 0,-13 6-3 0,-17 1 0 16,-21 3-2-16,-34 6 0 0,-9 4 1 0,-5-1 4 15,-14 3 5-15,-5-1 0 0,-2 2 15 0,-4-1 15 16,-8 3 11-16,-3 0 11 0,-3 0 13 0,0 2 8 16,-5 1 11-16,0-1 15 0,-6 2 4 0,9-4 4 15,-9 4-11-15,4-6-14 0,-4 6-12 0,0 0-21 16,-4-14-13-16,-2 9-20 0,-2 0-32 0,-1-1-40 15,-3 2-35-15,-2-2-50 0,-3 4-61 16,-5 0-71-16,1 1-70 0,-11 3-241 0,0 3-623 0,-17 1 276 16</inkml:trace>
  <inkml:trace contextRef="#ctx0" brushRef="#br0" timeOffset="46154.08">28348 5547 5 0,'0'0'81'0,"0"0"2"0,0 0-8 0,0 0-5 0,0 0-10 15,0 0 1-15,0 0-4 0,0 0 1 0,0 0-1 16,0 0 0-16,0 0-1 0,0 0-5 15,0 0-1-15,0 0-2 0,0 0-2 0,0 0 1 0,0 0-2 16,0 0-6-16,0 0-5 0,0 0 4 0,0 0-6 16,0 0 6-16,0 0-2 0,0 0 4 0,0 0-7 15,0 0-1-15,0 0-4 0,0 0 6 0,0 0 1 16,0 0-3-16,0 0-7 0,0 0-1 0,-9-1-3 16,9 1-1-16,0 0-6 0,0 0 3 0,0 0-3 15,0 0-3-15,0 0-2 0,-13 3 3 0,13-3-4 16,0 0-3-16,-12 3 1 0,12-3 0 0,-9 4-3 15,9-4 7-15,-7 1-4 0,-1 1-2 0,8-2-2 16,-9 2-1-16,9-2 1 0,-9 3 3 0,9-3-1 16,-9 4 6-16,9-4-1 0,0 0 0 0,-6 1-1 15,6-1 2-15,0 0-4 0,0 0 8 0,0 0-2 16,0 0 8-16,0 0-5 0,-9 2 6 0,9-2 7 16,0 0 0-16,0 0 0 0,0 0-1 0,0 0-5 15,0 0-3-15,0 0-3 0,0 0-1 0,0 0-4 16,0 0 2-16,0 0-1 0,0 0-3 0,30-10 0 15,-18 6 2-15,1-1 5 0,0 3-8 0,6-3-4 16,-1 0-4-16,-3-2 4 0,7-1-4 0,-7 2 5 16,4 0-1-16,0-1-3 0,-4 2 2 0,1-1 1 15,-3 2 0-15,-3 0-2 0,3-1-2 0,-3 1 4 16,0-1-2-16,1 0-1 0,-2 1-3 0,-3 3 8 16,-1-2 4-16,-5 3-1 0,13-4-1 0,-8 1-2 15,-5 3-1-15,8-2 3 0,-8 2-5 0,0 0 1 16,0 0 1-16,6-5-2 0,-6 5-2 0,0 0-6 15,0 0-2-15,0 0-9 0,0 0-7 0,0 0-12 16,0 0-1-16,0 0-28 0,0 0-24 0,0 0-17 16,0 0-24-16,0 0-20 0,0 0-108 0,0 0-279 15,0 0 124-15</inkml:trace>
  <inkml:trace contextRef="#ctx0" brushRef="#br0" timeOffset="46762.73">28221 5582 81 0,'0'0'106'0,"0"0"-6"16,0 0-7-16,0 0 0 0,0 0 2 0,-8 1-2 16,8-1-4-16,0 0-6 0,0 0-7 0,0 0-8 15,0 0-17-15,0 0-1 0,0 0-3 0,0 0-6 16,0 0-5-16,27-10 1 0,-16 6-11 0,8-2-24 15,-3 0-9-15,5 2-16 0,-1-3-12 0,-1 2-24 16,2-1-8-16,0-1-12 0,-1 0-88 16,-1 4-180-16,-1-2 80 0</inkml:trace>
  <inkml:trace contextRef="#ctx0" brushRef="#br0" timeOffset="47643.89">28285 5351 97 0,'0'0'112'0,"0"0"-9"15,0 0-9-15,0 0 1 0,0 0-8 0,-2-6-2 0,2 6-4 16,0 0-4-16,0 0-2 0,0 0-3 16,0 0-9-16,0 0-4 0,0 0-4 0,0 0-6 15,0 0-7-15,0 0-1 0,-3-9-7 0,3 9 1 16,0 0-3-16,0 0-5 0,0 0-7 0,0 0-1 16,0 0-5-16,0 0-4 0,0 0-4 0,0 0 5 0,0 0-8 15,0 0-1-15,0 0-8 0,0 0 4 16,0 0-8-16,0 0-3 0,0 0-13 0,0 0-10 15,0 0-8-15,0 0-14 0,0 0-2 0,0 0-3 16,0 0-10-16,0 0 2 0,0 0 1 0,0 0-5 16,0 0 9-16,0 0 4 0,10-4 7 0,-10 4 6 0,0 0 4 15,0 0 2-15,0 0 8 0,0 0 5 16,0 0 5-16,6-3 6 0,-6 3 10 0,0 0 5 16,0 0 13-16,0 0-1 0,0 0-4 0,0 0 2 15,0 0 3-15,0 0-1 0,0 0 1 0,0 0-5 16,0 0 0-16,0 0 2 0,0 0-7 0,0 0 1 15,0 0-3-15,0 0-6 0,0 0-1 0,0 0-4 0,0 0-6 16,0 0-7-16,0 0-8 0,0 0 2 0,0 0-28 16,0 0-67-16,0 0 30 0</inkml:trace>
  <inkml:trace contextRef="#ctx0" brushRef="#br0" timeOffset="48328.48">28323 5337 36 0,'-2'-6'73'0,"2"6"-5"15,0 0-1-15,0 0-10 0,0 0-9 0,0 0 2 16,0 0-8-16,0 0-2 0,0 0-5 0,0 0-2 16,0 0-5-16,0 0-3 0,0 0-2 0,0 0 2 0,0 0-11 15,0 0 1-15,0 0-3 0,0 0-2 16,0 0-4-16,0 0 3 0,0 0-1 0,0 0-2 16,0 0 3-16,0 0-2 0,0 0-7 0,0 0 5 15,0 0-5-15,4 22 2 0,-4-22 5 0,1 11-3 0,-1-11 1 16,0 13 0-16,0-4 2 0,1-2-2 15,0 3 4-15,-1 0-8 0,2 1 0 0,-2-3 4 16,0 2 4-16,2 1-1 0,0-1 3 0,-1 0-5 16,0 3 2-16,0 0-2 0,1-2 3 0,-1 2 4 15,0-1 1-15,1 2 0 0,-2 0-5 0,2-2 1 16,-1 0-5-16,1 0 3 0,0-1-3 0,-2 0 5 16,0 0-4-16,1-1 0 0,-1 1 9 0,0 0 0 15,0-1 1-15,0-1-1 0,-1 0-2 0,1 1-1 16,0-2-5-16,0 2 8 0,0-10-6 0,0 14-3 15,3-7 2-15,-2-1-1 0,-1-6-6 0,0 14 7 16,1-8-2-16,-1-6-5 0,0 12 4 0,2-6 2 16,-2-6-1-16,3 11 6 0,-1-5 7 0,-1 1 7 15,-1-7-4-15,3 12-5 0,-3-8-4 0,0-4 4 16,2 12-2-16,-2-12-2 0,0 8 0 0,0-8-5 16,0 9 0-16,0-9 2 0,2 9-3 0,-2-9 3 15,2 6-6-15,-2-6 4 0,3 8-7 0,-3-8 5 0,2 6-1 16,-2-6 11-16,2 8 1 0,-2-8-5 15,3 5-1-15,-3-5 6 0,4 8-4 0,-4-8-3 16,0 0-5-16,1 7 4 0,-1-7-5 0,0 0 0 16,0 0 0-16,0 0 4 0,3 6 0 0,-3-6-1 15,0 0 0-15,0 0 1 0,0 0-3 0,7 4-4 16,-7-4-5-16,0 0-3 0,9-2-13 0,-9 2-16 16,11-5-29-16,-11 5-22 0,10-7-28 0,-4 0-85 15,-1 2-216-15,2-3 96 0</inkml:trace>
  <inkml:trace contextRef="#ctx0" brushRef="#br0" timeOffset="48604.36">28345 5583 98 0,'0'0'86'0,"0"0"-15"0,0 0-11 15,0 0-8-15,0 0-13 0,0 0-16 16,0 0-19-16,0 0-26 0,27-14-47 0,-17 8-74 15,8-1 32-15</inkml:trace>
  <inkml:trace contextRef="#ctx0" brushRef="#br0" timeOffset="49392.48">28487 6001 27 0,'140'-42'-5'0,"-11"6"-5"0,-12 0 3 0</inkml:trace>
  <inkml:trace contextRef="#ctx0" brushRef="#br0" timeOffset="49929.28">28330 6060 73 0,'99'-33'125'0,"2"3"-9"0,9-2-8 16,5-4-15-16,10 0-5 0,1 0-2 0,-5 4-12 16,1 0-10-16,-10 0-13 0,-3-1-17 0,-10 8-24 15,-7 0-9-15,-29 8-24 0,-4 2-22 0,-3 0-17 16,-4-1-16-16,-15 10-42 0,-2-3-129 0,-6 2 58 16</inkml:trace>
  <inkml:trace contextRef="#ctx0" brushRef="#br0" timeOffset="117698.52">28735 4880 19 0,'0'0'68'0,"0"0"-9"0,0 0-8 0,0 0-6 15,0 0 0-15,0 0 1 0,0 0-9 0,0 0-6 16,0 0-7-16,0 0 1 0,0 0-5 0,0 0 4 16,0 0-8-16,0-10-7 0,0 10 9 0,0 0 2 15,0 0-7-15,0 0 1 0,0 0-2 0,0-11 3 16,0 11-1-16,0 0-1 0,-5-9-3 16,5 9-2-16,-2-6 0 0,2 6-3 0,-2-7-2 15,2 7 13-15,0 0-8 0,-4-10 14 0,4 10 12 0,-5-7 8 16,5 7 0-16,-4-5-6 0,4 5-2 0,0 0-3 15,-5-7 3-15,5 7-3 0,0 0 11 0,-3-7-8 16,3 7 7-16,0 0-4 0,0 0-6 0,0 0-5 16,0 0 0-16,-3-6-8 0,3 6-2 15,0 0-14-15,0 0 7 0,0 0 2 0,0 0-6 0,0 0 1 16,0 0-4-16,0 0-1 0,0 0-1 0,0 0-1 16,10 20 1-16,-1-10-7 0,0 4 12 0,1 2 3 15,4-1-5-15,0 6-3 0,2 1 3 0,0 0 4 16,2-1-5-16,-3 0 4 0,1 0 7 0,-6-5-13 15,1 1-2-15,-1-2 1 0,2-1 4 0,-2 1 4 16,2-1-1-16,-2-2 0 0,1 1-6 0,-3-4-4 16,1-1 9-16,-5-2-4 0,4 1 2 0,-1 0 0 15,-3-2 0-15,0 2-5 0,0-4 0 0,0 1 3 16,-4-4 1-16,5 8-3 0,-5-8 3 16,5 4 4-16,-5-4 12 0,0 0-18 0,4 5 8 0,-4-5 7 15,0 0 16-15,0 0 5 0,6 2 3 0,-6-2 9 16,0 0 7-16,0 0-1 0,0 0 0 0,0 0-5 15,0 0 3-15,0 0-5 0,0 0-6 0,0 0-5 16,0 0-7-16,12-10-3 0,-9 4-19 16,2-4-1-16,3 0-9 0,1-5-9 0,0 0-2 15,1-1-12-15,2 1-2 0,-2 0-10 0,3-1-11 0,-2 2-17 16,1 1-25-16,-1 0-3 0,-2 6-2 16,1-2-17-16,-2 4-3 0,0 0-100 0,-3 1-232 15,1 2 104-15</inkml:trace>
  <inkml:trace contextRef="#ctx0" brushRef="#br0" timeOffset="117911.57">29071 5138 5 0,'-9'-4'106'0,"-4"1"10"15,3-1 8-15,-4-2-5 0,-3 0-13 0,1-1-10 16,-1 0-8-16,-3 2-7 0,4-2-5 0,-2 0-5 0,2 2-10 15,-2-2-4-15,5 6-10 0,1-3-11 16,1 2-13-16,-2-2-20 0,1 2-30 0,1 1-31 0,-3 1-31 16,3 3-85-16,-3 1-188 0,2 0 84 15</inkml:trace>
  <inkml:trace contextRef="#ctx0" brushRef="#br0" timeOffset="118429">28572 6391 55 0,'-6'-8'229'0,"0"-2"-7"16,-1 1 11-16,4 5-7 0,0-1-20 0,3 5-17 15,-5-9-17-15,5 9-21 0,-5-5-15 0,5 5-18 16,0 0-14-16,-4-5-15 0,4 5-12 0,0 0-2 16,0 0 1-16,0 0 5 0,-1 27-1 0,2 1-4 15,-2-4-6-15,1 6-8 0,3 4-3 0,-1 0-9 16,-4 3-3-16,2 6-5 0,0-8-3 0,0 0-4 15,0-6-5-15,2 4-2 0,-2-8-2 0,0 2 2 16,0-2-5-16,0-5-2 0,2 0-14 0,1 5-30 16,-1-9-35-16,-2 3-41 0,2 1-40 0,2-4-51 15,-4 1-39-15,0-2-175 0,-2 1-438 0,1-5 193 16</inkml:trace>
  <inkml:trace contextRef="#ctx0" brushRef="#br0" timeOffset="119128.43">28240 6751 149 0,'-6'-1'245'0,"6"1"-41"15,-7-3-31-15,7 3-24 0,0 0-14 0,0 0-11 16,0 0-14-16,11-14-9 0,0 9-8 0,10-2-11 16,8-1-12-16,2 0-2 0,1 2-6 0,1 0-11 15,3 2-3-15,-3 0 8 0,1 1-21 0,-4 1 0 16,-3 1-7-16,-7 1-4 0,-3 2-3 0,-2-1-4 15,-5 0 0-15,0 3-6 0,1-2 1 0,-4 1-2 16,-1 2 2-16,1-2-5 0,-2 2 0 0,2 4 13 0,-2 0 0 16,-1 0-1-16,-3 1-1 0,4-1 0 15,0-1-4-15,-3 3 0 0,0-5-4 0,3 4 2 16,-1-3-2-16,0 1 1 0,0-2-3 0,1 0 0 16,1 1 1-16,2-2-3 0,1 1 3 0,0-2-4 15,2-1-4-15,0-1-11 0,2-2-2 0,-1-2-3 0,6-1 0 16,-7-1-7-16,0-4-4 0,1 0 3 15,2-2-3-15,-2 1 4 0,-3-6 4 0,-2 2 0 16,0-1 6-16,-3-1 1 0,2-2 0 0,-6 1 0 16,0-1 3-16,0 2 1 0,0 4 9 0,-1-2 12 0,-4 2 11 15,5 4 10-15,0 7 6 0,0-14-4 16,0 7-3-16,0 7-4 0,0 0-1 0,0-9-9 16,0 9-4-16,0 0-4 0,0 0-5 0,0 0 8 15,0 0-6-15,0 0 5 0,0 0 0 0,5 23-3 0,-5-12-2 16,2 2 0-16,2 2 0 0,-1 0-2 15,1-2-1-15,-1-3 2 0,3 2-5 0,-1 1 0 0,1-5 4 16,2 1-3-16,-2 1-1 0,2-3 5 0,1-1-2 16,1-2-3-16,0 2 2 0,3-2-2 0,-2 0-7 15,5-3-9-15,-3-2-2 0,4-2 2 0,-4 0 2 16,0 0-7-16,0-2 0 0,-2 1-3 0,1-4-1 16,-2 0 1-16,2-4-9 0,-2 0 2 0,-1-2 0 15,-5 3 5-15,1-2-1 0,-3 3 3 16,1-2 4-16,-2 1 3 0,-1 1 5 0,0 2 16 0,0 8 16 15,0-13 1-15,0 7-2 0,0 6-2 0,-1-10-5 16,1 10-2-16,0 0-5 0,1-7-1 0,-1 7-2 16,0 0-2-16,0 0-6 0,1-9 3 0,-1 9 1 15,0 0-4-15,0 0 1 0,16 2 1 0,-16-2-2 16,11 5-3-16,-3-2 1 0,-2 0-1 0,-1 1 3 16,2 1-2-16,-2 0 4 0,4 2-1 0,-3 1 4 15,1-1-4-15,-2-2 4 0,1 5-4 0,2-3 5 16,-3 3 2-16,0-3-4 0,0 1-6 0,-1 2-24 15,1-3-40-15,1 2-34 0,-2-3-41 0,0 0-29 16,1-1-128-16,-2 0-326 0,-3-5 145 0</inkml:trace>
  <inkml:trace contextRef="#ctx0" brushRef="#br0" timeOffset="119494.71">29426 6659 45 0,'0'0'169'15,"0"0"-17"-15,0 0-12 0,9 13-19 0,-9-13 6 16,0 9-7-16,0-9-11 0,-1 11-16 0,1-11-7 16,2 10-6-16,0-6-8 0,-2-4-9 0,0 9-3 15,0-9-7-15,0 0 7 0,1 7 6 0,-1-7 14 16,0 0 11-16,0 0 6 0,0 0 9 0,4 6 1 16,-4-6 5-16,0 0-6 0,0 0-10 0,0 0-14 15,0 0-12-15,0 0-10 0,2-26-7 0,0 16-8 16,-2-1-4-16,2 2-18 0,1-7-3 0,1 2-5 15,3-1-2-15,-2 3-7 0,-1 3-2 0,1 2 1 16,1-1-2-16,-4 3-2 0,3 0-2 0,-5 5-2 16,6-8-2-16,-6 8-1 0,7-3-4 0,-7 3 7 15,0 0-4-15,0 0 0 0,14 7 4 0,-8-2-3 16,-2 0 3-16,4 3 2 0,-2 3 0 0,2 3 3 16,0-5-5-16,-2 3 2 0,0-1-6 0,3 0-10 15,-2 2-27-15,0-4-30 0,1 2-27 0,5-1-30 0,-3-1-27 16,2-3-21-16,0 0-17 0,4-1-119 15,-2-2-340-15,2-3 150 0</inkml:trace>
  <inkml:trace contextRef="#ctx0" brushRef="#br0" timeOffset="120028.34">29916 6583 146 0,'0'0'224'0,"-1"-10"-9"0,1 10-4 0,0 0-8 15,0 0-6-15,-6-6-17 0,6 6-10 0,0 0-14 16,0 0-8-16,0 0-13 0,0 0-17 0,-15 13-12 15,12-9-10-15,3-4-11 0,-3 9-7 0,3-9-10 16,-2 9-8-16,2-9-7 0,2 11-2 0,-2-11-3 16,6 10-7-16,-4-8-6 0,2 5-1 0,-4-7-5 15,8 5-13-15,-3-3-6 0,0 1 1 0,-5-3-7 16,13 5-11-16,-8-5-3 0,-5 0 0 0,10 0-2 16,-10 0 3-16,12-6 9 0,-8 3-13 0,-2-3-9 0,-2 6 2 15,3-14-1-15,-3 5 0 0,-1 0 3 0,-2 0-1 16,-2-1 2-16,0-1-1 0,-3 2 8 15,3 1 2-15,-3 1 5 0,2 2 9 0,1 0 3 16,5 5 1-16,-10-7-3 0,6 3-4 0,4 4 0 16,-5-4-6-16,5 4 1 0,0 0-2 0,0 0-2 0,0 0 2 15,0 0 0-15,0 0-4 0,0 0-2 0,0 0-9 16,0 0-6-16,26 8-8 0,-13-8-9 16,9-4-8-16,0 0-9 0,6-5-7 0,-1-1 0 15,-2-4-1-15,1 1 7 0,-7 4 9 0,-2-3 15 0,-2-1-5 16,-4 0 10-16,0-1 7 0,-2-1 4 0,-4 5 12 15,-1-2 20-15,-2 1 17 0,-2-1 7 0,0 2 7 16,0 1 17-16,-1-1 9 0,1 10 10 0,-1-14 11 16,1 14-3-16,0-8-5 0,0 8-6 15,0 0-14-15,-3-7-9 0,3 7-8 0,0 0 4 0,0 0 10 16,0 0 9-16,-8 35-4 0,2-10 3 0,1 6-5 16,1 1 0-16,-1 5-5 0,0-3-9 0,0 12 2 15,2-9-9-15,-1-5-2 0,3 1-4 0,-1-1-5 16,2 0 0-16,0-2-2 0,2-1-7 0,2-4 0 15,0 2 4-15,-1-9-8 0,1 1-3 0,1-1-31 16,1 1-30-16,-1-1-57 0,0-3-48 0,-1 2-50 16,-2-8-36-16,1 1-43 0,-3 1-162 0,0-5-481 15,0-6 213-15</inkml:trace>
  <inkml:trace contextRef="#ctx0" brushRef="#br0" timeOffset="120347.39">30143 6754 179 0,'0'0'188'0,"1"-10"-21"16,-1 10-18-16,4-6-18 0,-4 6-10 0,7-10-9 16,0 3-18-16,2 0-14 0,3-2-18 0,3 0-26 15,-1-1-20-15,0 0-20 0,0-3-13 0,0 2-14 16,2-3 3-16,-5-1-6 0,2 1 9 0,-3-2 3 16,-3 2 15-16,-1-1 0 0,0 1 12 0,-3 2 16 15,-3-2 6-15,0 2 17 0,0 2 26 0,-3 0 23 16,3 1 13-16,0 9 8 0,-1-10 5 0,1 10-11 15,0-9-7-15,0 9-11 0,0 0-9 0,0 0-5 16,0 0 12-16,0 0 8 0,0 0 13 0,-7 23 10 16,4-5-4-16,-1 8-16 0,-1-2-8 0,0 5-7 15,0-2-11-15,-2 1 0 0,4-2-16 0,0-2-3 16,0 5-3-16,2-3-7 0,-1 1-3 0,2-2-2 16,-2 1-26-16,4-8-45 0,-2 6-54 0,0-5-60 15,1-1-69-15,0 0-69 0,-3 0-166 0,0-4-487 16,0-2 215-16</inkml:trace>
  <inkml:trace contextRef="#ctx0" brushRef="#br0" timeOffset="120489.99">30298 6777 280 0,'0'0'236'0,"0"0"-41"15,0 0-28-15,0 0-31 0,1-9-18 0,4 5-26 16,3-4-42-16,2 3-55 0,5-5-42 0,10-3-59 15,1 0-80-15,4-3-202 0,3 2 89 0</inkml:trace>
  <inkml:trace contextRef="#ctx0" brushRef="#br0" timeOffset="120715.43">30718 6415 48 0,'-3'-9'266'0,"3"9"-26"0,-4-7-20 0,4 7-7 16,0 0-15-16,-4-4-9 0,4 4-4 0,0 0-12 15,0 0-10-15,0 0-3 0,0 0 2 0,0 0-5 16,-4 19-6-16,3 1 1 0,-2-3-15 0,0 10-13 16,1-3-13-16,-1 1-14 0,2 0-4 0,-1 0-9 15,-1 0-9-15,2-5-7 0,1 0-12 0,1-1 1 16,-2-2-9-16,2 2-16 0,2-1-35 0,-1 0-32 16,-2-1-44-16,0 0-41 0,1-1-47 0,-2-4-37 15,1 0-25-15,-2 1-31 0,-1-6-167 0,1 1-464 16,2-8 206-16</inkml:trace>
  <inkml:trace contextRef="#ctx0" brushRef="#br0" timeOffset="121210.54">30677 6681 156 0,'0'0'187'0,"4"-12"-20"0,-2 4-15 0,3 1-20 0,1-4-2 16,-1 3-20-16,2-3-13 0,-1 1-3 0,3 1-9 15,0-5-5-15,-3 4-3 0,2-1-6 0,-3 2-2 16,3 0-14-16,-5-3-3 0,3 3 3 0,-1-3 12 15,-3 3-3-15,2-1-7 0,0 2-5 0,-2-1-4 16,1 2 0-16,-3 7 1 0,3-10 1 0,-3 10 1 16,2-9 1-16,-2 9-13 0,1-7-2 0,-1 7-5 15,0 0-5-15,3-8-4 0,-3 8-6 0,0 0-2 16,0 0-8-16,0 0-1 0,0 0-4 0,0 0 6 16,0 0 2-16,0 0-6 0,0 0 2 15,1 28-4-15,-1-17 3 0,-1 1 0 0,0 0-8 0,1-2-6 16,-2 3 3-16,1-1 0 0,0-2 3 15,1-1 0-15,0-1-4 0,0-8 3 0,0 13-4 0,0-13 1 16,0 9 2-16,0-9 0 0,2 11-1 0,0-5-2 16,0-1 1-16,2 1-4 0,-4-6 3 15,5 8 4-15,0-4 1 0,2 1 8 0,-2-1-3 0,4 1-2 16,-1-2 9-16,2 0-4 0,1 2 1 0,1-4 2 16,-1 0 9-16,1 0-5 0,-1-2-1 0,1 0 3 15,-1 0-6-15,2-3 4 0,-3 1-2 0,-1-1 2 16,0-2-3-16,-1-2-2 0,-2 2 5 15,1-3-6-15,-4 1 2 0,1-1-2 0,-4 1 3 0,0 8 4 16,0-12 10-16,0 12 4 0,-4-12-2 0,3 6-4 16,1 6 0-16,-4-7-1 0,4 7-9 0,0 0 1 15,0 0-2-15,0 0 0 0,-23 11-5 0,16-1 3 16,-2 3-19-16,1 3-15 0,0-1-31 0,2 2-41 16,3 1-43-16,3-1-53 0,2-3-191 15,2 3-416-15,4-2 185 0</inkml:trace>
  <inkml:trace contextRef="#ctx0" brushRef="#br0" timeOffset="121988.84">31204 6581 42 0,'0'0'224'0,"0"0"-13"0,0 0-16 0,3-7-12 15,-3 7-21-15,0 0-15 0,0 0 1 0,0 0-15 0,0 0-15 16,0 0-11-16,1 22-7 0,-1-22-7 0,-1 13-13 15,1-13-8-15,-2 9-5 0,2-9-11 0,-1 7 0 16,1-7-6-16,0 0 0 0,-1 9 7 0,1-9 13 16,0 0 9-16,0 0 19 0,0 0-2 15,0 0-7-15,0 0-17 0,0 0-11 0,0 0-6 16,0 0-8-16,-9-19-5 0,6 10 3 0,1-1-17 0,-1 0-10 16,3-2-1-16,0-3 0 0,3-2-28 15,-2-4-2-15,5-3-6 0,1 6 2 0,4 3-2 16,-3 0 3-16,1 1 0 0,-1 6-1 0,2 0 8 15,-3 3-7-15,0 1-1 0,-2 0 0 0,-5 4 3 16,15 3-1-16,-7 2 1 0,1 2 4 0,0 1 1 16,-3 3 1-16,1-1-1 0,2 4 2 0,1 1 0 15,-5-4 8-15,-3 1 0 0,2 0 2 0,-1-1-1 0,2-1 3 16,-4-2-2-16,2-1 2 0,-2-3-2 0,-1-4 4 16,4 10-3-16,-4-10 5 0,4 6-1 15,-4-6 0-15,1 6-1 0,-1-6-3 0,0 0-9 16,0 0-11-16,0 0-30 0,0 0-19 0,0 0-3 15,0 0-2-15,0 0-5 0,0 0-10 0,8-34-5 16,1 17-7-16,-1-2-3 0,8-1-4 0,2-5 2 0,0 2 3 16,1 6 15-16,-4 4 4 0,-2 2 14 15,-5 3 21-15,-3 3-6 0,1 1 6 0,2 2 31 16,-8 2 31-16,7 0 14 0,-7 0 0 0,9 7 11 16,-2 1 0-16,-1 1 3 0,-3 3-7 0,0-5-8 0,3 4 0 15,-3-3-4-15,3 1 2 0,-4-4-8 0,0 1 3 16,0 1-5-16,-2-7-1 0,8 7 2 15,-6-2-3-15,-2-5-3 0,5 3 7 0,-5-3-7 16,7 4-6-16,-7-4 5 0,0 0-4 0,15-4 1 0,-15 4-5 16,10-7 5-16,-3 3 0 0,-2 0-1 0,2-6-10 15,0 3-7-15,-2-2 2 0,-1 3 0 0,1 2-3 16,-1-3-3-16,1 2 1 0,-5 5 6 0,6-5-4 16,-6 5 8-16,5-5 19 0,-5 5 5 15,0 0 2-15,9 1 10 0,-9-1-8 0,10 5-1 0,-4-1 2 16,-1 0-5-16,1 1 0 0,2 1-3 0,-1-3-1 15,0 0 4-15,0 2-7 0,0-1-1 16,-1-3 2-16,3 0 1 0,-9-1 9 0,17-1 8 16,-6-3 2-16,-2-1 0 0,0 1 31 0,1-2 3 0,-2-1 8 15,0 1 7-15,-3 0-16 0,-1-4 8 0,-2 1-11 16,1 0-10-16,-6-2 1 0,1 1-8 0,-1-3-19 16,-2 1-5-16,-1 2-4 0,-1 1-12 0,-2 1-4 15,0 0-23-15,-1 2-11 0,4 2-28 16,-4-1-31-16,2 1-30 0,1 3-44 0,7 1-44 0,0 0-34 15,-12 0-160-15,12 0-431 0,0 0 191 0</inkml:trace>
  <inkml:trace contextRef="#ctx0" brushRef="#br0" timeOffset="122212.69">32027 6054 236 0,'0'0'306'0,"3"-9"-15"0,-3 9-7 0,2-7-22 16,-2 7-8-16,0 0-24 0,3-7-14 0,-3 7-22 15,0 0-16-15,0 0-5 0,0 0-4 0,0 0-4 16,-4 26-20-16,0-9-12 0,0 8-5 0,2 1-23 16,-4 1-12-16,1-1-7 0,2 2-3 0,-1-3-3 15,1 1-13-15,1-1-3 0,0-6-9 0,1 0-23 16,1-1-23-16,1 0-35 0,1-1-46 0,-1 1-39 16,0-7-43-16,-1 1-40 0,0-3-43 0,1 0-34 15,-1-3-225-15,0-6-537 0,-1 12 238 0</inkml:trace>
  <inkml:trace contextRef="#ctx0" brushRef="#br0" timeOffset="122494.35">31893 6327 26 0,'2'-9'208'0,"-2"9"-16"0,4-10-10 16,0 7-14-16,-4 3-12 0,5-9-15 0,-2 5-13 15,-3 4-12-15,11-6-13 0,-6 4-10 0,3 1-13 16,0 0-8-16,3 0-9 0,-11 1-6 0,17 1-6 15,-7 3-4-15,1-1 1 0,0 0-3 0,-2 1 0 16,2-1-3-16,-2 1-5 0,0-1 1 16,0 1 3-16,-4-3-6 0,1 3-4 0,0-1-1 0,-6-3-6 15,11 3 2-15,-7 1-2 0,-4-4-3 0,0 0 11 16,9 0 10-16,-9 0 8 0,0 0 12 0,0 0-8 16,10-3-4-16,-10 3-3 0,6-8-7 0,-3 4-4 15,0-4-15-15,-2-2-26 0,-1 2-21 0,0 8-36 16,0-14-46-16,0 8-43 0,0-3-15 0,0 9-6 15,0-10-9-15,0 10-142 0,0 0-349 0,0 0 155 16</inkml:trace>
  <inkml:trace contextRef="#ctx0" brushRef="#br0" timeOffset="122778.65">32258 6269 165 0,'4'-12'222'15,"-3"2"-6"-15,3-1-13 0,-3-1-11 0,-1 1-19 16,0-1-13-16,0 2-11 0,-1 0-14 16,2-1-11-16,-1 11-13 0,-2-16-4 0,-1 9-7 0,3 7-11 15,-2-12-11-15,2 12-10 0,0 0-12 0,-3-7-6 16,3 7-9-16,0 0-8 0,0 0-3 0,7-9 0 16,-7 9-5-16,0 0-1 0,0 0-7 15,16 14 1-15,-12-9-5 0,4 3-2 0,-2 0 2 0,1-1-2 16,-2 4 1-16,0-1-2 0,5 3 2 0,-5-2-2 15,0 0 0-15,2 0 3 0,-3 1-13 0,3 2-11 16,-2 1-29-16,2-3-27 0,-4-1-37 0,5-1-47 16,-3 1-62-16,2-3-145 0,-2 0-388 15,-1-1 173-15</inkml:trace>
  <inkml:trace contextRef="#ctx0" brushRef="#br0" timeOffset="122951.08">32008 6550 112 0,'-7'4'127'0,"7"-4"-32"16,0 0-41-16,0 0-57 0,0 0-62 0,0 0-69 15,0 0 31-15</inkml:trace>
  <inkml:trace contextRef="#ctx0" brushRef="#br0" timeOffset="123199.56">29592 7495 4813 0,'-38'4'49'0,"7"2"-77"0,11-2 0 16,8-3-68-16,12-2-6 0,0 1 24 0,75-20 7 16,29-12 10-16,28-3-3 0,19-6-7 0,15-11-5 15,13-3-9-15,4-2-14 0,-1 4-13 0,-6 1-32 16,-11 8-40-16,0 3-46 0,-19-3-43 0,-4 8-237 16,-14 4-553-16,-13-1 244 0</inkml:trace>
  <inkml:trace contextRef="#ctx0" brushRef="#br0" timeOffset="125029.8">28495 5521 4 0,'0'0'184'0,"1"7"-16"0,-1-7-12 16,2 6-5-16,-2-6 8 0,0 0 13 0,3 7 7 15,-3-7-1-15,0 0-1 0,0 0-11 0,0 0-10 16,0 0-19-16,0 0-13 0,0 0-14 0,0 0-11 15,0 0-11-15,0 0-7 0,0 0-14 0,0 0-13 16,0 0-24-16,0 9-32 0,0-9-42 0,0 0-47 16,0 0-62-16,0 0-58 0,0 0-146 0,0 0-386 15,0 0 170-15</inkml:trace>
  <inkml:trace contextRef="#ctx0" brushRef="#br0" timeOffset="141518.38">10173 11185 12 0,'0'0'176'0,"-3"6"-20"0,3-6-11 16,0 0-16-16,0 0-18 0,0 0-19 15,0 0-13-15,0 0-20 0,0 0-20 0,0 0-16 0,0 0-31 16,0 0-22-16,0 0-23 0,0 0-28 0,1 9-61 16,-1-9-154-16,0 0 69 0</inkml:trace>
  <inkml:trace contextRef="#ctx0" brushRef="#br0" timeOffset="146940.9">11606 11877 123 0,'0'-12'175'0,"0"12"-21"0,0 0-20 16,0 0-25-16,0 0-23 0,0 0-20 0,0 0-7 15,0 0-8-15,0 0 0 0,4-5-15 0,-4 5-4 16,0 0-17-16,18 5-29 0,-10-5-30 0,2 6-32 16,2-2-84-16,-5 3-173 0,2-2 77 0</inkml:trace>
  <inkml:trace contextRef="#ctx0" brushRef="#br0" timeOffset="161971.53">9680 12536 11 0,'0'0'20'0,"0"0"-11"0,0 0-10 0,0 0-6 16,0 0-7-16,0 0 3 0</inkml:trace>
  <inkml:trace contextRef="#ctx0" brushRef="#br0" timeOffset="167565.66">13223 12373 14 0,'0'0'1'0,"5"5"-4"16,-5-5-2-16,0 0 0 0</inkml:trace>
  <inkml:trace contextRef="#ctx0" brushRef="#br0" timeOffset="175651.49">13149 12382 12 0,'0'0'10'0,"0"0"-10"0,0 0-4 0,0 0-4 15,0 0 2-15</inkml:trace>
  <inkml:trace contextRef="#ctx0" brushRef="#br0" timeOffset="190802.11">13218 13235 14 0,'0'0'115'0,"0"0"-1"16,0 0 0-16,0 0-4 0,0 0 1 0,0 0-5 16,0 0-16-16,0 0-11 0,0 0-9 0,0 0-10 15,0 0-1-15,-4-17-9 0,4 17-2 0,-4-11-7 0,4 11-4 16,-3-16-8-16,3 5 3 0,0 2-8 0,1-4 0 16,-1 4-7-16,4-1 1 0,-2 1-6 15,0-1-1-15,0 1-2 0,3 3-3 0,0 1 3 16,-1 0 0-16,1 0-6 0,-5 5-5 0,10-4 1 15,-10 4-1-15,17 1-4 0,-9 4 2 0,3 3 4 0,-1-1-1 16,5 6 3-16,-1-3-4 0,-1 5 0 0,-2-1 2 16,3 2-2-16,-1 0 0 0,-1 0 3 15,1-2 1-15,3 0 0 0,-5-2 1 0,-2-1-8 16,1-5 4-16,-4 3-1 0,3-1-1 0,0-2 0 16,0 0 7-16,-2-1-2 0,-1-2 2 0,-1 1 0 0,3-2 1 15,-2 0-5-15,-6-2 7 0,11 0 1 0,-11 0 9 16,16-2-15-16,-10-1 7 0,1 0 2 15,-1-2 4-15,-1 0-7 0,-1 2 3 0,4-3-4 16,-4 1 1-16,0-1-7 0,3-2-3 0,-5 0 1 0,4 0 2 16,-3 4-10-16,0-6-13 0,-3 10-14 0,4-10-12 15,0 6-12-15,-4 4-10 0,3-8-13 0,-3 8-15 16,4-7-84-16,-4 7-196 0,0 0 87 16</inkml:trace>
  <inkml:trace contextRef="#ctx0" brushRef="#br0" timeOffset="192182.41">19477 12922 30 0,'0'0'104'0,"0"0"-2"0,0 0 3 0,0 0-10 0,0 0-5 15,0 0-3-15,0 0 5 0,0 0-7 0,0 0-4 16,0 0-1-16,0 0-9 0,0 0-5 0,0 0 5 15,0 0-3-15,0 0 0 0,0 0-4 0,0 0 1 16,0 0-14-16,-10-23-3 0,9 18-3 0,1 5-4 16,-2-12-6-16,2 12-5 0,-1-9-2 0,1 9-1 15,0-14-2-15,3 9-6 0,-3 5-4 0,0-9 4 16,0 9-8-16,2-8-2 0,-2 8 0 0,4-4-3 16,-4 4-4-16,0 0 2 0,10-3 0 0,-10 3-4 15,8-2 0-15,-8 2 0 0,10 4-3 0,-3-2 3 16,0 1 4-16,0 0-2 0,-1 1-2 0,2 2 0 15,3 1 3-15,-2 0-2 0,-1 0 1 0,0-2-3 16,0 1-2-16,-2-1 2 0,0-1 3 0,3 0 0 0,-3-1 2 16,2 0-1-16,-8-3-1 0,13 3-9 15,-6-3-15-15,-7 0-6 0,15-1-25 0,-9-2-19 16,5-2-26-16,-2 2-19 0,-2-3-129 0,-2 2-266 0,1-3 118 16</inkml:trace>
  <inkml:trace contextRef="#ctx0" brushRef="#br0" timeOffset="199822.24">13454 13175 50 0,'7'0'68'0,"-7"0"-4"0,0 0-10 0,0 0-2 0,0 0-8 16,0 0-10-16,0 0-4 0,0 0 1 0,0 0-4 15,0 0 2-15,0 0-7 0,0 0-2 0,0 0-2 16,0 0-1-16,0 0-3 0,0 0 0 0,0 0 6 16,0 0-9-16,0 0 0 0,0 0 4 0,0 0 1 15,0 0-5-15,0 0-5 0,0 0-2 0,0 0 4 16,0 0-4-16,0 0 5 0,0 0-9 0,0 0 6 16,0 0 1-16,0 0-4 0,0 0 1 0,0 0-3 15,0 0 2-15,0 0-1 0,0 0 3 0,0 0-7 16,0 0 7-16,0 0 4 0,0 0-13 0,0 0 0 15,0 0 3-15,0 0 3 0,0 0 0 0,0 0-2 16,0 0 3-16,0 0-5 0,0 0-2 0,0 0 1 16,0 0-2-16,0 0 5 0,0 0-8 0,0 0-1 15,0 0 2-15,0 0-6 0,0 0-2 0,0 0-7 16,0 0-1-16,0 0-10 0,0 0 0 0,0 0-5 16,0 0-4-16,0 0-40 0,0 0-87 0,0 0 39 15</inkml:trace>
  <inkml:trace contextRef="#ctx0" brushRef="#br0" timeOffset="212679.48">19801 13082 39 0,'0'0'62'0,"0"0"-8"0,0 0-2 0,0 0-9 16,0 0-9-16,0 0 0 0,0 0-1 0,9 0-7 16,-9 0 0-16,0 0-6 0,0 0-5 0,0 0 7 15,0 0-9-15,7 4-11 0,-7-4 8 0,0 0 3 16,0 0-3-16,0 0-1 0,0 0-3 0,0 0-3 15,0 0-7-15,0 0-6 0,9 1 1 0,-9-1-10 16,0 0 2-16,0 0 3 0,0 0-6 0,5 4 3 16,-5-4-8-16,0 0-3 0,0 0-3 0,5 4 3 15,-5-4-23-15,0 0-55 0,0 0 24 0</inkml:trace>
  <inkml:trace contextRef="#ctx0" brushRef="#br0" timeOffset="213467.22">19705 13169 49 0,'0'0'44'0,"6"3"-12"0,-6-3-8 15,0 0-13-15,0 0-24 0,0 0-12 0,0 0-27 16,0 0 13-16</inkml:trace>
  <inkml:trace contextRef="#ctx0" brushRef="#br0" timeOffset="214462.83">19766 12782 82 0,'0'0'84'0,"-5"4"-7"16,5-4-2-16,0 0-13 0,0 0-9 0,0 0-28 15,0 0-19-15,0 0-27 0,0 0-54 0,0 0-79 0,0 0 35 16</inkml:trace>
  <inkml:trace contextRef="#ctx0" brushRef="#br0" timeOffset="-212746.95">19840 12646 61 0,'0'0'66'0,"0"0"-13"0,0 0-7 16,0 0-10-16,0 0-8 0,0 0-11 0,0 0-6 15,0 0-14-15,0 0-6 0,0 0-12 0,0 0-27 16,0 0-51-16,0 0 22 0</inkml:trace>
  <inkml:trace contextRef="#ctx0" brushRef="#br0" timeOffset="-212105.26">19811 12679 58 0,'0'0'100'0,"0"0"-3"0,0 0 4 0,0 0-24 16,0 0-5-16,0 0 8 0,0 0-20 0,0 0-6 16,0 0-7-16,0 0-7 0,0 0-3 0,0 0-9 0,0 0-2 15,0 0-6-15,0 0-2 0,0 0 3 0,0 0-16 16,0 0 4-16,0 0-1 0,0 0-10 0,0 0-3 15,0 0 2-15,0 0-14 0,0 0-22 0,0 0 5 16,0 0-13-16,0 0-10 0,0 0-16 0,0 0-41 16,0 0-123-16,0 0 55 0</inkml:trace>
  <inkml:trace contextRef="#ctx0" brushRef="#br0" timeOffset="-211854.17">19806 12635 47 0,'0'0'91'0,"0"0"-20"0,0 0-6 16,0 0-4-16,0 0-8 0,0 0 3 0,0 0-19 15,0 0-7-15,0 0-9 0,0 0-21 0,0 0-4 16,0 0-10-16,0 0-8 0,0 0-6 0,0 0-13 16,0 0-30-16,0 0-76 0,0 0 34 0</inkml:trace>
  <inkml:trace contextRef="#ctx0" brushRef="#br0" timeOffset="-210052.18">19772 12679 42 0,'-5'-2'86'0,"5"2"-2"0,-9-5 13 0,2 4-12 16,7 1-15-16,-9-3-2 0,9 3-9 0,-9-4 5 16,9 4-10-16,-10-4-3 0,10 4-9 0,-9-5-2 15,9 5-3-15,-8-2-2 0,8 2-5 0,-10-3 0 16,10 3-3-16,-10-1-4 0,10 1 2 0,-8-2 4 16,8 2-2-16,-10-1-12 0,10 1 7 0,-12 1-4 15,12-1 3-15,-13 2-14 0,7-1 7 0,6-1 5 16,-15 3 4-16,6-1 4 0,2 1-2 0,0-1-9 15,0 2 3-15,1-2 0 0,-3 1 1 0,-1 1-8 16,2 2-1-16,-2-3 3 0,1 3 0 0,-1-1-6 16,2 0 0-16,-1 1 5 0,-1-1-6 0,1 1-4 15,1 2-1-15,-2-1 12 0,1-1-8 0,-1-1-2 16,0 2 5-16,2-1-7 0,0-1-2 0,3 1 0 16,-4-2 8-16,3 4-7 0,-2 0 3 0,2-1 3 15,-1 2-4-15,-1-1 1 0,1 1-2 0,1 0 3 16,0 1 0-16,0 6 0 0,-1-3 0 0,1 3-1 15,3-4 6-15,-1 5 4 0,0-7-11 0,0 0 3 16,1 4 6-16,0 1-5 0,0-3 4 0,-1-1-3 16,3 1 6-16,-3 4-4 0,4-6 3 0,-2 1-3 15,3 0 0-15,-1 0-5 0,-3 0 2 0,3 1 1 0,2 0 5 16,-2-1-16-16,1 0 10 0,0-1 4 16,0-1 0-16,2 1-2 0,-3 0 9 0,3-2-11 15,-1 2 3-15,1-3-5 0,2 0 0 0,-3 2 5 16,2-1-1-16,-1 2 2 0,2-3 1 0,-1-1 2 0,1 0-3 15,1 1-3-15,-1 1 1 0,3-1 3 0,-3 0-5 16,3 0 7-16,2 0-1 0,-1 1-6 0,-1-1 4 16,3-2 0-16,-2 2 2 0,1 0 3 15,2-1 6-15,-2 0 7 0,2 0-1 0,-1-2 1 0,2 0 1 16,-2 1 0-16,2 0-7 0,-1-3-3 0,0 2 2 16,0-2 4-16,1-1 7 0,-1-1-4 0,1 1-6 15,1-1 3-15,-1-1 0 0,5-1-5 0,-1 0-4 16,2-4-1-16,-3 2-1 0,3-2 1 0,1 1-4 15,-2-2 0-15,-2 0-1 0,1 0 0 0,1-1-4 16,-3 0 1-16,-2 1-1 0,2-2 0 0,-2 3-3 16,-3-3 3-16,0 2 0 0,2 0 2 15,-3-1-5-15,1 1 2 0,0 1-8 0,-3-2 4 0,0 2-1 16,-2-2 2-16,2 2-4 0,-4-1 2 0,1-1 0 16,0-3 2-16,-1 0-1 0,-1-1-2 0,-2 0 2 15,0-6-1-15,0 1 1 0,-2 1-3 0,-1 0 1 16,1-1 1-16,-4 0 1 0,3 0 1 0,-2 2-1 15,0 0 1-15,-1-1-2 0,1 4 2 0,1 1-4 16,-1-2 3-16,-1 3-1 0,2-2 1 0,0 1 0 16,-1 1 1-16,0-1-6 0,0 3 6 0,1-4-3 15,-1 3 1-15,1 4 3 0,-1-3 5 0,4 1 1 16,-3 2-4-16,0-2 0 0,0 0 0 0,-2 0 0 16,1 3 0-16,1-2-4 0,0-1 5 0,-1 2-6 15,0 2 7-15,0-4-1 0,-3 2 1 0,3 1-11 16,-3-1 7-16,2 1 1 0,-3-1 0 0,4 2 3 15,-4-2-5-15,0 1-2 0,-1 0-3 0,0 1 4 16,1-1 2-16,0 2-5 0,-2-1 3 0,2 0-4 16,-3 2 4-16,3-1-2 0,0 1 2 0,1 0-2 0,8 1 1 15,-18-2-1-15,10 2 1 0,8 0-1 16,-19-4 2-16,12 4-4 0,-1 0 4 0,8 0-2 16,-20 0-2-16,11 0 3 0,0 0 0 0,-1 0 1 15,10 0 1-15,-18 0-3 0,10 0 1 0,0 1 4 0,1 0-2 16,-4 2-4-16,11-3 5 0,-14 2 0 0,8 1-4 15,-5-1-1-15,3 0 3 0,0 1-2 0,2-1 0 16,-3 2 0-16,2-2-2 0,1 2-4 16,-2 1-4-16,-1 0-11 0,3-1-9 0,1 1-12 0,0 2-13 15,-2 0-19-15,1 3-20 0,0-3-19 0,0 5-14 16,3-3-11-16,-1 2-20 0,1-1-16 0,1 2-112 16,-1-2-308-16,3-1 137 0</inkml:trace>
  <inkml:trace contextRef="#ctx0" brushRef="#br0" timeOffset="-208721.22">21954 12330 50 0,'0'0'125'0,"0"0"0"16,6-2-2-16,-6 2-6 0,0 0-7 0,0 0-10 15,0 0-16-15,0 0-3 0,0 0 0 0,0 0-10 16,0 0-13-16,0 0-7 0,0 0-8 0,0 0-7 15,0 0-13-15,0 0-6 0,0 0-21 0,0 0-8 16,0 0-23-16,0 0-21 0,0 0-18 0,0 0-2 16,0 0-4-16,0 0-80 0,0 0-173 0,0 0 77 15</inkml:trace>
  <inkml:trace contextRef="#ctx0" brushRef="#br0" timeOffset="-199221.72">19601 12971 34 0,'0'0'50'0,"0"0"3"0,0 0-13 16,0 0-10-16,0 0-5 0,0 0-18 0,0 0-13 16,0 0-5-16,0 0-10 0,0 0-13 0,-11 4-37 15,11-4 18-15</inkml:trace>
  <inkml:trace contextRef="#ctx0" brushRef="#br0" timeOffset="-194657.22">22395 12575 59 0,'0'0'90'0,"0"0"-3"0,0 0-11 15,0 0-7-15,0 0-16 0,0 0 4 0,0 0-11 16,0 0-3-16,0 0-15 0,0 0-4 0,0 0-12 16,0 0-10-16,0 0-10 0,0 0-3 0,0 0-17 15,0 0-6-15,0 0-20 0,0 0-32 0,0 0-92 16,0 0 41-16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22T06:47:44.67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11238 9932 41 0,'-4'-6'73'0,"4"6"3"16,-2-7-14-16,2 7 0 0,0 0-8 0,0 0-7 15,-4-8-3-15,4 8-5 0,0 0-2 0,-4-6-2 16,4 6-8-16,0 0 5 0,0 0-11 0,0 0 0 15,0 0 1-15,9-8-6 0,-9 8-2 0,12-3 0 16,-2 1-5-16,4-2 4 0,5 1-4 0,-1-1-2 16,1 1 3-16,10 0 2 0,-9 1 0 0,1 0-8 15,6-1 0-15,-4 3 5 0,5-3-8 0,4 1 1 16,-5 0 10-16,6 2-8 0,-1 0 0 0,4 0-3 16,-4-2 2-16,4 1 4 0,1 1-2 0,1 0-3 0,1 0 2 15,-1 1 0-15,2 1-2 0,12 0 1 0,0-1-2 16,-3 2 0-16,-9-3 1 0,14 4 3 15,-4-4-2-15,6 0-4 0,-17 2 3 0,13 3 5 16,0-3-7-16,0 0 1 0,0 1-1 0,-1 0 7 0,2 1-9 16,0-2 5-16,-1-2-2 0,4 3 3 0,0 0-3 15,0 0 10-15,3-1-5 0,-3 0 8 0,0 0 3 16,0-4 1-16,2 4-13 0,-3-4 18 16,1 2-13-16,2 2 2 0,-2-2-1 0,4 0 5 0,-1 0-5 15,1-2-1-15,-1 5-1 0,-2-3 3 0,1 0-3 16,-2 0-2-16,-1 3-3 0,-2-3 5 0,-1 1-7 15,0 0 2-15,-12-1-2 0,12 0 6 16,-1 0 14-16,3 0-1 0,-2-1-3 0,-2 0-6 0,1-1-3 16,0 0 14-16,-11 0 0 0,12-1 1 0,-12-1-4 15,11-2 2-15,-13 3 3 0,-1-1 2 0,1-1-5 16,-4 1 2-16,-2-3-1 0,-1 4-2 0,-2-1 10 16,1-1 1-16,-10 2-8 0,-1 1-2 0,-1-2 4 15,-1-1-1-15,1 2-2 0,-5 0-2 0,-1 1-6 16,2-2 0-16,-4 0-2 0,1 3-1 0,-1-1-5 15,0 1 3-15,-2 1-1 0,-8 0-5 0,14-2-15 16,-14 2-22-16,10-1-19 0,-10 1-32 0,13 0-10 16,-6 3-20-16,1-1-23 0,0-1-71 0,-1 3-225 15,5-3 100-15</inkml:trace>
  <inkml:trace contextRef="#ctx0" brushRef="#br0" timeOffset="718.1">17025 9855 30 0,'-7'1'51'0,"0"1"5"16,7-2 2-16,-10 3 3 0,10-3-7 0,-7 4 14 15,7-4-10-15,0 0 0 0,-6 3-9 0,6-3 1 16,0 0-10-16,0 0 1 0,0 0-10 0,0 0-3 16,-9 3-4-16,9-3-7 0,0 0 4 0,0 0-3 15,0 0-1-15,19 4 3 0,-10-2-6 0,5-1-12 16,4 3 22-16,4-3-4 0,7 3-1 0,3-1 0 16,1-3-7-16,4 0 5 0,4 1-8 0,-1 0 7 15,11-1-2-15,0 4 0 0,0-3-6 0,-1 2-1 16,4-3 9-16,-2 3-9 0,4-1-1 0,0 0 7 15,1 4-8-15,5-6 8 0,0 3-2 0,4 0-5 16,0 0 8-16,0-1-4 0,24 3-2 0,-27-5 9 16,4 4-3-16,26-1 4 0,-29 0-5 0,30-2 1 15,-4-2 9-15,-25 2-4 0,26-1 9 0,1 1-7 16,-27-2 0-16,24-2 2 0,-25 1-8 0,2 2 1 16,23 1-2-16,-25-4 3 0,29 3 8 0,-25-1 5 15,26 1 0-15,-29 1 1 0,28 2-10 0,-30-2-2 16,1 2 6-16,-1 0 2 0,1 1 4 0,-1-1-2 0,-1-3 2 15,0 2 8-15,-4 0 6 0,-2 1-2 0,-2-1-4 16,-3-4 0-16,-14 3 2 0,4 1 0 16,-5 0-5-16,-3-2 0 0,-2 0 7 0,-3 5 2 0,-6-5 0 15,-3 0 0-15,1-2 1 0,-3 2-2 0,-3 2-2 16,-4-2-1-16,2 0-7 0,-5 1 0 0,-7-1-3 16,12 0-4-16,-7 1-1 0,-5-1-4 0,0 0 0 15,12-4-2-15,-12 4-6 0,0 0-14 0,0 0-25 16,0 0-41-16,0 0-57 0,5-3-68 0,-5 3-187 15,0 0-408-15,-34-13 182 0</inkml:trace>
  <inkml:trace contextRef="#ctx0" brushRef="#br0" timeOffset="1702.57">21904 7678 29 0,'37'4'75'0,"14"-5"-10"0,2-2 2 0,2 3 1 16,2-4-4-16,5-1-2 0,3 3 0 0,28-5-1 16,-29 3-5-16,27 1 0 0,-26-4-4 0,32 3 2 15,-1 0 7-15,-4 1-15 0,2-1-4 0,-3 4-3 16,4-7 1-16,-1 5-6 0,0 2 1 0,-2-2 1 16,2 2 1-16,3-2 1 0,3 0 1 0,1-1 1 15,0 5-4-15,5-1-4 0,-1 1 4 0,-3 0-9 16,3-2-2-16,0 2 5 0,7-2 4 0,-6-2 7 15,5 4-7-15,-2-2 8 0,-3 2-2 0,-1-2-3 0,2 1-3 16,-1-1 5-16,-5-3 0 0,1 3 0 16,-4-4-5-16,-4 1 7 0,-4 0 3 0,-25 0 2 15,-4-3 1-15,31-1 1 0,-36 1-2 0,7 4-2 16,-8-7 4-16,5 0-6 0,-9 0-6 0,1 2-2 0,-16 1-11 16,0 0-1-16,-3 2-1 0,-4-1-4 15,-6 1-1-15,-4 0-17 0,-2 1-15 0,-5 1-25 16,-3 0-40-16,-3-1-37 0,1-2-72 0,-7 5-142 15,0 0-357-15,-18-15 158 0</inkml:trace>
  <inkml:trace contextRef="#ctx0" brushRef="#br0" timeOffset="21386.56">10571 16245 2 0,'0'0'62'16,"-6"-2"-4"-16,6 2-10 0,0 0 2 0,-8-3 3 16,8 3 0-16,0 0-5 0,-5-5 8 0,5 5-2 15,0 0-7-15,0 0-5 0,-8-3 1 0,8 3-6 16,0 0 8-16,0 0-1 0,-7-2 3 0,7 2 5 15,0 0-7-15,0 0-1 0,0 0-1 0,0 0 0 16,0 0-15-16,0 0 10 0,0 0-1 0,0 0-5 16,-8-3-1-16,8 3-4 0,0 0-2 0,0 0 1 15,0 0 3-15,0 0-8 0,0 0-3 0,0 0 9 16,0 0-15-16,0 0-3 0,0 0 4 0,0 0-1 16,0 0 0-16,24-2-4 0,-16 1-8 0,4-1 12 15,0 0 0-15,7 1 1 0,2-2-1 0,7 2 2 16,0 1-3-16,4-3 0 0,0 3 6 0,5-1-12 15,3-2 4-15,15 0-2 0,0 5 6 0,3-4-22 16,5 0 13-16,2 0 0 0,-1-2 5 0,27 3-2 16,-27 2 0-16,-2-1 2 0,3-1-7 0,-3 1 2 15,4 0-1-15,0 1 7 0,-8 0-8 0,9-2 2 16,-4 5 7-16,4-4-8 0,24-3 0 0,-33 4 1 16,5-3-1-16,-3 3 1 0,-1-1 1 0,-4 3 0 15,0-5-1-15,1 2-2 0,0-2 4 0,1 0-3 16,-6 2 0-16,0-1 1 0,4 0 0 0,-4 1-6 15,-1 0 2-15,-12-4 1 0,13 3 1 0,-15-1 4 16,2-1 2-16,1 0-2 0,-3-2 3 0,-5 2-3 16,3-2 1-16,-5 1 0 0,-2 0 8 0,-7 2 0 15,2-2 7-15,-3 2 3 0,-2-2 9 0,-3 1 0 16,-1-1 6-16,-4 3-2 0,3-2 1 0,-3 1 2 16,-5 1-6-16,-4 1 8 0,14-3 0 0,-14 3 10 15,7-1-13-15,-7 1 6 0,6-4-3 0,-6 4 9 16,0 0-5-16,0 0-3 0,9-3-3 0,-9 3-2 15,0 0-3-15,0 0-2 0,0 0-8 0,0 0 1 16,0 0-6-16,0 0-16 0,0 0-16 0,0 0-20 16,0 0-22-16,0 0-26 0,0 0-31 0,0 0-45 15,0 0-24-15,0 0-170 0,0 0-376 0,0 0 167 16</inkml:trace>
  <inkml:trace contextRef="#ctx0" brushRef="#br0" timeOffset="22425.4">16289 16335 70 0,'-7'-5'128'0,"7"5"-20"16,-7-4-6-16,7 4-1 0,0 0-6 0,-7-3-2 15,7 3-6-15,0 0-7 0,0 0 1 0,-6-5-18 16,6 5-3-16,0 0-6 0,0 0-10 0,0 0-4 16,0 0 4-16,0 0-11 0,0 0-2 0,-8-2 2 15,8 2-7-15,0 0-3 0,0 0-1 0,0 0 3 16,0 0-1-16,0 0 9 0,0 0 6 0,24-4-5 15,-24 4-3-15,14 0-4 0,-2-1 2 0,2 1-2 16,-2-2-8-16,3 2 0 0,2 0-5 0,0 0 4 16,5 0-2-16,-4 0-2 0,4 0 4 0,-4 0 7 15,2 0 7-15,0 2 1 0,10-4 6 0,-1-1 1 16,1 2-4-16,0-2 0 0,2-1 4 0,1-1 5 16,5 2 5-16,-1-3-1 0,15-1 2 0,-14 1-4 15,13-2-2-15,3-1-2 0,4 0 0 0,-2-1-5 16,1 6 1-16,2-2-4 0,0 0-3 0,0-1 6 15,0 6-2-15,2-5 3 0,0 3-5 16,4-2 2-16,-1 1-1 0,0 0 1 0,27-6 2 0,-30 8 0 16,29-2-5-16,-28 0 0 0,30 2 8 0,-25-4-2 15,-2 0-2-15,28-1-3 0,-26 3-4 0,24 3-3 16,-2-4 4-16,-24 5 2 0,25-9 2 0,-25 9-4 16,27 0 5-16,-3 10-7 0,-25-11 2 0,28-2-1 15,-26 7 1-15,23 2 5 0,4 0-4 16,-3 2 5-16,3 5-7 0,2 1-3 0,-1 1-3 0,-6-1 1 15,-25-5-5-15,3-1-6 0,23 1 0 0,1-1 0 16,-28-3 2-16,4 0-4 0,-2 0-1 0,27-2 0 16,-31 0-2-16,4-3 1 0,-2 3 5 0,1-1 1 15,-2-2 7-15,1 1-14 0,-4-7 3 0,-1 4-1 16,-2-2 12-16,-1-1-11 0,-2 2-4 0,-13 0 3 16,1-2 2-16,-3 1-4 0,0-2 9 0,-1-2-8 15,-4 4 1-15,-2-1 4 0,-4 0 3 0,-4 4-8 16,-3-3 1-16,-1 1 2 0,-2-2 2 0,-5 4 1 15,-1-2-3-15,-4 2 0 0,2-1 3 0,-2 0 2 16,-6 2-4-16,9-1-2 0,-9 1-1 0,8-3 1 16,-8 3 0-16,0 0-5 0,0 0-2 0,10-2-3 15,-10 2-8-15,0 0-8 0,0 0-27 0,0 0-10 16,0 0-20-16,0 0-29 0,0 0-31 0,0 0-37 16,0 0-35-16,0 0-41 0,8 7-34 0,-7-1-217 15,-1-6-534-15,0 0 236 0</inkml:trace>
  <inkml:trace contextRef="#ctx0" brushRef="#br0" timeOffset="23066.08">28550 15759 45 0,'0'0'256'0,"6"-9"-24"0,-2 4-21 16,-4 5-18-16,1-11-14 0,1 6-22 0,-2 5-13 16,3-8-17-16,-3 8-15 0,3-6-11 0,-3 6-16 15,0 0-8-15,2-9-11 0,-2 9-11 0,0 0-6 16,4-7-5-16,-4 7-7 0,0 0-8 0,0 0-9 16,2-5-11-16,-2 5-6 0,0 0-10 0,0 0-5 15,0 0 5-15,0 0-1 0,0 0 2 0,0 0 0 16,0 0 0-16,0 0 9 0,0 0 5 0,0 0 6 15,0 0 6-15,0 0-3 0,0 0 5 0,0 0 4 16,0 0 1-16,0 0-4 0,0 0 0 0,0 0-1 16,0 0-8-16,0 0-7 0,0 0-13 0,0 0-5 15,-20 15-15-15,16-8-1 0,-2 0-10 0,1-1-8 16,0 2-24-16,-2 2-1 0,0-3-13 0,3 0-19 16,-1 3-12-16,1 0-1 0,-4-2-8 0,3 2-4 15,0-1-1-15,0 2-93 0,-2-1-238 0,1-1 105 16</inkml:trace>
  <inkml:trace contextRef="#ctx0" brushRef="#br0" timeOffset="23283.01">28157 16058 149 0,'0'0'198'0,"0"0"0"16,-7 4 3-16,7-4-10 0,0 0-8 0,0 0-5 15,0 0-13-15,0 0-18 0,0 0-8 0,0 0-5 16,20 1-14-16,-6-2-4 0,4 1-17 0,2-1-4 16,9-2-10-16,3-2-11 0,1 4-15 0,2-3-20 15,1 8-40-15,1-4-27 0,-3 1-47 0,3-1-58 16,0-1-49-16,-2 7-177 0,-14-1-388 0,6-2 172 16</inkml:trace>
  <inkml:trace contextRef="#ctx0" brushRef="#br0" timeOffset="24200.32">6413 17235 13 0,'0'0'137'0,"0"0"-18"0,-8-2-6 15,8 2-8-15,0 0-11 0,0 0-13 0,0 0-11 0,0 0 3 16,0 0-8-16,0 0-6 0,0 0-3 16,0 0 0-16,40 0 3 0,-14 0 0 0,9 1-8 15,16-4 0-15,14-1-2 0,36-1 1 0,-1 0-7 0,7 3-1 16,7-1 0-16,1 0-12 0,4 9 4 16,9 0-6-16,1 11-25 0,-2 7-38 0,2 6-72 15,-6 11-133-15,0 6-260 0,-9-1 115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22T06:48:29.13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8662 10055 36 0,'0'0'34'0,"0"0"-6"0,0 0-1 15,0 0-7-15,0 0 3 0,0 0-3 0,0 0-2 16,0 0-8-16,0 0 7 0,0 10-8 0,0-10-1 16,0 0 1-16,0 0-3 0,0 0 0 0,0 0-4 15,0 8-2-15,0-8 1 0,0 0-1 0,0 0-3 16,0 0 5-16,0 0-3 0,2 6 5 0,-2-6-4 15,0 0 3-15,0 0-1 0,0 0 1 0,0 0-3 16,0 0 0-16,0 0 0 0,0 0-1 0,3 6 1 0,-3-6 4 16,0 0 0-16,0 0-3 0,0 0 3 15,0 0-4-15,0 0 5 0,0 0-6 0,0 0 3 16,0 0 0-16,0 0 0 0,0 0 3 0,0 0-7 0,0 0 1 16,0 0-2-16,0 0 5 0,0 0-9 0,0 0 8 15,0 0-4-15,0 0 3 0,0 0-3 0,-5 9-4 16,5-9-6-16,0 0 0 0,0 0-5 0,0 0 1 15,0 0-2-15,0 0-16 0,0 0-38 0,0 0 18 16</inkml:trace>
  <inkml:trace contextRef="#ctx0" brushRef="#br0" timeOffset="2986.34">11650 8600 53 0,'0'0'128'0,"0"0"-14"0,-4-9 2 0,4 9-15 15,0 0-2-15,0 0-15 0,-4-5-8 0,4 5-5 16,0 0-19-16,0 0 0 0,-5-5-7 0,5 5-14 16,0 0-6-16,0 0-14 0,0 0-13 0,0 0-11 15,-4-7-8-15,4 7-3 0,0 0-15 0,0 0-8 16,0 0-11-16,0 0-14 0,0 0-59 0,-11 1-141 15,11-1 62-15</inkml:trace>
  <inkml:trace contextRef="#ctx0" brushRef="#br0" timeOffset="9824.18">11631 8728 11 0,'-7'-5'68'0,"7"5"-7"0,0 0 7 0,0 0-19 15,0 0 6-15,0 0-16 0,0 0 4 0,0 0-6 16,0 0-12-16,0 0-12 0,0 0-24 0,0 0-22 16,0 0-39-16,0 0-76 0,0 0 35 0</inkml:trace>
  <inkml:trace contextRef="#ctx0" brushRef="#br0" timeOffset="12774.93">22636 11092 105 0,'-12'54'111'0,"0"-3"-10"0,-1 1-9 0,2 0-8 0,2-3-1 15,4 1-17-15,-2 0 7 0,2-2-27 0,-1-1-1 16,4-11-4-16,-1 8-15 0,2-10-10 0,-1 1-19 15,4 1 19-15,-1-2-15 0,2 12-20 0,-1-13-22 16,-1 2-24-16,3 10-65 0,-3-10-140 0,2-2 61 16</inkml:trace>
  <inkml:trace contextRef="#ctx0" brushRef="#br0" timeOffset="13988.6">12556 15407 1 0,'-54'-99'14'0,"4"6"-17"15,2-3-2-15,-7 0 0 0</inkml:trace>
  <inkml:trace contextRef="#ctx0" brushRef="#br0" timeOffset="16906.95">14570 8894 2 0,'0'9'104'0,"0"-9"3"16,0 0-2-16,0 0-7 0,0 0 4 0,0 0 4 16,0 0-14-16,0 0 2 0,0 0-13 0,0 0-6 15,0 0-12-15,0 0-2 0,0 0-14 0,0 0-10 16,0 0-6-16,0 0-3 0,0 0-21 0,0 0-3 15,0 0-7-15,0 0-8 0,0 0-12 0,0 0-6 16,0 0-6-16,0 0-13 0,0 0 1 0,0 0-7 16,0 0-9-16,0 0-10 0,0 0-70 0,0 0-156 15,15-17 70-15</inkml:trace>
  <inkml:trace contextRef="#ctx0" brushRef="#br0" timeOffset="17838.96">20294 8633 39 0,'0'0'84'0,"0"0"-2"15,2 6-4-15,-2-6-8 0,0 0 1 0,0 0-3 16,0 0-9-16,0 0 9 0,0 0-17 0,0 0-10 0,0 0-22 16,0 0-13-16,0 0-25 0,0 0-38 15,0 0-53-15,-6 11-120 0,6-11 54 0</inkml:trace>
  <inkml:trace contextRef="#ctx0" brushRef="#br0" timeOffset="23041.88">16764 12796 16 0,'0'0'68'0,"0"0"-6"0,0 0-14 16,0 0 0-16,0 0-14 0,0 0 5 0,0 0-14 16,0 0-10-16,0 0-10 0,0 0-17 0,0 0-18 15,0 0-23-15,-8 2-58 0,8-2 25 0</inkml:trace>
  <inkml:trace contextRef="#ctx0" brushRef="#br0" timeOffset="26016.69">15793 15357 36 0,'0'0'102'0,"0"0"-10"16,-15-16 0-16,15 16 1 0,0 0-8 0,0 0-8 16,-7-6-6-16,7 6-7 0,0 0-11 15,-4-6 7-15,4 6-18 0,0 0-3 0,-2-7 5 0,2 7-11 16,0 0-6-16,0 0-7 0,0 0 2 0,0 0-10 16,0 0 8-16,0 0-9 0,0 0-2 0,0 0-4 15,0 0 8-15,0 0-12 0,0 0 5 0,0 0-8 16,0 0-14-16,0 0-6 0,0 0 0 0,0 0-7 15,0 0-14-15,0 0-5 0,0 0-6 0,0 0-12 16,0 0-5-16,0 0-55 0,0 0-137 0,0 0 60 16</inkml:trace>
  <inkml:trace contextRef="#ctx0" brushRef="#br0" timeOffset="26500.57">15746 16022 92 0,'0'0'95'0,"0"0"8"0,0 0-13 16,0 0 0-16,0 0 3 0,0 0-5 0,0 0-5 15,0 0-3-15,0 0-8 0,0 0-7 0,0 0-8 16,0 0-2-16,0 0-4 0,0 0-3 0,0 0-7 16,0 0 1-16,0 0-4 0,0 0-7 0,0 0 3 15,0 0-4-15,-8 0-4 0,8 0-1 0,0 0 1 16,0 0-9-16,0 0 4 0,0 0-1 0,0 0-10 16,0 0 5-16,0 0-7 0,0 0 5 0,0 0-15 15,0 0-6-15,0 0-11 0,0 0-13 0,0 0-13 16,0 0 0-16,0 0-25 0,0 0-11 0,0 0-9 15,0 0-11-15,0 0-77 0,0 0-192 0,-3 11 84 16</inkml:trace>
  <inkml:trace contextRef="#ctx0" brushRef="#br0" timeOffset="27309.01">15666 17048 49 0,'0'0'75'16,"0"0"6"-16,0 0-5 0,0 0-14 0,0 0 8 16,0 0-16-16,0 0-9 0,0 0-3 0,0 0-7 15,0 0-2-15,0 0 1 0,0 0-10 0,7 1-8 16,-7-1 6-16,0 0 0 0,0 0-5 0,0 0-7 16,0 0 7-16,0 0-2 0,0 0 2 0,0 0-6 15,0 0 9-15,0 0 0 0,0 0-15 0,0 0 3 16,0 0 0-16,0 0 1 0,0 0-4 0,0 0 0 15,0 0-10-15,0 0 1 0,0 0 12 0,0 0 1 16,0 0-2-16,0 0-1 0,0 0-1 0,0 0 0 16,0 0-3-16,0 0 4 0,0 0-7 0,0 0 4 15,0 0 6-15,0 0-3 0,0 0 1 0,0 0 3 16,0 0-2-16,0 0 2 0,0 0-6 0,0 0 0 16,0 0 0-16,0 0 10 0,0 0-12 0,0 0-2 15,0 0 3-15,0 0 1 0,0 0-1 0,0 0-7 16,0 0 7-16,0 0-2 0,0 0-2 0,0 0-7 15,0 0 8-15,0 0-3 0,0 0 4 0,0 0-10 16,0 0-4-16,0 0-2 0,0 0-3 0,0 0-2 16,0 0-1-16,0 0-6 0,0 0-3 0,0 0-12 15,0 0 3-15,0 0-12 0,0 0-8 0,0 0-5 16,0 0-40-16,0 0-110 0,0 0 48 0</inkml:trace>
  <inkml:trace contextRef="#ctx0" brushRef="#br0" timeOffset="61190.98">14195 12946 98 0,'0'0'173'16,"-2"-6"-5"-16,2 6-5 0,0 0-2 0,0 0-9 15,0 0-8-15,0 0-12 0,-4-7-11 0,4 7-8 16,0 0-7-16,0 0-10 0,0 0-1 0,0 0-8 15,0 0-7-15,0 0-3 0,0 0-6 0,0 0-5 0,0 0-1 16,0 0-2-16,0 0 5 0,0 0-5 0,0 0-2 16,0 0 2-16,0 0-4 0,0 0-2 15,0 0-1-15,0 0-4 0,0 0-4 0,0 0-4 16,0 0-5-16,0 0-3 0,-4-6-7 0,4 6 6 16,-10-5-13-16,10 5 1 0,-11-3-5 0,11 3-1 0,-16-1-3 15,7 2-1-15,-4 2-3 0,-3-1-2 0,-2 4-3 16,-9 3 4-16,-4 4-3 0,0 1 2 0,-15 9-7 15,2 3 3-15,-6 7-5 0,5 1 5 16,-25 20-3-16,19-18 1 0,-23 22-5 0,2 3 3 0,5-4-1 16,-3 3 2-16,21-18 16 0,-21 20-3 0,3-5-2 15,-3 1 2-15,7 1-6 0,16-15 3 16,-21 17-1-16,23-18 0 0,-20 23-5 0,0-4 2 16,5-2-3-16,-7 1-1 0,21-17 1 0,-21 15-1 0,4 2-3 15,15-18-22-15,-23 12 5 0,24-15 0 0,-23 12-1 16,2 2 3-16,24-15 1 0,-4-7 2 0,-2 2 5 15,4-2 4-15,4-2-6 0,-3-3 0 0,13-5-3 16,2-3 9-16,-1 0-3 0,2-3-6 0,2 0 8 16,-3-1-4-16,6-3 4 0,0 0 1 15,3-5 0-15,1 3 1 0,-2 0-2 0,2-3 0 0,-1 2 12 16,2-1-4-16,0 0-3 0,0-1 5 16,-7 1 0-16,1 1 7 0,5 0-11 0,-7 3-1 15,1-1 0-15,-4 3 1 0,1 0-2 0,-2 0-3 16,-1 3 5-16,-2 0-1 0,1-1-1 0,1 4 0 0,0-3-3 15,-1 0 3-15,2 1-2 0,-1-1-1 0,1 0 2 16,2 1 2-16,1-2 0 0,3 3-1 0,-4-1 2 16,3 0-1-16,0-2-2 0,0 0 1 0,-1 0 1 15,2 2 0-15,0 0-1 0,-2 0 0 0,5-1 3 16,-3 0 5-16,2 1-7 0,1-4 2 16,0 1 4-16,2-4-8 0,-3 2 3 0,5-3 1 15,-6 3-6-15,7-3 3 0,-2-2 0 0,3-1 2 0,-3 3-3 16,2-2-1-16,0-3 0 0,5 1 4 0,-1-3 1 15,1 3-3-15,2-4 1 0,2 0 1 0,1 0-2 16,0-1 2-16,7-1-13 0,-10 4-4 16,10-4-14-16,-9 2-11 0,9-2-18 0,0 0-13 15,-9 1-22-15,9-1-23 0,0 0-19 0,0 0-11 16,0 0-19-16,-9 1-17 0,9-1-12 0,0 0-112 0,-3 5-331 16,3-5 147-16</inkml:trace>
  <inkml:trace contextRef="#ctx0" brushRef="#br0" timeOffset="61691.11">10282 15134 70 0,'-5'-4'157'0,"5"4"-12"0,-7-2-19 15,7 2-12-15,0 0-14 0,0 0-10 0,0 0-11 16,0 0-3-16,0 0-13 0,0 0-4 0,0 0-7 15,-11 19-2-15,9-8 1 0,0 4-15 0,-1 5-6 16,0-1 1-16,-1 9 4 0,2-2-11 0,-2 2-2 16,0-4 3-16,0 3-6 0,2-2-1 0,-1-6 0 15,2 4-15-15,0-4 10 0,-2 1-2 0,2 5-2 16,1-7-1-16,-3-1 3 0,3 1-6 0,0-2-1 16,1 0 4-16,1-2-2 0,2 0-1 0,-2-2-1 15,2-2-4-15,0 0 10 0,1 0-12 0,2-1 4 16,0 2-1-16,-1-4 1 0,2 1-3 0,3-1 5 15,1 1-3-15,3 0 0 0,-4-2 3 0,0 1-4 16,6-3 0-16,-4-1 11 0,0 1-8 0,5-4 2 16,0 2-12-16,0-2-2 0,1-2-10 0,2 1-27 15,-3-3-22-15,3-1-27 0,0 1-32 0,-2-2-82 16,1-1-224-16,1 0 100 0</inkml:trace>
  <inkml:trace contextRef="#ctx0" brushRef="#br0" timeOffset="63253.07">5859 15772 5 0,'-5'-6'186'15,"1"0"-18"-15,-1 2 6 0,1-2-4 0,4 6 0 16,-11-7-7-16,6 2-13 0,0 2-10 0,-2-1-13 16,7 4-15-16,-9-3-1 0,9 3-5 0,-7-3-7 15,7 3-9-15,-6-4-9 0,6 4-9 0,0 0-11 16,0 0-5-16,-7-4-6 0,7 4-9 0,0 0-3 15,0 0-5-15,-9 11-3 0,5-2-4 0,2 7-2 16,-5 3-4-16,2 8 5 0,-2 3-11 0,2 3 3 16,-1 0-4-16,1 13-3 0,1 0 2 0,3-11-4 15,0 0 3-15,-1 1-9 0,4 9 9 0,-1-10 17 16,3 1 0-16,-2-2-4 0,3 2 3 0,0-3-3 16,3 0-7-16,-2-3-6 0,4-3 4 0,-3-2-3 15,-1-7 1-15,1-2-6 0,2-1-2 0,-4-5 4 16,4 1-4-16,0-1 4 0,-3-4-6 0,4 1 5 15,-2-1 0-15,4-3 1 0,2-3 4 0,-2 1-5 16,1-5 1-16,5-2 2 0,0-1-2 0,-1-3 0 16,-1-3 3-16,3-5-1 0,-6 4-4 15,0-3-3-15,1-5 1 0,-5 5 2 0,-3-2-6 0,-2 2 0 16,1-1 2-16,-5 1 0 0,-2-1 0 0,1 2-4 16,-6-4-5-16,-1 4-1 0,1 0 4 15,-2 2-3-15,1 4 4 0,0 4 1 0,-2-4 1 0,4 2 0 16,-1 5 3-16,7 3-2 0,-12-6 1 15,12 6 1-15,-14-5-5 0,14 5 4 0,-18 3-3 16,18-3 0-16,-19 2 0 0,19-2 1 0,-12 0-3 16,12 0-2-16,0 0-1 0,-11 2 0 0,11-2-1 0,0 0-3 15,0 0-1-15,0 0-1 0,0 0 10 16,0 0-4-16,0 0 3 0,0 0-12 0,0 0 4 16,45-10-2-16,-25 5 6 0,5-7-5 0,1 3 1 15,-1-5 1-15,2 1 1 0,-4 2 3 0,-4 0-1 16,-1 4-1-16,-4-1 0 0,-2 4 2 0,1-1 0 15,-4 1-1-15,-3 0-1 0,-6 4 2 0,17-3-1 16,-17 3-2-16,9-1 1 0,-9 1 2 0,0 0-1 0,17 6 1 16,-10 2 8-16,-2 1-4 0,0 1-2 15,3 5 7-15,-2 1-5 0,-2-5 1 0,0 2 2 16,1 2-1-16,0 1 1 0,0-2-2 0,0 3 3 16,-1-6-3-16,1 0 1 0,2 4-2 0,-1-3-1 15,2-1 4-15,-1-3-5 0,1-1-25 16,-2 2-36-16,4-3-27 0,0 1-27 0,-1-1-32 0,3-2-37 15,-2-1-17-15,-1-1-106 0,-9-2-336 0,16 3 149 16</inkml:trace>
  <inkml:trace contextRef="#ctx0" brushRef="#br0" timeOffset="63852">6469 16039 166 0,'0'0'143'0,"0"0"-11"0,0 0 1 0,0 0-25 16,0 0-12-16,0 0-15 0,0 0 0 0,0 0 3 16,0 0-10-16,0 0-7 0,18 27-2 15,-11-17-12-15,0 2-1 0,-1-2-5 0,2 0-8 0,1 0-4 16,1 2 1-16,4-2-8 0,-5 0 6 0,-1-6 0 16,1 2 0-16,3-3 5 0,-12-3-17 0,22 6 17 15,-22-6 7-15,14-2-13 0,-4 0 1 16,-10 2 4-16,21-5-8 0,-12-1 1 0,1 0-1 15,-10 6-7-15,14-13 3 0,-8 4 2 0,3 1-2 16,-6-2-4-16,-1 1 1 0,2-2-4 0,-2-1 1 16,-1 0-4-16,-1-4 2 0,1 1-1 0,-2 2-1 15,-2 1-5-15,2-1 1 0,-2 2 1 0,1 0-5 16,2 11 2-16,-1-14 2 0,1 14-2 0,-2-12-1 16,2 12-4-16,0 0-1 0,-1-13-1 0,1 13-4 15,0 0-1-15,0 0 4 0,0 0-5 0,0 0 2 16,0 0-3-16,0 0-1 0,19 19 2 0,-12-9 2 15,4 3-1-15,-4-2-2 0,2 4 1 0,-3-6-1 16,7 2 1-16,-8 0 2 0,4-3 1 0,1-2 3 16,-1 1 3-16,-1 0-6 0,-2-2 1 0,3-2 1 15,1-1 5-15,-10-2-6 0,18 4 10 0,-8-6-2 0,-10 2 4 16,14-3 5-16,-14 3-2 0,13-7 1 16,-5-2 5-16,-1 2 12 0,0-2-2 0,-2-1 2 15,-1 0 0-15,-2-3 2 0,0 2-1 0,-2 11-2 16,-2-21 2-16,1 10-9 0,-2-1 3 15,0 0-4-15,0 2 4 0,-1 2-2 0,4 8 2 16,-5-15-6-16,3 9 4 0,2 6-2 0,-4-9-1 0,4 9-8 16,-2-6-3-16,2 6-7 0,0 0 2 0,0 0-3 15,0 0 4-15,0 0-5 0,0 0 1 0,8 29-2 16,-5-18-2-16,-1 2 2 0,6 3-1 0,-2 1-16 16,2-3-8-16,-2 0-10 0,2-3-27 0,1 2-22 15,-3-2-37-15,3-3-49 0,0 1-55 0,0-1-163 16,-4 1-415-16,3-1 184 0</inkml:trace>
  <inkml:trace contextRef="#ctx0" brushRef="#br0" timeOffset="64026.88">6847 15728 148 0,'-6'-10'145'0,"6"10"-16"0,0 0-19 0,0 0-14 16,0 0-43-16,0 0-45 0,29 17-25 0,-12-7-38 16,1-2-49-16,5 5-110 0,3-3 48 0</inkml:trace>
  <inkml:trace contextRef="#ctx0" brushRef="#br0" timeOffset="64669.37">7265 15777 27 0,'0'0'209'0,"0"0"-1"0,0 0-5 0,0 0-1 16,0 0-11-16,0 0-17 0,0 0-9 0,0 0-15 16,0 0-17-16,-22 13-13 0,16-6-10 0,1-1-15 15,0 3-7-15,-2 1-7 0,3 2-10 0,2-1-8 16,-3 4-5-16,2 1-5 0,-1-1-7 0,2-1-4 16,2-3-6-16,0 5-3 0,1-5-4 0,0-1-3 15,-1-10-2-15,3 14-1 0,-3-14-3 16,4 9-4-16,-4-9-5 0,6 7-4 0,-6-7-1 0,13 2-3 15,-13-2 2-15,0 0 1 0,20-10-1 0,-11 2-2 16,-1-2 0-16,2-3 2 0,-2-3-2 0,-1 1 3 16,-3-2 1-16,0-2 1 0,-1 2-1 0,-2-2 4 15,-2 0-2-15,-2-6 0 0,-2-2-2 0,0 1 0 16,-3-3-2-16,2 0 5 0,-3 1-3 0,1 0 3 16,-1-5-4-16,3 5 6 0,-3-6-1 0,0 7 7 15,-1 2 3-15,1 8 11 0,2 0 5 0,4 7-2 16,-4 0-1-16,2 2 1 0,5 8-4 0,-6-12-6 15,6 12-3-15,-4-7-10 0,4 7-3 16,0 0-1-16,0 0-4 0,0 0 0 0,0 0 6 16,13 42 0-16,-3-14-6 0,0 7 2 0,4 11 3 15,5-2 5-15,-8-11-9 0,0 1-1 0,2-4 1 0,0-1-1 16,-1-5-1-16,6-1-1 0,-6-7 1 0,1-2-8 16,2 1 7-16,-2-6-2 0,3-1 3 0,-1 0-4 15,2-7-9-15,0 5-6 0,0-5-8 0,-6-2-3 16,3-1-5-16,-2-2 0 0,0-1-4 15,-3-1 0-15,4-6-4 0,0-1-1 0,-4 1 4 16,0-2-3-16,-3-4 5 0,-1 0-1 0,-1 0 4 16,0-2 5-16,-3 1 0 0,-3-1 4 0,-4 3 3 15,0 2 4-15,1-1 3 0,1 3 14 0,-1 4 3 16,0 3 12-16,5 6 7 0,-13-13-8 0,8 8-1 16,5 5-4-16,-10-8 0 0,10 8-5 0,0 0 1 15,0 0-3-15,0 0-4 0,-20 19 3 0,16-8 1 16,1 2-3-16,3 3 2 0,0 0-1 0,4-1-2 15,2 1-6-15,-1-5-10 0,2 3-10 0,0-3-23 16,2-1-13-16,5-1-17 0,-2-4-25 0,6-1-27 16,1-1-17-16,3-6-15 0,3-4-10 0,3-3-6 15,2-3-97-15,0-3-298 0,-2-2 132 0</inkml:trace>
  <inkml:trace contextRef="#ctx0" brushRef="#br0" timeOffset="65068.42">7849 15597 726 0,'14'-14'-34'16,"0"1"23"-16,-5 4 13 0,-2 0 29 0,0 0 32 15,-2 0 26-15,-2 2 25 0,-3 7-2 0,1-12 8 16,-1 12 8-16,0 0 1 0,-6-17 13 0,6 17-1 15,-10-7-7-15,3 4-6 0,7 3-3 0,-14 0-7 16,14 0-10-16,-20 3-13 0,9 4-6 0,0 0-11 16,-1 4-5-16,0 3-8 0,-1-1-6 0,5 4-12 15,4-1-1-15,-3 1-5 0,3 1-5 16,4-2-4-16,-1 1-2 0,1-5-8 0,1 2 3 0,1-4-6 16,5 1-2-16,-4 0 0 0,5-4-2 0,-1 2 1 15,-1-4-1-15,4 0-8 0,-1-3-4 16,1-1-11-16,-10-1-3 0,25-6 0 0,-9-1-7 15,0-3 1-15,-1-4 3 0,-1 0-1 0,0 0-4 16,0-7 3-16,-5 5 6 0,0-2 0 0,-3-2-4 16,1-4 2-16,-6 5 1 0,-1-8-2 0,-2 2 6 15,-4-3-1-15,-1-1 4 0,-2 2-1 0,0-4 0 0,-3 0 2 16,-2-1 3-16,-1 0-1 0,0-1 4 0,0 2 4 16,0 0 7-16,4 2 3 0,-3 4-3 15,3 1 7-15,5 9 11 0,2 3 3 0,0 2 1 16,1 4-11-16,3 6-4 0,-5-12-5 0,5 12-2 15,0 0-5-15,0 0 9 0,0 0 11 0,0 0 5 16,28 45-3-16,-13-19 0 0,-2 6-8 0,6 11 3 16,-4 3-3-16,3-1 0 0,-3-1-6 0,2 0-9 15,-5-12-17-15,3 12-29 0,-4-12-51 0,1 1-51 0,2-3-76 16,-2 4-76-16,-2-4-163 0,0-1-490 16,0-6 216-16</inkml:trace>
  <inkml:trace contextRef="#ctx0" brushRef="#br0" timeOffset="66084.97">8175 15291 30 0,'0'0'156'15,"0"0"-10"-15,0 0-11 0,18 11-13 0,-13-5 3 16,3 1-14-16,0 2-8 0,-1-2-13 0,-2 2-5 15,1 1-4-15,2-4-4 0,-3 4-4 0,0-4-4 16,0 1-2-16,-1-3 3 0,-4-4 3 0,4 8 4 16,1-5 12-16,-5-3 11 0,6 7 8 15,-6-7 9-15,0 0 3 0,4 4-2 0,-4-4-12 16,0 0-8-16,0 0-8 0,0 0-10 0,0 0-7 0,0 0-10 16,0 0-6-16,-25-10-5 0,20 6-12 0,-2-4-7 15,-2 0-4-15,4-2-15 0,-2-8-6 0,1 0-8 16,3 4-5-16,1-3-5 0,1-1 0 0,1 0 0 15,3-1 0-15,2 2-1 0,0 0 0 0,4 3-1 16,2 1 1-16,1 2-1 0,-2 3-1 0,4 3 0 16,-1 0 6-16,5 2-5 0,1 7 3 0,1 1-1 15,-1 2 4-15,0 3-3 0,0 2 5 0,4 4-2 16,-7 2 3-16,2 3 0 0,-8-5 6 0,3 6 3 16,-1-5-3-16,-6 1-4 0,-1-3 3 0,-1-2-3 15,1-4 4-15,-5 3 1 0,3-4 2 0,-2-1 0 16,-1-7 1-16,2 10 6 0,-2-10-2 0,3 5 6 15,-3-5 0-15,1 7 6 0,-1-7-4 0,0 0-2 16,0 0-4-16,0 0-7 0,0 0-5 0,-6-30-9 16,6 16-6-16,0-11-1 0,0 7-5 0,1-10-18 15,2 0 1-15,-1 2 0 0,3 0-5 0,3 2 2 16,-4 4-1-16,2 4 4 0,3 0 4 0,-5 7-1 16,1-2 6-16,-1 5 2 0,0 2-2 0,2-2 1 15,1 4 5-15,-7 2 6 0,15 4 1 0,-4 1 1 16,-2 1 4-16,8 4 2 0,-4 1 3 0,2-2-3 15,2 3 6-15,-3-2-1 0,2 0 0 0,2-1 0 16,-4-3 3-16,4 0-4 0,-2-3 4 16,-2-2 3-16,-3-2-3 0,7-2 3 0,-3-2 1 0,2-1-1 15,-2-4 1-15,-2-2-2 0,0 1 0 0,-1-5-1 16,-2 2 2-16,-1-1-1 0,0-1-2 0,-5-1 2 16,-3-1-3-16,1 1 3 0,-2-1-8 0,-3 3 6 15,-1-3-8-15,-4 1 5 0,1 0-3 0,-4 2-1 16,0-1 0-16,0 3 4 0,-1 2 0 15,3 3 3-15,1 2 9 0,-2 2-4 0,1 1-4 0,1 3 2 16,8 0-1-16,-19 9-1 0,9 5-5 0,1 1 7 16,-1 3-3-16,2 8 4 0,3 1 0 0,1 2-1 15,4-5 0-15,4 1-2 0,0-5 1 0,3-3 0 16,5-1-7-16,-1 0-15 0,2-4-30 16,2 0-30-16,2-3-32 0,11-2-45 0,-9-4-18 0,2-3-137 15,1-2-338-15,-3-5 149 0</inkml:trace>
  <inkml:trace contextRef="#ctx0" brushRef="#br0" timeOffset="66684.9">9165 14835 46 0,'0'0'201'0,"-14"0"-1"0,5 1-12 16,0 2-11-16,-1 1-15 0,1 3-10 0,-2 6-9 15,1 0-7-15,-1 4-12 0,2-1-3 0,-2 10-14 16,3-1-6-16,2-1-14 0,1-5-8 15,3 0-8-15,2-1-4 0,2-1-9 0,-1-5-6 16,4 4-4-16,0-6-3 0,3 0-9 0,-2-3-2 16,7-1-3-16,-3-2 2 0,2-4-7 0,0 0-5 0,1-4 0 15,6-5-1-15,-1-1-4 0,-1-4 0 16,2-5-3-16,-5 0-4 0,3-2-1 0,-6-1 2 16,-2 0-2-16,0-3 1 0,-6 5 4 0,-2-6 9 15,-4 1-2-15,1-2-3 0,-4 2 0 0,-3-2-2 16,-2 1-2-16,2 0 6 0,1 4-1 0,-4 0 5 0,-1-2-7 15,-1 0 3-15,1 0 4 0,2 8 2 0,1-3-1 16,1 4 0-16,0 1 4 0,4 2 0 16,-2 3-2-16,2 2-1 0,1 1-5 0,-1 1-4 15,5 5-5-15,-4-6-4 0,4 6-2 0,0 0-1 16,0 0 1-16,0 0 8 0,14 23-12 0,-7-4 3 16,3 7-5-16,3 2 4 0,-3 2 0 0,4 1-1 0,-1 2 2 15,-3-1-1-15,-1-3 1 0,4 1-3 0,0-7-1 16,-2 1 0-16,-1-9 8 0,1 0-8 15,3-4 0-15,-3 2 3 0,0-4-3 0,-1-1 1 16,0-3-8-16,2-2 0 0,0 0-4 0,0-3-2 16,-1 0 0-16,-2-3-7 0,0-2 8 0,2-2-5 0,-3 0-4 15,-1-2 0-15,-1-1-2 0,3-3 6 16,-5 0 1-16,1-2 2 0,-5 0-1 0,1 1 3 16,-2 2 8-16,-3-4-6 0,1 6 3 0,1-2 2 15,-1 5 1-15,-2-2 7 0,3 3 2 0,2 6 4 16,-3-9-5-16,3 9-1 0,-2-9 0 0,2 9-5 15,0 0 2-15,0 0-2 0,0 0 6 0,0 0 0 16,0 0-3-16,0 0 1 0,10 30-2 0,-7-20 0 16,3 1 3-16,-1-2-10 0,0 3-14 0,-1-2-21 15,3-2-27-15,-3 0-39 0,3 0-44 0,0-2-49 16,-2 0-195-16,-1-2-429 0,-4-4 189 0</inkml:trace>
  <inkml:trace contextRef="#ctx0" brushRef="#br0" timeOffset="67167.98">9440 14689 187 0,'0'0'176'0,"0"0"-6"0,9 2-3 16,-9-2 5-16,5 7-5 0,-1-3-8 0,0 2-9 15,0 0-15-15,3 2-11 0,0 0-11 0,0-1-14 16,1 1-8-16,2 0-11 0,-1 1-8 0,-1-3-4 15,3 2-10-15,-2-1-3 0,-1-4-6 0,1 3-2 16,-1-3-5-16,-1 0-5 0,1-3-5 0,-8 0 1 16,13 1-4-16,-7-1 15 0,-6 0-4 0,10-6 1 15,-6 2-3-15,0-4-5 0,0 0-2 0,2-1-2 16,-5-2-4-16,1 1 0 0,-2-2-4 0,0 2 4 16,0 0 2-16,-2-3 1 0,1 1 0 0,1 2-7 15,-1 0 3-15,-2 0-1 0,3 10-3 0,-2-11-3 16,2 11-5-16,0-11-2 0,0 11-4 0,0 0 0 15,2-8 0-15,-2 8 0 0,0 0-2 0,0 0 1 16,0 0-1-16,17 21-10 0,-13-10-24 0,1-2-28 16,0 1-59-16,-1 2-71 0,-2 1-52 0,1 3-172 15,-2-4-447-15,-1-1 198 0</inkml:trace>
  <inkml:trace contextRef="#ctx0" brushRef="#br0" timeOffset="67684.89">9692 14702 114 0,'4'-4'173'0,"-4"4"4"0,0 0-3 15,0 0-9-15,0 0 2 0,13 10-11 0,-13-10-14 16,6 4-11-16,0 2 1 0,-6-6 7 0,7 5 15 16,-7-5 11-16,5 7 5 0,-5-7-2 0,4 3-1 15,-4-3 5-15,0 0 9 0,0 0 13 0,0 0-6 16,0 0-16-16,0 0-17 0,0 0-12 0,0 0-19 15,0 0-6-15,-4-22-18 0,1 10-9 0,1 5-12 16,0-5-1-16,1-1-7 0,-2-2-10 0,3-3-12 16,0-1-4-16,2-1-11 0,-2 1-13 0,2 0-8 15,2 2 2-15,-1 5-10 0,2-1 2 0,0 3-3 16,3 0-4-16,-3 4 2 0,1 3-2 0,3 1 1 16,3-1-6-16,-12 3 3 0,24 5 4 0,-11 0 1 15,2 4-5-15,3-1-3 0,-4-1 2 0,1 5 8 16,-3 0-4-16,-2-3-2 0,2 3 6 0,-5-4 0 15,-2 5-7-15,3-7 10 0,-4 1-3 0,0-1-2 16,-4-6-3-16,5 8 6 0,-5-8 5 0,0 0 3 16,4 7 0-16,-4-7-3 0,0 0 3 0,0 0-4 15,0 0-2-15,0 0-5 0,0 0 5 0,0 0-6 16,0 0 2-16,0 0-3 0,-12-35-6 0,12 15-5 16,0 1-13-16,3-5-5 0,2 0-1 0,0 0-1 15,-1 5 5-15,3 3 1 0,1 1 4 0,-2 7-7 16,1-3 8-16,-2 4-4 0,1 3 2 0,-6 4 2 15,14-4 2-15,-14 4 0 0,19 6 3 0,-10-2-3 16,1 4 6-16,1 4-1 0,-2-2-5 0,0 4-32 16,0 1-28-16,-4 0-59 0,0 2-59 0,-4 1-70 15,2 1-61-15,-3-1-222 0,-1 0-592 0,-3 0 262 16</inkml:trace>
  <inkml:trace contextRef="#ctx0" brushRef="#br0" timeOffset="68540.58">5820 17358 39 0,'-8'-11'173'16,"-2"-2"3"-16,3 1-1 0,-2 3-5 0,-1-2 7 15,1 2 0-15,3 2-8 0,1 4-12 0,-1-4-16 16,3 4-16-16,3 3-13 0,0 0-18 0,-8-7-8 16,8 7-10-16,0 0-9 0,0 0-6 0,0 0-1 15,0 0-3-15,3 28-1 0,5-3 0 0,-1 1-9 16,2 5-4-16,2 2 1 0,-2 2-3 0,0-2-8 16,4 11-5-16,-4-17-4 0,-1-2 1 0,-2-9-5 15,2 2-4-15,-5-6-2 0,3-1-1 0,0-2-1 16,1-1-3-16,-5-1 0 0,3-3-2 0,-1 1 3 15,1-1-5-15,0 0 2 0,-5-4-2 0,10 1 3 16,-10-1-2-16,0 0 6 0,25-9-4 0,-18 3-1 16,6 0-1-16,-4-2 1 0,1-5 3 0,0-1-5 15,-1-3 2-15,-1 1 1 0,-3-2 2 0,0 1-3 16,-2 2 1-16,-3-3-3 0,0-2 2 0,-3 2-2 16,1-1 2-16,-3 2-3 0,0-8-5 0,-2 7 4 15,1 0-4-15,-2-1-2 0,-5-4-8 0,0 2-1 16,2 6 3-16,3 0-1 0,1 2-2 15,0 3 3-15,1 0-4 0,2 1-5 0,4 9-12 16,-9-10-22-16,5 5-18 0,4 5-28 0,0 0-46 16,-5-9-32-16,5 9-27 0,0 0-3 0,0 0-107 15,0 0-340-15,0 0 151 0</inkml:trace>
  <inkml:trace contextRef="#ctx0" brushRef="#br0" timeOffset="68884.25">6308 17628 132 0,'0'0'135'0,"2"13"15"0,0-9 8 16,-2-4-1-16,0 9 6 0,0-9 5 0,0 0-4 16,-2 11-4-16,2-11-2 0,0 0-3 0,-7 5-5 15,7-5-18-15,-11-1-14 0,11 1-8 0,-15-12-7 16,6 4-18-16,-4-3-11 0,3-2-10 0,0-3-11 15,0 1-10-15,-1-9-9 0,-1-1-9 0,0 2-5 16,4 0-5-16,2 4 0 0,2-7-1 0,2 6-2 16,1 5-2-16,1 1-4 0,1 4 0 0,-1-1-4 15,0 4-1-15,0 7-3 0,9-11-3 0,-6 10 5 16,-3 1-1-16,15-2-2 0,-3 6 1 16,2 3-1-16,4 3 1 0,5 5 1 0,-1 5 7 15,-3 0-7-15,0 4-11 0,2-4-8 0,-3 0-11 16,-4 0-34-16,1 2-29 0,-5-5-36 0,2-3-31 15,-2 0-47-15,3 1-136 0,-7-4-370 0,2-2 163 16</inkml:trace>
  <inkml:trace contextRef="#ctx0" brushRef="#br0" timeOffset="69334.95">6626 17220 127 0,'0'0'199'0,"-17"7"-16"0,7-3-17 16,2 5-10-16,2 2-14 0,0 4-13 0,-1 2-9 15,1 2-17-15,3-2-12 0,3 0-9 0,-2 0-9 16,3-5-7-16,0-1-9 0,2 0-2 16,0-2-8-16,0 1-5 0,2-4-2 0,-5-6-7 15,9 10-5-15,-9-10-6 0,11 7-4 0,-11-7-5 16,10 0 4-16,-10 0-3 0,0 0 6 0,0 0-1 0,13-14-3 15,-11 6-2-15,-2 8 0 0,1-19-2 0,1 10 9 16,-2 9 4-16,-3-14 1 0,3 14-6 0,-1-17 6 16,1 17-3-16,-3-10-9 0,3 10 5 15,0 0-3-15,-1-13-10 0,1 13-2 0,0 0-3 16,0 0-1-16,0 0 3 0,0 0 6 0,28 16-2 16,-12-4 5-16,4 11 0 0,-2-2 2 0,2 2-6 15,1 6 6-15,-3-2-3 0,2 5 3 0,-2-2-7 16,-3 1 4-16,-2 0 3 0,0-1 6 0,-5 0 2 15,-2 0 2-15,-1-3 3 0,-1 4 3 0,-4-4 38 16,-2-8 0-16,1 2-4 0,-5 3-9 0,2-6-6 16,-1-1-14-16,-1-1 7 0,0-4 0 0,-1-2-9 15,-2 0-18-15,0-3-21 0,-1-1-33 0,0-2-42 16,-1-2-28-16,-2-2-50 0,1-6-38 0,-1-4-37 16,0-6-137-16,2-6-402 0,0-7 179 0</inkml:trace>
  <inkml:trace contextRef="#ctx0" brushRef="#br0" timeOffset="69852.93">6774 17189 236 0,'0'0'234'15,"4"-9"-26"-15,-4 9-16 0,0 0-11 0,0 0 1 16,0 0-9-16,22 21-10 0,-13-10-5 0,1 5-12 16,-1 1-15-16,0 0-9 0,5 4-12 0,-4-5-9 0,0-2-16 15,1-1-4-15,0-1-13 0,-2-2-4 0,1-1-2 16,2-3-8-16,-2 0 2 0,0-1-2 15,3-2-2-15,-1-3 7 0,0 0-7 0,1-3-5 16,4-5 0-16,-3-1-6 0,0-3-7 0,-3 0 5 16,1-2-8-16,-2 0 1 0,0-1 0 0,-3 0-7 15,-3 1 1-15,-1-5-3 0,-1 3-4 0,-2 2 2 16,-2 3-4-16,1-5-4 0,-1 2 3 0,-2 4-6 16,1 0 3-16,3 10-2 0,-5-14-2 0,5 14-3 15,-3-11-4-15,3 11-1 0,0 0-3 0,-4-11 0 16,4 11 0-16,0 0-3 0,0 0 6 0,0 0-7 15,0 0 10-15,17 29-5 0,-12-17 3 0,4 3-1 16,-1 1-3-16,1-2 5 0,2 1-5 0,-3-5 3 16,1-1 0-16,-1-2-2 0,2-1 1 0,-3 2 1 15,3-5 3-15,-2 0-8 0,3-2 2 0,-11-1-2 16,21-7 0-16,-12 2 11 0,2-7-9 0,1 0 6 16,-3-4-5-16,-1 0 2 0,-2 0 2 0,1-1 1 15,-4 2-3-15,0-1 4 0,-2 4-1 0,-1 0-4 16,-2-1 3-16,-2 0 1 0,-2 2-3 15,2-4 0-15,-1 5 3 0,0 3-3 0,5 7 5 16,-4-13-11-16,4 13 8 0,-8-6-8 0,8 6 8 16,0 0-13-16,0 0 14 0,0 0 4 0,0 0-5 15,0 0 7-15,0 0-10 0,6 35 4 0,1-17 2 0,-2 0-4 16,1 1-1-16,2-1-10 0,1-1-10 16,-1 0-18-16,-1-5-41 0,3 4-36 0,-4-4-32 15,0-4-54-15,2 0-50 0,0 1-207 0,-8-9-493 16,11 7 218-16</inkml:trace>
  <inkml:trace contextRef="#ctx0" brushRef="#br0" timeOffset="70609.9">7579 16860 25 0,'0'0'279'16,"0"0"-12"-16,-24 5-1 0,13 0-1 0,-6 2-18 15,2 3-3-15,-2 2-21 0,4 2-10 0,2 0-19 16,1 3-16-16,3-3-20 0,2 4-16 0,0 1-16 16,2 5-18-16,1-5-2 0,3 1-18 0,0-2-6 15,2 1-8-15,3-3-14 0,1-1-1 0,-1-4-9 16,2 0 1-16,-1-2-11 0,1 0-3 0,0-4-2 16,2 1 0-16,-2-3-7 0,-8-3 0 0,12 5-3 15,-12-5 2-15,14 0-7 0,-14 0 1 0,11-14 0 16,-6 6 0-16,0-7-6 0,2-4 2 0,-3 1 0 15,-1-9-7-15,0 1 4 0,-5-1 2 0,1-2-3 16,-4 0-4-16,0-1-1 0,-2-4-3 0,0 4 3 16,2-2-5-16,-7 0 1 0,-3 0-1 0,4 2-2 15,-2-1-10-15,3 6 7 0,0-2 7 0,3 11-1 16,0 0 4-16,3 4-1 0,1 5-3 0,3 7-4 16,-3-13-1-16,3 13-2 0,-3-11-4 0,3 11 2 15,0 0 2-15,0 0-3 0,0 0 12 16,21 31-5-16,-3-3 6 0,0 1-3 0,0 1 2 0,5 14-2 15,-12-13-2-15,4 1 4 0,-2-5 1 0,4-4-5 16,-6-1 5-16,1-5-8 0,-2-1 1 0,2-6 0 16,3 3 4-16,-5-5-1 0,2-3-1 15,2-2 3-15,-1 2-5 0,2-5 0 0,-2-2 1 16,0-1-2-16,3-4-5 0,-2-3 0 0,-1 0-10 0,-3-5-4 16,4 2 0-16,-4-3 2 0,-2-2-2 15,0 0 1-15,-3 1-5 0,0-2 4 0,-4 1-3 0,-2 1 2 16,-2 1 6-16,-1 0 0 0,2 5 1 0,-3 1 9 15,-3-1 1-15,4 4 12 0,4 7-4 16,-9-10 2-16,9 10 0 0,-10-5-3 0,10 5-5 16,0 0 1-16,-15 13 6 0,8-4-4 0,5 9-5 15,-2-1 1-15,3 0-3 0,1 3 6 0,2-2-4 16,2-3 3-16,1 3 1 0,2-2 0 0,2-2-28 0,1 0-19 16,-1-8-30-16,6 5-21 0,-1-6-28 15,5-4-35-15,-1-1-26 0,1-8-31 0,7-3-15 16,-3-2-17-16,1-4-144 0,-1-1-428 0,0-2 190 15</inkml:trace>
  <inkml:trace contextRef="#ctx0" brushRef="#br0" timeOffset="70990.17">8083 16758 1205 0,'13'-17'-92'16,"-4"0"24"-16,-2 0 24 0,0 2 24 0,-6 3 24 16,1-1 35-16,0 4 28 0,-2-2 13 0,0 11 24 15,-7-17 26-15,4 12 4 0,3 5 5 0,-9-9 1 16,9 9 4-16,-9-5-7 0,9 5-2 0,0 0-13 16,0 0 1-16,-21 11-10 0,16-3-5 15,-1 2-2-15,-2 4-4 0,2 3-10 0,2 0-7 0,1 2-10 16,1 0-6-16,0 0-7 0,1-3-8 0,4 2-1 15,1 0-8-15,-1 0-3 0,1-8-5 0,2 0-6 16,0 0-3-16,0-3-2 0,1-2 1 16,-7-5-21-16,15 4 11 0,-15-4 0 0,15-7 0 15,-3 0-3-15,-2-6-2 0,0-1-1 0,0-1-6 0,-2-4 5 16,0 2 0-16,-4-9-5 0,-1 7 4 16,-1 0-4-16,-1 0 8 0,-4-6-7 0,1-2-3 15,-6-1 4-15,0-2-1 0,-2 3 1 0,0-3-2 0,-2 2 7 16,0-2 0-16,0 3 5 0,-1-4-3 0,-1 5-2 15,3 0 2-15,-2 1-1 0,4 8 13 0,1 1 1 16,3 6-4-16,0 0 2 0,2 1-9 16,3 9 2-16,-4-10-16 0,4 10 6 0,0 0-15 15,0 0 16-15,0 0 3 0,0 0 6 0,0 0-2 16,21 36-1-16,-10-14-5 0,1 5 6 0,1 3-5 16,-1 3 3-16,-1-2-3 0,-1 2-5 0,1-1-12 15,1 0-23-15,1-4-27 0,1 0-36 0,-2-1-39 16,-1-3-50-16,5-2-53 0,-6-5-74 0,-1-3-218 15,3 3-569-15,-4-5 252 0</inkml:trace>
  <inkml:trace contextRef="#ctx0" brushRef="#br0" timeOffset="71935">8704 16365 185 0,'0'0'208'0,"-8"-4"-27"0,8 4-14 15,0 0-17-15,0 0-8 0,0 0-8 0,0 0-12 16,0 0-13-16,10 22-11 0,-3-13-7 0,-2 1-12 15,0-1-7-15,0 1-3 0,0-4-8 0,-1 1-5 16,-1-1 6-16,1-2 15 0,-4-4 10 0,2 9 21 16,-2-9 16-16,4 6 14 0,-4-6 8 0,3 4 16 15,-3-4-13-15,0 0-3 0,0 0-21 0,0 0-6 16,0 0-12-16,0 0-12 0,0 0-12 0,-25-5-30 16,18-1 9-16,-1-3-12 0,0 1-5 0,2-3-13 15,-2-4-10-15,1 0-17 0,0-2-10 0,2-2-17 16,1 0-9-16,3 0 1 0,5 0 1 0,-2-1-1 15,3 2 4-15,3 0 3 0,0 5 0 0,3 1-1 16,1 4 2-16,-1 3 1 0,7 0 0 0,1 4 1 16,-1-1 3-16,3 8 1 0,4 4 2 0,-7 1 6 15,8 2-2-15,-3 4 1 0,-5 0 0 0,2 0 2 16,-6-3 1-16,-4 1 0 0,2-4-1 0,-6-1 5 16,3 1 7-16,-5-1-2 0,0-5 5 0,-3 2 4 15,0 0 3-15,2-1 6 0,-3-6-1 0,0 8 2 16,0-8 5-16,0 0 3 0,0 0-1 0,-4 8 5 15,4-8-5-15,0 0-4 0,0 0-4 0,0 0-13 16,0 0-5-16,-14-18-3 0,9 10-20 0,1-3-1 16,2-6-13-16,-1 0-5 0,0-1-9 0,1 2 2 15,2-4-2-15,0 4 8 0,2 6 1 0,1-3 4 16,0 4 2-16,0-1 3 0,-3 10 3 0,8-11-3 16,-3 6 2-16,-5 5 8 0,13-2 0 0,-13 2-2 15,23 2 2-15,-11 2 6 0,1 1-5 16,5-1 9-16,2 2 1 0,-4-2 1 0,-3 1-2 15,1-4 6-15,0 1 0 0,4-2 0 0,-4 0 3 0,-1-2 0 16,1-1 2-16,-1-2 1 0,-1-1-1 16,0-5 0-16,-3 1 2 0,-1 2 1 0,0-4-3 0,-2 2 2 15,-1-4 1-15,-3 2 1 0,1 1 1 16,-3-1 0-16,0-1-1 0,0 13 9 0,-8-22-6 16,3 11 2-16,-3-3-1 0,1 6-1 0,-6-3 0 15,4 2 1-15,-1 1 7 0,1 1 1 0,1 3 6 16,2-1 0-16,6 5-2 0,-12-3-1 0,12 3-6 15,0 0-2-15,0 0-1 0,-14 12-6 0,10-3-1 0,3 10-2 16,1-3 4-16,4 8-3 0,0-7-5 16,1 0-26-16,3-3-20 0,2 0-35 0,-5-2-38 15,9 0-34-15,2-4-35 0,-4 1-35 0,7-6-27 16,-1-3-130-16,3-3-415 0,4-7 184 0</inkml:trace>
  <inkml:trace contextRef="#ctx0" brushRef="#br0" timeOffset="72502">9523 15938 33 0,'0'0'193'0,"-7"-10"11"0,7 10 2 0,-10-7 0 16,10 7 6-16,-11-5 2 0,11 5-15 0,-11-1-12 15,11 1-19-15,-18 6-14 0,13 0-19 0,-3 1-3 16,1 3-10-16,-1 5-7 0,4 2-11 0,-1 2-8 16,1 7-12-16,2-8-5 0,1 1-10 0,1-1-7 15,3-1-10-15,1-3-4 0,-2-2-2 0,1 0-10 16,4-3 3-16,-2 1-5 0,2-3-12 0,-2-4 1 15,-5-3-9-15,14 3-5 0,-4-4-1 0,-10 1-2 16,22-12-5-16,-10 0 4 0,-1-4-3 0,2-1 3 16,-2-4 0-16,-3 3 1 0,0 0-2 0,-6-1 2 15,2-1-3-15,-5 1 1 0,-3-5 3 0,0-2-3 16,-5 1 0-16,1 1 2 0,-2-1-5 0,-2 0 1 16,0-3-2-16,-1 1 2 0,-1-5-3 0,4 4 3 15,-3 0-4-15,3 0 9 0,0 5-8 0,1 7 8 16,2 0 5-16,3 6 1 0,1 2-5 15,3 8 5-15,-4-12-8 0,4 12-2 0,-5-8-7 0,5 8 2 16,0 0 1-16,0 0 6 0,0 0 5 16,23 52 1-16,-11-23 6 0,1 4 2 0,3 1-7 15,-5-1-2-15,3-1 2 0,2-3-4 0,-4 0 0 16,4-5-1-16,0 0 0 0,-4-8 2 0,-1-2-4 0,4-2 0 16,-2-1-4-16,3-2 3 0,-6-4 2 15,5 2 3-15,-2-7-4 0,-3 1 3 0,4-2-1 16,-2-4 1-16,-2-2-4 0,1-1-4 0,0-2-1 0,-1-2 8 15,0-1-7-15,-2-2-8 0,-4 3 11 0,0-3 1 16,-2 0-5-16,-1-2 3 0,-2 6-7 16,-1-2 5-16,0 0 3 0,-2 2-1 0,1 1 1 15,-1 0-1-15,4 10 0 0,-5-14 8 0,5 14-4 16,-5-8 1-16,5 8 0 0,0 0-7 0,0 0-9 16,0 0 12-16,0 0 1 0,0 0 3 0,0 0-4 15,0 0-8-15,0 0 2 0,12 38 3 0,-8-29-31 16,3 0-32-16,-1 2-38 0,-1-3-37 0,-5-8-70 15,12 15-46-15,-7-9-227 0,-5-6-520 0,9 7 231 16</inkml:trace>
  <inkml:trace contextRef="#ctx0" brushRef="#br0" timeOffset="72652.23">9675 15605 61 0,'0'0'147'0,"0"0"-28"0,0 0-35 0,-9-3-40 0,9 3-46 16,0 0-74-16,0 0-82 0,0 0 36 0</inkml:trace>
  <inkml:trace contextRef="#ctx0" brushRef="#br0" timeOffset="72951.97">9806 15668 8 0,'0'0'181'0,"5"12"-11"0,-5-12-6 16,5 11-4-16,-3-1-13 0,4-3-11 16,-1 2-14-16,-1 1-9 0,1 0-10 0,2 0-11 0,0-4-7 15,0 2-13-15,-1-3-4 0,2 4-7 16,0-4 16-16,-2-1-11 0,-6-4 1 0,12 6 6 16,-12-6 4-16,11 3 13 0,-11-3 8 0,0 0 2 15,0 0 3-15,16-9-11 0,-16 9-2 0,5-12-2 16,-5 3-4-16,4-1 1 0,-3-2-9 0,-1 12-3 15,-3-24-8-15,1 15 1 0,1-4-3 0,-1 3-7 16,2 10-2-16,-1-12-6 0,1 12-11 0,0 0-3 16,-2-14-5-16,2 14-12 0,0 0-13 0,0 0-1 15,0 0-8-15,0 0-2 0,0 0-31 0,0 0-33 16,16 30-36-16,-13-15-45 0,4-1-56 0,0 0-49 16,0 2-185-16,-2-1-480 0,2-5 213 0</inkml:trace>
  <inkml:trace contextRef="#ctx0" brushRef="#br0" timeOffset="73306.88">10043 15792 116 0,'0'0'247'0,"0"0"-5"16,0 0-13-16,0 0-8 0,-14-20-1 0,14 20-17 15,-10-12-17-15,8 6-5 0,-1-4-14 0,-1 0-12 16,2-2-11-16,-1-4-6 0,4-1-10 0,-1 1-1 16,3 0-15-16,1-1-9 0,0 3-6 0,-1 1-8 15,4 5-8-15,-7 8-14 0,10-17-9 16,-4 12-5-16,-6 5-5 0,13-7 0 0,-13 7-13 0,0 0 9 15,22 3-2-15,-11 1 3 0,-2 1 1 0,-9-5 4 16,13 8-11-16,-5-2-2 0,-1 0-3 0,0 1-2 16,-7-7 5-16,6 10-5 0,-6-10-5 0,7 6-4 15,-7-6 3-15,0 0-15 0,0 0 18 0,0 0-5 16,7 9 4-16,-7-9-10 0,0 0 1 0,0 0-2 16,0 0 3-16,0 0-10 0,0 0 1 0,0 0 2 15,7-43-8-15,-6 31 3 0,0-4-1 0,2 4 1 16,1-4-2-16,0 1-1 0,-1 6-2 15,-3 9-3-15,10-15-3 0,-10 15 1 0,8-7-4 16,-8 7 6-16,0 0-6 0,0 0 6 0,22 4-2 16,-14 5-17-16,-2 1-29 0,-1 2-50 0,3 3-72 0,-5 3-98 15,0 2-338-15,-2-1-655 0,-1-1 291 0</inkml:trace>
  <inkml:trace contextRef="#ctx0" brushRef="#br0" timeOffset="73439.95">10270 15684 59 0,'0'0'35'0,"-11"2"-51"0,11-2-17 16,-13 0 8-16</inkml:trace>
  <inkml:trace contextRef="#ctx0" brushRef="#br0" timeOffset="74821.92">6669 15626 45 0,'0'0'164'0,"0"0"-6"0,-5-8 1 16,5 8-11-16,0 0-5 0,0 0-8 15,0 0-9-15,0 0-5 0,0 0-6 0,0 0-7 16,0 0-1-16,0-9-8 0,0 9-4 0,0 0-14 16,0 0-6-16,0 0-6 0,0 0-7 0,0 0-7 0,0 0-8 15,0 0-2-15,0 0-7 0,0 0-3 0,0 0-5 16,0 0-1-16,0 0-7 0,0 0-3 15,0 0 2-15,0 0-1 0,0 0-1 0,0 0-4 16,0 0-2-16,0 0 4 0,0 0-1 0,0 0 6 16,0 0 1-16,0 0-8 0,0 0 0 0,0 0 0 15,0 0-5-15,0 0 1 0,0 0-11 0,0 0-27 0,0 0-26 16,0 0-67-16,0 0-47 0,0 0-52 0,0 0-111 16,0 0-357-16,0 0 158 0</inkml:trace>
  <inkml:trace contextRef="#ctx0" brushRef="#br0" timeOffset="88984.11">5499 15975 100 0,'0'0'147'0,"0"0"-18"0,6 4-6 0,-6-4-6 16,0 0-5-16,0 0-8 0,0 0 4 0,5 4-4 16,-5-4 7-16,0 0 4 0,0 0 7 0,0 0 0 15,0 0 0-15,0 0 0 0,0 0-7 0,0 0-10 16,0 0-8-16,-32-4 0 0,22 0 7 0,-3 0 16 15,-1-1-4-15,-4-3-10 0,-1 0-10 0,-6-2 2 16,0-2 2-16,-3-1-9 0,-1 0-6 0,1 0-10 16,-2-1-4-16,0-3-5 0,-2-1-12 0,-2 0-3 15,-9-7-7-15,11 4-13 0,-15-8-5 0,5-1 0 16,-3-2-11-16,3-2-12 0,-2-2-3 0,3 0-3 16,0-5-7-16,3-2-5 0,-1-3-1 0,1 1-5 15,1-2-6-15,0-1-3 0,-1 0-6 0,1-1-5 16,1-1-2-16,2 1-3 0,-1 0-1 15,3 2-4-15,1 0 3 0,1 2 3 0,0 0 0 0,10 14 9 16,-2 0 4-16,4 3 3 0,-2 0 0 0,6 0 9 16,-3 1-3-16,4 2 10 0,-2 2 1 0,4 1 6 15,0 9 1-15,1-2 3 0,0 4 0 0,1-3-1 16,1 3 1-16,2 0-1 0,1 3 1 0,0-2-2 16,5 10 2-16,-8-10-3 0,8 10-10 0,-6-8-38 15,6 8-45-15,0 0-51 0,-8-7-46 16,8 7-32-16,0 0-117 0,-9-4-372 0,9 4 165 15</inkml:trace>
  <inkml:trace contextRef="#ctx0" brushRef="#br0" timeOffset="153501.29">8788 17002 101 0,'0'0'101'0,"0"0"0"0,0 0-2 0,0 0-4 16,0 0 12-16,0 0-4 0,0 0-25 0,-33-12 4 16,33 12-11-16,0 0-7 0,-32 5 1 0,32-5-7 15,-33 10 2-15,14-3-1 0,-7 3 3 0,-2 1 3 16,-1 4 1-16,1-2-6 0,-3 0 5 0,5-3 3 16,-2 3-1-16,1-2-1 0,4 0-1 0,5-3 7 15,1 2 4-15,3-4-3 0,1-1-5 0,0-1 1 16,4 0-3-16,9-4-4 0,0 0-6 0,-14 10-4 15,14-10-6-15,0 0-5 0,-12 4-5 16,12-4-3-16,0 0-1 0,0 0-11 0,0 0 8 0,0 0-1 16,44-18 3-16,-13 5 6 0,-3-4-3 15,23-4-6-15,4-7 9 0,1-4 5 0,21-9 6 0,-1-10 2 16,0 8 4-16,3-2-2 0,-1-3-3 16,-4 1-4-16,3 5 4 0,-3-6 4 0,4 1-6 15,-1-1-4-15,0 1-3 0,0 1 0 0,2-1-1 16,-1 4-1-16,0 1-1 0,-23 11-7 0,27-11 4 15,-29 13-8-15,26-10 2 0,-27 10-3 0,2 1-1 16,25-11 1-16,-27 15-3 0,1-4 3 0,0 5-7 0,0 1-2 16,-4-2 3-16,-2 3-1 0,-11 7-5 15,-3 2-1-15,0-1 4 0,-2 3-4 0,-3 0-2 16,-9 4-10-16,-1-1-11 0,0 1-5 0,-8 4-17 16,-10 2-15-16,18-3-5 0,-18 3-12 0,0 0-14 15,0 0-26-15,0 0-23 0,0 0-24 0,18 8-29 16,-18-8-45-16,0 0-41 0,0 0-165 0,-28 41-468 15,14-30 207-15</inkml:trace>
  <inkml:trace contextRef="#ctx0" brushRef="#br0" timeOffset="-176361.96">18410 15405 31 0,'-8'3'56'0,"8"-3"-16"0,-11 1-3 16,11-1-4-16,-9 3 9 0,9-3-15 0,-10 1-1 16,10-1-3-16,-12 2 2 0,6 1-2 0,6-3 3 15,-15 0-10-15,8 2 10 0,-2 0-5 0,3 0-5 16,-6-1-1-16,2 0 1 0,2-1 8 0,-3 3-7 15,1-1-10-15,-1 0 5 0,0-1 6 0,1 0-7 16,1 1 7-16,-3 0-11 0,1 0 3 0,-1 0 2 16,1-1 1-16,1-1-10 0,-2 0 10 0,-1 0 5 15,2 1-10-15,-2 1 5 0,2-2 2 0,-2 2-4 16,0 1 1-16,1-1-10 0,0 1 6 0,0-2 4 16,-1 2 2-16,2-2-11 0,-3 3 1 0,-3-2 5 15,3 0-4-15,0 1 6 0,3 0-7 0,-5-2-1 16,3 2 10-16,1 0-5 0,-6-3 1 0,-1 3 10 0,6-1 0 15,-6 0-5-15,2-1-3 0,-1 2 0 16,1-1 3-16,0 0-5 0,0-1-6 0,2-1 0 16,-2 3 2-16,-1-2 1 0,0 3 3 0,0-3-2 15,4 0 2-15,-2-1-2 0,-3 0 6 0,-1-1 1 0,3 2 3 16,-3-2 2-16,1 1 2 0,1 0-2 16,0-3-6-16,1 3 5 0,-1 0 2 0,1 0-5 15,-2-2 3-15,1 4-3 0,-1-4 1 0,1 1-1 16,0 1-3-16,-1 1-2 0,2 1 5 0,-1-2 6 0,2 0-6 15,-2 2-10-15,-1-2 4 0,3 0 0 0,-1 1 1 16,2 2-8-16,1-3 9 0,-2-2-7 16,-3 5 5-16,1-3-7 0,-2 1-3 0,3 2 1 15,0-3 12-15,-1 1-6 0,1-1-3 0,-2-1-3 0,1 1 10 16,1 1-7-16,-1-1-5 0,0 0 4 0,0 1-2 16,0-2 4-16,-3-1 11 0,2 2 1 0,3-2-5 15,-2 0-2-15,5-2 3 0,-2 2-7 0,4 2 3 16,-1-3-10-16,-2 0 7 0,1 2 2 0,0-2 5 15,2-1-6-15,-1 2 1 0,-1-1-5 0,2 0 3 16,-1 0-4-16,1-1 5 0,2 0 0 0,-3 2-3 16,3-2 1-16,0-1 2 0,-2-1-1 0,2 0 7 15,0 0-4-15,0 0 3 0,-1 0-2 0,2 0-2 16,2 2 6-16,1-2-5 0,-3 3 3 0,2-4 1 16,-1 0-4-16,1 0-5 0,1 2 4 0,-3 0-2 15,6-1 0-15,-4 1 3 0,6 5 0 0,-7-8-2 16,3 3-3-16,4 5 0 0,-8-7 2 0,5 4 1 15,3 3-3-15,-8-10 1 0,4 6 0 0,4 4-1 16,-10-8-1-16,5 4 0 0,1-1-5 0,4 5 3 16,-9-9-4-16,5 4 10 0,0 1-7 0,-2-1 1 15,6 5 4-15,-13-10-3 0,7 6-1 0,-2-3-1 16,0 2-4-16,1-1 3 0,-1 1 1 0,-1-1 0 16,-1-1 1-16,1-1-2 0,0 1 0 0,-1 1 3 15,1-1 2-15,2 0 2 0,0 1-8 0,-4-2 0 16,5 0 8-16,-2 1-5 0,1-1 2 0,-2 2-4 0,2-2 2 15,0-1 2-15,0 1-4 0,0-1 7 16,-1 1-7-16,2 1 5 0,-1-1-1 0,1 2 0 16,-2-2 5-16,3 0 0 0,-1 1-1 0,0 0 3 15,3-1-8-15,-1 3 0 0,4 5 8 0,-6-12-3 0,3 6-1 16,3 6 5-16,-5-12-9 0,3 5 3 16,1 0 2-16,1 7-5 0,-2-13-4 0,0 5 6 15,2 8-1-15,-1-11-2 0,1 3 1 0,0 8 5 16,1-14 0-16,1 8-6 0,-2 6 7 0,2-14-8 0,-1 9 5 15,-1-5 0-15,0 10-1 0,4-11-1 0,-1 4 3 16,-2 0-2-16,3 0 3 0,0-1-10 0,-2-1 3 16,2-1 4-16,0 2-1 0,-3 2-1 15,2-2 1-15,-1 3 4 0,2-1-5 0,-4 6 1 0,5-11 3 16,-2 5 0-16,1 0-2 0,-4 6 6 0,5-9-3 16,-1 3-6-16,0 1 1 0,-2-1 4 0,2 0-1 15,0 0 0-15,2 2-2 0,-3-2 2 0,-3 6-3 16,9-10 2-16,-7 7-4 0,2-2 6 0,-4 5-8 15,7-8 6-15,-5 5-3 0,-2 3 3 0,6-6 2 16,-6 6-8-16,5-5 4 0,-5 5-1 0,7-5 3 16,-7 5-1-16,8-4 3 0,-8 4-6 0,6-3-3 15,-6 3 4-15,9-9 0 0,-4 7-3 0,1 0 10 16,1-1-7-16,3-1-7 0,-1-1 8 0,-4 0-2 16,3 0 4-16,-2 4-6 0,2-4 0 0,-8 5 1 15,11-3 3-15,-6 1 0 0,3-1 0 0,0 0 5 16,-2 0-5-16,1 1-4 0,-1 0 1 0,3-3-3 15,-9 5 3-15,15-4 1 0,-8 1-4 0,1 0-1 16,0 2 6-16,1-2-3 0,0-2 3 0,-1 3-5 16,1-3 5-16,1-1-6 0,0 2 6 0,0 0 0 15,-1-1 0-15,3 1-1 0,-5-1-3 0,1-1 2 16,2 1 6-16,-3 2-4 0,0-1-6 0,1 0 7 16,2 0 0-16,-3-1-3 0,-1 2 2 0,1 1 6 15,-7 2-2-15,11-5-4 0,-5 1-5 0,-6 4 0 16,13-4 3-16,-8 1 1 0,-5 3 1 0,13-2 1 15,-7 0-2-15,-6 2 1 0,17-3 0 0,-11 1-2 16,2 1-1-16,0 0 2 0,3 1-1 0,-11 0 2 16,13-3-2-16,-5 3-2 0,3 0 3 0,-11 0 8 15,16 0-4-15,-6 0-6 0,1 0 3 0,0 0 0 16,0 0 1-16,1-1-2 0,0-1 4 0,1 1-3 16,-1 2 0-16,3-2-3 0,-5 0 7 0,3-2-8 0,-2 3 6 15,1 0 0-15,2 0-2 0,-1-1 5 16,1 1-3-16,-1-1-4 0,-1 1-6 0,2-2 5 15,3 2 6-15,-3-2-1 0,-1 1-6 0,6 2 13 0,-5-1-9 16,4-2 0-16,-1 0 1 0,1 2-2 0,-6-1-1 16,2 2 0-16,4 2-3 0,-1-2 5 0,-3 1 3 15,4 0-3-15,0-2-5 0,0 4 10 16,1-2-4-16,-3 1-2 0,4-1-3 0,-1 1 10 0,-3 0-5 16,-2-1 0-16,4 2-2 0,0-3-3 0,-4 1-2 15,4 0 3-15,-1 3-1 0,-1-2-6 0,1 0 5 16,1-1-6-16,-5-2 4 0,7 3-1 15,-2-2 2-15,-1-1 0 0,0 1 4 0,0 2-4 0,-3-4 3 16,3 2 0-16,1 0-1 0,-5 0 2 0,0-2 5 16,-1 1-4-16,2 0-3 0,-1 0-2 0,0 1 4 15,-2-1-3-15,1-1 1 0,2 2 1 0,-2-1 0 16,0 0-3-16,1 1 5 0,-4-2 0 0,1 2 3 16,3-2-7-16,-2 1 8 0,2 0 0 0,-3 0 2 15,2 3-10-15,-1-5 2 0,-1 1 3 0,1 1 2 16,0 3-4-16,-3-3 7 0,0 1-5 0,-8-1 2 15,16 3-2-15,-8-1 0 0,-2 0-4 0,4 0 6 16,-2-1-7-16,0 3 7 0,0-1 1 0,-1-1-2 16,1 1-7-16,-2 1 1 0,2 0 8 0,2-2-1 15,-5 2 3-15,4 1-9 0,0 3 6 0,1-4-5 16,-1 2 2-16,-1-3 2 0,1 3-6 0,0 1 5 16,-2 0-2-16,2 1 3 0,2 0 2 0,-2-1 5 15,3 5-8-15,-2-5 0 0,1-1-3 0,-2 3-2 16,2-2 11-16,-2 1-5 0,3 0 0 0,-1-1-3 15,-1 1 2-15,-2 0-1 0,3-1 4 0,-3 1-7 16,1 3 7-16,0-5-7 0,0 1 5 0,-1 1 0 16,1 0-3-16,1 0 2 0,-2-1-3 0,-1 2 5 15,1-1-4-15,-1-4-2 0,-1 3 5 0,3 1 2 16,-4-1-3-16,1 2-3 0,-1-2 0 0,0 1 0 16,0-1 1-16,-1 1 4 0,-1 0-2 0,1 0-2 15,2 2 4-15,-3-2 1 0,0 2-4 0,-1-4 2 16,0 1-2-16,0 2 6 0,-1-2-7 0,1 0 2 15,0-2 0-15,-2 5 2 0,0-10-3 0,1 13 4 16,-1-5 0-16,0 1-4 0,0-2-1 0,0 2-1 0,1 0 3 16,-1-9-2-16,-1 17 4 0,1-9-7 0,-1-1 2 15,-1 3 5-15,1-2-5 0,1-8 8 16,1 16-7-16,-2-10 2 0,1 4 0 0,-1-3-2 16,1-7 3-16,-1 12 2 0,-2-7 1 0,3-5-1 15,-3 11-3-15,2-4-4 0,1-7 2 0,-5 14 3 0,4-8 1 16,-2 2 1-16,1-2-6 0,-2 1 6 15,1 0 0-15,3-7-8 0,-6 10 4 0,3-4 1 0,-1 3 3 16,-1-3-4-16,0-1-3 0,3 3 0 16,-2-2 2-16,0 0 2 0,4-6 2 0,-6 8-2 0,2-4-3 15,4-4 3-15,-4 9-5 0,-1-4 5 0,5-5 0 16,-3 7-3-16,3-7-5 0,-6 5 10 0,6-5-4 16,-5 6 2-16,5-6-6 0,-5 6 2 15,5-6 5-15,-5 6-4 0,5-6 1 0,-7 5 4 0,7-5 1 16,-5 5-2-16,5-5-3 0,-5 5 0 0,5-5 0 15,-6 5 1-15,6-5 3 0,-6 7-5 0,6-7 4 16,-6 2 0-16,6-2-4 0,-9 4 4 0,9-4 1 16,-7 5-1-16,7-5-5 0,-7 5 8 0,7-5-3 15,-6 1-1-15,6-1-6 0,0 0 13 0,-12 4-6 16,12-4-4-16,-6 2 7 0,6-2-7 0,-9 2 8 16,9-2-4-16,-8 6-7 0,8-6 4 0,-6 1-4 15,6-1 9-15,0 0-3 0,-10 2-4 0,10-2 9 16,0 0-5-16,-11 0-1 0,11 0 6 0,0 0-4 15,-8 1-2-15,8-1 4 0,0 0-8 0,0 0 7 16,-13 0 2-16,13 0 1 0,-8-3-2 0,8 3-4 16,0 0 2-16,-13-3 0 0,13 3-2 0,0 0 14 15,0 0-15-15,-11 2 3 0,11-2 1 0,0 0-11 16,-9-2 13-16,9 2-3 0,0 0-3 0,-10 2 5 16,10-2-6-16,0 0 5 0,-8 1 0 0,8-1-3 15,0 0-5-15,0 0 6 0,-9 0 0 0,9 0 4 16,0 0-11-16,0 0 8 0,-9 3-17 0,9-3-14 15,0 0-15-15,-6 3-24 0,6-3-14 0,0 0-26 16,-9 4-120-16,0 2-249 0,-3-3 110 0</inkml:trace>
  <inkml:trace contextRef="#ctx0" brushRef="#br0" timeOffset="-85627.99">20730 14373 106 0,'-11'-7'176'0,"0"1"3"0,-2-4-13 0,4 1 3 0,-2 2-4 16,-2-5 1-16,3 5-3 0,0-3-9 0,-1 3-9 15,4 0 7-15,-2 0-14 0,2 2-24 0,2 1-10 16,0-1-10-16,5 5-10 0,-6-4-13 0,6 4-10 15,-5-7-10-15,5 7-3 0,0 0-6 0,0 0-6 16,15-8-2-16,-2 6-4 0,6 1-2 16,1 3-6-16,7 2-2 0,-1 1-1 0,1 2-5 0,-7 2-2 15,5 2-1-15,-6-1-4 0,3 3 4 16,-2 6-1-16,-6-3-4 0,0 6 2 0,-7-2-7 0,4 7 8 16,-5 3-7-16,-3 4 5 0,3 15 0 0,-9-2-2 15,2 3 3-15,-8 0-3 0,3 3 5 0,-5 0-11 16,1 3 2-16,0-1-2 0,1 2 5 0,-1-1-7 15,0-1 3-15,2-1-1 0,-1-1 1 0,2 3 2 16,3-4-1-16,0 0 6 0,-1 0-5 0,6 2 3 16,0-2-3-16,6 1 1 0,0-3 0 15,6 0 1-15,1 0-5 0,-2-2 6 0,2 2-1 0,-2-3-2 16,1-2 0-16,-1 0-1 0,-3-10 0 0,-2 1 1 16,2 13 2-16,-1 0-2 0,2 0 2 0,-3 2 0 15,-4-2-1-15,4 5 28 0,-5-2-3 0,0 1 0 16,-2-3-4-16,0 4 0 0,-3-2-2 15,-2 0 3-15,1 0 4 0,-5-7 8 0,0 1-4 16,4-15 12-16,-1 4-1 0,-3-1-3 0,1 0 9 0,-2-2-7 16,-2-3 9-16,-2 0-14 0,3 1 4 0,-3 1-3 15,-3-5 2-15,1 1-9 0,0-3-2 0,-4-1 3 16,1-1-39-16,-4 1 7 0,-2-7-2 16,2 4-2-16,-2-4 1 0,-2 1 4 0,-4-3-3 15,0-2 2-15,0-2-7 0,-4-4-16 0,2 2-17 16,-3-4-27-16,4-4-44 0,0-5-61 0,2-5-82 0,-4 2-258 15,2-9-555-15,2-4 246 0</inkml:trace>
  <inkml:trace contextRef="#ctx0" brushRef="#br0" timeOffset="-85061.76">21022 15122 5 0,'0'0'193'0,"0"0"-23"0,11 7-12 0,-11-7-7 15,15 0-15-15,-1 0-13 0,6-2-4 0,10-2-9 16,6-2-16-16,-1 0 1 0,4-2-12 0,16-2-11 15,-4-1 0-15,-14 4-11 0,-1-2 0 0,1 0-6 16,-4 3 2-16,2 0-12 0,-7 1-3 0,-2 0-3 16,-7 2-6-16,-2 0-3 0,1 0-7 0,-6 3 3 15,0-3-4-15,-1 2-3 0,-5 0-4 0,-6 1-1 16,14-2-1-16,-14 2 2 0,10 0-2 0,-10 0-4 16,8 0 2-16,-8 0-8 0,0 0 9 0,0 0-1 15,8 2 3-15,-8-2 8 0,0 0 4 0,5 6 3 16,-5-6 5-16,0 8 4 0,0-8 4 0,-5 16 6 15,2-7 5-15,-1 4 1 0,0 2-4 0,-1 1-5 16,-1 2-5-16,-6 5-3 0,2-1-2 0,1 2-5 16,0-6-2-16,-1 4-2 0,-2 1-6 0,1 0-26 15,1 0-35-15,-2-1-59 0,-2 1-50 0,7-7-71 16,-9 4-174-16,7-6-425 0,-1 0 188 0</inkml:trace>
  <inkml:trace contextRef="#ctx0" brushRef="#br0" timeOffset="-84862.13">21766 15137 2708 0,'4'-26'110'0,"-7"8"-14"0,0 0-20 16,-5 2-27-16,0 1-8 0,-2 2-2 0,-4-2-5 15,0 3 17-15,-4 0-3 0,-5-3 10 0,4 4 27 16,-4-5 8-16,-3 2-6 0,4 0 4 0,-3 1 5 16,6 3-13-16,3 1-7 0,-1-2-13 0,4 1 0 15,1 4-5-15,2-2-15 0,1 0-11 0,0 0-45 16,-1-5-52-16,1 5-48 0,3-3-61 0,-3 0-84 15,8-4-65-15,-3 0-216 0,6-10-585 0,7 2 259 16</inkml:trace>
  <inkml:trace contextRef="#ctx0" brushRef="#br0" timeOffset="-84426.51">22873 14484 183 0,'-10'0'244'0,"-4"-2"-10"0,2 2-6 16,-1 2-5-16,2-2-7 0,-1 0-1 0,12 0-14 16,-10 0-7-16,10 0-18 0,-9 0-8 0,9 0-19 15,0 0-20-15,0 0-13 0,-11-2-8 0,11 2-12 16,0 0-7-16,0 0-6 0,0 0-4 0,39-9-10 15,-18 5-6-15,11-3-4 0,1-1-16 0,1 4-13 16,-2-3-16-16,-1 0-18 0,-4 1-38 0,-7 3-37 16,-3-2-40-16,-6 2-48 0,0 2-35 0,-2 0-26 15,-3 0-18-15,-6 1-141 0,10-1-420 0,-10 1 186 16</inkml:trace>
  <inkml:trace contextRef="#ctx0" brushRef="#br0" timeOffset="-84228.05">22996 14456 97 0,'-11'2'125'0,"11"-2"8"16,-7 2 13-16,7-2 13 0,-5 5 9 0,5-5 1 16,0 0-6-16,0 0-9 0,-7 1-9 0,7-1-14 15,0 0-11-15,-4 6-12 0,4-6 4 0,0 12 19 16,2-2 4-16,0 5-14 0,-1 10-5 0,2-5-11 16,1 8-11-16,1 3-9 0,-1-3-5 0,0 1-7 15,-2 0-7-15,2 2-4 0,-1-4-6 0,-2 2-28 16,0 0 0-16,-1 0-6 0,0-4-9 0,1 2-25 0,-2-2-42 15,0-5-55-15,0 5-54 0,-2-6-68 16,-3 5-199-16,1-7-465 0,1-6 206 0</inkml:trace>
  <inkml:trace contextRef="#ctx0" brushRef="#br0" timeOffset="-83594.7">23141 14835 185 0,'16'2'189'0,"-9"-2"-10"0,0 3-12 15,-7-3-17-15,12 3-13 0,-6-1-15 0,-6-2-11 16,7 3-7-16,-3 0-11 0,-4-3 8 0,8 8 0 16,-8-8-2-16,1 8-5 0,-1-8-4 0,-10 13-9 15,3-5-7-15,-2-1-9 0,-2 0-7 0,-1 0-4 16,1-1-5-16,1-3 0 0,2 1 0 0,2 0-9 15,-5-1-5-15,4-1-3 0,7-2-5 0,-9 3-1 16,9-3-2-16,-7 2-8 0,7-2-9 0,0 0-1 16,0 0-11-16,0 0-6 0,0 0 2 0,18-19-10 15,-1 7 4-15,5-2-5 0,2 0 1 0,2-1-4 16,-1 1 5-16,3-1-5 0,-1-2-1 0,1 3 5 16,-1-5 1-16,-3-2 11 0,3 3-6 0,-4 2 1 15,-5 3 4-15,-4 0 2 0,3 3 6 0,-7-1 0 16,-2 0 8-16,-2 3 2 0,-2 0 17 0,0-1 10 15,-2 1-6-15,-1 2-1 0,-1 6 4 0,-1-10 2 16,1 10-1-16,-4-9-3 0,4 9 1 0,-8-5-2 16,8 5-8-16,-11-3 4 0,11 3-2 0,-16 8-6 15,7 1 0-15,-2 3 2 0,-1 2-6 0,1 1 2 16,1 2-1-16,-1 6-2 0,4-4-7 0,2-1 1 16,1 0-3-16,3-2 3 0,4 2-4 0,-1-4 2 15,2 2-2-15,1-6 4 0,0 3-5 0,3-3 4 16,0-2-2-16,-1-2 1 0,3 1-3 0,1-3-9 15,-5-3-6-15,6-1 1 0,0-1-3 0,0-3 5 16,-1-2 0-16,3-1 5 0,-3-1-6 0,0-1 3 16,-1-2 4-16,-2 1 0 0,5-2-1 0,-8 2 3 15,-3 0 0-15,4 1 10 0,-4-2 0 0,3 1 3 16,-5 10 4-16,4-14 7 0,-4 14 0 0,3-11 0 16,-3 11-3-16,2-7-5 0,-2 7-4 0,0 0-4 15,0 0-2-15,0 0 4 0,0 0 0 0,0 0-2 16,0 0-5-16,0 0 1 0,0 34 2 0,1-22-3 15,-1 1 2-15,0 0-23 0,0 3-30 0,-1-4-45 16,1 1-53-16,1-2-60 0,1 1-48 0,-5-2-130 16,3-10-417-16,0 0 185 0</inkml:trace>
  <inkml:trace contextRef="#ctx0" brushRef="#br0" timeOffset="-83045.03">23662 14786 48 0,'0'0'155'0,"0"0"-5"16,0 0-2-16,0 0-5 0,0 0-19 0,0 0 0 16,0 0-9-16,0 0-5 0,0 0 9 0,0 0-7 15,0 0-10-15,3 32-6 0,-3-32 2 0,4 8 4 16,-4-8-4-16,0 0 1 0,3 10 3 0,-3-10-7 16,0 0 6-16,3 7 4 0,-3-7 2 0,0 0 2 15,0 0 6-15,0 0-3 0,0 0-3 0,0 0-3 16,0 0-2-16,0 0 5 0,0 0-21 0,0 0-11 15,0 0-5-15,0 0-9 0,13-18 8 16,-9 10-23-16,1 2-10 0,2-4-7 0,-2-1 0 0,0 0-11 16,3 4-1-16,-3-2-10 0,3 1 2 15,0 3-2-15,-8 5 3 0,11-6-9 0,-11 6-2 0,13-1-2 16,-13 1 3-16,16 5-3 0,-5 0 3 0,-2 3-3 16,0 0 0-16,3 0 1 0,-3 1 3 0,0 0 10 15,0 0-14-15,1-2-2 0,-3 0 5 0,1 0 3 16,0-3-2-16,-8-4 4 0,13 4 4 15,-13-4-11-15,0 0 7 0,20-7 2 0,-12 1-5 16,-2-2 4-16,2 0-1 0,-1-1 2 0,-2 0-4 0,-1-2 0 16,0 0 1-16,0-1-1 0,-1 1-5 0,-2 0 18 15,0-5-19-15,-2 4 4 0,1 12 1 16,0-19-4-16,1 13 0 0,-1 6 7 0,0-12-7 16,0 12 0-16,0 0-8 0,2-12-1 0,-2 12 0 15,0 0-1-15,0 0-5 0,0 0 12 0,0 0-3 16,0 0 1-16,3 34 2 0,-1-16-6 0,-2 0 7 0,0 2-1 15,-2-2-1-15,2 0 5 0,2 8-9 0,-4-7-1 16,2 1 3-16,-1-1 1 0,-1-2 5 0,-1 1-5 16,0 2-4-16,2-3-9 0,-3-2-14 15,-1 1-17-15,0 0-30 0,-1-3-41 0,-1 4-60 16,2-7-61-16,0 2-68 0,-5-1-159 0,0-2-505 16,-1-1 225-16</inkml:trace>
  <inkml:trace contextRef="#ctx0" brushRef="#br0" timeOffset="-81628.69">23907 14840 132 0,'0'0'160'0,"0"0"-23"0,0 0 3 0,6 9-12 15,-6-9-14-15,4 10-5 0,-1-6-5 0,-3-4-7 16,1 10-13-16,1-4 4 0,-2-6-3 0,3 10-2 16,-3-10 0-16,3 9 6 0,-3-9 8 0,2 5 3 15,-2-5 14-15,0 0 0 0,0 0 7 0,1 8 5 16,-1-8 3-16,0 0-5 0,0 0-10 0,0 0-5 16,0 0-4-16,0 0-13 0,0 0-9 0,0 0 1 15,0 0-23-15,0 0-1 0,-3-25-10 0,3 25-7 16,1-17-4-16,0 10-14 0,2-5-6 0,2 2-7 15,4-5-4-15,0 2-5 0,1-1-5 0,3 1 5 16,1 0-3-16,1 4-5 0,-1-2 7 0,-2 6-7 16,2 1 4-16,0 1-4 0,0 3 2 0,-1 0-2 15,2 3 1-15,-2 2-1 0,-2 0 2 0,1 3 0 16,-2 0 2-16,3 4 0 0,-3 0-3 0,-2-1 2 16,-1 0 3-16,0-2-6 0,-4 0 6 0,1 1-4 15,0-4 3-15,-1 0 0 0,-1 0 1 0,-2-6 1 16,3 8 3-16,-3-8-2 0,2 8 1 0,-2-8 4 15,2 5-3-15,-2-5 3 0,0 0 6 0,0 0-2 16,6 4 2-16,-6-4-2 0,0 0-2 0,0 0-12 16,0 0 6-16,4-19-3 0,-2 14-3 0,2-4-8 15,-1 0-5-15,1-4-3 0,0 3 1 0,-1 0-2 16,5 1 8-16,-4-1-5 0,-2 4 0 0,1 1-2 16,0-1 3-16,-3 6-1 0,3-8 2 0,1 4-1 15,-4 4 3-15,9-4 1 0,-9 4 1 0,0 0 0 16,15 4 1-16,-8-1 0 0,-1-1 3 0,4 2-3 15,-4-3 3-15,3 5 2 0,3 1 4 16,-4-3-4-16,4-1 12 0,-1 2-9 0,0-4-1 0,2-1 2 16,-1 2 1-16,1-4-4 0,-13 2 4 0,23-7-4 15,-13 4 3-15,0-5-1 0,-2 2 2 0,-2-2-2 16,1-1 3-16,-1 1-2 0,-1-1 5 0,-3-1 1 16,0 1-3-16,-1-2 5 0,-1 11 2 0,0-19 5 15,-1 7-4-15,-2 2 11 0,3 10-9 0,-1-16-3 16,1 16 3-16,-4-11-2 0,4 11 0 0,-1-9 0 15,1 9-7-15,0 0 4 0,0 0-8 0,0 0 1 16,0 0-2-16,0 0-1 0,0 0 2 0,0 0-3 16,-6 28 2-16,7-11-1 0,-1-4-1 0,1 3-2 15,4-4 1-15,0 2 3 0,-1-3 0 0,0-3-2 16,1 1 4-16,1-1 1 0,3-2 0 0,0-3 0 16,-2 1 5-16,-7-4-2 0,20 2-3 0,-20-2 6 15,21-9-2-15,-9 2-1 0,1-3 2 0,-1 1-2 16,-3 0-1-16,0 1 0 0,-1-3 3 0,-2 0 4 15,-3 2 7-15,1-1-10 0,0-2 5 0,0-3-1 16,-3 3-2-16,2-4 0 0,-3 16 2 0,1-19-2 16,-1 19-2-16,1-14-4 0,-1 14 1 0,-1-9-3 15,1 9 1-15,0 0-4 0,0 0 5 0,0 0-10 16,0 0-1-16,0 0 0 0,0 0 3 16,0 0 0-16,5 41 4 0,-5-23-3 0,0 1-1 0,0-2 3 15,3 0 1-15,-2-4 5 0,-1-2-4 0,2 2-3 16,0-3-2-16,0-2-2 0,-2-8 6 0,3 10 1 15,-3-10 4-15,6 9-4 0,-6-9 6 16,9 2-6-16,-9-2 1 0,18-4 5 0,-8-3-1 16,2 1-5-16,-2-5 4 0,0 1-4 0,2-2 2 0,-2-1 0 15,0-5 2-15,0 3-5 0,-2 1 6 0,-1-3-1 16,-2 0 2-16,0 8-3 0,-3-3 1 0,-2 12-1 16,3-16-1-16,-2 9 3 0,-1 7-4 15,3-10 4-15,-3 10-6 0,0 0-3 0,0 0-1 16,-2-13-1-16,2 13-3 0,0 0 5 0,0 0-4 15,0 0-2-15,-10 30 3 0,9-17-5 0,1 2-4 16,4 2 2-16,0-2-2 0,-2 0-1 0,2 3 3 0,3-2 2 16,-2-1-2-16,1 0 2 0,0-4-1 0,2 5 2 15,-3-5 1-15,1 0 9 0,-2 0-7 16,1-1 2-16,0 1 3 0,-2 1 4 0,-2-2-3 0,1-1 0 16,-2 1 0-16,-2 0-10 0,1 3 0 15,-2-3-28-15,-5-1-28 0,0 1-44 0,0-4-51 16,0 2-61-16,-1-1-50 0,-2-3-145 0,0 0-452 0,-1 0 199 15</inkml:trace>
  <inkml:trace contextRef="#ctx0" brushRef="#br0" timeOffset="-81444.95">25010 14645 62 0,'0'0'246'0,"2"-11"-19"15,-2 11-17-15,0 0-14 0,3-8-11 0,-3 8-5 0,0 0-8 16,0 0-4-16,0 0-7 0,0 0-14 15,-8 33-16-15,4-20-9 0,2 4-8 0,0-1-17 16,0 2-9-16,-2 0-9 0,0 0-9 0,3-1-8 16,0 1-33-16,0-1-35 0,-2-2-50 0,0-5-48 15,3 2-61-15,0-1-52 0,-2-2-150 0,2-9-397 16,-3 18 176-16</inkml:trace>
  <inkml:trace contextRef="#ctx0" brushRef="#br0" timeOffset="-81298.46">24855 14532 114 0,'0'0'89'16,"0"0"-26"-16,0 0-21 0,0 0-32 0,0 0-32 16,-11 24-28-16,11-24-53 0,5 21 23 0</inkml:trace>
  <inkml:trace contextRef="#ctx0" brushRef="#br0" timeOffset="-80791.41">25111 14604 65 0,'10'-4'213'0,"-10"4"-11"0,0 0-12 0,0 0-7 15,0 0-11-15,0 0-9 0,0 0-6 0,0 0-5 16,-1 22-10-16,1-22-5 0,-10 22-10 0,6-7-8 16,-2 3-13-16,4-1-10 0,-1 0-12 0,1 2-7 15,2-2-8-15,1-6-7 0,0 6-2 0,2-6-7 16,3-1-8-16,-3 1-2 0,3 0-5 0,2-3 4 15,-2 1-1-15,1-3 1 0,-1-2-4 0,4-2 0 16,-2-2 4-16,-8 0-4 0,15-4-6 0,-5-3 0 16,1 1 0-16,-2-2 1 0,-2-2-8 0,0 0-3 15,-2 0-5-15,-1 1 6 0,-2-2 6 0,2-2-6 16,-4 3-4-16,1-2-4 0,-1 0 0 0,0 12 0 16,0-25-2-16,-1 14-2 0,1 1-2 0,0 10-2 15,0-16 1-15,0 16-3 0,0-11-3 0,0 11-4 16,0 0-1-16,4-9 3 0,-4 9-3 0,0 0 0 15,0 0 0-15,0 0-1 0,27 18 1 0,-19-10 2 16,-1 0-2-16,1 4 3 0,-6-2-2 0,5 2 0 16,0-3 0-16,0-1 2 0,-3 1-4 0,-4-9 0 15,7 15 4-15,-5-10 3 0,-2-5 2 0,4 9 15 16,-4-9 10-16,0 0 19 0,0 0 11 0,3 7 10 16,-3-7-5-16,0 0-7 0,0 0-7 0,0 0-1 15,10-19-4-15,-10 19-10 0,13-24-16 0,-5 14 0 16,-1-8-6-16,5 5 6 0,2-4-10 0,-4 2-1 15,2 2 1-15,1 2-7 0,-4 2 7 0,2 3-7 16,-1 1 0-16,-10 5-6 0,17-8 0 0,-12 7 0 16,-5 1-3-16,0 0 9 0,18 8-2 0,-12-2-2 15,-3 1 1-15,-2 5 3 0,1 1-15 0,-2 3-29 16,-2 0-41-16,-4 1-50 0,-1 2-80 0,1-2-84 16,-8 3-249-16,5-3-589 0,3-8 261 15</inkml:trace>
  <inkml:trace contextRef="#ctx0" brushRef="#br0" timeOffset="-79624.18">25963 14332 204 0,'-5'0'267'0,"5"0"-4"0,-14-1-16 0,14 1-20 15,-8-1-25-15,8 1-23 0,0 0-18 0,0 0-21 16,0 0-11-16,0 0-11 0,0 0-11 0,0 0-12 16,0 0-13-16,37 0-2 0,-16 0-23 0,2-3-25 15,4-1-23-15,-6 3-29 0,0-3-27 0,-5 2-27 16,-3 1-21-16,-2-3-24 0,-11 4-12 0,23-8-20 16,-15 3-7-16,0 2-13 0,-8 3 16 0,5-9 11 15,-5 9 22-15,4-7 20 0,-4 7 24 0,0 0 15 16,0 0 25-16,-17-11 8 0,17 11 16 0,-10-4 15 15,10 4 3-15,-14-2 6 0,14 2 0 0,-15 2 5 16,15-2 6-16,-16 4-1 0,16-4 11 0,-16 8 0 16,12-4 11-16,-1 4 8 0,-4 2 7 0,4 4 24 15,1 2 10-15,2 3 11 0,0 0 16 0,1 9-14 16,1 1 6-16,0-4-12 0,1 2 0 0,-1 2-18 16,4-3-5-16,-2 2-6 0,2-2-9 0,4 1-6 15,-4-4-5-15,1 1-7 0,-1-7-2 0,0-2-3 16,1 0-4-16,2-2-3 0,-7-3 3 0,3-3-6 15,-2-1-2-15,4 1 0 0,-5-7 0 0,-2 10-3 16,2-10-2-16,-5 8 1 0,-2-6-5 0,7-2-1 16,-18 2-2-16,6-3-1 0,-1-1-2 15,1 1-3-15,-2-1 4 0,1 1-6 0,1-1 2 0,3-1-3 16,0 2 3-16,0-2-2 0,2 1-5 0,7 2 1 16,-9-2 7-16,9 2-10 0,-8-1-1 0,8 1-2 15,0 0 0-15,0 0 6 0,0 0-7 0,0 0 3 16,0 0-1-16,0 0 3 0,0 0-1 0,0 0-4 15,19 10-3-15,-7-10-4 0,-12 0-8 0,31-5-18 16,-15 3-9-16,4 0-10 0,-2-3-3 0,2-1-1 16,-2-3 3-16,0 1 0 0,0 0 8 0,-3-1 7 15,4 0 4-15,-11 2 7 0,5-2 2 0,-3 1 14 16,-1 1-1-16,-2-1 18 0,0 5 9 0,-7 3 1 16,11-10 0-16,-11 10 9 0,7-8-5 0,-7 8-1 15,9-5 3-15,-9 5-4 0,0 0 11 0,0 0 9 16,0 0 21-16,0 0 1 0,11 12 0 0,-11-12 2 15,2 18 6-15,-2-7 1 0,0-1-5 0,0-10-2 16,-4 25-4-16,2-15 7 0,-1-1-4 0,1 0-9 16,2-9 9-16,-5 14 8 0,5-14 8 0,-6 10 10 15,6-10 13-15,-1 8 10 0,1-8 2 0,0 0 9 16,0 0-11-16,0 0-7 0,0 0-6 0,0 0-8 16,0 0-7-16,0 0-9 0,-13-27 1 0,13 27-16 15,3-22-13-15,1 9 6 0,2-3-8 0,-3-1-6 16,4-1-10-16,2 0 3 0,0 0-10 0,4 2-4 15,-2 0 4-15,2 3 2 0,1 1-15 0,-1 3 2 16,2 0 3-16,-5 5-7 0,-1-1 10 0,-9 5-12 16,23 0-5-16,-23 0 0 0,18 6 1 0,-9-1 1 15,0 4 1-15,0-1 3 0,0 3 4 0,-3 0 5 16,-1-1-6-16,-1 1 2 0,2 2-7 16,-4-4 7-16,2 1-5 0,-4-10 6 0,2 13-4 15,-2-13 7-15,2 9 3 0,-2-9 0 0,0 0 1 0,0 11 7 16,0-11-4-16,0 0-4 0,0 0 4 0,0 0-4 15,0 0-11-15,0 0 10 0,0 0-10 0,0 0 0 16,0 0-6-16,0 0-1 0,1-55 1 0,7 42-13 16,1-5-10-16,1 1 10 0,3 0-12 0,-1 1 3 15,3 4-4-15,-4-1 4 0,3 3 3 16,-6 2 5-16,1 3-1 0,1 3 3 0,-10 2-2 16,13-2 5-16,-13 2 1 0,12 7-2 0,-12-7-7 15,10 15-23-15,-7-4-23 0,-1 1-31 0,0 2-45 0,-6 5-51 16,4-2-83-16,-5 1-56 0,-3 5-182 0,2-4-560 15,2-2 248-15</inkml:trace>
  <inkml:trace contextRef="#ctx0" brushRef="#br0" timeOffset="-79177.21">26614 14240 64 0,'-3'-6'285'0,"3"6"-15"16,0-11-14-16,0 11-16 0,-4-9-23 0,4 9-24 16,0 0-26-16,0-9-18 0,0 9-17 0,0 0-14 15,0 0 26-15,2 25 5 0,1-5-13 0,3 9-5 16,-4-1-26-16,0 4-4 0,2-2-11 0,-4 3-8 15,2 0-6-15,0 1-3 0,2 2-16 0,-4 9-1 16,2-9-5-16,-2-4-4 0,2 2-8 0,-1-4-4 16,-1 5-2-16,2-4-10 0,0-2-25 0,-2-2-30 15,0-2-46-15,-2-6-37 0,2-1-44 0,0-1-42 16,2-2-25-16,-2-4-41 0,0-2-140 0,0-9-440 16,4 14 195-16</inkml:trace>
  <inkml:trace contextRef="#ctx0" brushRef="#br0" timeOffset="-78912.03">26625 14562 117 0,'5'-14'180'0,"1"-2"-17"0,3 2 1 0,3 3-2 0,-1-2-10 15,2 4-10-15,-1 1-11 0,3 0-16 0,3 5-8 16,-3 0-15-16,2 0-7 0,-4 5-14 0,1 1-6 15,-3 1-6-15,-3 3 3 0,2 3 6 0,-4 2-2 16,-3 2-4-16,-1 4-1 0,-4 0-3 0,0 0 1 16,-5 6-8-16,-7 1-6 0,-1-3-5 15,-1 0-4-15,0-2-13 0,2-4-1 0,1-2-22 0,-1 0-28 16,-1-3-35-16,3-2-42 0,6-2-54 0,-3-2-192 16,0 2-379-16,9-7 167 0</inkml:trace>
  <inkml:trace contextRef="#ctx0" brushRef="#br0" timeOffset="-78127.63">27049 14435 69 0,'0'0'202'0,"-19"0"5"16,7 1-8-16,12-1-8 0,-20 5-13 0,8 1-22 15,2-1-13-15,-1 2-14 0,1 0-15 0,1 6-10 0,-2-2-10 16,2 1-8-16,2-1-10 0,3 2-8 15,0 2-8-15,3 0-4 0,-1 0-5 0,2 0-7 16,2-2 0-16,-1-4-21 0,5 1-3 0,0-2-17 16,1 0-12-16,1-2 1 0,-2-2-2 0,-6-4-2 15,15 0 2-15,-15 0 3 0,21-7 2 0,-12 4 4 16,0-4-1-16,-2-2 16 0,1 2 5 0,-5 0 17 0,5-2 4 16,-4-1 11-16,-2 1-4 0,-2 9 3 15,4-20-2-15,-4 7 5 0,0 4 3 0,0 9-1 16,-2-19 1-16,2 19-7 0,-2-11 7 0,2 11-3 15,-3-13-6-15,3 13-6 0,0 0-3 0,-3-10-6 16,3 10-10-16,0 0-2 0,0 0-2 0,0 0 1 16,0 0 1-16,0 0-5 0,0 0 3 0,6 38 5 0,-2-23-13 15,0-1 0-15,-1 1 2 0,3 2-5 16,0-2 0-16,2 1-2 0,-1-5 2 0,-1-3-3 16,3-1-1-16,1 1-1 0,0-1-7 0,-3-5-3 15,5 0 2-15,-1-2-3 0,-11 0 2 0,20-9-1 16,-9 5 4-16,5-5-1 0,-9 0 3 0,3-1 9 15,3-1-2-15,-7 0 4 0,0 0 0 0,-5 1 4 16,3-1 6-16,-2 0 7 0,0-2-1 0,-2 3 6 16,0-2-8-16,0 12 5 0,0-21 0 0,-2 9-5 15,0 3-1-15,2 9 1 0,-2-16-7 0,2 16 5 16,-2-10-2-16,2 10-7 0,0 0-1 0,-1-10-3 16,1 10-2-16,0 0-8 0,0 0 3 0,0 0-2 15,0 0 4-15,0 0 0 0,0 0 2 0,0 0-3 16,-4 42 3-16,6-30-3 0,-4 5 0 0,7-1 1 15,-5-3-1-15,4-2-3 0,-2 1-2 0,2 0-1 16,1-2 9-16,0-2-4 0,0 1 1 0,1-4 3 16,1 0 3-16,-7-5-5 0,16 4 3 0,-6-2-5 15,-10-2 6-15,17-6-3 0,-6 1 2 0,-1 1-2 16,0-5 1-16,1 2-1 0,-2-2-3 0,-3 1 2 16,2-1 4-16,1-2 1 0,-5 1-3 0,2 1-1 15,-3-4-6-15,2 2 3 0,-1 0 4 0,-1-3-6 16,1 4 6-16,0-1-4 0,0 1 2 0,-4 10 0 15,3-13-6-15,-3 13 0 0,9-13-2 0,-4 8-2 16,-5 5 4-16,13-5-6 0,-7 2 4 0,-6 3-2 16,21-2-2-16,-10 4 5 0,-11-2 0 0,14 5 1 15,-6 0-8-15,-1 4 5 0,3-3 0 0,-4 4 5 16,0 0-2-16,-1-2 3 0,0 1 13 0,-3 4-16 16,3-4 3-16,-3 0-6 0,3 1-10 0,-5-10-20 15,1 15-33-15,0-8-34 0,-1-7-44 0,0 0-64 16,-1 16-48-16,1-16-215 0,-6 12-513 0,6-12 228 15</inkml:trace>
  <inkml:trace contextRef="#ctx0" brushRef="#br0" timeOffset="-77988.11">27238 14350 76 0,'-11'-6'149'0,"11"6"-47"0,0 0-35 0,0 0-58 0,0 0-77 16,0 0-73-16,0 0 33 0</inkml:trace>
  <inkml:trace contextRef="#ctx0" brushRef="#br0" timeOffset="-77327.75">27591 14540 170 0,'-4'12'189'0,"4"-12"0"0,0 0-1 16,0 9-4-16,0-9-7 0,0 0-6 0,0 0-6 16,0 0 6-16,0 0 2 0,0 0 7 0,0 0 2 15,0 0-4-15,0 0-13 0,0 0-12 16,0 0-16-16,0 0-11 0,0 0 0 0,0 0-11 16,12-35-21-16,-11 24 1 0,1-2-9 0,0-3-3 0,5-1-9 15,-4 2-12-15,3-3-2 0,1 0-10 0,-3 3-4 16,2 4-9-16,2 1 0 0,-3 1-8 0,-1 0 1 15,-4 9-10-15,9-10-4 0,-9 10-5 16,12-1-6-16,-12 1 0 0,0 0 3 0,19 6-3 16,-10-1 4-16,-2 4-3 0,0 0-3 0,-1 2-3 15,3 3 2-15,-2-4 3 0,-3 3 10 0,1 1-10 0,-2-2 1 16,-1-2 0-16,1-1 1 0,-2 0-4 0,-1-9-5 16,4 11 2-16,-4-11 8 0,4 10-1 15,-4-10 0-15,0 0-3 0,2 10 11 0,-2-10-5 16,0 0 3-16,0 0-4 0,0 0 0 0,0 0-1 15,0 0 3-15,0 0-11 0,0 0 2 0,0 0-7 16,0 0 2-16,0 0 0 0,14-31-6 0,-11 18-3 0,5-2 3 16,-2-2-4-16,2 1-3 0,1 1-3 15,0 1-4-15,1 2 0 0,-2 2 4 0,-1 2 1 16,1 1 1-16,-2 3 1 0,-6 4-1 0,13-6 4 16,-13 6-4-16,0 0 2 0,19 7 1 0,-11-1 3 15,1 0-2-15,1 3 4 0,0-2-1 0,-3 1 4 16,5 5 5-16,-4-5-3 0,-1-3 0 0,3 1 5 15,-1-1-2-15,-3 0 0 0,-6-5 4 0,20 2-3 16,-8-6 3-16,1 0-3 0,-2-3 3 0,6 1 2 16,-6-2 3-16,2-2-2 0,-1 0-3 0,0-2 3 15,-1-1 0-15,-4 0 2 0,-2 0 1 0,2-1 1 16,-3-2 2-16,0 1-2 0,-1 3-6 0,-1-6 3 16,-2 4 6-16,0 3 0 0,0 11 4 0,-3-19 3 15,1 11 10-15,2 8 1 0,-4-12 0 0,4 12-12 16,0 0-3-16,0 0-2 0,0 0-3 0,0 0 1 15,-28 31-11-15,16-8-7 0,-3 1-23 0,4 1-29 16,0-2-39-16,2 1-41 0,5-5-45 0,-1-1-42 16,1-1-37-16,4 1-27 0,0-5-189 0,3-2-517 15,-3-11 229-15</inkml:trace>
  <inkml:trace contextRef="#ctx0" brushRef="#br0" timeOffset="-77094.89">28157 14454 61 0,'9'-2'113'0,"0"-2"17"15,-9 4-12-15,11-5 12 0,-11 5 10 0,11-4 12 16,-11 4 9-16,7-5 3 0,-7 5 6 0,0 0-5 15,7-7-3-15,-7 7-9 0,0 0-1 0,4-10-1 16,-4 10 3-16,0 0-2 0,5-12-1 0,-5 12-7 16,7-12-7-16,-4 4 2 0,2-2-11 0,0 1-2 15,3-3-2-15,-3 1-18 0,7-1 1 0,-1-1-5 16,2 0-2-16,-4 6-8 0,-2-1-1 0,0 0-12 16,0 5-5-16,-7 3-16 0,11-7-10 0,-11 7 2 15,10-3-15-15,-10 3 11 0,0 0-23 0,15 10-5 16,-6-3 8-16,-5 3-2 0,1-1-6 0,-2 4-17 15,0 0-23-15,0-1-25 0,1-2-22 0,-3 0-52 16,0 0-48-16,-1-10-61 0,0 17-63 0,0-17-57 16,0 10-179-16,0-10-574 0,0 0 254 0</inkml:trace>
  <inkml:trace contextRef="#ctx0" brushRef="#br0" timeOffset="-76844.84">28594 14002 267 0,'-1'-11'293'0,"1"11"7"16,-3-16-3-16,3 16-2 0,-2-13-38 0,2 13-18 15,-1-7-31-15,1 7-26 0,0 0-20 0,0 0-16 16,0 0 6-16,0 0-13 0,6 30-5 0,-1-4-1 16,-4 2-15-16,1 4-10 0,-1-3-5 0,-1 2-12 15,0 0-7-15,2-3-12 0,-4 0-8 0,2-1-6 16,0-2-6-16,0 1-4 0,0-7-24 0,0-3-32 15,0 0-48-15,0-3-47 0,0-4-54 0,-1 2-66 16,1-11-55-16,-3 14-256 0,-3-8-578 0,6-6 256 16</inkml:trace>
  <inkml:trace contextRef="#ctx0" brushRef="#br0" timeOffset="-76698.27">28575 14150 64 0,'0'0'145'16,"9"-7"-1"-16,-9 7-18 0,14-6-31 0,-4 5-47 0,1 0-45 15,-11 1-51-15,23 5-49 0,-13 2-103 0,2-2 46 16</inkml:trace>
  <inkml:trace contextRef="#ctx0" brushRef="#br0" timeOffset="-76344.97">28808 14347 148 0,'0'0'217'0,"23"-7"-8"16,-16 3-5-16,4-4-6 0,-1 0-17 15,1-4-12-15,3-1-9 0,-2-2-8 0,-2-1-4 16,3-4-16-16,0-2-11 0,-1 4-1 0,0-3 0 16,-4 4-6-16,-2 4 4 0,-2 1-2 0,-2-3-10 15,0 4-4-15,-4 1-3 0,2 10-9 0,-5-16-6 16,5 16 0-16,-5-12-17 0,-1 8-5 0,6 4-7 15,0 0-8-15,-16 0-4 0,16 0-7 0,-14 8-5 16,14-8-5-16,-10 12-4 0,6-4-8 0,2 2-6 16,2 1-7-16,0 1-15 0,2 1-6 0,1-2-13 15,2 3-3-15,1 2-1 0,3 0-1 0,-4-1-4 16,3 2 5-16,-1-4-7 0,4 4-4 0,-6-4-2 16,0 3 2-16,-2 0 5 0,-1-1-1 0,0-1-4 0,-1-4 5 15,-2 2 5-15,1-1 8 0,0-11 5 16,-4 20 5-16,-1-13 2 0,-1 2 4 0,3 0-2 15,-5 0-1-15,2-2-22 0,-2-1-16 0,8-6-29 16,-18 7-40-16,18-7-35 0,-15 5-47 0,1-5-150 16,14 0-386-16,-26-2 172 0</inkml:trace>
  <inkml:trace contextRef="#ctx0" brushRef="#br0" timeOffset="-76177.39">28602 14160 239 0,'0'0'250'0,"-4"-7"-28"0,4 7-15 0,0 0-26 16,0 0-12-16,0 0-17 0,0 0-16 0,12-12-14 15,-1 7-18-15,10-1-20 0,8-3-35 0,0-1-56 16,3-3-65-16,3 0-69 0,-3-1-142 0,0-2-306 16,-2 1 135-16</inkml:trace>
  <inkml:trace contextRef="#ctx0" brushRef="#br0" timeOffset="-72288.9">27943 15190 201 0,'0'-5'243'0,"5"1"1"16,-5 4-10-16,2-12-16 0,-2 12-17 15,-2-12-18-15,-1 5-13 0,3 7-9 0,-4-13-6 16,2 6-9-16,-1 0-12 0,3 7-3 0,-6-11-12 16,2 7-10-16,-1 0-2 0,-4 1-14 0,9 3-20 0,-14-3-10 15,0 3-3-15,-2 4-5 0,-1 1-7 0,-7 6-1 16,1 3-11-16,0 2 3 0,3 2-7 0,1 1 0 15,5-2-11-15,3-1 1 0,0 7-4 16,3-7 1-16,4 3-7 0,2-2 3 0,2-1 0 16,4 1-5-16,1-6 0 0,0 1-6 0,1-3 2 15,1 0 3-15,2-1-4 0,0-2-2 0,0 2-2 0,0-6 0 16,2 1-5-16,-4-2-4 0,1-1 4 0,-8 0-2 16,17-2 1-16,-8-2 0 0,0-5 12 15,-1 1-1-15,2-2 1 0,-1 0-12 0,-1-5-3 16,2 2 8-16,-6-3 2 0,3 1-4 0,-3-3-3 15,3 0 6-15,-5 2-5 0,3 5 2 0,-1-2-2 0,-2 1-1 16,1 2 1-16,1 0 3 0,-2 4-4 0,1-1 0 16,0 2 4-16,-3 5-4 0,1-8-1 15,-1 8-3-15,2-7 4 0,-2 7-1 0,0 0-3 16,0 0 0-16,0 0 0 0,0 0 3 0,0 0-2 16,0 0 3-16,9 27-2 0,-7-17 5 0,-1 3-6 15,1 2 6-15,0 2 0 0,-2 1-3 0,2-3 5 0,1-3-3 16,-2 0 0-16,2-1 0 0,-1 0 1 0,2-2-2 15,-1-2 4-15,2 3 0 0,2-1-1 16,1-4 1-16,0 3 2 0,2-3 0 0,-1-1-1 16,-1-4 4-16,4 2 0 0,-4-2-9 0,2-2 2 15,2-2 0-15,-1-1 2 0,0-3 0 0,1 2 3 0,-2-4-3 16,2-2 0-16,1-4 3 0,-4 1-6 16,0-3-3-16,-1-1 0 0,2-5 3 0,-7-2-4 15,1 0 9-15,0 1-7 0,-4-1 5 0,-2 0-4 16,0-2 1-16,0 2-2 0,-3-2 0 0,3 0-1 15,-3-2 1-15,-1 4-2 0,1 1 2 0,1 7 5 16,1 2 3-16,1 3 8 0,-2 4-3 0,1-3 0 16,1 6 0-16,0 0-1 0,2 6-6 0,-2-10-3 15,2 10 3-15,-3-6-4 0,3 6 1 0,0 0-4 0,0 0 2 16,0 0-3-16,-2 20 2 0,3-3-1 16,0 8 2-16,0 3 0 0,-1 2 10 0,-1 2-8 15,4 0-2-15,-3-2 3 0,4-2-3 0,-2 2 1 0,3-2 2 16,-1-4-1-16,0-4 1 0,6 4-2 15,-3-6 1-15,0 0-2 0,1-5 2 0,2 0 10 16,-2-3-10-16,1 4 1 0,0-6 1 0,-2-1 1 16,2-2 4-16,0 0-5 0,3-1 6 0,-3-2 0 15,-1-2 0-15,3-2-2 0,-1 0 3 0,1-3 3 16,0-3-2-16,2-4 1 0,-1 0 1 0,-3-2 8 0,-1 2-12 16,1-4 1-16,1-9-1 0,-2-2-2 15,-3 1 5-15,-1 1-4 0,-1-1 3 0,-3-2-6 16,0 0 4-16,-3-2-2 0,1 3 2 0,0-1-7 15,0 2 7-15,-2 8-3 0,-4-1 2 0,5 2 7 16,-2 6 3-16,2-2 0 0,1 4 3 0,2-1-6 0,-2 5 0 16,2 5-3-16,-3-9-6 0,3 9 3 15,0 0-2-15,0 0-5 0,0 0 1 0,0 0-6 16,0 0 8-16,4 25-2 0,1-7 1 0,1 7-3 16,-2 0 1-16,1 5 1 0,2-4 0 0,-2-1-2 15,1 2 2-15,0-6-4 0,1 2 3 0,-1-5 1 16,1-2-2-16,2 2-3 0,0 0 5 0,0-4 0 15,0-1 0-15,3 4 7 0,-4-8-8 0,9 0 3 16,-5 1-2-16,5-1 6 0,-5-4 5 0,0-1-8 16,5 0 2-16,2-3-3 0,-2-2 4 0,-1-2 2 15,0-3 1-15,2-2-5 0,-4 1 3 0,2-5 0 16,-4-1 4-16,2-1-8 0,-4-1 4 0,0-1-2 16,-5-3 1-16,3 1-7 0,-3 0 4 0,-1-1-5 0,-1 1 0 15,-5 1-4-15,1 6 6 0,0-3-3 16,-1 4 5-16,0-1-5 0,1 3 0 0,-3 3 1 15,0-1 1-15,4 6-1 0,-8-6-4 0,8 6-6 16,-7 0 4-16,7 0 3 0,-12 12 0 0,5-2 1 16,1 5 0-16,0 0 5 0,-1 1-8 0,2 3 1 15,-1-2 1-15,6 1 0 0,0-1 2 0,3 0-8 16,-1-2-33-16,2 1-30 0,1 0-44 0,-1-4-52 16,2-1-42-16,2-1-38 0,-1 0-192 0,-1-4-478 15,1-2 212-15</inkml:trace>
  <inkml:trace contextRef="#ctx0" brushRef="#br0" timeOffset="-71894.69">28899 15063 37 0,'7'-6'140'0,"-7"6"5"0,0 0 6 0,0 0 3 15,0 0 13-15,0 0-10 0,6 18-1 0,-6-10-10 16,2-2-17-16,2 4-8 0,-6-1-12 0,5 0-10 15,-1 1-13-15,0-5-2 0,-1 1 0 0,-1-6-1 16,1 12 6-16,1-8 3 0,-2-4 6 0,2 7 15 16,-2-7 9-16,0 0 12 0,0 0 8 0,0 0 3 15,0 0-2-15,0 0-6 0,0 0-19 0,0 0-8 16,0 0-16-16,0 0-5 0,0 0-11 0,0 0-7 16,-2-24-14-16,4 13-10 0,1-2-10 0,0-3-14 15,3 1-12-15,-1-4-3 0,1 3-10 0,1 0-4 16,3 0-2-16,0 4 4 0,-2 2-1 0,-2 2-7 15,-1 2 5-15,1 0-2 0,1 3 4 0,-2-1-7 16,-5 4 3-16,11 0 2 0,-11 0-6 0,13 7 5 16,-4 2 1-16,0 0 3 0,-3 2 1 0,5 4-2 15,-3 2 2-15,-2-1 0 0,1 0-2 16,-1 1 4-16,0-2-13 0,-1 2-9 0,-1-5-31 0,2 2-22 16,-3-2-27-16,1 0-39 0,-2-1-58 0,2 1-49 15,1-3-39-15,-3-4-166 0,-2-5-490 0,8 11 217 16</inkml:trace>
  <inkml:trace contextRef="#ctx0" brushRef="#br0" timeOffset="-71511.36">29255 14966 44 0,'-1'-8'189'0,"1"8"-18"0,0 0-14 15,0 0 1-15,0 0 12 0,0 0-4 0,0 0-1 16,0 0-3-16,5 35-15 0,-1-17-7 0,-2-2-13 15,2 1-8-15,2-3-14 0,1 1-8 16,1 0-8-16,-3-4-3 0,1-1-18 0,2 0-3 16,-3 0-7-16,1-5 1 0,2 2 10 0,-3-1 6 0,1-1-1 15,2-3 0-15,0 0-3 0,-1-2 1 0,5-4-3 16,-3 0-7-16,1-3-9 0,0 3 0 16,0-5-3-16,-2-1 0 0,2 0-2 0,-2-4-6 15,0-1-9-15,-3 0 5 0,0-1-7 0,1 2 5 16,-2 1-13-16,0 3-4 0,-1-3 1 0,-2 3-3 15,0 1-3-15,0-1-1 0,1 4-1 0,-2 6-6 0,2-9 2 16,-2 9-4-16,2-7-2 0,-2 7-7 0,0 0 1 16,0 0 1-16,0 0 5 0,0 0 8 15,11 15 15-15,-10-5-11 0,2 2-3 0,1 3 0 16,-3-2 0-16,3 4-3 0,0-3 6 0,0 2-9 16,-2-3-4-16,3 1-16 0,-2 1-22 0,-1-5-20 15,2 1-23-15,0-2-33 0,-2 0-42 0,2-1-44 16,3 0-31-16,-1-6-22 0,0 0-189 0,-6-2-477 15,0 0 211-15</inkml:trace>
  <inkml:trace contextRef="#ctx0" brushRef="#br0" timeOffset="-71145.71">29821 14932 31 0,'-4'-6'204'0,"-2"0"-4"0,-1 4-1 0,-3 0-9 15,-1 2-6-15,-1 1-4 0,-2 3-11 0,3 4-3 16,-7 3 0-16,4 2-20 0,-4-4-14 0,5 4-16 15,-1 2-8-15,4-1-11 0,5-3-12 0,1 1-1 16,-1-1-14-16,5 1-7 0,-2-2-10 0,2 0 0 16,4 0-7-16,1-2 3 0,2-1-5 0,-2-1-3 15,3-4-6-15,4 0 6 0,-1-2-6 0,3-2-8 16,-2-2-1-16,0-1-2 0,5-3 3 0,-3-2-7 16,-4 3 3-16,-1-2 0 0,-3 0-3 0,3-2 4 15,-4 1 7-15,-1-3-14 0,-1 1-1 0,-2-3-1 16,1 4 1-16,0-2-4 0,-1 5-1 0,2-2 4 15,-2 2 1-15,-1 8 1 0,3-11-2 0,-3 11-7 16,0-8-2-16,0 8-1 0,0 0-3 0,0 0-4 16,0 0 9-16,0 0-9 0,0 0 3 0,0 0-2 15,11 22 2-15,-10-12-2 0,3 0-1 0,-1 0 2 16,-1 6-2-16,3-4-11 0,-2-1-15 0,1 0-25 16,2 0-31-16,0-2-35 0,0 1-55 0,0-3-38 15,0-1-49-15,1 0-149 0,-1-2-444 0,1-3 196 16</inkml:trace>
  <inkml:trace contextRef="#ctx0" brushRef="#br0" timeOffset="-70879.11">30079 14593 202 0,'-2'-9'297'0,"0"2"-2"16,1-1-22-16,1 8-24 0,-4-9-30 0,4 9-24 15,0 0-24-15,-1-7-15 0,1 7-3 0,0 0 10 16,9 27-14-16,-4-3-3 0,-1 0-10 0,2 4-9 16,-2 2-13-16,0 2-10 0,4-2-10 0,-5 1-6 15,0-3-10-15,1 2-4 0,-3-1-12 0,-2-2-7 16,3-2 6-16,1 2-14 0,0-3-19 0,-3-5-8 16,1-3-16-16,-1-4-22 0,1 1-35 0,-1-1-10 15,0-2-44-15,0-1-60 0,0-3-53 0,0-6-50 16,-1 10-207-16,1-10-517 0,-3 8 228 0</inkml:trace>
  <inkml:trace contextRef="#ctx0" brushRef="#br0" timeOffset="-70578.2">29913 14868 55 0,'-5'-5'192'0,"5"5"-15"0,0 0-3 0,0 0-5 16,0 0-16-16,0 0-9 0,15-8-8 0,-4 4-8 15,6 4-10-15,1-2-6 0,11 1-6 16,1-3-6-16,-2-1-9 0,0 0-9 0,-1-3-4 16,-6 5-1-16,0-2-6 0,0 2-4 0,-3-1-3 0,-6 1-2 15,0 0-6-15,-2 2-2 0,-2-1 1 0,-2 2 6 16,-6 0 3-16,11-3-7 0,-11 3-4 16,0 0-7-16,10 2 11 0,-10-2 6 0,7 6 3 15,-4-1 6-15,1 1-7 0,-2 1 11 0,1 3-4 16,1 0-11-16,-2 0 3 0,0 2 4 0,3 4-15 15,-4-1-2-15,0 0-6 0,0-2-4 0,1 2-6 16,-1 2-26-16,2-6-28 0,-2 2-33 0,-1-4-41 0,0 2-46 16,1-5-58-16,1 2-61 0,-1-2-233 15,-1-6-531-15,1 12 235 0</inkml:trace>
  <inkml:trace contextRef="#ctx0" brushRef="#br0" timeOffset="-70414.93">30325 14586 106 0,'-7'-7'189'0,"7"7"-23"0,0 0-36 0,0 0-43 16,0 0-56-16,-11 19-70 0,10-8-73 0,-1 2-121 15,4-1 54-15</inkml:trace>
  <inkml:trace contextRef="#ctx0" brushRef="#br0" timeOffset="-69860.45">30487 14808 56 0,'-6'7'222'0,"2"-1"-6"0,-3 2-15 0,4 2 2 15,0-2-17-15,0 2-18 0,1-1-13 0,-1 2-11 16,2-2-15-16,0 1-13 0,5 1-6 0,-3 0-16 15,3-2-7-15,0 2-6 0,2-2 9 0,-1-1 3 16,1 0 0-16,2-2-2 0,-4-2-5 0,6 2-6 16,-6-2-2-16,1-2-2 0,-5-2-3 0,7 3-8 15,-7-3 5-15,0 0-5 0,15-4-5 0,-9 0-7 16,-2-1 2-16,0-1-18 0,-4 6 13 0,6-14-12 16,-4 4-1-16,-2 1-1 0,0-2-9 0,1-1-2 15,0 1 7-15,-2-1-4 0,0-1-8 0,2 2 6 16,-2 0-5-16,1 1 5 0,1-2 1 0,-1 2 2 15,2 2-8-15,-2 0-5 0,5 3 15 0,-5 5-14 16,9-9-3-16,-3 6-2 0,-6 3-5 0,12-4 0 16,-3 4-4-16,-9 0 0 0,17 8 6 15,-7-1-9-15,0-1-10 0,1 2 11 0,-1 0 1 16,-3 0 2-16,2 1 6 0,-1 0 4 0,0 0-5 0,-2-1 5 16,-1-1 5-16,-1-1-16 0,0-2 32 0,-4-4-8 15,5 8-1-15,-5-8 5 0,5 5 8 0,-5-5 4 16,0 0 0-16,0 0 4 0,0 0-7 0,0 0-18 15,0 0 14-15,0 0-19 0,0 0 7 16,6-16-4-16,-2 11-10 0,0-6 3 0,4-3-39 16,3 1 21-16,-2-1 2 0,4-1-9 0,0 1 10 0,0 5-7 15,-2 0 5-15,-2 2 3 0,0 2-3 16,0-1-4-16,1 1-5 0,-5 4 3 0,-5 1-1 16,12 1 1-16,-7 3-11 0,1 1 20 0,1 2 0 15,-3 3 3-15,-1 2 12 0,1 2-5 0,-4-1 1 16,2 3 0-16,-5 0-4 0,0 1-5 0,0 2-33 15,-3-4-40-15,0 0-70 0,-3-1-109 0,4-4-126 0,0-3-202 16,0-3-626-16,5-4 276 0</inkml:trace>
  <inkml:trace contextRef="#ctx0" brushRef="#br0" timeOffset="-69728.93">31226 14793 67 0,'0'0'181'0,"-16"3"-31"16,7 2-52-16,-2-4-81 0,-2 2-103 0,-5 3-93 16,-1-1 42-16</inkml:trace>
  <inkml:trace contextRef="#ctx0" brushRef="#br0" timeOffset="-69512">29823 15509 79 0,'92'-16'180'0,"1"-5"-19"15,0 0-30-15,-2-4-28 0,-6-2-41 0,2-2-51 0,-28 8-43 16,2 0-85-16,-1-2-125 0,-2-5 57 0</inkml:trace>
  <inkml:trace contextRef="#ctx0" brushRef="#br0" timeOffset="-67261.4">28026 15047 102 0,'-13'-3'156'0,"4"2"-15"0,2-2 0 0,7 3-15 15,-11-3 5-15,11 3 5 0,-11-3-4 0,11 3-12 16,-7 0-6-16,7 0-11 0,0 0-8 0,0 0-7 16,-8-3-8-16,8 3-4 0,0 0-13 0,0 0-4 15,0 0-6-15,0 0-9 0,0 0-4 0,0 0 0 16,0 0-8-16,0 0 2 0,17-9-4 0,-3 6-15 16,3 0-24-16,4 0-33 0,8-6-62 15,0-1-43-15,0 5-162 0,1-4-333 0,-1 1 147 0</inkml:trace>
  <inkml:trace contextRef="#ctx0" brushRef="#br0" timeOffset="-67120.41">28497 14963 87 0,'0'0'164'0,"0"0"-15"0,0 0-17 16,0 0-12-16,0 0-24 0,8 3 0 0,-8-3-26 0,0 0-41 15,11 0-63-15,-11 0-118 0,13-4-164 0,-1 1 73 16</inkml:trace>
  <inkml:trace contextRef="#ctx0" brushRef="#br0" timeOffset="-66562.08">28217 15094 88 0,'0'0'238'15,"-4"-12"-11"-15,4 12-8 0,0 0-19 0,0 0-13 16,0 0-18-16,0 0-12 0,0 0-15 0,0 0-10 15,0 0-12-15,0 0-3 0,0 0-14 0,0 0-6 16,2-9-8-16,-2 9-13 0,0 0-8 0,9-4-4 16,-4 1-9-16,1-1-5 0,4-2-16 0,7-2-23 15,-1 0-32-15,6 2-32 0,6-9-55 0,7 3-61 16,1-1-213-16,0 1-415 0,14-6 184 16</inkml:trace>
  <inkml:trace contextRef="#ctx0" brushRef="#br0" timeOffset="-66104.53">28399 14949 59 0,'0'0'118'0,"0"0"-14"0,0 0-14 0,0 0-28 0,14-9-29 16,-7 7-33-16,5 0-78 0,1-2-84 0,2 2 37 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22T06:57:05.80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14708 14698 80 0,'4'-8'74'0,"-4"8"-3"15,2-10-5-15,1 6-11 0,-3 4 1 0,0-9 9 16,0 9-14-16,4-13-15 0,-4 9 0 0,0 4 7 15,3-11-5-15,-1 6-2 0,-2 5 4 0,1-12-2 0,-1 12-5 16,1-7 4-16,-1 7 1 0,2-10-5 0,-2 10-11 16,2-7 1-16,-2 7-1 0,0 0-6 0,0-8 0 15,0 8 0-15,0 0 1 0,0 0-3 16,0 0-1-16,0 0 3 0,0 0 3 0,0 0 1 16,14 14-10-16,-11-7 16 0,-1-1-3 0,-2-6-2 0,4 11-2 15,-2-5-5-15,0 4 14 0,2-1 9 0,-3-3 1 16,3 4-1-16,-3-2 1 0,-1 1 0 0,2 1-6 15,-2-4-4-15,2 3 5 0,0-2-9 16,1-2 1-16,-3-5-2 0,3 11 0 0,-2-5-5 16,-1-6 2-16,2 7-2 0,-2-7 3 0,2 6-4 0,-2-6 5 15,4 6 3-15,-4-6 11 0,0 0 13 16,0 0 16-16,7 3 5 0,-7-3-5 0,0 0-9 16,14-17-6-16,-3 5-7 0,1-1-4 0,6-7-6 15,0 2-3-15,-1-2-6 0,2-1-2 0,1 1-14 16,1-1-4-16,0 1-14 0,2 0-4 0,-1 1-6 0,4-1-18 15,2-2-10-15,3 0-7 0,12-3-8 0,-12 7-19 16,1 1-13-16,1-1-8 0,-5 1-19 0,4 1-18 16,-5 4-18-16,-3 1-83 0,-7 2-261 15,-1 5 116-15</inkml:trace>
  <inkml:trace contextRef="#ctx0" brushRef="#br0" timeOffset="933.34">14252 15949 65 0,'0'0'78'0,"0"0"-7"0,0 0 5 15,0 0-12-15,0 0-7 0,0 0-2 0,0 0-5 16,0 0 8-16,0 0 2 0,0 0 1 0,0 0-1 16,0 0 7-16,0 0-8 0,0 0 7 0,0 0-7 15,18 18 2-15,-16-13-10 0,0 3-5 0,1-1 6 16,-1 1-13-16,0 5-7 0,0-6-7 0,0 4 12 15,0 0-1-15,1-1-5 0,-3 1-1 0,2 0-4 16,0 0-5-16,-2-3 3 0,2 3-1 0,0-5-1 16,0 4 9-16,-1-6-5 0,-1-4-4 0,2 7 2 15,-2-7-3-15,0 0-11 0,0 10 5 0,0-10 2 16,5 5 13-16,-5-5 4 0,0 0 2 0,0 0 5 16,0 0-2-16,0 0-15 0,0 0 5 0,0 0-2 15,20-16-1-15,-13 7-2 0,4-4-2 0,-2-2-5 16,9-7 1-16,2 0-2 0,2-1-10 0,-1 0 5 15,1-2-5-15,0 5 5 0,1-4-5 0,-2 4-1 16,-2-1-1-16,4-1-2 0,0 3 0 0,0-4-3 16,0 3 1-16,1 0-3 0,0 2-1 0,-4 2 2 15,4-2-7-15,-8 4-11 0,0 4-1 0,-2-1-11 16,-3 3-16-16,0 0-14 0,0 2-24 0,-3 1-9 16,0 1-12-16,3-1-16 0,-6 2-4 0,3 1-6 15,-8 2-83-15,11-2-233 0,-11 2 104 0</inkml:trace>
  <inkml:trace contextRef="#ctx0" brushRef="#br0" timeOffset="1600.85">14175 17101 73 0,'0'0'79'0,"0"0"-5"15,0 0-13-15,0 0-2 0,0 0-11 0,0 0-1 16,0 0-15-16,0 0 3 0,0 0 0 0,0 0-2 16,0 0 3-16,0 0-6 0,0 0 4 0,0 0 16 15,0 0-13-15,0 0-3 0,16 17-4 0,-13-14 16 16,-3-3-13-16,4 8 12 0,0-5 9 0,-4-3-7 16,4 9 1-16,-2-3-11 0,-2-6 5 0,3 10-11 15,0-5 8-15,-3-5-6 0,4 9-2 16,-1-4 1-16,-3-5-2 0,4 11 0 0,-4-11-7 0,4 6-5 15,-4-6 0-15,3 5 6 0,-3-5-2 0,0 0-4 16,0 0-5-16,2 8 4 0,-2-8-15 0,4 3 12 16,-4-3-7-16,0 0 2 0,2 7 2 0,-2-7-1 15,0 0-2-15,0 0-3 0,0 0-5 0,6 4 9 16,-6-4 1-16,0 0-6 0,0 0-1 0,0 0 22 16,0 0 3-16,0 0 4 0,0 0-3 0,0 0 3 15,4 5 0-15,-4-5-2 0,0 0-5 0,11-16 1 16,0 4-6-16,7-14-4 0,16-10 0 15,1-4-21-15,6-6-25 0,17-26-49 0,10 1-46 16,4-3-162-16,3-5-312 0,3-7 139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22T06:57:41.95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11562 5260 15 0,'32'1'18'0,"2"2"-1"0,0-1 3 0,-2 1-3 0,2-3 3 16,1 2-4-16,-3 0 1 0,3 0 0 0,-1 0 6 16,-1-1-6-16,-1 4 7 0,2-3-3 0,3-2-2 15,-2 1 3-15,1 0-7 0,2 0 12 0,-1 0-6 16,2 1 1-16,-2-2 1 0,0 0-3 0,-1 1 7 16,2-1-9-16,-3 1 1 0,3-2-5 15,-2 1 7-15,1 0 1 0,-5-1-5 0,6-1-5 0,-2 1 1 16,0 1 2-16,-2 1-2 0,-3-1-3 0,1 2 0 15,1-4-2-15,-1 4 7 0,-1-4-2 0,1 2 0 16,1 0 1-16,1-1-3 0,-1-1 5 0,1 3 1 16,0-3 2-16,0 3-5 0,-2-1 3 15,-1 0-4-15,0 0 2 0,-1-1-2 0,-3-1 2 0,6 1 3 16,-6 1-7-16,0 1 8 0,-5 1-7 0,-1-1-4 16,2 0 5-16,5 0 9 0,-1 2-1 15,2-1-13-15,-8 0 17 0,10-2-12 0,-2 0 4 0,0 3-3 16,1-3 0-16,1-2 2 0,3 2 2 0,0 0-2 15,1 0 7-15,-1-1-10 0,-1-1 11 0,-1 2-10 16,4-1 12-16,-4-2-5 0,2 3-6 0,1-1-1 16,-3-2-3-16,4 0 4 0,-3-2 1 15,3 4-5-15,-3-4 8 0,1 3 0 0,1-1-3 0,-1 0-13 16,-1 0 14-16,1 0-7 0,-1 2 1 0,0-2 18 16,-1 0-25-16,-2 3-2 0,1-1 7 0,0-2 4 15,-1 2-8-15,1-1 6 0,-2 0-8 0,4-1-2 16,-3 3 3-16,3-3 0 0,-1 0-1 0,0 0-3 15,1-1 9-15,-1 2-4 0,-1 0 7 0,3-1-11 16,-3 3 8-16,-1-3 2 0,1 2-3 0,0 1 0 16,1-3-3-16,-1 1 3 0,0-2-2 0,4 1-3 15,-1 0 3-15,-3 1-4 0,3 0 4 0,0-1-3 16,-1 0 5-16,-2 0-6 0,1 0 2 0,-1 0-4 16,0 2 8-16,1 1-6 0,-1-1 4 0,-3-2-6 15,5 2 3-15,-3 0 3 0,0-2 6 0,0 2-7 16,3 1-4-16,-3-3 7 0,2 1 0 0,0 1-2 15,0-1 1-15,0 0-3 0,3-1 1 0,-3 2 2 16,-1-1-2-16,-1-1-3 0,5 2 4 0,2-3-2 16,-4 2 2-16,0 0 4 0,3 0 1 0,-2 0-8 15,2 1 3-15,-1-1 2 0,2 0-5 0,0 2 1 16,1-4 9-16,-1 3-4 0,-1-1-4 0,4 1-2 16,-3-2 1-16,1 1 0 0,-1 1 2 0,0 1 2 15,0-1-1-15,0 1-1 0,2-2 18 0,0 0-19 16,2 0 6-16,-1 1-3 0,11-2-4 0,-13 2 4 15,-1-3 6-15,14 3-2 0,-11-1 2 16,0 3-6-16,11-5 0 0,0 3 0 0,-12-1-1 16,11 1 0-16,-10 0-3 0,-2-1 2 0,15 1 5 0,-15-1-1 15,0 2 2-15,13-2-6 0,1 0 4 0,0-1 2 16,-12 2 4-16,11-3-5 0,-10 2 0 0,10 0 2 16,2-2-4-16,4 2 0 0,-2-1 1 0,-2 1-3 15,4-2-1-15,-1-1-2 0,-1 3 2 0,-2 1-2 16,-13-1 5-16,12-1-2 0,-15 1-2 0,15-2 1 15,1 2 0-15,-14 2 2 0,14 0-1 0,2 0-1 16,-4-3 0-16,2 3 7 0,-12 2 2 0,12-4-9 16,0 0 2-16,0 0-13 0,1 3-2 0,-4-2 4 15,2 2 3-15,-13-1 2 0,12-1-2 0,0 1 3 16,-13 0-2-16,12 0 2 0,-12 0 6 0,1 0-6 16,16-2 4-16,-16 0 1 0,0 0-2 0,0 2 3 15,2-2-5-15,10-2 5 0,-12 3-4 0,-5-2 3 16,2 1-3-16,-3-1 0 0,3 1 0 0,-5-2-3 15,-10 0 2-15,7 3 0 0,-8-2 0 0,0 2 0 16,-2-3-1-16,-1 2 5 0,-3-1-7 0,-3 0-3 16,1 1 2-16,-1 0-11 0,2 0-15 0,0 0-24 15,-1 2-21-15,1 0-34 0,8 0-18 0,-3 2-39 16,0 0-138-16,-1 2-324 0,0-2 143 0</inkml:trace>
  <inkml:trace contextRef="#ctx0" brushRef="#br0" timeOffset="1100.72">21431 5166 38 0,'0'0'73'0,"0"0"-7"0,-9-2 4 16,9 2-8-16,0 0 0 0,0 0 3 0,0 0-12 16,0 0 7-16,0 0 1 0,0 0-16 0,0 0 9 15,0 0-3-15,-10 2-2 0,10-2 0 0,0 0-16 16,0 0 2-16,0 0-9 0,0 0-1 0,0 0 1 16,0 0-10-16,0 0 1 0,0 0 5 0,0 0-6 15,0 0-9-15,0 0 4 0,0 0 6 0,0 0-10 16,0 0 11-16,0 0-6 0,0 0 1 0,23 11 5 15,-16-8 15-15,4 2 12 0,3-3-19 0,5 2 3 16,2 0-3-16,8 0-6 0,2 1 9 0,1-1-11 16,1-1 2-16,3 2-7 0,-1-1 9 0,1-3 3 15,1 3-7-15,3 0 0 0,1 0 8 0,9-2 0 16,-11 1-9-16,1-3 7 0,14 4-11 0,-2-1 3 16,-11-1-2-16,10 3 6 0,4-1-2 0,-1-3-2 15,-1 3-2-15,4-2 2 0,-2 4 11 0,3-2-6 16,1-1-1-16,-3 0 2 0,-2 0-1 0,6 1 1 15,1-2 1-15,2-2-2 0,1 1-6 0,1 2 8 16,2 1-7-16,-3-1-1 0,-1 2 0 0,27-3 1 16,-30-1 4-16,1 2 1 0,2 1-2 0,-2-3-3 15,4 2 1-15,-3 0 2 0,2-3 1 0,1 3-1 16,0-2-1-16,27 5 0 0,-27-6 1 0,26 3 6 16,-32-3-5-16,5-2 3 0,-2 4-4 0,3-2-3 15,1 3 0-15,24-2 0 0,-32-1-1 0,7 2 4 16,-1-4-5-16,-1 2-1 0,0 7-3 0,4-10-1 15,-4 4-1-15,-3 2-2 0,2-3 1 0,-2 1-3 16,-1 0 6-16,2-3-5 0,1 1 3 0,-4 2-2 16,-1-5-3-16,2 4 2 0,0 0-3 0,1-1 3 15,-3 0-2-15,-1-1 2 0,1 2 0 0,-3-1 1 16,1 1 0-16,-14-1 5 0,13 2-1 0,-2 0 3 16,2-2-8-16,-16 4 1 0,16-3 2 0,4-3-5 15,-4 6 1-15,0-2 4 0,2-2-3 0,-2-2 0 16,2 3-2-16,-3 0 0 0,-1 0 0 0,3 1-1 15,-6 1 0-15,-8 0 3 0,-3-3-3 0,2 1 1 16,16 0-2-16,-18-3 0 0,-1 2 3 0,3 0 1 16,0 1-2-16,-4 1-4 0,5 0 0 0,-1-1 3 15,-2 2-2-15,-2-4 9 0,16 1-7 0,-15 0-1 16,3-1 0-16,-3 2-2 0,-1-2 2 0,2 2 3 16,-2 0-4-16,3-1 1 0,-3-3 0 0,1 1 0 15,0 0 10-15,-4 3-11 0,2-2 1 0,1 2-1 16,-5-2-4-16,4-1 4 0,-3 0 2 0,1 2-4 15,-1-2 0-15,-5 1 3 0,3 1-2 0,-11-1 1 16,4 2 1-16,5 0-3 0,-9-3 2 0,0 2 1 16,0 2-1-16,-1-2 7 0,2 1-6 0,-1 0 1 15,-2-2-3-15,1 1 6 0,2-2-4 0,-1 3 2 16,-1 0-2-16,-7 1 1 0,3-1-2 0,3 2 4 16,-4-4-4-16,-1 2 3 0,-1 0-5 0,0 2 4 15,-1-2-3-15,-3 0 9 0,-7 0-10 0,12 0 0 16,-12 0 2-16,13 0-3 0,-13 0-1 0,9 0-1 15,-9 0-1-15,7 0 3 0,-7 0-3 0,0 0-1 16,0 0 1-16,0 0-4 0,0 0 3 0,11 0-22 16,-11 0-22-16,0 0-33 0,0 0-33 0,0 0-43 15,0 0-31-15,0 0-145 0,0 0-364 0,0 0 161 16</inkml:trace>
  <inkml:trace contextRef="#ctx0" brushRef="#br0" timeOffset="3281.13">9889 6370 7 0,'-11'0'47'0,"11"0"-9"16,0 0-7-16,0 0 0 0,0 0-5 16,0 0-1-16,-10-2-4 0,10 2-2 0,0 0 1 15,0 0-3-15,0 0-4 0,0 0 4 0,0 0-3 0,0 0-4 16,0 0-1-16,0 0 0 0,0 0-1 0,0 0-2 16,0 0 1-16,0 0-5 0,0 0 2 15,0 0-5-15,0 0-2 0,0 0-7 0,0 0-2 16,0 0 3-16,0 0-2 0,0 0 2 0,0 0 5 15,0 0 2-15,35 4 2 0,-19-2 4 0,5-1 4 0,-2 2-7 16,4-3 5-16,8 1-19 0,1 3 0 0,-2-3-2 16,6 0 1-16,2-1 5 0,12 0 4 0,5-2-1 15,-1 2 7-15,2-3-1 0,-2 1-2 16,1 1 4-16,-2-1 1 0,-1 1 3 0,-13 0 1 16,11 2-4-16,-10 0 5 0,-2 1 1 0,0-1-1 0,-1-1 3 15,2 1 4-15,-4 3-7 0,3-2-2 0,-4 2 2 16,2-2 6-16,0 2-2 0,-3 1 10 15,1 1-9-15,-1 0 9 0,1 0-9 0,0-1 9 16,0 1-4-16,-3 0 0 0,4 0 0 0,0-1-1 0,2 3 7 16,1-5-1-16,-1 4-8 0,1 0 6 0,2-2-4 15,10 5 4-15,-12-7-2 0,1 3 4 0,-1 1-1 16,13 0 5-16,-14-2 3 0,-1 0-2 16,1 1-4-16,1 0 9 0,0-3 0 0,1 1-1 15,-1 1-2-15,14 0 1 0,-16 0 0 0,0 1 1 0,4-4-3 16,-2 2 0-16,0 0-6 0,1-3 8 0,-1 3-3 15,2-2 6-15,-2 1-8 0,0-1-2 0,2-1 4 16,12-1 0-16,-11 0-4 0,11 1-1 0,-14-1-4 16,16-1 4-16,-16-1-1 0,18-1-2 0,-4 3-4 15,-12-1 1-15,-2-1-2 0,14-2 1 0,-16 4 0 16,2-3-3-16,1 3-1 0,12-3 3 0,-12 3-6 16,-4-3 8-16,3 2-5 0,0 0 5 0,0 1-4 15,1-4 4-15,-1 3-8 0,0 0-2 0,12 1 5 16,-12-1 5-16,2-1-3 0,12 0-7 0,-12 1 8 15,12-3-1-15,-12 2-3 0,12 1-2 16,-2-1 0-16,-14 0 4 0,4 2-2 0,12-4-4 0,-14 3 2 16,12-1 0-16,-10 0-5 0,-3-2 5 0,-3 2 2 15,2 2 3-15,5-4-10 0,-1 2 2 0,-4 0 1 16,4-1 1-16,-1-1-2 0,1 0 11 0,10-2-9 16,-10 3 2-16,-2-3-2 0,12 0-2 0,-12 1 2 15,13-2 0-15,-12 2-3 0,13-2 1 0,-15 2-2 16,2-1 0-16,12-2 1 0,-14 5-4 0,1-3 5 15,3 1-1-15,-3 0-2 0,16 0 3 0,-14 0-1 16,-1 2-1-16,16-4-2 0,-4 0 2 0,-1 1 6 16,1 2-5-16,-11 0-3 0,13-1-3 0,-1-1 1 15,-14 3 3-15,0 0 3 0,19-2-5 0,-19 2 0 16,16-5 4-16,-2 4-2 0,-2 0 3 0,2 2 0 16,-12-2-1-16,11-2-2 0,0 3-1 0,-13 0 2 15,13-1-2-15,-11 0 7 0,9 3-6 0,2-3-2 16,-14 3 2-16,3-2 1 0,0 0 1 0,-1 0-6 15,1-2 2-15,12 0 2 0,-1 2 4 0,-13-1 1 0,15-1-3 16,-14 1-3-16,11 3-1 0,3-3 2 16,-16 0 1-16,15 0-4 0,-13 2 0 0,1-2 6 15,12 1-3-15,0 2-1 0,-14-3 0 0,16 2 1 16,-16-1 0-16,3 3 1 0,12-4 1 0,-2 1 2 0,-12 0-4 16,0 0 2-16,16 0-1 0,-4 0-1 15,-12 1 5-15,14-3-4 0,2 0-3 0,-4 2 2 16,1-2 1-16,-1 2-1 0,-2 0-1 0,3-2 2 15,-1 2 0-15,-11-1 0 0,12 0 3 0,-2 1-2 0,-10-2-2 16,12 3 2-16,-13-4-3 0,12 1 3 0,0 3-2 16,0-1 0-16,-10-2 4 0,11 0 0 15,3 2-2-15,1-3-3 0,-2 2 1 0,2-1 2 16,2 0 0-16,-1 2 2 0,1-3 1 0,-3 2-4 16,-2-1-1-16,-3 4 3 0,-10-2-3 0,0 0 2 0,13-1-2 15,-13 1 3-15,0 0-2 0,-6 2 4 0,4-2-3 16,-2 2-3-16,0 1 6 0,0-1-3 15,0-2-1-15,-5-1 5 0,1 2-4 0,2 2 3 16,-6-4 2-16,-8 3-3 0,8 1-3 0,-7-2 5 0,-1 0-4 16,-1-1 2-16,-1 1 0 0,1 2 4 0,-3-3-3 15,-3 2 1-15,-1-2-3 0,2 3-4 0,-2-1 6 16,-1 1-4-16,1-1 2 0,-1 0-1 0,1 0-2 16,-1 0-5-16,-4-2-6 0,3 2-16 0,-2 0-42 15,2 0-35-15,0-1-45 0,0 0-38 0,1 1-151 16,-1-1-360-16,1 0 159 0</inkml:trace>
  <inkml:trace contextRef="#ctx0" brushRef="#br0" timeOffset="3668.29">20956 5942 219 0,'0'0'200'0,"0"0"-19"0,0 0-18 0,0 0-15 15,0 0-18-15,0 0-14 0,0 0-24 0,0 0-38 16,0 0-76-16,0 0-90 0,0 0-84 0,0 0-210 15,-32-5 93-15</inkml:trace>
  <inkml:trace contextRef="#ctx0" brushRef="#br0" timeOffset="9991.6">25462 7303 92 0,'0'0'-16'0,"0"0"10"0,0 0 3 0,0 0 60 0,0 0 31 16,0 0 20-16,0 0-6 0,0 0-6 16,0 0-12-16,0 0 0 0,0 0-16 0,-10-1-2 15,10 1-16-15,0 0 14 0,0 0 4 0,0 0-3 0,0 0 5 16,0 0-2-16,0 0-9 0,0 0 4 0,0 0-4 15,0 0-12-15,0 0 5 0,0 0-1 16,0 0-8-16,0 0-6 0,0 0 2 0,0 0-3 16,0 0-13-16,0 0 5 0,0 0-8 0,0 0 4 0,0 0-5 15,0 0-3-15,0 0 3 0,0 0-6 0,0 0-5 16,-9-3 7-16,9 3-5 0,0 0-2 16,0 0 1-16,0 0 0 0,0 0 1 0,0 0-13 15,0 0 15-15,0 0 0 0,0 0 1 0,0 0-2 0,0 0-3 16,0 0 2-16,0 0-7 0,0 0-1 0,0 0 2 15,0 0-1-15,0 0-5 0,0 0 8 0,0 0-7 16,0 0 3-16,0 0 9 0,25 7-6 16,-14-4 1-16,3-1 2 0,-1 0-3 0,8 0 1 0,-3 1 5 15,6-2 4-15,3-1 0 0,0 0-5 0,1 0 1 16,0 1 5-16,2 0 0 0,-1-1 1 0,1 0-3 16,3-1 3-16,0 0-4 0,3 0 5 0,-2 0-2 15,2-1-2-15,-3 0-3 0,1-2-1 0,3 5-3 16,-2-2 3-16,-1-2 1 0,0 3-6 0,1 0 2 15,1-2 2-15,-2 2 0 0,3-2-6 0,0 0 6 16,-1 2-5-16,2 2 3 0,-2-4-3 0,-1 1 0 16,2 1-1-16,1 0 1 0,-4-3 6 0,6 3-4 15,-8-3-1-15,4 3 1 0,-2-4 0 0,-1 2-5 16,-1 2 2-16,-1-1 1 0,1-2-2 0,-1 2 2 16,1 1 3-16,1-2-1 0,-3 1 3 0,3-1-3 15,-1 2 2-15,1-1-2 0,-1-1 2 0,-1 2-2 16,-2 0-1-16,-8 0-3 0,8-3 0 0,-7 5 3 15,7-4-1-15,-2 2-2 0,2 0 3 0,1 2-1 16,-3-2 1-16,4 0-5 0,-4 0 3 0,2 1-3 0,1 1 1 16,-1 0 2-16,-2-1 4 0,2 1-1 0,2 0 0 15,-4 1 1-15,0 0-1 0,2-1-3 16,-2 0 0-16,1 1 3 0,0-2 1 0,-7 1-4 16,8 1-1-16,0-1 2 0,-2 0-2 0,2 1 0 0,2-1 2 15,-1 1-2-15,-2 1 3 0,-2-3-1 0,3-1 2 16,-2 1 1-16,-5-1 1 0,-1 1-1 0,7 0 2 15,-6-1-2-15,6 0-3 0,0 0 4 16,-9 1 10-16,3-1-6 0,-2 2-1 0,-1 0-1 0,3-2 0 16,1 0-1-16,-3 0 4 0,7 1-5 0,0-2 1 15,-5 1-4-15,0 0-2 0,-3 0 2 0,4 0-1 16,-3 0-1-16,0 0 1 0,1 1 0 0,-2-2-2 16,-1 1 3-16,0 0-2 0,-5 1 3 0,5 0-7 15,0-1 8-15,-4 0 1 0,2 0-3 0,2 0 2 16,-2 0-5-16,2 2 6 0,-1-2-5 0,-4 1 1 15,1-1-1-15,5 1 1 0,-3-1-2 0,-3 0-1 16,6 0 0-16,-9 0 1 0,2 2-1 0,0-1 2 16,-2 0-3-16,2-1 2 0,-2 1-2 15,-1 0 2-15,1-2-2 0,3 2 2 0,-3-1 0 0,-2 2-1 16,1-2-3-16,-9 0-1 0,13 0 3 0,-13 0 2 16,10 1 0-16,-10-1 1 0,9 1-6 0,-9-1 4 15,8 0 1-15,-8 0-1 0,0 0-1 0,10 2 7 16,-10-2-1-16,11 0 4 0,-11 0-2 0,6 1 0 15,-6-1-3-15,0 0 1 0,10 0 0 0,-10 0-1 16,0 0-2-16,11 0 2 0,-11 0 0 0,0 0-3 16,9 0 1-16,-9 0-1 0,0 0-3 0,0 0-10 15,0 0-17-15,8 0-18 0,-8 0-24 0,0 0-32 16,0 0-47-16,0 0-51 0,0 0-189 0,0 0-422 16,0 0 188-16</inkml:trace>
  <inkml:trace contextRef="#ctx0" brushRef="#br0" timeOffset="12493.84">6482 8365 22 0,'0'0'83'0,"-8"-5"-7"0,8 5-6 0,-7-5-9 16,7 5 7-16,-6-6-11 0,6 6-4 0,-8-5-14 16,8 5 7-16,-7-6-8 0,7 6 1 0,-5-3-10 15,5 3 8-15,-7-4-15 0,7 4 3 0,0 0-13 16,-10-4 7-16,10 4-12 0,-10-2 4 0,10 2 0 15,-8-2 1-15,8 2-3 0,-9-1-5 0,9 1 10 16,-11 0-3-16,11 0-2 0,-12 0-8 0,12 0 6 16,-13 1 4-16,6 1-11 0,-1-2 6 0,-2 2-5 15,-3 0-4-15,4 0 1 0,-1 0 4 0,-3 0 1 16,3-1-5-16,0 1 4 0,-2 1 5 0,2-2-1 16,2-1-12-16,-1 2 8 0,9-2-2 0,-14 2 3 15,8-2 2-15,6 0-4 0,-13 1 4 0,13-1 18 16,-10 2-13-16,10-2 15 0,-9 0 4 0,9 0 3 15,0 0 0-15,-10 2 5 0,10-2 2 0,0 0 3 16,0 0-9-16,0 0-1 0,0 0-8 0,0 0 1 16,0 0-4-16,-7 0 0 0,7 0-5 0,0 0-4 15,0 0-1-15,0 0-1 0,0 0 1 0,0 0-5 16,0 0-1-16,0 0 8 0,0 0-6 0,0 0-4 0,0 0 9 16,0 0 4-16,0 0 9 0,35-1-4 15,-24 0-7-15,1-1 6 0,1 1 2 0,1 0-2 16,-1 0 4-16,6-1-3 0,-7 2-3 0,8-1-2 15,-1 1 1-15,-1-3-1 0,1 3-2 0,-1-2-2 0,2 1-1 16,-1-1-2-16,1-2 4 0,0 2 1 16,0 0-7-16,2 2 1 0,-1-3 4 0,-1 3-7 15,1-2 3-15,0 2-6 0,1-1 9 0,-2 1-10 0,2 0 5 16,0 0-1-16,-2 0-6 0,1 1 5 0,-1-2-1 16,1 1-1-16,0 1 4 0,6-2 3 0,1 1-2 15,2 0 8-15,-2 1-13 0,1-2 2 0,0 4-8 16,-7-3 10-16,6 0-1 0,-1 0-4 15,1 1 2-15,-6-1 7 0,-4 2-3 0,2-2-5 0,0 0 2 16,-2 0 4-16,2 0-2 0,-1 0 5 0,-1 0 3 16,1 2-5-16,0-2-3 0,2-2 1 0,0 4-4 15,8-4 4-15,-1 0-2 0,-6 1 0 0,10-1-3 16,-4 1 9-16,-2-2-1 0,4 0-17 0,-2 0 14 16,1 0 2-16,-1 2-2 0,-1 1-6 0,1-3 5 15,-7 1-4-15,7 1 1 0,-1-2 0 0,1 2 3 16,0 0-6-16,0-1 2 0,0 0 1 0,2 2-2 15,-1-3 1-15,-3 2-1 0,2 0 5 0,0-1-2 16,0 1 2-16,-6-1-5 0,-1 2 0 0,1-3-3 16,6 3 5-16,-1-1-4 0,-4-1-2 0,5 1 7 15,1-1-7-15,-9 2 3 0,8-1-1 0,1 2 1 16,-1 0 1-16,-6-1 0 0,5 0 2 0,1 1-1 16,-7-1 0-16,7 1-3 0,1 1 3 0,-1-1-3 15,0-1 2-15,-6 4 4 0,0-3-3 0,7 0-1 16,-1-1 1-16,3 2-3 0,2-2 2 0,2 0-1 0,-1 0 2 15,3 1-1-15,-1-1 1 0,2-1-2 16,-1 1 2-16,2-2-1 0,-2-1 1 0,-1 3 0 16,1 0 1-16,0 0-3 0,2-3 6 0,0 3 0 15,-5 0 7-15,2 0-11 0,-1 3 1 0,-1-3-2 0,3-3 3 16,-1 3 2-16,2 3 3 0,-1-6 5 0,0 3-5 16,3-1 5-16,-3 2-3 0,0-2-2 15,0 2 0-15,0 2 0 0,-2-6 1 0,-4 3-5 16,0 0 1-16,1 0 10 0,-4 0-4 0,0 3-1 0,1-6 2 15,0 6-3-15,0-6 3 0,2 6-1 0,-4-3 2 16,1 0-1-16,1 0-1 0,-1 1 0 0,1 0-1 16,-3 0 1-16,1 1-1 0,1-2-3 0,-7 1-1 15,1 0 0-15,0 2 3 0,-1-1-1 0,7 0-5 16,0-1 3-16,-5 0 3 0,-1 1-4 0,-2-1 1 16,2 2-1-16,0-2 1 0,0-1 3 0,-1 2-6 15,1-2 3-15,0 3 5 0,-2-2-4 0,2 0 4 16,0 1-5-16,-2-2-3 0,1 0 2 0,-2 1-1 15,1 0-1-15,3-1 5 0,-1 2-2 0,7-3 6 16,-8 0-4-16,8 2 0 0,-2 0 1 0,4-1-2 16,-2 0 0-16,2 0 1 0,-2 0-3 0,2 2-3 15,1-6 3-15,-2 4 0 0,2 0 1 0,2-1 2 16,0 0-1-16,-3 1 2 0,3-2-2 0,-3 1 7 16,5 0-2-16,-3-1 2 0,-1 2 1 0,2-3 1 15,1 2 2-15,1-3-5 0,1 1 0 0,-1 2 2 16,1-3-5-16,2 1 3 0,0 1-1 0,17 0-1 15,-18-1-3-15,14-1-1 0,-2 1 7 0,-13 1-9 16,2 0 0-16,17-1 2 0,-7 1-6 0,-10 2 5 16,-1-2-5-16,0 2 5 0,0-2-5 0,13-1 1 15,-14 1 1-15,3-1 3 0,-2 1 6 0,0 0-2 16,2 1 2-16,0-5-3 0,12 5 1 0,-1-5 3 16,-12 4 0-16,13-2 0 0,0 0 0 0,-13 1-3 15,15 0 0-15,-5-1 1 0,-8 1-1 0,12 0-2 16,-1 3-3-16,-14-3 1 0,12 0-3 0,-12 0 1 15,16-1-1-15,-16 0-2 0,13 2 6 0,-10-1-4 16,-1-1-5-16,10 2 15 0,-12-2-10 0,3 1 3 16,9 0-5-16,-12 2 3 0,2-1-3 0,0 1 5 15,12-5-3-15,-1 6 3 0,1-3-6 0,-12-1 6 0,10-1 6 16,-13 3-7-16,1-2 1 0,1 0 2 16,1 1-3-16,10-1 3 0,-14 1-3 0,0-2 2 15,-1 3 2-15,3-2 0 0,-4 2 6 0,3-1 0 16,-1 0-3-16,-3 0-2 0,-1 1 0 0,3 0-3 0,-5-1-2 15,3 0 7-15,-1 3-1 0,-1-1 3 0,1 0-5 16,-4 1 2-16,2 0 4 0,-3-4-1 0,2 3 1 16,-9 1-4-16,7 1 0 0,-7 1 7 0,1-2 1 15,-1 0-3-15,0 2 0 0,-1-4 0 0,-2 0-1 16,1 2 1-16,-1 0-4 0,-3 2-2 0,0 0 0 16,-2-2 1-16,-1-2-5 0,0 4 1 0,1-2 4 15,-4 0 0-15,0 0-2 0,-8 0 12 0,14 0-15 16,-9 0 2-16,-5 0 1 0,13 0 0 0,-13 0-1 15,15 0 0-15,-10 0-2 0,-5 0 14 16,13 0-16-16,-13 0 0 0,11 0 1 0,-11 0 0 16,8-4 12-16,-8 4-18 0,9 0 0 0,-9 0 0 0,0 0-3 15,14-1-17-15,-14 1-31 0,8 0-29 0,-8 0-45 16,0 0-55-16,0 0-66 0,7-1-299 0,-7 1-589 16,5-7 261-16</inkml:trace>
  <inkml:trace contextRef="#ctx0" brushRef="#br0" timeOffset="12855.84">15378 8045 162 0,'-4'5'183'0,"4"-5"-50"0,0 0-43 15,0 0-50-15,-4 4-70 0,4-4-67 0,-9 6-104 16,-3-5 47-16</inkml:trace>
  <inkml:trace contextRef="#ctx0" brushRef="#br0" timeOffset="-201245.47">15399 7790 7 0,'0'0'45'0,"0"0"-7"16,0 0 1-16,0 0-3 0,0 0 0 15,0 0 0-15,0 0 5 0,0 0 2 0,0 0 5 16,0 0-2-16,0 0 6 0,7-10 13 0,-7 10 2 0,0 0 8 16,0 0 8-16,5-6 2 0,-5 6-3 0,0 0 4 15,0 0-4-15,0 0-3 0,0 0-12 16,0 0-2-16,0 0 3 0,0 0-7 0,0 0-6 16,0 0-11-16,0 0-4 0,0 0-5 0,0 0-3 0,0 0-6 15,0 0 5-15,0 0 6 0,0 0 4 0,0 0-7 16,0 0-2-16,7 12-2 0,-7-12-1 0,2 4 0 15,-2-4-4-15,7 9 2 0,-7-9-2 0,4 4 5 16,-4-4-12-16,5 3-1 0,-5-3-1 0,7 6 2 16,-7-6-7-16,11 1 9 0,-1-1 2 0,6-1-6 15,12-6-23-15,6-5-59 0,26-14-75 16,26-17-186-16,15-9-354 0,6-8 158 0</inkml:trace>
  <inkml:trace contextRef="#ctx0" brushRef="#br0" timeOffset="-173800.75">14414 10177 16 0,'0'0'60'0,"0"0"-6"16,0 0-5-16,0 0-5 0,-3-8-8 0,3 8-6 15,0 0-12-15,0 0-7 0,0 0-15 0,0 0-9 16,0 0-12-16,0 0-21 0,0 0-51 0,0 0 23 16</inkml:trace>
  <inkml:trace contextRef="#ctx0" brushRef="#br0" timeOffset="-172912.19">17187 10320 100 0,'-4'-5'114'0,"4"5"-11"16,0 0-2-16,0 0-18 0,0 0-4 0,0 0-7 0,0 0-8 16,-1-8-3-16,1 8-8 0,0 0-10 0,0 0-4 15,0 0 0-15,0 0-8 0,0 0 7 16,0 0-10-16,0 0-1 0,0 0 4 0,0 0-14 16,0 0 1-16,0 0 6 0,0 0-2 0,0 0-5 0,0 0-4 15,0 0-7-15,0 0 5 0,0 0-4 0,0 0 5 16,0 0-4-16,0 0-1 0,0 0 2 0,0 0 0 15,0 0-3-15,0 0-5 0,0 0 0 0,0 0 1 16,0 0 2-16,0 0-6 0,0 0 4 0,0 0 4 16,0 0 0-16,0 0-3 0,0 0-2 0,0 0 0 15,0 0 4-15,0 0-2 0,0 0 5 0,0 0-10 16,0 0 4-16,0 0 4 0,0 0-4 0,0 0 1 16,0 0-9-16,0 0 14 0,0 0-9 0,0 0-2 15,0 0 1-15,0 0 6 0,0 0-5 0,0 0 4 16,0 0-6-16,0 0 3 0,0 0 5 0,4-8-7 15,-4 8-10-15,0 0-16 0,0 0-17 0,0 0-20 16,0 0-16-16,0 0-29 0,0 0-58 0,10 14-181 16,-9-7 80-16</inkml:trace>
  <inkml:trace contextRef="#ctx0" brushRef="#br0" timeOffset="-172205.84">22303 10209 64 0,'0'0'103'0,"0"0"-10"0,0 0-17 0,0 0-4 16,0 0-16-16,0 0-14 0,0 0-18 0,0 0-16 15,0 0-9-15,0 0-6 0,0 0-14 0,0 0-1 16,0 0-26-16,20 10-26 0,-16-6-79 0,4-1 36 15</inkml:trace>
  <inkml:trace contextRef="#ctx0" brushRef="#br0" timeOffset="-170498.28">12699 10989 36 0,'0'0'37'0,"0"0"-6"0,0 0-1 0,0 0-5 0,-2-14-4 15,2 14 2-15,0 0-3 0,0 0 0 0,0 0-7 16,0 0-6-16,0 0-10 0,0 0-41 0,0 0-46 16,0 0 20-16</inkml:trace>
  <inkml:trace contextRef="#ctx0" brushRef="#br0" timeOffset="-169111.64">13511 10349 18 0,'27'0'38'0,"-8"1"-5"0,2-2 6 0,-4 1-10 0,2-1 5 16,-6-1 2-16,-1 2 0 0,-4 0-9 0,3-1 3 15,-11 1-3-15,12-2 0 0,-12 2-2 0,11-1-9 16,-11 1 15-16,10-1-5 0,-10 1-9 16,0 0 6-16,6-2-6 0,-6 2 5 0,0 0-8 0,0 0-5 15,0 0-3-15,7-4 2 0,-7 4-6 0,0 0-7 16,0 0-2-16,0 0-2 0,2-8-6 0,-2 8-15 16,0 0-58-16,0 0-94 0,0 0 41 0</inkml:trace>
  <inkml:trace contextRef="#ctx0" brushRef="#br0" timeOffset="-168729.59">13748 10224 50 0,'96'2'56'16,"-8"0"-13"-16,-22 1-11 0,0-1-12 0,-4 0-24 16,5 2-30-16,23-6-35 0,-27-2 16 0</inkml:trace>
  <inkml:trace contextRef="#ctx0" brushRef="#br0" timeOffset="-154661.74">22385 16534 49 0,'-8'-2'110'16,"8"2"9"-16,0 0-14 0,-9-3 6 0,9 3-10 16,0 0 3-16,-5-5-1 0,5 5-3 0,0 0-7 15,0 0-2-15,0 0-4 0,0 0-4 0,0 0-4 16,0 0-3-16,0 0-6 0,0 0-8 0,0 0-2 15,0 0-11-15,0 0-1 0,0 0-3 0,0 0-6 16,0 0-4-16,0 0-2 0,0 0 2 0,0 0 5 16,0 0 6-16,9 20 5 0,-8-11-12 0,-1 3 1 15,0-4-9-15,4 4-1 0,-4 0-4 0,1-1-4 16,1 0 4-16,-1-2-3 0,0-2-1 0,2-1 2 16,-2 0-2-16,-1-6 10 0,4 9 2 0,-4-9 2 15,5 5-1-15,-5-5-4 0,13-3-1 0,-4-3-1 16,7-5-6-16,9-8-9 0,1-5-15 0,14-13-27 15,3-5-25-15,1-3-28 0,20-16-29 0,9 1-31 16,-8-1-33-16,-20 17-16 0,24-18-113 0,-20 27-327 16,4-1 144-16</inkml:trace>
  <inkml:trace contextRef="#ctx0" brushRef="#br0" timeOffset="-153912.1">21681 17457 65 0,'0'0'106'0,"0"0"1"0,0 0 14 15,0 0-3-15,0 0 6 0,0 0-3 0,0 0 9 16,0 0-9-16,0 0 1 0,0 0-8 16,0 0 2-16,0 0-3 0,0 0-9 0,0 0 0 0,0 0-8 15,0 0 0-15,0 0-7 0,0 0-4 0,0 0-6 16,0 0-4-16,0 0-4 0,0 0-5 0,0 0-2 15,0 0 3-15,0 0-4 0,0 0-5 0,0 0-3 16,0 0-2-16,0 0 0 0,0 0 10 0,0 0-9 16,0 0-5-16,5 22-3 0,-5-22-3 0,4 8 1 15,-2-1-1-15,2-2-2 0,-4-5-7 16,6 10 0-16,-3-4-4 0,1-1 3 0,-4-5-2 0,5 11 1 16,0-4-8-16,-5-7 9 0,9 11-15 0,-8-4 4 15,-1-7 0-15,8 15-7 0,-7-10 3 0,-1-5-13 16,5 8 4-16,-5-8 3 0,4 11-1 0,-4-11-3 15,4 7 4-15,-4-7-7 0,0 0 4 0,0 0 5 16,2 7 6-16,-2-7 1 0,0 0 5 16,0 0-3-16,0 0 5 0,0 0-5 0,7 10 7 15,-7-10-6-15,0 0 4 0,0 0 3 0,0 0-1 0,0 0 1 16,0 0-2-16,0 0-5 0,0 0-4 0,0 0 3 16,0 0-12-16,0 0-2 0,0 0 4 0,0 0-1 15,14-16-16-15,-5 12 17 0,2-2 2 16,3-3-4-16,3-1-1 0,10-3-7 0,-2-7-6 15,6 2-6-15,16-12-17 0,2-3-21 0,26-14-34 16,1-5-43-16,3-1-60 0,9-11-77 0,3 0-296 16,-2-5-603-16,14-16 267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22T07:09:33.15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24883 5141 63 0,'-10'-3'119'16,"1"2"-4"-16,0 0-12 0,-2-1 3 0,-2-1-1 15,4 1-15-15,0 0-9 0,0 0-13 0,9 2-12 16,-12-2-2-16,6-1-2 0,6 3-9 0,-9-1-2 16,9 1-8-16,-11-2-1 0,11 2-6 0,-8-2-3 15,8 2-2-15,0 0 4 0,0 0-5 0,-8-1-5 16,8 1 0-16,0 0-6 0,0 0 6 0,0 0-5 15,0 0 4-15,0 0-3 0,0 0 0 0,-12 0-10 16,12 0 5-16,0 0-8 0,0 0 1 0,0 0-5 16,0 0 7-16,0 0-2 0,0 0 3 0,32 5-4 15,-4-3 7-15,6-2 13 0,20 0-3 0,7-3-3 16,27-1-1-16,-21 1 1 0,26 0-3 0,3-2 3 16,0 0 1-16,-2-2 1 0,-2-1-3 0,-1 3 0 15,-23 0 1-15,-3 2-2 0,-2 2-4 0,-1-2-6 16,-3 3 3-16,-4-1-7 0,-3 1-10 0,-14 1-23 15,16-1-21-15,-18 0-29 0,5 0-35 0,-3 3-83 16,-2-2-221-16,0 1 98 0</inkml:trace>
  <inkml:trace contextRef="#ctx0" brushRef="#br0" timeOffset="382.97">27522 5123 27 0,'0'0'182'16,"0"0"-3"-16,-10-3-7 0,10 3-14 0,0 0-10 15,0 0-15-15,0 0-12 0,-7-2-12 0,7 2-12 16,0 0-7-16,0 0-9 0,0 0-7 0,0 0-10 16,0 0-9-16,0 0-4 0,0 0-2 0,0 0-7 15,30-8-2-15,-1 7-5 0,7 0-3 0,18-1-3 16,8-3-4-16,28-1-5 0,0-4 2 0,0 4-1 16,5 0 10-16,-1 3-12 0,2-4-25 0,0 1 0 15,-30 5 4-15,26-2-4 0,-27 1 4 0,-2 1 0 16,-3 1-6-16,-1 0-3 0,-4-2-6 0,-2 2-17 15,-1 0-17-15,-13 2-7 0,-3-1-18 0,2-2-20 16,-2 1 2-16,-2 1-9 0,-4 1-9 0,-2 0-20 16,-6-1-83-16,-9 0-234 0,1-1 104 0</inkml:trace>
  <inkml:trace contextRef="#ctx0" brushRef="#br0" timeOffset="1397.37">11020 6273 132 0,'0'0'116'0,"0"0"-15"0,-5-6-11 15,5 6-14-15,0 0 0 0,0 0-13 0,15-6 2 16,5 4-7-16,15-2 0 0,24-4-6 0,37-5-12 16,7-2 14-16,10 3-4 0,4-2 0 0,8-3-3 15,3 2-4-15,-3-2 7 0,-1 2-8 0,-9 2 4 16,-12 1-4-16,-9 5 2 0,-31 1-9 0,2 0-2 16,-4 1 1-16,4-2-2 0,-1 4-5 0,-5-4 0 15,-4 4 2-15,-1-1-6 0,-16 2 0 0,-1 1-3 16,0-2 1-16,-5 2-6 0,-1 1 5 0,-13 0-9 15,2 0-1-15,-11 0 2 0,5-2 1 0,-6 2-3 16,-8 0-7-16,13-1 5 0,-7 2-5 0,-6-1-4 16,9 0-9-16,-9 0-35 0,0 0-46 0,0 0-42 15,0 0-121-15,0 0-276 0,0 0 123 0</inkml:trace>
  <inkml:trace contextRef="#ctx0" brushRef="#br0" timeOffset="3150.06">23337 7657 7 0,'0'0'49'0,"0"0"-13"0,0 0-10 15,0 0-6-15,0 0-3 0,0 0-1 0,0 0 2 16,0 0-2-16,28 10 6 0,-9-5 7 0,11 1 14 15,4 0-16-15,17 0-3 0,4 3 6 0,8-5 3 16,30 2 9-16,4 0-6 0,12-8 2 0,2 2 13 16,10 2-9-16,5-2 0 0,8-4 2 0,4 5 2 15,6-2-2-15,11-1 6 0,-6 0 0 0,2 4-2 0,-1-5-2 16,1 0 8-16,-1 3-11 0,-1-2 3 16,-3 2-5-16,-7 2 4 0,-6-5-6 0,-8-1-3 0,-3-2-1 15,4 4 8-15,-3-3-8 0,-5-1 4 0,2-4 1 16,-1-2 0-16,-3 2 0 0,2 3 2 15,1-2-5-15,0-4-3 0,-3 3-1 0,-1-1-5 0,-10 4 1 16,-3-4-1-16,-6 4-3 0,-30 2-4 0,30 1 3 16,-32 0-4-16,-1 0-5 0,-1 1 1 0,-2 0-6 15,-4 0 3-15,-4 1-2 0,-14 2 0 0,-2-1 0 16,1-1 0-16,-4 2 0 0,-1-1 1 0,-4 1-2 16,-9-2 1-16,0 4-5 0,-7-2 6 0,1 0-4 15,-3-3-3-15,-4 3 1 0,-6 0 4 0,14 0-1 16,-7-2-4-16,-7 2 0 0,0 0 2 0,10 2-1 15,-10-2-3-15,0 0-1 0,7-4-3 0,-7 4-1 16,0 0 2-16,0 0-3 0,0 0-5 0,0 0-18 16,0 0-28-16,0 0-22 0,0 0-36 0,-42 4-44 15,14 0-124-15,-5 2-303 0,-5-1 134 0</inkml:trace>
  <inkml:trace contextRef="#ctx0" brushRef="#br0" timeOffset="4284.26">9861 8810 21 0,'60'3'68'0,"5"-3"-5"0,37-1 7 0,-2-5-8 15,2 1 0-15,4-1-4 0,-2 1 8 0,-5-4 1 16,6 2-4-16,-4 1-8 0,5-2 1 0,-5-1 2 15,-5 1-2-15,0 4-3 0,-7-2 3 0,-25 4-8 16,1-1 3-16,-2-2 2 0,1 1-8 0,-2 2-1 16,5-1 0-16,-2-2 1 0,-1-3-3 0,0 2-5 15,-4-3 4-15,0 1-9 0,-3 1 4 0,-3 0-11 16,-14 1 0-16,-6 0 6 0,-2 0-5 0,-10 2 0 16,-2-1-7-16,-8 3-13 0,2-2 14 0,-5 2-6 15,-1 0-6-15,-3 0 8 0,-5 2-2 0,13-2-4 16,-13 2-5-16,7-1 2 0,-7 1 1 0,0 0-5 15,9-3 5-15,-9 3-5 0,0 0-3 0,0 0 7 16,0 0-6-16,9-4 0 0,-9 4 2 0,0 0-9 16,0 0 5-16,0 0-33 0,0 0-34 0,7 10-35 15,-5-3-40-15,-2 0-88 0,4 1-249 0,-4 3 110 16</inkml:trace>
  <inkml:trace contextRef="#ctx0" brushRef="#br0" timeOffset="4820.55">16344 9017 25 0,'0'0'65'0,"10"0"4"0,-10 0 5 16,0 0 6-16,9 1 2 0,-9-1 2 0,0 0 2 15,0 0-7-15,0 0-9 0,0 0 1 0,0 0 7 16,0 0 5-16,0 0 7 0,-16-18 9 0,16 18 8 15,-5-3 1-15,5 3 3 0,-5-5-1 0,5 5-4 16,0 0-2-16,-4-6-7 0,4 6-6 0,0 0-7 16,-3-6-6-16,3 6-10 0,0 0-9 0,0 0-3 15,0 0-4-15,19-9-9 0,0 6-3 0,17-1-3 16,14 0-6-16,10-4-5 0,32 3 1 0,0 2-5 16,5-6-4-16,6-1 3 0,6 3-3 0,5-2 2 15,2 1-6-15,-1-2-1 0,9 3-3 0,4-5-2 16,6-2 7-16,8 3 1 0,9-1-6 0,1-3-1 15,2 5-2-15,-2-5 4 0,-2-1 1 0,-2 2 1 0,-1 3 3 16,-11-4-3-16,-5 1 2 0,-1 2 8 16,-4-4-3-16,-7 2 1 0,-4 2 3 0,-5-3-1 15,-8 1-1-15,-5-5 1 0,-32 11 2 0,0-1-8 0,0 0-1 16,-6 2-4-16,-4-2-3 0,-18 1-4 0,-2 5-26 16,-8 0-45-16,-9 1-75 0,-1 1-109 15,-9 0-186-15,-8 1-472 0,0 0 209 0</inkml:trace>
  <inkml:trace contextRef="#ctx0" brushRef="#br0" timeOffset="20073.78">13609 13998 126 0,'0'0'138'0,"0"0"-4"16,0 0-10-16,0 0-9 0,0 0-12 15,0 0-9-15,0 0-10 0,0 0-9 0,0 0 1 0,0 0-18 16,0 0-3-16,0 0-9 0,0 0-4 15,0 0-8-15,9 0-1 0,-9 0 2 0,14 0-5 0,1 1-6 16,4-2 5-16,10-1-3 0,3 1 0 0,3-2 1 16,17-2 2-16,-1 2-8 0,6-4 8 15,3-1-1-15,1 4-3 0,29-7 2 0,-25 4-3 16,31-4-1-16,-6 0-1 0,-27 5-6 0,4-1 0 0,25 0 4 16,-31 3-10-16,2-1 4 0,-3 3 0 0,-3-2-7 15,2 3 1-15,-6-3 3 0,-13 2-3 0,0 0 0 16,1 0 0-16,-3 2-4 0,-2-2 3 0,0 0 8 15,-3-1 8-15,-5 2 2 0,3-1 7 0,-10-1 4 16,-3 2 0-16,1-2 4 0,-5 1 0 0,-2 2 7 16,-3 0 5-16,2-2-1 0,-6-1 2 15,-5 3 8-15,12 0-6 0,-12 0 1 0,8-2-7 0,-8 2-2 16,0 0-9-16,9-1 1 0,-9 1-7 0,0 0-10 16,0 0-24-16,0 0-38 0,0 0-53 0,0 0-71 15,0 0-81-15,0 0-125 0,0 0-400 0,0 0 176 16</inkml:trace>
  <inkml:trace contextRef="#ctx0" brushRef="#br0" timeOffset="23417.97">20884 15467 8 0,'-16'-4'85'0,"-1"-2"12"16,-1 0-6-16,3-1 3 0,2 3 4 16,-3-3-3-16,1 0-13 0,-1 1 1 0,6-1 2 15,-3 3 5-15,3-1-6 0,-1 0 0 0,1 1-3 0,0-1-4 16,0 0-5-16,-2 3 1 0,2-4-3 16,0 4 7-16,1-1-4 0,0 1-8 0,1 0-4 15,2 0 1-15,6 2-7 0,-13-5-8 0,8 2-2 16,5 3-6-16,-9-1-5 0,9 1-4 0,-8-4-2 0,8 4 1 15,0 0-9-15,0 0 0 0,-6-3 0 0,6 3-6 16,0 0-1-16,0 0 2 0,0 0 2 0,0 0-3 16,37 6-3-16,-15-4 2 0,8-2 0 0,2 3-2 15,0-2 3-15,4-1-6 0,2 0-2 0,14 3-3 16,0-3 3-16,-12 0-3 0,13 0 1 0,0-4 2 16,-3 0-3-16,4 1 6 0,-1 2-7 0,2-2 2 15,-1 1 4-15,3-1-8 0,4 3 4 16,1-5 4-16,2 2 0 0,2-3-2 0,2 5 8 15,26-3-2-15,-2-4 6 0,-27 5 2 0,27 1-4 0,-2-4 2 16,-24 3-1-16,30-2 0 0,-4 1 3 0,-2 2-4 16,-26 2 9-16,33 3 1 0,-32-8 2 0,27-2 3 15,-3-1-3-15,-27 5 4 0,29-3 2 0,-31 2-9 16,1 0 5-16,2 2-4 0,-2-2-3 0,-4 1-4 16,-2-4 0-16,-5 4-2 0,-10-2 3 0,-2 3-3 15,2-4-4-15,-6 1-1 0,2 2 3 0,-4-3 1 16,1 4 2-16,-6-4-2 0,-6 3-1 0,-2 0 0 15,-5 2-3-15,-3 0-2 0,-3-1 1 0,0 1-2 16,-2 0-3-16,-6 1 3 0,13-2-3 0,-13 2-3 16,7-1-20-16,-7 1-25 0,0 0-36 0,0 0-31 15,0 0-45-15,0 0-35 0,-23 23-22 0,-1-10-178 16,-8 2-421-16,-1 2 187 0</inkml:trace>
  <inkml:trace contextRef="#ctx0" brushRef="#br0" timeOffset="24534.53">17297 16657 2 0,'0'0'26'0,"10"-1"10"15,-10 1 10-15,0 0-9 0,8-4 4 0,-8 4-4 16,0 0 5-16,0 0 5 0,0 0-10 0,0 0 7 16,0 0-2-16,0 0 2 0,0 0-5 0,-31 0 1 15,21 0 4-15,0-1-6 0,-3 1 7 16,3 1-7-16,-2 1 23 0,2-4-1 0,-2 2-12 0,0-1 16 16,2 1 8-16,-1 0-6 0,-1-2-2 0,3 2-6 15,-2-1-1-15,11 1 2 0,-14-1-5 0,14 1-5 16,-10-2-5-16,10 2 1 0,-9-1-17 0,9 1 6 15,0 0-3-15,-9-3-6 0,9 3 1 0,0 0-4 16,0 0 3-16,0 0-4 0,0 0 1 16,26-7 8-16,-7 2-7 0,-2 3-1 0,3-2-2 0,3 1-7 15,8-4 5-15,-1 2-3 0,5-1 4 0,-1-1-5 16,17-1 3-16,-2 0 0 0,-9 0 1 0,12 2 3 16,4-3-4-16,3 4 4 0,4-5 3 15,-2 3 0-15,3-1 1 0,24-3 3 0,-25 4-1 16,1-2 1-16,26 0-4 0,-28 2-2 0,3 0 0 0,31-4 1 15,-6 0-3-15,-26 4 3 0,32 0-2 0,1 0 3 16,-1-2 0-16,3 4 3 0,-2-5-5 16,2 6 2-16,0-6-1 0,-1 1 4 0,2-1 2 0,2 1-2 15,3 3-1-15,5-2 3 0,0-1 1 16,1 4-3-16,4-4 0 0,2 5-5 0,-6-4-1 16,5 5 2-16,0-1-4 0,-1-4 0 0,0 2-4 15,1-1 1-15,2 3-1 0,-6-9 1 0,7 8 3 16,-1-5 2-16,6 6-2 0,-1-2 5 0,1 3-3 15,-3-8-7-15,-2 3 5 0,0-3-2 0,3-2-3 16,-3 1-1-16,2 1-2 0,0-5-3 0,-5 4 6 16,2-1 1-16,-1 1-4 0,-1 2 4 0,1-4 0 15,-3 4 6-15,1-3 1 0,-7 0 9 0,3 6-11 16,-3-8 4-16,-2 9-7 0,1-5 0 0,-5 2 2 0,-1 2-3 16,-1 1 2-16,-2 1-2 0,-1 0-5 15,-2 2-2-15,-3-2 3 0,-2-1 2 0,-25 1 1 16,25 2 3-16,8 2 3 0,-34-1-1 0,2 2 0 15,25-3 4-15,-29-2-3 0,1 2-8 0,2 1 16 16,-2-1 1-16,-2 0-5 0,4 2-9 0,1-2 6 0,-3-1-1 16,1 0-3-16,-2 0 4 0,-4 3 4 0,-1-2-2 15,0 3-5-15,-7-3-6 0,-10 2 11 0,12-1-1 16,-16 1 0-16,-1-1 7 0,-1 2 0 16,0-4-5-16,-3 4 16 0,-2-3-25 0,0 1 8 15,-8 1-3-15,2-2-1 0,-4 2-1 0,2-2-3 16,-5 3-2-16,1 0 5 0,-6-2-2 0,-11 2 7 0,18 0-12 15,-18 0-6-15,11-1 6 0,-11 1 3 0,0 0-11 16,12-3 3-16,-12 3 3 0,0 0-10 16,0 0-2-16,0 0-17 0,0 0-25 0,0 0-55 15,0 0-67-15,0 0-74 0,-29 14-85 0,-2-9-242 16,-1 4-613-16,-9-7 271 0</inkml:trace>
  <inkml:trace contextRef="#ctx0" brushRef="#br0" timeOffset="29427.31">11433 16554 66 0,'-7'2'60'0,"7"-2"-10"0,0 0-18 0,0 0-12 16,0 0-9-16,0 0-9 0,0 0 0 0,0 0-6 15,-8 2 3-15,8-2-8 0,0 0 4 0,0 0-3 16,0 0 1-16,-5 5 9 0,5-5-14 16,-12 5-22-16,3 0-35 0,-4-2 16 0</inkml:trace>
  <inkml:trace contextRef="#ctx0" brushRef="#br0" timeOffset="29966.97">10310 16683 21 0,'-10'-3'164'0,"10"3"-16"0,-6-3-4 16,6 3-10-16,0 0-8 0,0 0-14 0,0 0-7 16,0 0-15-16,-10-1-4 0,10 1-11 0,0 0-5 15,0 0-9-15,0 0-3 0,0 0-8 0,0 0-7 16,0 0-6-16,0 0-5 0,0 0-2 0,0 0-6 16,0 0 4-16,0 0-10 0,30 1 10 0,-9 1-6 15,8 0 2-15,3 0 4 0,5-2-13 0,13 5 4 16,2-5-7-16,5 1 3 0,0 2-1 0,6-1-8 15,-1 1 8-15,33-3-1 0,-5 3-2 0,-1 4-2 16,-23-7-2-16,29 1-1 0,-2-1 4 0,-1 5-2 16,0-3-6-16,-24 0 6 0,29 0-4 15,-5 3 2-15,-2 1-3 0,-25-3 2 0,31 2 0 0,-4-5-2 16,-2 7-2-16,-27-7 0 0,35 4 2 0,-6-2-2 16,4 0 15-16,-2-1-15 0,0 2 5 0,3-3-9 15,-5 1 10-15,6-4-1 0,-3-1 0 0,-1 2-4 16,8-2 4-16,-4-3 6 0,5 4 0 0,-2-6-4 15,1 5-2-15,-3-3-1 0,-1 4 0 0,-2-6 1 16,-5 5 3-16,-26 0-4 0,2-2 2 0,25 0 4 16,-29 2 1-16,1-2 7 0,-2 0-3 0,-1 3 5 15,-3-3-2-15,-2 2 3 0,-15 2 1 0,10-2-3 16,-17 1-1-16,-3 2-3 0,1-4-2 0,-4 5 1 16,-9-2 1-16,-5 0-5 0,0 2-4 0,-2 0-13 15,-5 0-20-15,2 0-26 0,-9 0-24 0,7 4-40 16,-7-4-56-16,0 0-144 0,-17 22-342 0,-6-7 152 15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22T06:58:33.90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20363 6134 39 0,'0'0'187'0,"0"0"-2"0,0 0-9 0,0 0-10 0,0 0-2 16,0 0-4-16,0 0-8 0,0 0-10 16,0 0-6-16,0 0-5 0,0 0-11 0,0 0 1 0,0 0-5 15,0 0-6-15,0 0-1 0,0 0-3 0,0 0-3 16,0 0-4-16,0 0-1 0,0 0-2 0,0 0 3 15,-5-5-6-15,5 5 3 0,0 0-9 16,0 0-4-16,0 0 3 0,0 0-4 0,0 0-2 0,0 0 1 16,0 0-1-16,0 0-1 0,0 0-16 15,0 0-11-15,0 0 2 0,0 0 0 0,0 0-5 0,0 0 0 16,0 0-13-16,0 0 5 0,0 0-7 0,0 0-3 16,0 0-9-16,0 0 3 0,0 0-5 0,0 0-4 15,0 0-9-15,0 0 1 0,0 0-5 0,0 0-7 16,0 0-2-16,0 0-2 0,0 0-3 0,0 0 6 15,0 0-2-15,0 0 1 0,-1 25 3 0,2-13 5 16,-2-1 1-16,1 5-3 0,0 1 1 0,2-5-3 16,-1 0 6-16,2 4 13 0,-3-1-17 0,0 1 1 15,0-5 2-15,0 2-2 0,1-3 2 0,-1 2 1 16,0-1-6-16,2-2 0 0,-1 1 5 0,-4 0-6 16,5-3 7-16,-2 3-2 0,1-3-3 0,-1-7 4 15,-1 14 1-15,1-14-10 0,1 11-17 0,-1-11-1 16,0 8-20-16,0-8-9 0,1 8-15 0,-1-8-23 15,0 0-23-15,0 0-36 0,0 0-49 0,-4 6-74 16,4-6-257-16,0 0-573 0,-11-15 253 0</inkml:trace>
  <inkml:trace contextRef="#ctx0" brushRef="#br0" timeOffset="156.5">20263 5950 15 0,'0'0'121'0,"0"0"-27"0,0 0-22 0,0 0-32 15,0 0-36-15,0 0-22 0,0 0-37 0,0 0-59 0,0 0 25 16</inkml:trace>
  <inkml:trace contextRef="#ctx0" brushRef="#br0" timeOffset="417.11">20662 6089 139 0,'13'13'131'0,"1"0"-14"0,-3 1-6 0,-2-1-1 15,3 2 10-15,-5 2 1 0,1-2-16 0,-3-2 1 16,2 2 1-16,-4-1-2 0,0 3-1 0,-2-1-6 15,2 1-5-15,-3-2-8 0,-3 0 3 0,1 2-5 16,-2-1-6-16,-4 0-8 0,2-1-6 0,-3 2-6 0,-1 0-5 16,-3-3-7-16,0 1-19 0,-1-2-17 0,0 2-20 15,-1-2-32-15,-1-2-36 0,-1-1-49 16,2-1-35-16,-4 0-137 0,1-3-324 0,-1 1 143 16</inkml:trace>
  <inkml:trace contextRef="#ctx0" brushRef="#br0" timeOffset="688.1">20118 6116 183 0,'-7'-1'175'0,"7"1"-15"16,-13 1-19-16,13-1-8 0,-14 3-12 0,5 3-10 0,3 2-6 15,-2 3-7-15,-1 2-9 0,2 5-7 0,0 0-8 16,-2 1-11-16,3 7-7 0,0 0-3 0,3-1-2 16,2 1-7-16,3 0-1 0,1-7-5 0,3 7-4 15,2-2 1-15,2 1-9 0,0-4-19 0,4 1-32 16,-2-7-37-16,1 0-45 0,2-4-36 0,-1 2-122 16,0-2-285-16,0-2 126 0</inkml:trace>
  <inkml:trace contextRef="#ctx0" brushRef="#br0" timeOffset="973">20322 5874 160 0,'0'0'310'16,"0"-7"-35"-16,0 7-24 0,0 0-21 0,0-10-14 15,0 10-13-15,0 0-13 0,0 0-19 0,0 0-13 16,0-8-16-16,0 8-14 0,0 0-15 0,0 0-13 16,0 0-10-16,0 0-12 0,0 0-2 0,0 0-25 15,0 0-29-15,0 0-16 0,0 0-31 0,0 0-39 0,0 0-56 16,0 0-62-16,0 0-76 0,-3 28-130 0,2-18-418 15,1-10 185-15</inkml:trace>
  <inkml:trace contextRef="#ctx0" brushRef="#br0" timeOffset="1934.03">21394 6068 137 0,'0'0'161'0,"0"0"-9"0,0 0 0 0,0 0-13 15,0 0-9-15,0 0 4 0,0 0-15 0,0 0-7 16,-2-7-8-16,2 7-5 0,0 0-6 0,0 0-6 16,0 0-2-16,0 0-2 0,0 0-4 0,0 0 2 15,0 0-4-15,0 0 3 0,0 0 2 0,0 0-2 16,0 0 5-16,0 0-1 0,0 0-2 0,0 0 2 16,0 0-8-16,0 0-5 0,-2-8-9 0,2 8-7 15,0 0-7-15,-3-11-8 0,3 11 7 0,-2-11-13 16,0 5-2-16,2 6-2 0,-4-11-6 0,3 6 9 15,1 5 3-15,0 0-5 0,-2-12-4 0,2 12-1 16,-2-5-9-16,2 5 3 0,0 0-5 0,0 0-3 16,0 0-1-16,0 0-3 0,-3-6-3 0,3 6-2 15,0 0-6-15,0 0 0 0,0 0-2 0,0 0-1 16,0 0 4-16,8 34-2 0,-4-16 3 0,1 10 0 16,-1 1 3-16,-1 1-1 0,1 2-3 0,-1-1 16 15,-2-4-12-15,3 1 0 0,-4-2-1 0,3-2 1 16,-2-6-1-16,0 0 7 0,1 2-5 0,1-1 8 15,0-1-5-15,-2-2 2 0,0-4 5 0,-1-2-6 16,2 1-2-16,-2-1-1 0,0-1 1 0,0 1 3 16,1-4-2-16,-1-6 1 0,0 12-4 0,0-12-10 0,0 10-10 15,0-10-11-15,1 5-9 0,-1-5-19 16,0 0-20-16,0 0-40 0,0 0-54 0,-6 5-58 16,6-5-226-16,0 0-492 0,-22-16 219 0</inkml:trace>
  <inkml:trace contextRef="#ctx0" brushRef="#br0" timeOffset="2302.98">21228 6066 70 0,'-2'-7'179'0,"2"7"-20"0,0 0-9 0,10-14-13 15,-1 10-11-15,2-3-1 0,4 0-4 0,4 1-8 0,2 2-15 16,1 0-4-16,5 2-13 0,-7 1-8 0,10 1-9 16,-4 4-3-16,3 1-4 0,-4 3-11 0,1 2-1 15,-8 0-6-15,6 4-1 0,-3 3-3 16,-1 1 2-16,-2 4 2 0,-3-2-3 0,0 3-4 16,-2 3 11-16,-1-1 0 0,-3-1 1 0,-3 1-2 0,-1 0-3 15,-1-1 10-15,-2-5 4 0,-5 7 6 0,-2-2-3 16,-3 2 16-16,-4-3-1 0,-6 1-11 15,-1 0-3-15,-1 0-4 0,-2-3-9 0,-5-2 1 16,3 0-7-16,0-2-1 0,-2-4-5 0,1 0 0 0,4-5-1 16,3 0-7-16,-1-3-8 0,0-1-15 0,2-2-15 15,-1 1-18-15,6-1-31 0,1-2-50 0,0-2-55 16,2-3-52-16,5 2-195 0,-1-3-449 16,5 6 199-16</inkml:trace>
  <inkml:trace contextRef="#ctx0" brushRef="#br0" timeOffset="2584.15">21824 6261 315 0,'0'0'306'0,"6"-6"-14"16,-6 6-14-16,0 0-15 0,4-5-31 0,-4 5-27 15,0 0-16-15,0 0-24 0,0 0-10 0,0 0-24 16,0 0-13-16,0 0-6 0,0 0-8 0,0 0-8 16,8 15-9-16,-7-6-4 0,0 3-13 0,-1 2-7 15,0 1-3-15,-1 2-6 0,1 0-6 0,1-3-15 16,-1 2-10-16,-1 0-20 0,1-5-31 0,-1 1-22 16,-1 5-32-16,2-5-42 0,-2-2-52 0,2 2-51 15,-2-2-240-15,0 0-505 0,1-3 223 0</inkml:trace>
  <inkml:trace contextRef="#ctx0" brushRef="#br0" timeOffset="2732.09">21797 6123 3 0,'6'-4'73'0,"-6"4"-25"15,11 0-32-15,-11 0-40 0,17 9-25 0,-8-5 11 16</inkml:trace>
  <inkml:trace contextRef="#ctx0" brushRef="#br0" timeOffset="3186">22142 6250 31 0,'0'0'206'0,"0"0"0"16,0 0-9-16,0 0-3 0,0 0-8 0,0 0-3 15,0 0-4-15,0 0-7 0,-26-5-13 0,26 5-11 16,-14-3-16-16,5 3-15 0,-1-2-3 0,0 2-1 16,-2 0-12-16,3 2-5 0,3 1-7 0,-3-1-12 15,0 2-12-15,0 2-5 0,0 2-9 0,-1-1-5 16,2 2 1-16,2-1-14 0,1 3-3 0,1-1-4 16,-2-1-1-16,4-1-4 0,0 2 0 0,3-3 0 15,2 0-4-15,2 1-10 0,-1-3-7 0,2 3-2 16,2-2-8-16,-2-4 0 0,5 3-2 0,-4-3-2 15,3-2-2-15,3 0 5 0,-4 0 2 0,1-1 0 0,0-2-2 16,-3 0 5-16,3-2 1 0,-4 0 4 16,1 2 4-16,-4-3 3 0,3 2 1 0,-2-2 6 15,-4 6 2-15,7-7-2 0,-3 4 3 0,1-2-7 16,-5 5 0-16,4-5-7 0,-4 5 2 0,0 0-6 16,0 0 0-16,6-4-6 0,-6 4 1 0,0 0 0 15,0 0 4-15,7 10 0 0,-5-2 1 0,1 2 2 16,0 2 2-16,-1 4 5 0,-1 0 10 0,3 1 1 15,-3 2 7-15,-1-2 7 0,-1 1 1 0,1 0 4 16,-6-2 11-16,1 3 8 0,-2 0 7 0,-3 6-15 16,0-9 15-16,0 1-8 0,-1-2-8 0,-3-1-5 15,3 2-6-15,-3-4-1 0,2 5-25 0,-1-8-13 0,2 0-26 16,-5 1-31-16,5-4-31 0,1 0-40 16,1-1-61-16,0-3-55 0,1-1-260 0,1-1-549 0,7 0 244 15</inkml:trace>
  <inkml:trace contextRef="#ctx0" brushRef="#br0" timeOffset="3402.83">22279 6253 264 0,'7'-3'252'0,"-7"3"-29"15,0 0-22-15,5-7-17 0,-5 7-17 0,0 0-11 0,0 0-7 16,0 0-10-16,7 14-10 0,-7-14-14 0,1 13-11 15,2-4-11-15,-2 1-6 0,2 2-13 0,0-2-5 16,0 1-3-16,-3 3-7 0,4-3-17 0,-2 5-24 16,-2-4-51-16,0 0-49 0,0 1-52 15,1-1-48-15,-2 0-178 0,-3-1-390 0,1 0 172 16</inkml:trace>
  <inkml:trace contextRef="#ctx0" brushRef="#br0" timeOffset="3580.34">22235 6099 218 0,'0'0'232'0,"0"0"-33"0,0-10-43 16,0 10-39-16,0 0-57 0,0 0-41 0,0 0-31 15,0 0-26-15,0 0-43 0,0 0-64 0,0 0-158 16,27 13 70-16</inkml:trace>
  <inkml:trace contextRef="#ctx0" brushRef="#br0" timeOffset="3817.12">22488 6005 112 0,'0'0'285'16,"4"-8"-12"-16,-4 8-10 0,4-8-8 0,-4 8-2 16,0 0-12-16,0 0-13 0,5-3-21 0,-5 3-21 15,0 0-20-15,0 0-20 0,0 0-13 0,0 0-26 16,0 0-11-16,0 0-10 0,10 14 2 0,-7-3-9 15,-1 5-5-15,2 3-4 0,0 7-8 0,-1 1-4 16,2 2-4-16,-4-1-1 0,1 1-2 16,1-2-5-16,-2-1-5 0,1 0-4 0,-1-6-3 15,0-1-2-15,-1 2-4 0,0-3-4 0,0 0-24 16,1-3-20-16,-1-1-37 0,0-3-45 0,0 1-37 0,0-3-47 16,-1 1-39-16,1-3-40 0,-1 0-214 0,1-7-520 15,-3 9 231-15</inkml:trace>
  <inkml:trace contextRef="#ctx0" brushRef="#br0" timeOffset="4350.85">22410 6227 13 0,'0'0'205'0,"7"-6"-23"0,-7 6-14 0,14-6-18 15,-2 4-16-15,5-1-14 0,4-1-11 0,1 0-10 16,8-1-9-16,1 1-7 0,-2 0-9 0,2 0-8 15,-3-2-5-15,-1 4-8 0,0-1-5 0,-7 2-6 16,0-2-5-16,-8 1 2 0,0 0-9 0,1 0-4 16,-5 2 7-16,-8 0-7 0,13-1 0 0,-7-1 17 15,-6 2 18-15,9-2 16 0,-9 2 16 0,0 0 9 16,9-2-5-16,-9 2-10 0,0 0-7 0,0 0-2 16,0 0-5-16,0 0 1 0,-29 3-6 0,16-2-4 15,0 2-6-15,6 0 4 0,-5 2-5 0,-2 2-5 16,0 3-6-16,-1 2 1 0,2-1-8 0,-1 1 0 15,-3 2-3-15,4-1-1 0,-1 3-1 0,3-1 2 16,2-1-8-16,1-4-12 0,3 2 0 0,1-2-3 16,2 0 1-16,0-1 0 0,4 1-3 0,-4-1-2 0,5-2 3 15,-3-7 0-15,6 12 3 0,1-8-5 16,5-2-3-16,0 2-1 0,2-4-6 0,5-2 1 16,0 0 0-16,1-5 0 0,0 1-2 0,6-4 1 15,-2-1-2-15,-10 0-1 0,2 2-2 0,-3-1 2 16,1 1-1-16,-2-3-4 0,-3-2-3 0,1 3 2 15,0-3-2-15,-5 4 0 0,1-2 3 0,-3-1 2 16,0 4 17-16,2 0 6 0,-4 4 2 0,-1 5 2 16,3-10-5-16,-3 10-2 0,4-7-8 0,-4 7 3 15,2-5-4-15,-2 5-5 0,0 0 5 0,0 0 4 0,0 0 6 16,0 0 10-16,0 0-7 0,3 23-4 16,-6-14 1-16,3 1-4 0,0 1 0 0,0-1-1 15,0 1 0-15,3 1 8 0,-1 1-38 0,-2-2-25 16,3 0-49-16,0 0-54 0,0-1-72 0,2-1-57 0,-1 0-229 15,3-1-547-15,-5-2 243 0</inkml:trace>
  <inkml:trace contextRef="#ctx0" brushRef="#br0" timeOffset="4600.85">23107 5984 16 0,'1'-12'330'0,"-1"0"-12"15,0 3-7-15,0 3-15 0,0 6-18 16,1-11-23-16,-1 11-28 0,5-7-21 0,-5 7-26 0,0 0-20 16,0 0-15-16,0 0 0 0,0 0 6 0,0 0-16 15,0 0 6-15,9 34-4 0,-6-14-11 16,1 5-6-16,-2 1-2 0,1 1-18 0,-3-1-5 16,1 0-3-16,1 1-17 0,0-1 0 0,-2-1-25 15,0 0-9-15,1-1-34 0,-1-5-46 0,2 1-59 0,-2-1-59 16,-2-2-70-16,2 1-69 0,0 0-290 0,-1-3-635 15,1 0 282-15</inkml:trace>
  <inkml:trace contextRef="#ctx0" brushRef="#br0" timeOffset="4900.33">23755 5871 318 0,'1'-10'394'0,"0"3"-17"16,-1 0-36-16,0 7-24 0,4-9-26 0,-4 9-16 16,1-7-33-16,-1 7-2 0,0 0-52 0,0 0-13 15,0 0-14-15,0 0-8 0,0 0-8 0,7 18-8 16,-7-7-19-16,0 8-15 0,2 7-13 0,0 0-4 16,-2-3-6-16,0 2-9 0,0-4-10 0,3-2-8 15,1 6 1-15,-4-6-4 0,3 7-5 0,-2-7-4 16,2-3-4-16,-2 4-8 0,3-3-19 0,-4 0-7 15,2-2-42-15,0 2-36 0,-1-5-45 0,-1-2-29 16,0 1-26-16,1 0-41 0,-2-5-40 0,1-6-32 16,0 12-28-16,-1-6-193 0,1-6-551 0,-7 6 244 15</inkml:trace>
  <inkml:trace contextRef="#ctx0" brushRef="#br0" timeOffset="5167.46">23635 5960 2560 0,'-3'-17'26'0,"2"1"9"0,0 4-13 0,-2 3-17 0,3-1-4 16,1 3 5-16,4-1-5 0,5-2 12 16,1 3 9-16,5 0 15 0,2 0 3 0,3 0-7 15,7 4-2-15,0 1-3 0,4 4-4 0,1 3 0 16,0 2-4-16,-2 2 0 0,1 5 2 0,-3 2 6 16,-1 0-1-16,-2 5-3 0,-5-3 6 0,-2 5 6 0,-4 0 1 15,-2 0-1-15,-7 1 6 0,-1 5 3 16,-5-2 2-16,-2-3 0 0,-2 1 7 0,-1-6 2 15,-3-1-2-15,-3 0 9 0,-5 2-1 0,0 1-2 16,-5-1-4-16,-1-1 0 0,-3-2-9 0,-1-2-6 0,-3 2-6 16,5-3-15-16,-1-1-12 0,5-5-21 15,2-1-30-15,0 0-39 0,0-4-40 0,5 1-41 16,0-2-81-16,1-2-309 0,12 0-598 0,-18-3 265 16</inkml:trace>
  <inkml:trace contextRef="#ctx0" brushRef="#br0" timeOffset="5574.29">24323 5957 157 0,'-6'-6'306'0,"-2"3"-3"16,2 1-16-16,-3-1-10 0,0 2-22 15,9 1-21-15,-19 1-19 0,11 2-23 0,-1 1-17 16,2 3-22-16,-1 1-14 0,-1 1-14 0,1 1-14 15,2 5-8-15,1 1-15 0,1 0 1 0,4-3-13 0,-1 0-10 16,2 0-4-16,2-1-11 0,0-1-5 0,4 1-4 16,-2-2-6-16,1-2-9 0,-1 0-6 15,2-1-4-15,-2-3-4 0,0 0-3 0,1-1-3 16,-1-1 1-16,-5-2 3 0,13-1 0 0,-13 1-2 0,14-4-1 16,-10-1 5-16,1 1 2 0,0-4-4 0,-1 0-4 15,0-2 5-15,1-1-7 0,-1 0 3 0,-1 1 4 16,-2 1 3-16,1 2 0 0,-2 0 5 0,2 0-1 15,-2 7 1-15,2-10-8 0,-2 10-3 0,2-5-1 16,-2 5-8-16,0 0-1 0,0 0 2 16,0 0 4-16,0 0 9 0,0 0-6 0,0 0 4 15,5 20-1-15,-3-8 1 0,0-1-5 0,-1 1 8 0,1 4-4 16,1 0 0-16,1 1-6 0,-2-5-29 0,1-1-30 16,-1 5-44-16,-2-4-53 0,3 0-65 0,2-2-64 15,-2 0-257-15,1-2-581 0,0-3 257 0</inkml:trace>
  <inkml:trace contextRef="#ctx0" brushRef="#br0" timeOffset="5834.44">24502 5860 228 0,'0'-11'331'0,"3"0"5"15,-3 2-7-15,0 9-22 0,0-10-11 0,0 10-43 16,0-6-27-16,0 6-22 0,0 0-18 0,0 0 1 15,0 0-10-15,0 0-1 0,0 0-4 0,8 29-10 16,-7-10-10-16,1 7-16 0,1 0-13 0,-2-5-6 16,2 6-7-16,-2 0-4 0,2-2-11 0,-3 3-10 15,0-9-8-15,-2 6-6 0,2-5-2 0,-1-2-9 16,2 0-17-16,-2-2-32 0,2 0-46 0,1-3-56 16,-4 0-47-16,2-1-48 0,-1-1-58 0,-1-1-55 15,0 0-53-15,-3-1-228 0,1-1-629 0,-1-4 278 16</inkml:trace>
  <inkml:trace contextRef="#ctx0" brushRef="#br0" timeOffset="6350.05">24412 6006 257 0,'0'-9'249'0,"0"9"-25"15,0 0-22-15,6-8-22 0,0 7-17 0,7-3-15 16,5 1-16-16,10-2-12 0,2-1-11 0,4 0-13 15,-1-1-8-15,2 1-11 0,1 1-3 0,-4 0-11 16,1 0-6-16,-4 1-5 0,-1 3-6 0,-7-3-4 16,-2 0-9-16,-8 4-5 0,2-2-2 0,-3 2-6 15,-2-2 1-15,-8 2-2 0,13-4 0 0,-13 4 8 16,7 2 4-16,-7-2 8 0,0 0-3 0,0 0-3 16,0 0-2-16,0 0-3 0,0 0-2 0,0 0-3 15,-24 12 4-15,10-7-5 0,0 6 2 0,0-2 6 16,-1 4 2-16,0-2 6 0,-1 2 2 0,1 2 0 15,-4 6 3-15,1 1-2 0,5-1 2 0,0-5 3 16,3 0-9-16,0 1-4 0,2-1-3 0,0 0-5 16,3 0 0-16,4-5-6 0,1 2 2 0,0-2-3 0,1-2 0 15,1-2-1-15,0-1-2 0,4 1-1 16,3-2 9-16,-2-1-12 0,3-3-1 0,1-2-2 16,2-1-5-16,1-2-1 0,2-2-3 0,0-4 0 15,-1 2 0-15,-3 0 0 0,3-5-2 0,-4 1 0 0,1-1 3 16,-3 3 3-16,0-6-6 0,0 6-1 15,-4-5 1-15,-1 4-1 0,0 1 10 0,-1 0-1 0,-1-2 7 16,1 6 4-16,0 2-1 0,-3 4 2 16,2-9-2-16,-2 9-7 0,4-7-2 0,-4 7 0 0,0 0 6 15,0 0 4-15,0 0 5 0,0 0 4 0,0 0-5 16,6 19 11-16,-6-10-8 0,-1 2-3 0,1 1-1 16,0 1-2-16,0-3-1 0,0 5-13 15,1 1-34-15,-1-6-36 0,0 4-54 0,0-4-68 16,4-1-87-16,-3 1-257 0,1-3-578 0,0-3 255 0</inkml:trace>
  <inkml:trace contextRef="#ctx0" brushRef="#br0" timeOffset="7853.87">26398 5711 122 0,'-2'-9'328'0,"2"9"-25"0,0 0-23 16,0-11-18-16,0 11-14 0,0-7-10 0,0 7-17 15,0 0-10-15,0 0-20 0,0 0-23 0,0 0-26 16,-2-8-15-16,2 8-12 0,0 0-20 0,0 0-14 15,0 0-12-15,0 0 0 0,0 0 0 0,6 39-6 16,-4-13-3-16,-1 1-3 0,-1 4-3 0,1-3-6 16,0 1-5-16,-2 0-2 0,1-3-5 0,0 3-5 15,0-10-2-15,0 1-3 0,1 4-8 0,1-6-1 16,1 3 9-16,-3-4-9 0,0 1-4 0,0-6 2 16,0 4-5-16,0-5-20 0,4 5-24 0,-6-4-20 15,2-2-35-15,2-1-33 0,-6 1-37 0,1-1-45 16,1 0-34-16,0-4-32 0,-3 1-191 0,1-2-499 15,4-4 221-15</inkml:trace>
  <inkml:trace contextRef="#ctx0" brushRef="#br0" timeOffset="8151.21">26262 5731 92 0,'-3'-9'248'0,"-2"2"-14"16,3 2-23-16,2 5-19 0,-5-10-18 0,5 10-15 15,-2-8-19-15,2 8-13 0,0 0-15 0,14-6-15 16,-3 4-5-16,12 4-8 0,8 1-10 0,3 3 0 16,2 1-9-16,2 2-8 0,12 7-6 0,-17-2-6 15,-1 1-5-15,-1 2-2 0,-4-1-5 0,-4 4-3 16,-2 2-2-16,-4-1 13 0,-6 4 0 0,-5 0-2 16,-1 1-2-16,-8 0 2 0,-3 3 3 0,-3-1-5 0,-2-1 2 15,-5 1 1-15,-1-5-6 0,-4 3-2 16,-4-4-4-16,0-2-1 0,-2 0-2 0,-2-2-1 15,1-3-5-15,-2 0 0 0,-1-2-5 0,-2-3-13 16,5-1-19-16,1-3-21 0,4-2-29 0,3-1-44 16,2-1-37-16,2-2-33 0,5-2-48 0,-3 2-150 0,6-1-411 15,8 1 182-15</inkml:trace>
  <inkml:trace contextRef="#ctx0" brushRef="#br0" timeOffset="8401.26">26775 5936 303 0,'2'-4'308'0,"-2"4"0"0,6-8-6 0,-6 8-10 16,2-7-12-16,-2 7-21 0,0 0-44 0,0 0-10 16,0-10-26-16,0 10-23 0,0 0-15 0,0 0-20 15,0 0-17-15,0 0-8 0,0 0-3 0,0 0-9 16,9 21-2-16,-7-11-18 0,4 2-4 0,-4 5-4 15,1 2-3-15,0-2-2 0,-1 2-15 0,0-2-4 16,2 3-8-16,-2-1-32 0,-1-2-34 0,1-2-29 0,-2 3-38 16,0-2-46-16,-2 0-51 0,2-2-62 15,-3-2-240-15,1-1-550 0,-4 1 243 0</inkml:trace>
  <inkml:trace contextRef="#ctx0" brushRef="#br0" timeOffset="8557.84">26777 5732 28 0,'0'-7'146'0,"0"7"-59"0,0 0-30 0,0 0-27 0,0 0-28 16,0 0-61-16,21 16-63 0,-15-10 28 0</inkml:trace>
  <inkml:trace contextRef="#ctx0" brushRef="#br0" timeOffset="8972.4">27067 5864 106 0,'0'0'231'0,"-29"4"-5"0,18-3-6 16,0 3-4-16,2 0-8 0,-2 0-16 0,-5 1-13 15,5 1-20-15,-5 2-7 0,1 2-12 0,1 1-13 0,1 2-15 16,6-4-13-16,0 1-8 0,0 0-13 0,3 0-8 15,1-1-6-15,-1-2-6 0,4 3-4 16,0-3-9-16,0-7-3 0,4 13-9 0,1-8-4 16,-1-1-3-16,6 2-6 0,-2-4 2 0,-1-2-4 15,2 1-1-15,3-2 2 0,-4-1-1 0,1-1-3 0,1-1 6 16,-4 2 10-16,-1-2 4 0,-1 0-5 16,0-2-1-16,-4 6-3 0,7-10 3 0,-2 8-3 15,1-2 5-15,-6 4-4 0,3-6-8 0,-3 6-4 16,0 0-1-16,4-5-11 0,-4 5 1 0,0 0-2 15,0 0 0-15,0 0 0 0,13 18-2 0,-8-7 4 0,-2 4 3 16,5 10 2-16,-5-6 3 0,-3 8 7 0,2-2-3 16,-7 1-2-16,1-1 6 0,0-7 3 15,2 8 1-15,-4-7 11 0,0 4 2 0,-1-5 1 16,-4 5-5-16,2-7 2 0,-4-2-4 0,2 3-3 0,-3-3-17 16,0 0-17-16,0-4-15 0,1 2-34 0,-3-3-34 15,5-2-40-15,-3-3-52 0,4-2-69 0,-1 0-267 16,-3-4-558-16,5-1 247 0</inkml:trace>
  <inkml:trace contextRef="#ctx0" brushRef="#br0" timeOffset="9186.02">27135 5897 2843 0,'9'-6'268'0,"0"-2"-119"0,-4 3-85 15,-1 1-31-15,-4 4-20 0,9-5-2 0,-5 2-5 16,-4 3-1-16,7-5 0 0,-7 5-5 0,0 0 5 0,0 0 11 15,0 0 1-15,9 12 3 0,-9-4 1 0,2 2-2 16,0 3-4-16,0 2 2 0,-2 4-2 0,3-2-2 16,-3 2 0-16,0-1 4 0,2-1-4 0,0 1-2 15,4-1-27-15,-6 2-27 0,4-5-41 0,0 4-42 16,-2-7-57-16,1 1-51 0,1 1-254 0,-4-4-528 16,0 0 234-16</inkml:trace>
  <inkml:trace contextRef="#ctx0" brushRef="#br0" timeOffset="9338.27">27068 5792 160 0,'0'0'131'0,"0"0"-52"15,0 0-47-15,0 0-16 0,4-7-12 0,-4 7-29 16,9-2-42-16,3 2-71 0,0-1 32 0</inkml:trace>
  <inkml:trace contextRef="#ctx0" brushRef="#br0" timeOffset="9567.75">27459 5677 240 0,'4'-4'252'0,"-4"4"2"0,5-6-1 16,-5 6 3-16,0 0-8 0,4-4-5 0,-4 4-21 15,0 0-22-15,0 0-23 0,0 0-18 0,0 0-20 16,0 0-12-16,0 0-7 0,0 0 2 0,11 21-13 15,-9-5 2-15,1 3 0 0,-1 9-3 0,-2 2-9 16,0-2-17-16,0 1 8 0,0 1-6 0,3-3-13 16,-2 0-6-16,-1-8 2 0,0 8-12 0,1-9-10 15,-1 0-4-15,1 1 1 0,0 1-23 0,1-8-23 16,-2 1-36-16,0-2-41 0,0 0-44 0,0-2-47 16,0-4-58-16,0-5-51 0,0 13-42 0,0-13-170 15,-4 5-534-15,4-5 237 0</inkml:trace>
  <inkml:trace contextRef="#ctx0" brushRef="#br0" timeOffset="10068.82">27236 5871 174 0,'18'-8'197'16,"-5"4"-19"-16,8-1-19 0,10-2-13 0,5 0-18 15,2 0-10-15,14-2-11 0,-2 0-14 0,-11 2-11 16,-2 1 8-16,-2 3-24 0,-1-4-8 0,-2 4-3 15,-4 1-7-15,-7 1-5 0,-2-2-5 0,-6 2-2 16,1 1-4-16,-3-3-1 0,-5 2 16 0,2 1 26 16,-8 0 15-16,0 0 27 0,12 0 14 0,-12 0 9 15,0 0-11-15,0 0-9 0,0 0-16 0,0 0-4 16,0 0-11-16,0 0 0 0,-33 4-8 0,21-1-3 16,-5 3-11-16,2 2-6 0,-2 2-6 0,3 2-2 15,-3 1 1-15,5 0-7 0,-3 1-7 0,3 1 2 16,-1 0-7-16,4 0-4 0,5-4-5 0,-1 0 3 15,4 1-5-15,-1-2-5 0,4 3 1 0,3-4-6 16,-2 2 2-16,4-5 2 0,-1 4-3 0,3-3-4 16,1-3-1-16,0-1 0 0,1 2-5 0,3-4 0 15,-1-2-5-15,1-2-3 0,4-1-2 0,-4 2 1 16,-4-2 0-16,-1 0-2 0,1-2 3 0,1-1-2 16,-2 0 2-16,-2-2-4 0,-1 1-1 0,-2-1 1 15,-1 0-2-15,1 0 0 0,-3 3 2 0,2-1 1 16,-3 7 2-16,0-11 5 0,0 11 4 0,1-7-4 15,-1 7 0-15,0 0-3 0,2-7 2 0,-2 7-6 0,0 0 3 16,0 0 1-16,0 0 2 0,0 0 5 16,0 0 2-16,0 0-1 0,2 22 1 0,-2-12 0 15,0 0-2-15,0 2-1 0,5-5-5 0,-4 3-20 16,3 1-22-16,-4-3-45 0,2 4-40 0,0-4-59 16,4 1-61-16,-3-2-259 0,-3-7-550 0,4 9 243 15</inkml:trace>
  <inkml:trace contextRef="#ctx0" brushRef="#br0" timeOffset="10300.68">27982 5659 2421 0,'0'-27'115'0,"0"9"-19"0,-2 2-19 16,2 4 35-16,-3 3 9 0,6 0-8 0,-3 2-15 15,0 7-13-15,-3-9-21 0,3 9-10 0,0 0-4 16,3-7-13-16,-3 7 8 0,0 0 3 0,0 0 19 15,-3 32-3-15,8-7-1 0,-2 2 1 0,-2 3-5 16,0 0-1-16,0 3-9 0,1-2 0 0,-1 1 2 16,1-1-11-16,0 0-1 0,-4-2-22 0,4 1-48 15,3-4-48-15,-5 2-59 0,0-2-72 0,1-1-73 16,1 3-287-16,-1-7-616 0,-2-3 272 0</inkml:trace>
  <inkml:trace contextRef="#ctx0" brushRef="#br0" timeOffset="10735.28">28242 6087 60 0,'7'-17'294'0,"7"-7"-18"0,-1-1 3 0,5 1-16 0,0-3-20 15,0 0-9-15,5 1-10 0,-6-4-14 0,4 0-26 16,-4 1-17-16,4-3-15 0,0 2-14 0,-2-2-13 15,-1 3-12-15,-4 0-10 0,0 0-8 16,-4 1-12-16,2 2-8 0,-3 2 6 0,-5 6-15 16,-2 7 2-16,2 0 17 0,-1 3 10 0,-2-2 4 0,0 4 0 15,-1 6-13-15,2-8-6 0,-2 8-12 0,0 0-8 16,0 0-9-16,0 0-2 0,-13-4-15 16,13 4 2-16,-23 15-19 0,2 1 1 0,0 1-9 15,5-4-20-15,2 1-2 0,-1-1-14 0,6 2 0 0,0 1-4 16,4 1 6-16,1-1-14 0,4 0-18 0,1 2 1 15,4-1-3-15,5 0-3 0,6 6-4 16,3-6 0-16,1 2 2 0,3-2-4 0,0 2 0 0,0-4 4 16,1 0 7-16,-7-2 2 0,-1-1 0 0,-2-1 1 15,-4-2-5-15,0 3 2 0,-2-2 7 0,-2-1-3 16,-2 1 6-16,-2-2 6 0,-2 1 10 0,-2 0 5 16,-4 0 5-16,-1 1 10 0,0-1 5 0,-4-1 2 15,-5 2-3-15,5-3 1 0,-1 0-6 0,-3 1-9 16,1-4-18-16,4 1-30 0,-1-3-37 15,2 1-51-15,3-1-54 0,6-2-183 0,-13-2-427 0,13 2 190 16</inkml:trace>
  <inkml:trace contextRef="#ctx0" brushRef="#br0" timeOffset="10950.97">28783 5750 39 0,'3'-6'355'0,"-3"6"-39"0,2-10-20 16,-2 10-8-16,3-6-18 0,-3 6-11 0,4-6-18 15,-4 6-24-15,0 0-23 0,0 0-26 0,0 0-13 16,0 0-17-16,0 0-5 0,0 0-17 0,4 25-3 16,-3-12-12-16,-2 2-5 0,-1 1-14 0,2-1-2 15,3 0-7-15,-2 2-11 0,2-1-2 0,-2 1-12 16,1-3-27-16,1 0-45 0,0 1-41 0,-2-1-44 16,3-4-49-16,-3 2-51 0,0-2-59 0,1 2-247 15,-2-2-558-15,0-10 248 0</inkml:trace>
  <inkml:trace contextRef="#ctx0" brushRef="#br0" timeOffset="11110.49">28736 5569 134 0,'-2'-9'314'0,"0"3"-57"0,2 6-51 16,-5-8-45-16,5 8-51 0,-4-5-28 0,4 5-36 15,0 0-42-15,0 0-59 0,2 26-156 0,-4-12-226 16,6 3 100-16</inkml:trace>
  <inkml:trace contextRef="#ctx0" brushRef="#br0" timeOffset="11551.14">29083 5731 45 0,'-9'-6'273'0,"3"2"0"0,0 2-7 0,6 2-11 16,-13-4-20-16,13 4-22 0,-9-2-20 0,9 2-15 16,-11 1-23-16,11-1-12 0,-13 5-16 0,4 0-11 15,0 2-13-15,0-1-12 0,3 3-9 0,1-2-3 16,1 3-16-16,1 0-6 0,1-1-4 0,-1-2-1 16,3-7-16-16,3 13-5 0,-3-5-5 0,0-8-7 15,3 11-9-15,0-5-3 0,1-1 2 0,-4-5-4 16,9 6 0-16,-5-3 1 0,-4-3-5 0,10 2 4 15,-10-2-2-15,10 2 1 0,-10-2 3 0,9-4 2 16,-9 4 2-16,10-3 5 0,-10 3-1 0,8-5-5 16,-8 5 4-16,6-4 4 0,-6 4-4 0,0 0 3 15,7-5-7-15,-7 5 3 0,0 0-5 0,0 0-5 16,0 0-4-16,9 0-3 0,-9 0 3 0,0 0-1 16,10 11-1-16,-4-4 2 0,1 4 1 0,3 3 1 15,-4-4-4-15,-2 6 0 0,0 2-1 0,0-2 7 16,-1 0 2-16,-2 2 7 0,0 0 0 0,-2-1 5 15,1 1 0-15,-3-1 6 0,-1 1 6 16,-2 3 1-16,-2-6 2 0,-2 2 3 0,0-1-2 0,-3-1-4 16,-4 4 0-16,6-4-17 0,-4-3-12 0,0 0-17 15,-2-1-25-15,0-3-33 0,-1-1-49 0,1-1-67 16,5-4-58-16,-1 2-249 0,-5-2-538 0,5-4 238 16</inkml:trace>
  <inkml:trace contextRef="#ctx0" brushRef="#br0" timeOffset="11934.23">29213 5795 218 0,'4'-3'261'0,"-4"3"-29"0,5-3-23 16,-5 3-12-16,0 0-10 0,0 0-8 0,10 6-13 16,-7 0-6-16,0-1-8 0,0 4-16 0,1 1-13 15,-2 0-13-15,2 1-7 0,-3-4-16 0,2-1-5 16,0 2-7-16,-2-2-7 0,-1-6-6 0,2 8-6 15,-2-8-6-15,2 6-1 0,-2-6 19 0,0 0 12 16,0 0 17-16,1 8 15 0,-1-8 9 0,0 0 20 16,0 0 1-16,0 0-16 0,0 0-10 0,0 0-16 15,0 0-7-15,5-25-20 0,-2 12-8 0,3-1-12 16,-1-1-2-16,3-3-20 0,3-5-1 0,-2 6-20 16,0 2 1-16,3-2-6 0,-1 4-1 0,-1 6-6 15,3-5 3-15,-4 5-5 0,-1-1-2 0,0 3 5 16,2 2-4-16,-4 2 9 0,-6 1-15 0,14 1 14 15,-6 2-15-15,-1 3 0 0,1 2 0 0,-3 2-6 16,0 1 19-16,3 4 5 0,-3 0-8 0,-2-3 7 16,1 5-2-16,-2 0 5 0,-2-4 0 0,3 2-22 15,-3-2-17-15,0-1-43 0,1-1-32 0,-1-1-46 16,-1 2-56-16,1-2-64 0,0-3-56 0,-2 0-216 16,2-7-588-16,0 0 260 0</inkml:trace>
  <inkml:trace contextRef="#ctx0" brushRef="#br0" timeOffset="12285.8">29624 5702 211 0,'-11'-1'247'16,"-2"2"-14"-16,1 2-7 0,-1 1-8 0,-3 4-10 16,0 0-12-16,5 1-15 0,1 2-16 0,-3 3-10 0,4-3-16 15,3 1-13-15,1-3-16 0,0 2-6 16,2 0-12-16,2-3-9 0,4 2-10 0,-1-1-2 15,2-2-6-15,2 0-7 0,1-1-8 0,2 0 1 16,1-3-10-16,0-2-5 0,0-1-5 0,4-2-5 16,-2 0 1-16,-1-4-4 0,2 3 0 0,-5-3 4 0,2 0-1 15,-2-1 9-15,-2-2 1 0,-1 1-2 16,-1 0-1-16,1-1-6 0,-2 1 10 0,0 1 12 16,-1 0 11-16,-2 7 5 0,2-10 13 0,-2 10-8 15,3-8-3-15,-3 8-7 0,0 0-1 0,1-7-6 16,-1 7-5-16,0 0-9 0,0 0-7 0,0 0 1 0,0 0 0 15,0 0 5-15,3 23-7 0,-3-14-1 16,0 3-3-16,-2-2-5 0,2 2 1 0,2 0-3 16,-1 0-24-16,-1-2-27 0,3 2-34 0,-2-3-50 15,1 2-58-15,1-3-71 0,1 0-67 0,-3-2-276 16,-1-6-635-16,10 6 281 0</inkml:trace>
  <inkml:trace contextRef="#ctx0" brushRef="#br0" timeOffset="12517.45">29785 5506 301 0,'-2'-9'357'0,"2"-1"0"0,-1 3-4 16,1 7-17-16,-2-12-30 0,2 12-34 0,-1-8-34 16,1 8-26-16,0 0-24 0,0 0-1 0,0 0-10 15,0 0-7-15,4 39-7 0,-4-13-12 0,0 6-20 16,1 0-8-16,0 0-12 0,-2 2-10 0,4 0-10 0,-1-2-4 15,0 0-40-15,1-3-45 0,1 2-59 16,-1-6-69-16,-1 5-74 0,2-5-86 0,0-7-67 16,0 0-221-16,0-1-620 0,-3-4 274 0</inkml:trace>
  <inkml:trace contextRef="#ctx0" brushRef="#br0" timeOffset="12884.63">29928 5960 94 0,'8'-9'268'15,"0"-1"0"-15,5-6 6 0,-2 2-5 0,1-1-1 16,4-5-12-16,2 0-11 0,-1 1-20 0,1-4-17 16,-2-2-4-16,3 3-12 0,-2-1-22 0,0 1 16 0,-1 0-30 15,-4 6-1-15,-3-1-1 0,-2 3-4 16,0 2 7-16,-5 2 1 0,2 2 8 0,-1 0-8 16,-1 4-8-16,-2 4-11 0,4-9-11 0,-4 9-13 15,0-7-18-15,0 7-15 0,0 0-13 0,0 0-10 16,-25 5-9-16,8 2-8 0,0 1-3 0,1 1-5 15,0 1-17-15,3 1-13 0,5-3-4 0,0 3-9 16,3-2-7-16,1 2-10 0,1 0-13 0,3 0 0 16,0 1-6-16,4-1 5 0,1 5-5 0,2-5-6 15,3 3-1-15,-2 1 8 0,2-4 3 0,1 3 1 0,-3-3 11 16,0-3-12-16,-2 1 9 0,3 2-1 0,-4-3-10 16,0-1 6-16,-1 2 1 0,-1-1 9 15,-1-2-1-15,0 2 21 0,-2-8-24 0,0 12 20 16,-3-2-1-16,-2 0-1 0,-3-3 0 0,-3 2 5 15,-5 2 0-15,-3-1-29 0,1-2-24 0,-2 1-44 0,-7 2-58 16,8-2-72-16,-2-4-82 0,1 2-282 0,-1-2-649 16,4-3 288-16</inkml:trace>
  <inkml:trace contextRef="#ctx0" brushRef="#br0" timeOffset="13046.03">30353 5870 187 0,'11'0'457'0,"-11"0"-46"0,7 1-26 0,-7-1-18 16,0 0-12-16,0 0-27 0,11-2-36 0,-11 2-25 15,0 0-56-15,0 0-84 0,0 0-100 0,0 0-110 16,0 0-114-16,-18-12-326 0,8 9-566 0,-3 1 251 16</inkml:trace>
  <inkml:trace contextRef="#ctx0" brushRef="#br0" timeOffset="14050.97">20158 7487 190 0,'0'0'268'0,"0"0"-14"0,0 0-17 0,0 0-15 15,2-8-16-15,-2 8-15 0,0 0-21 0,0 0-16 16,0 0-16-16,0 0-14 0,0 0-17 0,0 0-14 16,0 0-6-16,0 0-18 0,0 0-7 0,0 0-7 15,0 0-5-15,0 0-4 0,3 21 11 0,-1-11-5 16,-2 5 8-16,1-2-10 0,0 2 6 0,2 0-12 15,-4-4-6-15,2 0-4 0,-1 2-1 0,1 0 1 16,-1 0-8-16,0-2-4 0,0 2 1 0,2-2-5 16,-1 3 1-16,-1-6-6 0,1 3-21 0,0-2-19 15,-1 3-25-15,0-3-25 0,0 2-32 0,0-2-29 16,0 0-31-16,2-2-35 0,-2-7-29 0,0 14-149 16,0-14-412-16,1 7 183 0</inkml:trace>
  <inkml:trace contextRef="#ctx0" brushRef="#br0" timeOffset="14266.64">20261 7585 71 0,'0'0'268'0,"0"-8"-16"0,0 8-13 0,0 0-14 15,1-9-8-15,-1 9-8 0,0 0-14 0,0 0-19 16,0 0-12-16,1-9-20 0,-1 9-20 0,0 0-12 0,0 0-13 16,0 0-6-16,0 0 2 0,0 0-2 0,0 0-7 15,7 24-7-15,-6-12-8 0,2 5-8 0,-1 0 0 16,3 0 2-16,-2 2-11 0,-1 2-9 15,2-2 1-15,-1-2-24 0,0-1-20 0,1 2-35 0,-2-5-35 16,2 4-52-16,-3-4-50 0,1-2-57 0,1 2-232 16,-2-3-498-16,0 2 220 0</inkml:trace>
  <inkml:trace contextRef="#ctx0" brushRef="#br0" timeOffset="14467.69">20475 7587 70 0,'3'-4'268'0,"-3"4"-26"0,4-9-34 0,-4 9-19 16,4-4-20-16,-4 4-20 0,0 0-14 0,0 0-10 15,0 0-8-15,0 0-6 0,9 13-10 0,-6-4-2 16,-1 4-10-16,-1-2-3 0,-1 8-8 0,-1 0-8 16,-1-1-9-16,-1 2-7 0,-1-1-6 0,-1 5-30 15,-3-5-27-15,1 1-41 0,-6 1-41 0,2-6-51 16,-3 7-42-16,-4-3-152 0,4-3-363 0,-8-3 162 15</inkml:trace>
  <inkml:trace contextRef="#ctx0" brushRef="#br0" timeOffset="14716.99">19935 7567 191 0,'0'0'254'0,"-16"3"-23"0,9 4-21 0,-6 6-14 0,1 0-6 16,0 9-7-16,-1 4-9 0,1 1-14 15,4 2-6-15,0 1-25 0,5-3-5 0,2 1-14 16,4-2-8-16,0-2-8 0,4-6-9 0,3-1-10 16,5 5-6-16,7-4-25 0,1-2-25 0,0-1-40 15,5-6-48-15,3 1-60 0,2-6-72 0,-1-4-195 0,4-3-429 16,-2-2 190-16</inkml:trace>
  <inkml:trace contextRef="#ctx0" brushRef="#br0" timeOffset="14891.95">20388 7274 47 0,'-3'-6'327'0,"-1"-1"-35"0,-1 3-31 0,5 4-27 15,-8-6-24-15,8 6-27 0,-4-5-17 0,4 5-33 16,0 0-41-16,0 0-24 0,0 0-33 16,0 0-53-16,7 28-56 0,3-9-70 0,1 3-158 0,7 1-328 15,0 0 146-15</inkml:trace>
  <inkml:trace contextRef="#ctx0" brushRef="#br0" timeOffset="15451.07">21369 7505 125 0,'0'0'389'0,"0"0"-42"16,0 0-30-16,0 0-34 0,-2-10-31 15,2 10-31-15,0 0-24 0,0 0-24 0,0 0-14 16,0 0-21-16,0 0-13 0,0 0-8 0,-12 34-15 0,5-16-11 15,-2 8-13-15,-1 2-5 0,-1-1 3 0,2-1-19 16,0-2-1-16,0 1-9 0,4-4-2 16,-2-4-2-16,1 1-15 0,2-2 8 0,-4-1 0 15,5-2-9-15,0-3-2 0,0 1-2 0,0-3-7 0,0 2-3 16,2-5-9-16,-2 2 1 0,3-7 1 0,-2 9 6 16,2-9-6-16,0 0 7 0,-4 8 1 15,4-8-4-15,0 0 4 0,0 0 3 0,0 0-4 0,0 0-10 16,0 0-3-16,5-29-5 0,-3 10-2 0,5-8-1 15,1-1 4-15,2-5-5 0,1-12-3 0,0 12 3 16,6-12-2-16,-2-2 2 0,1 4-2 0,-4 10 15 16,3-11-10-16,-4-1-3 0,-2 15 2 0,3-2 5 15,-3 3 10-15,-3 2 19 0,2 9-13 0,-3 0 6 16,-1 4 5-16,0 3 3 0,-2 0-4 0,1 6-2 16,-2-1-5-16,-1 6-3 0,4-9-5 0,-4 9 3 15,4-6-17-15,-4 6 2 0,0 0-1 0,0 0 5 16,11 19-5-16,-3 1 2 0,0 4 3 0,2 6 7 15,-3-1 4-15,0 2 0 0,1-1 1 0,0 3-1 16,0-5 6-16,0-1 2 0,-2 1 0 0,3-1 3 16,-4 1-2-16,3-5-4 0,-4-2-2 0,2 4-1 15,-3-7 2-15,3 1-4 0,-4-3-1 0,4 1 0 16,-4-4-13-16,2 0-16 0,-1-4-18 0,-1 3-23 16,1-5-36-16,-2 2-36 0,2 0-50 0,-1-2-54 15,-2-7-43-15,3 12-248 0,-5-6-568 0,2-6 251 16</inkml:trace>
  <inkml:trace contextRef="#ctx0" brushRef="#br0" timeOffset="16000.64">21245 7678 44 0,'0'0'260'0,"0"0"-35"0,0 0-25 0,0 0-19 16,0 0-20-16,11-14-17 0,-1 7-14 0,1 1-12 15,7-1-13-15,2-2-10 0,8-1-10 0,-1 3-17 0,0 0-15 16,0-1-14-16,-8 1-2 0,1 1-6 0,-1 1-5 16,-2 2 0-16,-5-1-5 0,2 0-4 0,-5 0 3 15,1 2-3-15,-3 1-9 0,-7 1 4 16,12-4 7-16,-12 4 1 0,8-2-3 0,-8 2 2 0,0 0-2 16,8-1-1-16,-8 1 0 0,0 0 0 0,0 0-2 15,8-1-2-15,-8 1-5 0,0 0 0 16,0 0 1-16,8 5 8 0,-8-5 5 0,8 10 2 0,-3-1 5 15,0 0 2-15,1 2-1 0,-1 2 2 16,2 3-4-16,0 2 2 0,-2-1 2 0,2 0-3 16,-1 0-2-16,-3-6-3 0,2 2-3 0,0-3-4 0,-2 0 2 15,0-1-1-15,0-2-3 0,-2 0 0 0,-1-7-3 16,3 9 5-16,-3-9-3 0,2 7 29 16,-2-7 5-16,3 6 16 0,-3-6 14 0,0 0 8 0,0 0-12 15,0 0-10-15,0 0-8 0,0 0-6 0,1-22-8 16,2 11-6-16,-2-5-9 0,2-3-18 0,2 0-10 15,2-7 4-15,-3-1-5 0,4 2-4 0,2 0-7 16,-2 7 1-16,-2 0 4 0,2 3 2 0,1 2-4 16,-4 2 3-16,0 2 5 0,0 0-7 0,-1 3 5 15,-1 1-5-15,-3 5 1 0,6-7-2 0,-6 7-2 16,10 0 1-16,-10 0 2 0,13 8 3 0,-5 0-2 16,0 3 6-16,-1-2-1 0,1 7 6 0,-2 0 9 15,4 1 0-15,-5-1-2 0,3 1-5 0,-2 0-5 16,2-3-6-16,-3-1-6 0,0 1-13 0,-1-1-21 15,1-1-30-15,-1-2-41 0,1 0-40 16,-1-1-33-16,2 0-27 0,-1 0-193 0,-1-4-443 16,-4-5 196-16</inkml:trace>
  <inkml:trace contextRef="#ctx0" brushRef="#br0" timeOffset="16366.95">22115 7544 45 0,'-2'-11'244'16,"-2"0"-9"-16,-2 2 6 0,1-1-4 0,-2 2-4 15,0 1-14-15,1 5-12 0,-3-2-14 0,-2 3-10 16,0 2-21-16,-3 4-8 0,3 1-15 0,-5 6-7 16,2-1-6-16,4 4-16 0,-3-4-9 0,4 4-10 15,3 1-7-15,-2 1-10 0,3-4-7 0,4 2 3 16,1-2-5-16,1-4-15 0,3 2-10 0,0 1-4 16,1-3-4-16,1 0-13 0,5-4-2 0,0 1-8 15,-4-2-6-15,3-1-6 0,0-1-2 0,3-2-1 16,5-2 12-16,-6-2-12 0,1-1-3 0,0 1 11 15,-3 0 0-15,0-4-5 0,1 2 5 0,-9-2-1 16,7 1 6-16,-2-4-4 0,-1 4 9 0,-2 0-1 16,0-5 0-16,-2 6 3 0,-1-1 8 0,-1 7 5 15,4-12 6-15,-4 12 1 0,3-8-6 0,-3 8-8 0,3-4 9 16,-3 4-13-16,0 0 3 0,0 0-8 0,0 0-6 16,0 0 11-16,0 0-11 0,0 0 3 0,0 0-2 15,0 0-9-15,8 26 19 0,-5-17-27 16,-1 2-16-16,1 0-15 0,0 0-33 0,0-1-31 0,0 1-35 15,1-1-49-15,1 0-50 0,1 2-56 0,-2-3-175 16,1 0-509-16,-5-9 226 0</inkml:trace>
  <inkml:trace contextRef="#ctx0" brushRef="#br0" timeOffset="16600.79">22332 7296 172 0,'-5'-18'319'0,"1"1"1"0,2 8 6 0,-1-1 6 0,2 0-14 16,-2 3-24-16,3 7-31 0,-3-10-34 0,3 10-18 16,-4-7-38-16,4 7-22 0,0 0 1 0,0 0-28 15,0 0-5-15,7 33-3 0,-3-9-8 0,1 6-14 16,0-2 6-16,1 3-14 0,-2 0-8 0,2 3-14 16,-4-1-2-16,1-3-13 0,-1 3-18 0,2-4-35 15,-1 0-41-15,-2-1-43 0,-1-4-49 0,1-3-62 16,-2 5-63-16,1-8-58 0,0-1-220 0,0 0-584 15,0-6 259-15</inkml:trace>
  <inkml:trace contextRef="#ctx0" brushRef="#br0" timeOffset="17333.6">22525 7545 81 0,'2'-6'325'0,"-2"6"-22"0,0-11-10 0,0 11-11 0,0-9-11 16,0 9-19-16,0 0-10 0,2-6-22 0,-2 6-3 15,0 0-24-15,0 0-12 0,0 0-12 0,0 0-16 16,-9 25-18-16,8-16 4 0,0 1-29 0,-2 1-12 16,2 0-10-16,1 1-8 0,0 0-11 0,1-2-3 15,0 1-10-15,2-2-13 0,1 0-21 0,0 0-21 16,2-4-22-16,0-1-17 0,1 0-19 0,-1 0-11 16,2-3-14-16,2-2-8 0,-10 1-4 0,15-1-9 15,-7-1 2-15,-2 0-6 0,2-7-14 0,-1 0 0 16,-2 0-7-16,-2-2 4 0,0 2 4 0,-3-1-4 15,0-3 14-15,-5 1 9 0,0-5 20 0,-2 3 16 16,-2 0 17-16,-1 0 19 0,4 6 19 0,-2-1 31 16,0 0 13-16,3 3 2 0,-1 2 2 0,1-1-5 15,5 5 0-15,-7-8-5 0,4 5-7 0,3 3 2 16,-6-5-9-16,6 5-6 0,0 0 1 0,0 0-1 16,0 0-2-16,0 0 2 0,27-4-2 0,-7 0-1 15,6 1-6-15,2-3 6 0,2 2 2 0,1-3 0 16,-5 1-3-16,-4 0 2 0,-3 1-4 0,3 0 9 15,-4 1 7-15,0-2 3 0,-5 3 1 0,-2-2 8 16,-1 1 6-16,-3 2 15 0,-1 1 10 0,-6 1 32 16,10-3 9-16,-10 3 12 0,0 0 4 0,9-1 4 15,-9 1 1-15,0 0 2 0,0 0-19 0,0 0-5 16,0 0-22-16,0 0-10 0,0 0-11 0,0 0-6 0,-24 21-3 16,14-8-4-16,-2 0-2 0,1-4-9 0,3 3-3 15,-2 1-9-15,6-2-4 0,-2 0-3 16,2-1 2-16,0 0-14 0,4-3-9 0,-1-1-16 0,1-6-7 15,1 13-9-15,-1-13-3 0,4 10-9 0,-3-6-3 16,-1-4 0-16,8 6-1 0,-8-6 0 0,7 2 3 16,-7-2 8-16,9 2 2 0,-9-2 8 0,0 0 4 15,14-4 4-15,-14 4 3 0,8-4 1 0,-8 4 4 16,6-6 2-16,-6 6 3 0,0 0-2 0,4-4 0 16,-4 4 3-16,0 0-5 0,0 0-6 0,0 0-5 15,0 0-1-15,0 0 1 0,0 0 8 0,12 14-3 16,-11-1 5-16,2 4 2 0,-1 3 1 0,-3 6 7 15,-4 3-4-15,0 3 4 0,-2-2 2 0,1 1-1 16,-1-1 1-16,-3-1-1 0,1 0 12 0,-1-1 1 16,-3-4 5-16,4 2 3 0,2-6 3 0,0-2 1 15,-1 2 1-15,0-4 3 0,0 0 1 16,-1 0-5-16,0 0 2 0,2-3-1 0,-1 0-17 0,-4 1-26 16,6-6-38-16,-3 2-44 0,0-3-52 0,0 0-70 15,-1-2-261-15,0-1-529 0,-2-3 233 0</inkml:trace>
  <inkml:trace contextRef="#ctx0" brushRef="#br0" timeOffset="17983.4">23439 7447 146 0,'-2'-3'287'0,"2"3"-13"0,-10-9-23 16,5 3-14-16,-2 1-1 0,0 3-11 0,1-3-4 0,0 1-19 15,6 4-18-15,-14-7-20 0,7 5-12 16,-2 0-15-16,-3 0-21 0,0 5-9 0,-2 0-17 0,-3 4-7 16,-1 2-2-16,2 4-11 0,-2-2-8 0,-1 6 0 15,3-3-11-15,5 2 5 0,-1 0-14 0,6-1-9 16,1-3-2-16,1 5-7 0,3-2 1 0,2 0 6 15,3 2-10-15,1-6 0 0,3-2-3 0,6 2-7 16,0-4-8-16,6 1-10 0,1-3-8 0,4-3-4 16,3-2 4-16,2-4-14 0,-3-1 1 0,-1-3-3 15,-7 3-1-15,-2-2 6 0,0-3-3 0,-2 1 8 16,-1-3 2-16,-5 0 5 0,1-5 1 0,-2 2 9 16,-3-1 12-16,-1-3 2 0,0 0 2 0,-3-8 2 15,0 1-4-15,-3-2 6 0,3 0 9 0,-2-1-6 16,-4 1 4-16,3 3 9 0,-1 0 14 0,-1 0-8 15,0 6 9-15,3-1 4 0,-3 4 16 0,1-1 2 16,1 6-5-16,2 0 24 0,-3 4-9 0,3 7-17 16,-2-11-12-16,2 11-9 0,-2-8-3 0,2 8-10 15,0 0-8-15,-2-6-3 0,2 6-5 0,0 0 0 16,0 0 14-16,2 36-11 0,2-11-1 0,-3 3 0 16,1 2 8-16,0 1-13 0,1 0 6 0,1 3-5 15,-2-6 3-15,1 1-24 0,-1 0-17 0,1-1-22 16,-1-3-34-16,4-1-30 0,-4-5-37 0,5 5-41 15,-2-5-58-15,3-4-51 0,-4-3-268 16,1-1-614-16,7 1 272 0</inkml:trace>
  <inkml:trace contextRef="#ctx0" brushRef="#br0" timeOffset="18367.08">23839 7358 93 0,'-6'-10'297'0,"1"3"-14"0,-4 1-16 0,1-2-7 15,-1 4-16-15,3 3-10 0,6 1-20 0,-20 5-22 16,8 0-13-16,-4 4-9 0,2 2-17 0,0 4-16 0,1-2-14 16,6 2-9-16,-2 1-12 0,0 0-12 0,5 1-7 15,1-6-16-15,1 1-18 0,2 0-10 16,2 0-12-16,2-3-30 0,0 0-13 0,4-2-15 16,1-1-13-16,0-1-5 0,1-4-7 0,-1 2 5 0,2-6 6 15,0 0 3-15,1 0 7 0,-1-3 13 0,-1-1 3 16,0-2 2-16,-4-1 6 0,3-1 12 0,-1 2 6 15,-3-7 4-15,-1 7 7 0,-1-3 7 16,-2 1 11-16,1-1 6 0,-2 2-5 0,3 1 1 16,-2 1 3-16,-1 8 8 0,0-12 3 0,0 12-1 0,0-8-11 15,0 8-7-15,2-8-2 0,-2 8 1 0,0 0-7 16,0 0 3-16,0 0 5 0,0 0-6 0,0 32 0 16,0-17-9-16,2 0 3 0,-3 3-2 0,1-3 0 15,1 2-4-15,2-1 0 0,1 1 2 0,-2 1-16 16,4-5-33-16,-2-2-21 0,0 0-41 0,4-1-55 15,-2-3-58-15,4 0-63 0,-3-3-227 0,3-3-539 16,-10-1 239-16</inkml:trace>
  <inkml:trace contextRef="#ctx0" brushRef="#br0" timeOffset="18616.95">24075 7099 231 0,'-2'-10'328'0,"2"4"-12"0,0 6-28 16,-1-10-14-16,1 10-32 0,0 0-27 0,0-9-27 16,0 9-18-16,0 0-5 0,0 0 2 0,0 0-6 15,6 39-3-15,-2-20-7 0,-3 9-15 0,3 0-14 16,0 0-5-16,-3 1-13 0,2 0-9 0,-2 0-4 16,3-1-16-16,-3 0-4 0,0-3-9 0,-2 1-4 15,2-6-5-15,-1 4-20 0,0-7-31 0,0-1-33 16,-1 0-42-16,0-4-48 0,1 1-44 0,-4-3-46 15,4-2-60-15,-1-2-263 0,-2 1-578 0,3-7 256 16</inkml:trace>
  <inkml:trace contextRef="#ctx0" brushRef="#br0" timeOffset="19104.75">23987 7345 94 0,'-4'-4'259'0,"4"4"-26"15,0 0-22-15,0 0-20 0,0 0-19 0,-1-9-18 16,1 9-13-16,0 0-12 0,17-9-13 0,1 4-10 16,8-3-14-16,4 1-5 0,2 0-14 0,0 0-14 15,-1-3-7-15,0 2-10 0,-1 2-4 0,-3-1-6 16,-9 3-7-16,-1 1-2 0,-2-1-4 0,-3 0-1 16,-1 2 3-16,-2-2 0 0,-3 3 9 0,-6 1 11 15,11-2 8-15,-11 2 7 0,8-2 6 0,-8 2-5 16,0 0-5-16,0 0-5 0,0 0-1 0,0 0-3 15,0 0 0-15,-27 11-1 0,18-3-4 0,-1-1-3 16,-4 8 0-16,4-1 6 0,-3 2-1 0,4 2-1 0,-4-1 6 16,3-1-10-16,2-2-11 0,3-4-6 15,0 8 0-15,3-7 0 0,0-1-1 0,4 1-4 0,-1 0 3 16,4-5-3-16,0 1-3 0,3-2-4 16,2-1-3-16,0-4-6 0,2 3 1 0,2-3-10 0,-3-3 10 15,3 2-1-15,-1-5 0 0,2-1-1 0,-4 2 0 16,0-2 3-16,1 0 8 0,-4-2-5 0,-2-3 0 15,1 1 2-15,-3 4 0 0,3-5-1 0,-4 3 5 16,-1-1 1-16,2 1-1 0,-3-1 5 0,5 2 4 16,-6 2 0-16,0 6 6 0,0-10-6 0,0 10 0 15,0 0-3-15,0-9 2 0,0 9-3 0,0 0-7 16,0 0 6-16,0 0 5 0,0 0 2 0,0 0 5 16,0 0-1-16,0 25-1 0,0-14-1 0,3-2-4 15,-3 1-1-15,2 2 1 0,0-2-24 0,0 0-28 16,3 2-40-16,-2-2-54 0,-2 0-67 0,3 0-82 15,-4-3-235-15,0-7-555 0,9 7 246 0</inkml:trace>
  <inkml:trace contextRef="#ctx0" brushRef="#br0" timeOffset="20872.2">26136 6909 11 0,'0'0'167'0,"0"0"-2"0,0 0 6 16,-6 18-10-16,4-7-13 0,0 6 1 0,-2 0 0 15,1 8-12-15,-5-1-11 0,2 4-16 0,-2-3-8 0,-1 0-11 16,2-1-10-16,3-6-8 0,0 0-2 0,-2-3 4 16,4-3-4-16,0 1-9 0,-2-6-3 15,4 4-5-15,-4-4-1 0,2-2-9 0,2-5-4 16,-3 12-1-16,3-12-4 0,-4 6 12 0,4-6 8 0,0 7 8 15,0-7 5-15,0 0 4 0,0 0 8 0,0 0 8 16,0 0 7-16,0 0 5 0,-2 7 0 0,2-7 2 16,0 0-7-16,0 0-7 0,0 0-21 0,4-32-35 15,-2 13-2-15,2-5-2 0,1-6-5 0,1-1 0 16,2-1-4-16,-2-1 0 0,3 4-4 0,-5-6-4 16,3 4 0-16,1 4-5 0,-4-1 2 0,2 4 4 15,-1 5-9-15,-1 2 5 0,0 5 2 16,-1 1-7-16,2 3 4 0,-3 2-3 0,2-2 4 15,-3 2-5-15,3 0-3 0,-4 6-2 0,2-7-6 0,-2 7 0 16,0 0-5-16,0 0 6 0,0 0 7 0,16 13 10 16,-9 2 3-16,-1 2 5 0,5 11-2 15,1 1 6-15,-3 2 3 0,-1-1-5 0,0-1 1 0,-1-1-1 16,1 3 1-16,-1-3 3 0,-3 0-4 0,6-2-7 16,-4-2 3-16,-2 0 0 0,3 1 0 0,0-7-8 15,-4 1 6-15,1-1 0 0,3-4-3 0,-5-2-4 16,2 1-23-16,-4-3-23 0,4 0-26 0,-4-2-33 15,3 1-50-15,0-3-40 0,-3 2-46 0,0-8-24 16,4 12-30-16,-4-7-182 0,0-5-510 0,0 0 226 16</inkml:trace>
  <inkml:trace contextRef="#ctx0" brushRef="#br0" timeOffset="21400.92">26065 7203 178 0,'-6'-4'244'0,"6"4"-25"0,-5-6-21 0,5 6-18 16,0 0-19-16,-4-6-12 0,4 6-12 0,0 0-16 16,0 0-13-16,13-10-14 0,3 0-9 0,0 2-7 15,9-4-6-15,2 0-8 0,2 2-8 0,-2-2-2 16,2 5-11-16,-4-2 0 0,-5 1-5 0,0 2-5 16,-5-2-4-16,2 3-4 0,-6 3-4 0,-2-2-2 15,0 3 1-15,-3-2-8 0,-6 3 1 0,9-3-3 16,-9 3 0-16,0 0 1 0,14 3 3 0,-12 1 2 15,3 1-1-15,1 3 8 0,-4 1 0 0,6 1 8 16,-4 5 0-16,-1 1 1 0,1 2-3 0,-2 0-1 16,2 1-3-16,-1-1-2 0,-1 1-3 0,2-2 1 0,-2-1 0 15,1-7 0-15,-3 4-2 0,0-4-1 16,2-1-2-16,-2 0 0 0,0-8-3 0,0 11 4 16,1-6-3-16,-1-5 10 0,0 0 18 0,2 10 14 15,-2-10 9-15,0 0 6 0,0 0 3 0,0 0-5 0,0 0-13 16,0 0-14-16,0 0-4 0,0 0-7 15,-12-29 1-15,10 12-11 0,0-4-7 0,4 2-10 16,0-7-6-16,5-1-1 0,0-3-5 0,-1-1-12 16,5 2 0-16,1 1 2 0,-1-2 0 0,3 6 0 0,1 2 3 15,-4 7-1-15,1 2 4 0,-5 3-2 0,-1 2 5 16,1 0-6-16,2 2-2 0,0 3 12 0,-3 3-9 16,-6 0-4-16,15 3 5 0,-5 4 2 0,-3 3 0 15,3 4 5-15,-2 4 6 0,-1 0 1 0,4 5 7 16,-6-4-1-16,-1 0 0 0,1 0-1 0,1 1 0 15,-2-2 10-15,1 0-11 0,-1 0 0 0,1-1 0 16,0-1-16-16,-1-6-19 0,1 2-29 0,-1-1-40 16,2-2-41-16,0 0-37 0,2-3-26 0,-1-2-53 15,0 0-154-15,4-4-444 0,2-1 196 0</inkml:trace>
  <inkml:trace contextRef="#ctx0" brushRef="#br0" timeOffset="21784.44">26928 6943 30 0,'-5'-9'246'16,"-1"2"-10"-16,0-1-5 0,-3 4-3 0,-1-1-10 16,1 2-12-16,-5 6-10 0,4 1-15 0,-6 2-15 15,0 5-1-15,-1 2-23 0,-2 4-11 0,3 5-12 16,5-6-10-16,2 0-5 0,-2 1-15 0,4-2-6 16,3 2-5-16,2-4-1 0,0-2-20 0,1 0-4 15,2 0-6-15,1 1-7 0,4-3-7 0,-1 0-1 16,2-2-9-16,2-1 0 0,-1 0-2 0,1-4-7 15,7 1 2-15,-5-4-4 0,3-2 0 0,-3 2 1 16,0-4-1-16,-1 0 0 0,-4 1 1 0,3-3 0 16,-3 0-3-16,2-2-5 0,-4 0 2 0,1 1-2 15,-3-7 3-15,-2 3-2 0,2 2 5 0,-2 1 9 16,2 3 11-16,-2 6 6 0,0-15 2 0,0 11 6 16,0 4-7-16,0-10-3 0,0 10-1 0,0 0-2 15,0-10-8-15,0 10 1 0,0 0-8 0,0 0-4 16,0 0-1-16,0 0 3 0,0 0 6 0,0 0-11 15,0 33 1-15,0-21 2 0,0 3-4 0,0-3-3 16,0 4 6-16,4-1-19 0,-3-3-14 0,1 0-32 16,1 0-32-16,-1 0-37 0,0-3-54 0,2 3-50 15,1-5-52-15,-3 0-233 0,2-1-553 0,3-3 244 16</inkml:trace>
  <inkml:trace contextRef="#ctx0" brushRef="#br0" timeOffset="22033.92">27047 6754 179 0,'-2'-15'302'0,"0"4"9"15,0 1 6-15,1 1-13 0,1 9-15 0,0-10-27 16,0 10-26-16,0-10-3 0,0 10-34 16,0 0-38-16,0-9-19 0,0 9-9 0,0 0-2 15,0 0-4-15,0 0-1 0,3 43-12 0,-1-18 2 0,0 0-10 16,-2 4-9-16,2 0-9 0,1-1-17 15,-2 0 13-15,3 1-7 0,-2-2-22 0,2 0-9 16,-1-1 2-16,-1-7-23 0,-3 6-11 0,4-6-28 16,-1 0-43-16,2-4-43 0,-1 3-38 0,-1-2-50 15,-2-5-65-15,4 2-37 0,1-4-39 0,-5 2-175 16,3-2-546-16,-3-9 241 0</inkml:trace>
  <inkml:trace contextRef="#ctx0" brushRef="#br0" timeOffset="22916.97">27265 6965 295 0,'0'0'301'0,"0"-9"-9"16,0 9-15-16,0-7-9 0,0 7-19 0,0 0-12 15,0 0-17-15,0 0-20 0,0 0-11 0,0 0-12 16,0 0-14-16,0 0-15 0,0 0-14 0,0 0-15 16,0 0-10-16,-9 29-13 0,7-18-7 0,0 1-9 15,0 0-10-15,2-1 0 0,0-1-13 0,0 0-6 16,0-1-3-16,2-3-3 0,0 2-8 0,0-1-21 15,5-2 1-15,-3 2-21 0,2-1-14 0,0-2-12 16,-2-1-9-16,3-3 1 0,-1 3-5 16,4-2-18-16,-10-1 0 0,13-3-9 0,-7 0-2 15,1-2-4-15,0-3-7 0,-4 1-3 0,1-3 3 0,-2 0-6 16,2-7-8-16,-3 8 0 0,-1-4 4 0,-2-4 4 16,-1 4 26-16,1 3 18 0,-4-1 3 0,3 0 20 15,-6 1 12-15,6 2 2 0,-1-1 6 0,0 2 11 16,1 4 10-16,3 3 0 0,-8-9 0 0,8 9-2 15,-5-5-6-15,5 5-1 0,0 0-6 0,-3-6 2 16,3 6-4-16,0 0 3 0,0 0-3 0,21-8 4 16,-10 6 0-16,7 0-1 0,5-2-1 0,4-2-3 15,-5 2 4-15,7-2 2 0,-10 3-3 0,8-4 1 16,-8 3-2-16,-1 1 2 0,-1-2 0 0,-4 0 1 16,-3 3 1-16,-2 1 1 0,-1-1 3 0,-7 2 13 15,10-4 11-15,-10 4 12 0,0 0 8 0,11 0 8 16,-11 0 6-16,0 0 2 0,0 0-1 0,6-3 4 15,-6 3-6-15,0 0-6 0,0 0-7 0,0 0-7 0,0 0-6 16,0 0-1-16,0 0-7 0,-27 7-8 16,13 0 1-16,0 1-6 0,-4 2-1 0,-2 7-2 15,-5 1-2-15,5 1 1 0,3-1-4 0,-4 0-5 16,10-4 1-16,0 0-1 0,4-3-11 0,1-1 0 0,1 1 4 16,0-2-3-16,5 0-10 0,0 1-10 15,3-3-8-15,1-1 4 0,3 0-19 0,-3 1-11 16,7-3-5-16,1-4-3 0,3 0 5 0,3-3 2 15,0-2 3-15,2 2 3 0,-3-3 7 0,0-1 4 0,-1 0 5 16,1-2 2-16,-7 2 13 0,-1-2 6 0,-1 2 5 16,-3-3 13-16,2 1 6 0,-4-2 0 15,5 0 4-15,-6 3 0 0,1-2 12 0,-3 5 8 16,2-5-1-16,-2 10 0 0,0-9-4 0,0 9-1 16,0-8-8-16,0 8 0 0,2-7-10 0,-2 7-3 15,0 0-2-15,0 0-3 0,0 0 2 0,0 0 4 16,4 35 9-16,-3-10 0 0,0 7-2 0,0 0 3 15,-2 15-6-15,0 3 3 0,1 1-1 0,1-2 1 16,-1 1-1-16,-2-1 1 0,0-2-3 0,2-14-3 0,0 2-2 16,0-1 1-16,-2-1 3 0,2 2-1 0,-2-1-3 15,-1-2 4-15,-5-6-4 0,6 2 1 0,-5-5 0 16,0-4-1-16,1 0 4 0,-4-2-2 0,-1-2-3 16,-2-2 2-16,-4-1 3 0,0-2-5 0,-1 0-1 15,-2-6 2-15,-7 3 5 0,0-6-5 0,0-3-2 16,6-2 2-16,-6-2 0 0,8-1-4 15,-6-8 2-15,2-2-7 0,6-2-4 0,1-7-16 0,5 1-1 16,4-4-10-16,5 3-7 0,2-1-11 0,6-2-7 16,-1 2-5-16,10 3-11 0,-1-1-21 0,1 2-26 15,3 1-55-15,6-1-48 0,3 2-249 0,-2-3-512 16,5 5 227-16</inkml:trace>
  <inkml:trace contextRef="#ctx0" brushRef="#br0" timeOffset="23334.02">27854 7289 157 0,'14'-24'250'16,"2"0"-25"-16,3-5-18 0,3 0-15 0,-2 0-15 15,12-12-13-15,2 2-12 0,0-1-12 0,-2 5-9 16,-1-3-15-16,0-1-5 0,-9 9-5 0,1 2-12 15,-1-1-4-15,-4 3-4 0,1 3-1 0,-3 1 2 16,-8 8 12-16,1-1 13 0,-2 7 17 0,-4-3 3 16,1 4-15-16,-4 0 6 0,0 7-10 0,-1-11-17 0,1 11-9 15,-9-9-13-15,-1 8-8 0,-3 2-20 0,-8 3-1 16,-4 5-9-16,0 2 1 0,2 5-13 16,0 0-9-16,1 0-14 0,6-2-10 0,6-1-2 15,1-3-1-15,5 1-8 0,0 9 2 0,6-4-12 16,0-4-4-16,6 5-8 0,3-2-2 0,9 3-1 15,1 0 3-15,1-2-5 0,2-3 4 0,2 1-5 0,-7-5 6 16,2 6-2-16,-2-5 6 0,-4 0 7 16,0-1 0-16,-7-2-5 0,0 3 2 0,1-3 3 15,-4 0-4-15,-1-1 5 0,-3 3 4 0,-1-2 7 0,-1 3 2 16,-3-1 2-16,-3-2-3 0,-4 3 0 16,1-2-9-16,-3 2-18 0,0-3-27 0,-1 1-34 15,1-3-30-15,2 0-53 0,-3-2-49 0,5-1-129 16,-2 1-397-16,4-3 176 0</inkml:trace>
  <inkml:trace contextRef="#ctx0" brushRef="#br0" timeOffset="23533.97">28437 6847 188 0,'5'-4'305'0,"-2"-2"-17"16,-3 6-9-16,6-8-25 0,-6 8-20 0,4-4-9 15,-4 4-32-15,0 0-14 0,0 0-16 0,0 0-11 16,0 0-14-16,0 0-6 0,5 19-14 15,-5-7-5-15,0 4-9 0,-2 3-12 0,2 8-8 0,-2-3-11 16,1 1-34-16,-2-6-27 0,1 1-40 0,-1-1-49 16,-1 1-58-16,1-1-63 0,1 0-54 0,-3-3-195 15,1 0-482-15,1 0 213 0</inkml:trace>
  <inkml:trace contextRef="#ctx0" brushRef="#br0" timeOffset="23704.54">28447 6716 48 0,'-4'-8'279'0,"1"0"-31"0,3 8-35 0,-5-9-36 16,5 9-40-16,-3-6-39 0,3 6-23 0,0 0-18 16,0 0-33-16,0 0-30 0,0 0-33 0,10 31-28 15,-1-16-25-15,4-2-16 0,3-3-66 0,2 0-189 16,2-3 83-16</inkml:trace>
  <inkml:trace contextRef="#ctx0" brushRef="#br0" timeOffset="23917.51">28611 6801 30 0,'6'0'114'16,"-1"1"21"-16,-5-1 18 0,12 2 11 0,-12-2-9 16,0 0-12-16,0 0-3 0,5 2-2 0,-5-2-3 15,0 0-6-15,0 0-8 0,0 0-15 0,0 0-15 16,0 0-7-16,0 0-11 0,0 0-7 0,-22 9-7 16,20-5-8-16,2-4-3 0,-3 12-10 0,3 0-4 15,-2-1-3-15,0 2-3 0,2 2 6 0,-1 2-2 16,1-4-1-16,1 6 7 0,-2 0 8 0,2-2 1 15,1 4 9-15,-4-3-3 0,0 7 1 0,-2-1 6 16,4 3 0-16,-4-7-3 0,-2 5-5 0,-1-1 2 16,1-1-4-16,-1-5-12 0,-2 0-32 0,1 7-46 15,-1-8-56-15,0-1-70 0,0-1-72 0,0 1-178 16,-1 2-451-16,1-8 200 0</inkml:trace>
  <inkml:trace contextRef="#ctx0" brushRef="#br0" timeOffset="24151.18">28692 7015 181 0,'2'-16'295'0,"-2"0"-16"16,2 5-11-16,0-1-21 0,0 1-12 0,2 3-19 16,-1 1-12-16,3-2-23 0,-3 4-21 15,-3 5-19-15,7-5-15 0,-7 5-12 0,12-3-14 16,-12 3-10-16,21 8-5 0,-7-1-12 0,0 4-8 15,1-4-10-15,0 5-6 0,-2 0-6 0,0 0-9 0,2-1-17 16,-3 3-15-16,-2-5-27 0,-1-2-33 0,1 2-32 16,1-2-34-16,1-3-40 0,1 0-20 15,5-1-35-15,1-3-181 0,-3-3-432 0,2-1 191 16</inkml:trace>
  <inkml:trace contextRef="#ctx0" brushRef="#br0" timeOffset="24884.27">29137 6970 5 0,'9'-10'128'15,"2"-4"-1"-15,-4 0 18 0,0 0-3 0,-2-2 13 16,0 3 13-16,-3 1 16 0,0-4 11 0,-4 5 6 15,1 3 1-15,-4-3-7 0,1 2-4 0,-1 2-3 16,1 2-15-16,-1 1-18 0,-1 0-6 0,-3 3-13 16,9 1-12-16,-17 1-10 0,5 4-11 0,1 1-9 15,0 4-18-15,1-2-3 0,-4 5-6 0,6 0 0 16,2-3-12-16,3 2-5 0,-1-2-10 16,4 1-10-16,0-1-8 0,3 0-13 0,-2-5-8 0,2 7-11 15,3-7-3-15,-1 0-14 0,0-2-10 0,1 1 3 16,1-2 3-16,-7-2 0 0,14 1 7 0,-9 2 1 15,-5-3 3-15,0 0 2 0,12-6 5 0,-12 6-1 16,8-8 5-16,-8 8 7 0,4-7 0 0,-4 7 1 16,5-5 0-16,-5 5 1 0,3-9 6 0,-3 9 2 15,2-3-2-15,-2 3 0 0,0 0-3 0,3-7 0 16,-3 7-2-16,0 0-2 0,0 0 2 0,0 0 0 16,0 0 4-16,4 23 6 0,-3-14-7 0,0 1 0 15,2 0-1-15,2 1-1 0,-1-1 0 0,0-1-1 16,2 0 12-16,2-1-10 0,1-3-1 0,0 1 0 15,1-3 3-15,3 0 0 0,3-9-1 0,3 3 5 16,-1-4 12-16,3-2-16 0,-2 2 4 0,3-9 2 16,3 2 3-16,-10 0 8 0,-2 0 20 0,5-5 8 15,-9 0-5-15,2 2 8 0,-3-6 3 0,1 0 9 16,-5 5-21-16,-1-8 7 0,1 1 9 0,-1 1-3 16,-3 5-4-16,2-10-11 0,-2 4 1 0,-2 0-4 15,1 8 4-15,2-9 10 0,-2 9-9 0,0 2-2 16,0 5 1-16,-1 3-5 0,2-2 2 0,0 9-11 15,-2-12 4-15,2 12-16 0,0-7-9 0,0 7 1 16,0 0-10-16,0 0 2 0,0 0 5 0,0 0 4 0,-2 36 4 16,2-10-4-16,0 2 0 0,0 0-1 15,0 2 0-15,3-2 1 0,1-1-3 0,1 0-1 0,1-1 4 16,3-2-3-16,2-8-5 0,0 2 7 16,-1-5-5-16,3 1 4 0,0-6-4 0,1 1-7 0,-1-5-5 15,5 1-12-15,-1-4-9 0,4-3-8 0,-2-4 5 16,0 0 7-16,-1-1-1 0,-3-2 22 15,0-2-15-15,-5 2-1 0,0-3 1 0,-5 0 2 16,3-2 6-16,-2-2-2 0,-5 5-2 0,1 0 10 16,-2 1 4-16,0 0 15 0,-2 1-14 0,-3 0 6 15,5 9 1-15,-2-10 3 0,2 10-11 0,-5-5 4 16,5 5-2-16,0 0 7 0,0 0 0 0,-20 19-2 16,10-6 3-16,-1 4 4 0,3 1-2 0,-5 4-2 0,3-4-4 15,-2 8 10-15,0-1-4 0,4 0-6 0,2-7 7 16,-6 6-14-16,7-8-28 0,3 0-41 0,0-3-29 15,0-2-37-15,-2 2-45 0,-1-3-48 0,0 0-48 16,0-2-62-16,-3 1-220 0,-1-1-606 16,-6-1 268-16</inkml:trace>
  <inkml:trace contextRef="#ctx0" brushRef="#br0" timeOffset="93317.73">23866 6771 3 0,'0'0'120'0,"1"-7"-9"0,-1 7-1 0,0 0 0 16,0-10-2-16,0 10-7 0,-2-7-7 0,2 7-4 0,0 0-20 16,0-10 12-16,0 10-3 0,0 0 0 15,0 0-3-15,0-9 1 0,0 9-5 0,0 0 2 0,0 0-12 16,0 0-1-16,-3-8-5 0,3 8-7 16,0 0 0-16,0 0 1 0,-4-9 0 0,4 9 7 0,0 0-1 15,-4-5 0-15,4 5 0 0,0 0-9 0,0 0-1 16,-7-7-7-16,7 7-4 0,0 0 1 15,-7-3-8-15,7 3 2 0,0 0-7 0,-5-7-8 16,5 7 6-16,-5-3-2 0,5 3-3 0,0 0-2 0,-9-4-3 16,9 4 1-16,-9-3 1 0,4 1-6 15,5 2 2-15,-13-5-5 0,7 3-3 0,6 2 6 0,-12-5-5 16,5 3 1-16,7 2-4 0,-18-2 4 16,12 1-3-16,-5 0 1 0,1-1 3 0,1 0-4 0,-2 2 0 15,11 0 1-15,-17 0-2 0,9-1 4 0,8 1-1 16,-12 0 2-16,12 0-3 0,-11 0 1 0,11 0 3 15,-7 0 0-15,7 0-5 0,0 0 1 0,0 0-7 16,0 0 0-16,-8-4 0 0,8 4 1 0,0 0 6 16,0 0 0-16,54-3-1 0,-16-2 6 0,18-5-5 15,8-2 2-15,23-6 1 0,0 0-6 0,-26 4 3 16,3-1-1-16,0 1 4 0,-2 1-2 0,-4 0 0 16,-3 0 0-16,0-1 2 0,-19 4-1 0,14-4 4 15,-17 4 1-15,1 0 1 0,0 3-2 0,-5-2 6 16,-11 2-2-16,0 4-1 0,-5-1 3 0,-2 0 1 15,-1 0 8-15,-3 3 12 0,-2-2 17 16,-5 3 3-16,11-2 16 0,-11 2-9 0,6-3-1 0,-6 3-3 16,6-2-6-16,-6 2-5 0,0 0-3 0,6-3-9 15,-6 3-1-15,0 0-6 0,0 0-9 0,0 0-21 16,0 0-23-16,0 0-32 0,0 0-47 0,0 0-69 16,0 0-49-16,0 0-228 0,-21 10-486 0,7-4 215 15</inkml:trace>
  <inkml:trace contextRef="#ctx0" brushRef="#br0" timeOffset="97914.47">28249 5789 14 0,'0'0'70'0,"0"0"-11"0,0 0-3 0,0 0-10 15,0 0-7-15,0 0-19 0,0 0-19 0,0 0-20 16,0 0-29-16,4 6-52 0,-4-6 23 0</inkml:trace>
  <inkml:trace contextRef="#ctx0" brushRef="#br0" timeOffset="98254.34">28800 6251 14 0,'0'0'86'16,"0"0"-6"-16,0 0-5 0,0 0-13 0,0 0 1 15,0 0-18-15,0 0-9 0,0 0-18 0,0 0-13 16,0 0-22-16,0 0-17 0,0 0-8 0,0 0-24 16,0 0-70-16,0 0 31 0</inkml:trace>
  <inkml:trace contextRef="#ctx0" brushRef="#br0" timeOffset="98726.92">28442 6325 4 0,'-7'-1'151'0,"7"1"-10"0,0 0-16 0,0 0-5 15,0 0-4-15,0 0-4 0,0 0-6 0,0 0-13 16,0 0-12-16,0 0-7 0,0 0-4 0,0 0-2 15,0 0-6-15,0 0-3 0,34 0-8 0,-14 1-3 16,1-2-3-16,12-2-5 0,-2 2-5 0,6 0-1 16,-4-3-4-16,3 0 1 0,16 1-8 0,-14 0 0 15,14-2-1-15,0 1 4 0,1-3-12 0,-1 4-1 16,2-4 5-16,-2 1-6 0,2 3-5 0,-15 0 0 16,14-1 0-16,-16 0-3 0,14-2-1 0,-14 3-1 15,-4 0-1-15,-1 1 2 0,4-1-1 0,-3-1-1 16,0 0-2-16,-1 1 1 0,0 1 4 0,-4 2-5 15,2-4 3-15,-8 2-3 0,-1 1 0 0,0-2 0 16,-2 1-1-16,1 2 2 0,-7-2 0 0,5 1 4 16,-5 0-2-16,-1 1 1 0,-1-2 6 0,-3 2 4 15,-8 0 2-15,12 0 5 0,-12 0 2 0,10-1 9 16,-10 1 2-16,7 1-1 0,-7-1 1 0,0 0 1 16,10 0 0-16,-10 0-7 0,0 0 0 0,0 0 0 15,8 2-7-15,-8-2-1 0,0 0-14 0,0 0-17 16,0 0-20-16,0 0-29 0,0 0-39 0,0 0-26 15,0 0-201-15,0 0-355 0,0 0 157 0</inkml:trace>
  <inkml:trace contextRef="#ctx0" brushRef="#br0" timeOffset="-176462.23">19917 9244 200 0,'0'0'205'16,"-3"-8"-2"-16,3 8-1 0,-2-10 0 0,2 10-12 15,-4-7-11-15,4 7-8 0,-4-9-7 0,4 9-8 16,-2-6-9-16,2 6-8 0,-4-5-11 0,4 5-14 16,0 0-11-16,0 0-6 0,0 0-19 0,0 0-5 15,0-10-12-15,0 10-5 0,0 0-10 0,0 0-7 16,0 0-5-16,0 0-4 0,0 0-4 0,0 0-2 16,0 0 3-16,0 0-7 0,-2 30-3 0,2-18-9 15,0-1-1-15,0 8 0 0,0-3-1 0,0-3-1 16,0 0 0-16,0-1-1 0,3 4 1 0,-2-4-2 15,1 0-2-15,-1 0 3 0,1-1 3 0,2 4-10 0,-1-3-20 16,-2-2-27-16,0 3-32 0,1-2-30 16,-1-2-23-16,0 1-38 0,2-3-30 0,-2-1-19 15,2 0-143-15,-3-6-396 0,3 6 175 0</inkml:trace>
  <inkml:trace contextRef="#ctx0" brushRef="#br0" timeOffset="-176246.66">20051 9222 84 0,'0'-7'248'0,"0"7"-17"0,1-9-15 16,-1 9-9-16,0-12-22 0,0 12-19 0,0 0-16 16,-1-9-8-16,1 9-17 0,0 0-18 0,0 0-9 15,0 0-10-15,0 0-5 0,0 0-12 0,0 0 5 0,0 0-2 16,0 0-7-16,3 32-9 0,-2-21-6 0,0 3-1 16,3 2-10-16,-3 1-1 0,3 0-3 15,-1 0-6-15,-2-5-4 0,1 6-5 0,2-2-20 0,-1 0-28 16,-1-3-30-16,1-1-29 0,1 2-41 0,-1-2-40 15,-1-2-18-15,2-3-21 0,-2 0-118 16,-2-7-347-16,3 7 153 0</inkml:trace>
  <inkml:trace contextRef="#ctx0" brushRef="#br0" timeOffset="-176079.75">20187 9294 79 0,'0'0'185'0,"2"-9"-22"0,-2 9-13 0,0 0-15 16,1-5-10-16,-1 5-12 0,0 0 4 0,0 0-8 0,0 0-7 15,0 0-9-15,0 0-9 0,2 23-11 0,-4-15-12 16,1 2 0-16,-1 0-5 0,4 0-4 0,-4 3-6 16,4-3-8-16,-4 2-5 0,4 0-24 0,-4 1-37 15,2-2-41-15,2-3-37 0,-2 1-43 0,0 1-107 16,0-10-276-16,0 0 122 0</inkml:trace>
  <inkml:trace contextRef="#ctx0" brushRef="#br0" timeOffset="-175891.87">20307 9239 115 0,'0'0'138'0,"18"3"7"15,-15 4 9-15,3 2-8 0,-1 2-13 0,2 5 3 16,-3 0-3-16,1 2-9 0,2 5-12 16,-5-2-14-16,1-2-9 0,-1 6-8 0,-4-4-9 0,1 4-7 15,-3-1-21-15,0-5-33 0,-1-1-28 0,0-3-58 16,-3 1-30-16,0 0-42 0,-2-3-95 0,-6-4-263 15,5-2 117-15</inkml:trace>
  <inkml:trace contextRef="#ctx0" brushRef="#br0" timeOffset="-175679.2">19596 9333 201 0,'-14'24'201'0,"1"5"-21"16,2 2-15-16,2 2 3 0,0 1-8 0,6 1-13 16,0-4-16-16,3 2-13 0,2-1-13 0,2-1-8 15,3-5-9-15,4-1-11 0,0 0-7 0,5-4-6 16,-4-6-9-16,8 5-26 0,-5-7-41 0,8 2-48 16,-3-7-56-16,2-2-55 0,-4-3-113 0,5 0-305 15,5-6 135-15</inkml:trace>
  <inkml:trace contextRef="#ctx0" brushRef="#br0" timeOffset="-175507.66">20114 9031 39 0,'0'0'231'0,"-3"-13"-25"15,2 9-18-15,1 4-21 0,-3-8-15 0,3 8-20 16,0 0-18-16,0 0-14 0,0 0-7 0,0 0-27 15,0 0-37-15,0 0-48 0,16 22-57 0,-6-5-161 16,1-1-257-16,5 7 113 0</inkml:trace>
  <inkml:trace contextRef="#ctx0" brushRef="#br0" timeOffset="-175027">21155 9058 137 0,'0'0'254'0,"0"0"-17"16,0 0-28-16,-15 18-18 0,6-4-3 0,0 3-8 15,-1 8-12-15,-4 1-15 0,3 5-16 0,0-2-15 16,1 0-13-16,1 2-12 0,-1-4-10 0,2 1-15 16,4-1-8-16,-2-1-6 0,2-9-8 0,-1 0-7 15,2-5-3-15,2 2-4 0,-1-5-2 0,2-1-2 16,-2-2-4-16,2-6-3 0,-1 13 1 0,1-13-1 15,-1 8 2-15,1-8-1 0,0 0 16 0,-3 7 31 16,3-7-6-16,0 0-7 0,0 0-5 0,0 0-9 16,3-32-12-16,2 9-3 0,0-4-5 0,0-4 3 15,1-2-3-15,1-3-17 0,2-10-6 0,1 12-9 16,0-12-5-16,0-1-1 0,2 2-2 0,-4 12 3 16,1 0-2-16,1-1 1 0,-3 4-2 0,2 5 7 15,-1 6 7-15,-4 4-1 0,1 4 0 0,-1 1 0 16,0 5-2-16,-3-2-3 0,-1 7-5 0,8-6 4 15,-8 6 0-15,0 0-5 0,11 15 6 0,-5 2 9 16,1 1 11-16,-1 10 0 0,6 3 7 0,-5 1 8 16,-2 0 8-16,2-2-11 0,-2 3-4 0,0-5 2 0,-1 4-1 15,2-5-5-15,-1 0-3 0,-1-7-2 16,1-1 1-16,0-2-1 0,-1 1-3 0,3-1-5 16,-2-3 4-16,1 2 0 0,-2-5-13 0,2-2-27 15,-1 2-29-15,-1-4-46 0,1 2-59 0,-1-3-36 0,2-2-35 16,-3 2-218-16,-3-6-490 0,8 6 217 15</inkml:trace>
  <inkml:trace contextRef="#ctx0" brushRef="#br0" timeOffset="-174579.02">21077 9269 141 0,'-9'-2'198'0,"9"2"-28"0,0 0-14 0,-7-4-19 16,7 4-12-16,0 0-12 0,0 0-13 0,23-9-8 0,-4 2-6 15,8-1-8-15,5-3-6 0,1 2-10 0,2-4-5 16,-2 0-6-16,4 2-6 0,-2 2-5 0,-4 1 0 16,-3 1-5-16,-7 3-3 0,0 0-9 0,-3 2 2 15,-1 1-6-15,-4 1-8 0,-2 2 2 0,-2 3 0 16,1 2 9-16,-2 4 12 0,-2-1 0 0,4 2 14 16,-3 4 8-16,-2 2-6 0,0-2-1 0,-2 1 7 15,-1 0-2-15,2-1-12 0,-2-4 3 0,0 0-6 16,-1-2-8-16,1-2 5 0,-1-1-4 0,-1 0-4 15,0-7 8-15,2 9 14 0,-2-9 8 16,2 8 26-16,-2-8 8 0,0 0 14 0,2 5 10 0,-2-5 2 16,0 0-11-16,0 0-11 0,0 0-18 0,0 0-6 15,-1-25-10-15,1 10-12 0,0-2-12 0,2-2-10 16,2-9-12-16,2-1-18 0,1 0-7 0,3 2-7 16,1-1 8-16,0 4-5 0,-1 6-3 0,-1 2 4 15,2 2-2-15,-4 5 0 0,0 2 0 0,-1 0 5 16,-1 2-5-16,2 4-1 0,-7 1 4 0,15 1-1 15,-5 3 0-15,-1 4 1 0,5 2 3 0,-2 4 0 16,-2 4 2-16,0-1 0 0,2 4-7 0,-4-5-9 16,0 0-18-16,-1 1-20 0,-1-2-32 0,-1 0-36 0,3-2-37 15,-3-2-36-15,1-1-43 0,1 1-190 0,-2-4-470 16,2 1 208-16</inkml:trace>
  <inkml:trace contextRef="#ctx0" brushRef="#br0" timeOffset="-174228.92">22051 9063 32 0,'-9'-6'241'0,"-2"3"-2"0,2-1-8 0,0 3-13 15,-4 1-9-15,2 3-18 0,-2 3-12 0,1 1-7 0,-2 4-10 16,-1 1-14-16,1 3-11 0,4-1-16 0,3 1-10 16,0 1-14-16,1 0-9 0,2-1-13 15,2-4-8-15,3 0-6 0,-1-1-2 0,1 1-8 16,2-2-1-16,0-3-16 0,1-1-7 0,1 0-12 0,1 0-4 15,2-1-1-15,-1-2 0 0,0 0-3 0,-7-2 8 16,11-2-9-16,-3-1 11 0,-2 0-7 16,-6 3 1-16,11-8 3 0,-8-1 6 0,0 0-11 0,1 0 0 15,-2-2 0-15,0 5 0 0,0-4-1 0,-2 2 6 16,3 1 0-16,-3 7 6 0,0-10-2 0,0 10-6 16,1-7-5-16,-1 7 3 0,0 0-10 0,0 0 0 15,0 0-2-15,0 0 2 0,5-4-4 0,-5 4 8 16,0 0-4-16,0 0 5 0,10 15-4 0,-3-6-7 15,-2-3-19-15,1 3-17 0,-1-1-30 0,1 0-38 16,1 1-24-16,1-4-44 0,-1 3-24 0,1-3-34 16,0-2-145-16,-2-3-413 0,-6 0 183 0</inkml:trace>
  <inkml:trace contextRef="#ctx0" brushRef="#br0" timeOffset="-174012.27">22193 8781 185 0,'-3'-13'271'0,"1"4"6"16,2 1-11-16,-1 0-15 0,1 8-22 0,0-10-27 16,0 10-25-16,0 0-22 0,0 0-14 0,0 0-1 15,0 0 1-15,0 0-11 0,6 43 1 0,-1-16-7 16,0 1-12-16,-1 4-8 0,1-2-12 0,-2 3-8 0,3-1-8 16,0 2-9-16,0-5-4 0,-3-1-7 15,1-1-6-15,0 0-23 0,1-1-28 0,-1 0-55 16,-1-8-54-16,-3-1-48 0,2-1-47 0,-1-4-49 0,2-4-208 15,-2-2-499-15,2-2 221 0</inkml:trace>
  <inkml:trace contextRef="#ctx0" brushRef="#br0" timeOffset="-173446.19">22398 8981 227 0,'0'0'261'0,"0"-10"-12"0,0 10-19 15,-2-10-10-15,2 10-18 0,0 0-12 16,0 0-13-16,-5-3-2 0,5 3-2 0,0 0-5 15,-6 17-15-15,4-9-18 0,0 3-8 0,1 1-18 0,-1-2-11 16,1 0-8-16,1 3-8 0,3-2-10 0,-3-1-9 16,1 1-2-16,1-3-11 0,1-1-5 15,1 0-4-15,0 0-4 0,1-4-5 0,2 4-8 16,0-4-13-16,3-1-6 0,-2 1-5 0,1-3-7 0,1-3-2 16,2 0-4-16,-1-2-8 0,-1-2-5 0,-2-2-1 15,3 2 4-15,-3-3-8 0,-2-1-2 16,0-1 0-16,-1-3-8 0,-2 0 1 0,-1-1 7 15,-4 3 2-15,1 2 3 0,-1 1 5 0,-1-1 11 0,-1 1 8 16,0 4 6-16,1 1 4 0,-1-2-3 0,4 7 0 16,-6-10-1-16,3 7-2 0,3 3 2 15,-7-6-6-15,7 6-2 0,0 0-3 0,0 0 5 0,0 0-4 16,0 0 4-16,0 0-5 0,0 0 4 0,0 0-7 16,22-2 1-16,-12 2-3 0,3 0 0 0,-4-1 1 15,4 0-1-15,-3 0-1 0,0-1 6 0,2 0-3 16,-5 1 2-16,-7 1 4 0,12-3 1 0,-7 2 1 15,-5 1 2-15,10-3 5 0,-10 3 13 0,0 0-1 16,9-2 5-16,-9 2 4 0,0 0 1 0,0 0 4 16,0 0-2-16,0 0-6 0,0 0 2 0,0 0-3 15,8 5-3-15,-8-5-3 0,0 0 0 0,0 0-4 16,-4 15 7-16,4-15-3 0,-1 17-5 0,1-7 0 16,-2-1-2-16,1 2-1 0,1-1 1 0,0 4-2 15,1-2 11-15,1 0-13 0,-1 5 6 0,2-2-4 16,-1 3 10-16,1-1-10 0,-2 3 3 0,3-2-2 15,-2-3 3-15,-2 3 3 0,2 0 4 0,-1-2-1 0,0-5 9 16,-1 5-10-16,0-2 0 0,0-3 0 16,-1 5-4-16,0-1-9 0,-1-4-15 0,1 1-14 15,-3-2-22-15,1 2-30 0,0-3-46 0,0-1-51 16,2 1-52-16,-3-2-229 0,0 1-495 0,0-3 219 0</inkml:trace>
  <inkml:trace contextRef="#ctx0" brushRef="#br0" timeOffset="-172179.79">23406 8906 8 0,'0'-13'321'0,"-1"6"-2"0,1-4-16 15,-4 3-21-15,1-4-3 0,-1 2-6 0,-2-2-11 16,0 3 10-16,-1-2-23 0,1 3-16 16,-2-2-18-16,-1 2-14 0,2 0-20 0,-1 3-10 15,-1-1-19-15,0 2-13 0,0 3-21 0,9 1-11 0,-18 1-21 16,8 6-3-16,0-1-4 0,-4 8-10 15,-2 8-4-15,2 0-13 0,1 1-3 0,2 2 3 16,2-2-12-16,4-3 7 0,1-1-16 0,0-1-8 16,2-1 2-16,0-1-1 0,4-1-14 0,-1-3 12 0,1-2-7 15,2-1 4-15,0 0-13 0,3-2-6 16,-2-2-1-16,2 0-13 0,1-2 7 0,0-3-15 16,2 0 6-16,-10 0 0 0,22-3-1 0,-11-2 2 0,1-1 8 15,-2-2-16-15,4-5 11 0,-4 1 10 0,0-2-2 16,0-3 3-16,2-5-3 0,-2-4 3 0,-2-1-2 15,0-1 0-15,-5-2 5 0,3 1-10 0,-4-2-5 16,1-1 17-16,-2-1-13 0,0-1-12 0,-1 4 12 16,-1 1-3-16,0-2 6 0,1 4-4 0,-1 8 7 15,-1 0 0-15,1 6 14 0,1 4-18 16,-1-1 0-16,-1 5 10 0,2 5-17 0,-1-12-5 0,1 12-1 16,0 0 10-16,0 0 0 0,0 0 3 0,-1 46 3 15,-1-18-4-15,1 5 13 0,1 2-12 0,-1-3 6 16,2 1 11-16,2-2-20 0,-2-3 4 0,2-1 5 15,1-3-5-15,-1-6 1 0,5 0 0 0,-3-1 1 16,3-5-9-16,-1-1-15 0,3-1-7 0,0-4-17 16,6 2-2-16,-3-4-7 0,6-2-4 0,2-3 5 15,7-4 4-15,-2-3 2 0,1-5 3 0,-1 1 0 16,-3-2 9-16,0-4 1 0,1-2 9 0,-5 0 1 0,-2-1 4 16,-2 0 5-16,-6 4 1 0,2-7 1 15,-4 7 6-15,-2 3-1 0,-2 1 12 0,-1 2 18 16,0 4 20-16,-1 1 8 0,-1 6-3 0,1-9 3 15,-1 9-14-15,0 0-3 0,0 0-4 0,0 0 0 0,-33 22 4 16,14-3-5-16,2 5-3 0,-2-2-2 16,2 2-8-16,2-2 4 0,5-7-4 0,1 1-2 0,3-1 2 15,2-4-3-15,1-2-4 0,2 1-1 16,0-3-5-16,1-7-7 0,2 12-10 0,1-7-1 16,2-1-3-16,0 0-9 0,2-2 3 0,-7-2-7 0,19-2 2 15,-8-1 4-15,0-1 1 0,7-4 5 0,-6 1 3 16,-2-1-2-16,-1 1 5 0,0 0 5 0,-1-3 2 15,-3 0 3-15,1 1-1 0,-3 1 2 0,-1 2 0 16,1 0 7-16,1 2-3 0,-4 4-3 0,5-7 2 16,-5 7-5-16,2-5 3 0,-2 5-5 0,0 0 4 15,0 0 4-15,0 0 6 0,6 14-3 0,-6-6 2 16,1 2-1-16,0 1 1 0,3-3-1 0,-2 3 2 16,3-1-1-16,1 0 0 0,-1-1 5 0,1 0-3 15,3-3 1-15,0 0 3 0,0 0-2 0,4-5-2 16,1-1-2-16,5-3 0 0,0-3-2 0,7-3 11 15,-1-2-18-15,-1-5 5 0,2 0 6 0,-7-1-2 16,2-2-1-16,-10 4-3 0,4-6 2 0,-6 3 9 16,-2-2 2-16,-3-4-2 0,1-1 5 0,-3 0 4 15,-3-3 0-15,2 1 2 0,-3 0-3 0,-2-1-3 0,2-2 2 16,-1 5 1-16,-2-2-1 0,3 9 15 16,0-2 2-16,-1 10 12 0,2-2 9 0,0 4 6 15,-1 1-14-15,0 0 0 0,2 7-7 0,-1-10-6 0,1 10-13 16,0 0-5-16,0 0-7 0,0 0 4 0,0 0 14 15,3 42 4-15,-1-15 7 0,-2 4-5 16,2-1 7-16,-3 1 0 0,1 1 1 0,1 0-14 16,-1-3 5-16,3 2 3 0,-2 0-3 0,-1-2-2 0,1-3-4 15,-1 0-3-15,3-7 2 0,1-1-19 16,-3-1-31-16,3 0-40 0,2-3-30 0,-3-4-36 16,-1 0-45-16,1-1-46 0,0-2-36 0,0-4-40 15,-3-3-226-15,6 4-572 0,-6-4 253 0</inkml:trace>
  <inkml:trace contextRef="#ctx0" brushRef="#br0" timeOffset="-171745.61">24086 8686 2522 0,'-5'-9'124'0,"-1"3"-67"15,1-2-33-15,-1 3-6 0,2-1-6 0,4 6-3 16,-5-9-3-16,5 9 1 0,0 0-5 0,-4-6-2 16,4 6-5-16,0 0 1 0,0 0 5 0,14-9 1 15,0 6 0-15,3-3-1 0,12 0-3 0,1-3 1 16,-1 2-4-16,-1 0-2 0,-1 1-3 0,-5 1-2 15,-3 0-4-15,-1-1 1 0,-7 3-1 0,3-1 8 16,-3 1-2-16,-6 0 5 0,4 2 5 16,-9 1 12-16,10-1 8 0,-10 1 9 0,0 0-1 15,0 0 4-15,0 0 1 0,0 0 6 0,-12 21 15 0,2-9-2 16,-1 2 7-16,-1 0-6 0,2 3 0 0,1-2-4 16,3 0 3-16,-2 1-15 0,4-1-2 0,0-3-9 15,3-1 3-15,1-1-5 0,0 0-4 0,0 0 1 16,3-3-3-16,2 1 1 0,1-3-5 0,0 1-3 15,3-3 0-15,-2 0-4 0,4-2-2 0,0-2-2 16,-1-2 3-16,1 0 0 0,0-1 2 0,-1-2 6 16,-1 0 12-16,-4 1 1 0,0-4 1 0,-1 3 2 0,0-6-3 15,-1 4 0-15,-2-3 9 0,-1 2 4 16,0 9 9-16,1-12 14 0,-1 12-8 0,1-8 7 16,-1 8 0-16,0 0-8 0,0 0 1 0,-1-10-5 15,1 10-10-15,0 0-11 0,0 0 11 0,0 0-2 16,0 0 0-16,-9 30-5 0,5-19-4 0,3 2-5 15,0 3-2-15,-2-5-28 0,3 1-37 0,0-2-55 0,0 3-66 16,0-3-70-16,4 0-81 0,-2-5-298 16,3-1-663-16,-5-4 294 0</inkml:trace>
  <inkml:trace contextRef="#ctx0" brushRef="#br0" timeOffset="-170554.54">24794 8390 29 0,'0'0'221'0,"0"0"-10"0,0-9-5 0,0 9-4 15,0 0-15-15,0 0-7 0,0 0-16 0,0 0-13 16,0 0-16-16,0 0-14 0,0 0-13 0,0 0-13 16,7-4-8-16,-7 4-10 0,0 0-5 0,0 0-10 15,0 0-9-15,0 0-4 0,0 0-9 0,0 0 0 16,0 0-5-16,0 0-6 0,0 0-3 0,0 0-2 15,0 0-4-15,0 0-2 0,0 0 0 0,0 0-3 16,0 0-2-16,0 0 0 0,0 0-3 0,0 0-1 0,0 0 2 16,0 0-3-16,0 0 1 0,0 0-1 0,0 0-2 15,0 0-1-15,0 0 0 0,0 0 0 16,0 0-1-16,0 0-1 0,0 0 8 0,0 0-10 0,0 0 2 16,0 0-4-16,0 0 3 0,0 0-1 0,0 0-1 15,0 0 2-15,0 0-2 0,0 0 3 16,0 0-3-16,0 0 2 0,0 0 0 0,0 0-2 15,0 0 0-15,0 0 2 0,0 0 2 0,0 0-2 0,0 0 0 16,0 0-1-16,0 0 3 0,0 0-2 0,0 0 0 16,0 0 1-16,0 0-4 0,0 0 6 0,0 0-6 15,0 0 0-15,0 0-2 0,0 0 2 0,0 0-2 16,0 0 1-16,0 0 1 0,0 0 4 0,0 0-6 16,0 0 4-16,3-6 0 0,-3 6 0 0,0 0 1 15,0 0 0-15,0 0-2 0,0 0 1 0,0 0 0 16,0 0 2-16,0 0-2 0,0 0 2 0,0 0-2 15,0 0 0-15,0 0 2 0,0 0 0 0,0 0 1 16,0 0 4-16,0 0-1 0,0 0 0 0,0 0-4 16,0 0 1-16,0 0 0 0,0 0-2 0,0 0-2 15,0 0 2-15,0 0-3 0,0 0 4 0,0 0-4 16,0 0-1-16,0 0-20 0,0 0-33 0,0 0-45 16,0 0-55-16,0 0-40 0,0 0-24 0,0 0-138 15,0 0-387-15,4 19 171 0</inkml:trace>
  <inkml:trace contextRef="#ctx0" brushRef="#br0" timeOffset="-166611.72">25324 6108 47 0,'0'0'189'16,"-11"-6"2"-16,5 4-15 0,6 2-8 0,-8-1-10 16,8 1-11-16,0 0-14 0,0 0-7 0,-11-3-17 15,11 3-8-15,0 0-9 0,-6-1-10 0,6 1-8 16,0 0-9-16,0 0-9 0,0 0-7 0,0 0-4 15,-11-4-1-15,11 4-14 0,0 0 3 0,0 0-2 16,0 0-4-16,0 0-5 0,0 0-6 0,0 0 0 16,0 0 2-16,0 0-11 0,0 0-32 0,0 0 7 15,0 0 5-15,0 0 4 0,0 0 2 0,24-4-6 16,-15 3 5-16,2-2-1 0,0 2 7 0,1 1-4 16,1-3 3-16,-1 1 2 0,-1-1 0 0,2 1 0 15,-1 0 2-15,-1-1-2 0,0 0 0 0,1 0 5 16,-3-1-2-16,1 1 1 0,2 0 1 0,-1-1 4 15,-2 1-6-15,1 0-10 0,0-1 0 0,-1 3-9 16,1-3-38-16,1 0-49 0,-1 1-45 0,0 2-155 16,-1-1-327-16,-9 2 145 0</inkml:trace>
  <inkml:trace contextRef="#ctx0" brushRef="#br0" timeOffset="-166178.59">25347 7446 69 0,'-8'-2'215'0,"8"2"0"16,0 0-16-16,0 0-2 0,0 0-10 0,0 0-5 16,0 0-13-16,-10-2-10 0,10 2-9 0,0 0-6 0,0 0-8 15,0 0-10-15,0 0-9 0,0 0-9 0,-9 0-10 16,9 0-6-16,0 0-6 0,0 0-9 0,0 0-7 15,0 0-3-15,0 0-4 0,0 0-11 16,0 0-3-16,0 0 0 0,0 0-8 0,0 0-5 0,0 0-3 16,0 0-7-16,0 0-3 0,0 0-2 0,0 0-12 15,0 0-10-15,0 0-17 0,21-7-27 16,-10 4-26-16,7-2-44 0,9-3-44 0,0-1-50 0,1 1-54 16,-1-1-135-16,5 1-430 0,-3-3 190 0</inkml:trace>
  <inkml:trace contextRef="#ctx0" brushRef="#br0" timeOffset="-165279.65">24824 8764 126 0,'-1'7'225'0,"1"-7"-11"0,0 0-10 0,0 0-7 16,0 0-14-16,0 0-6 0,0 0-14 0,0 0-9 16,0 0-17-16,0 0-10 0,0 0-14 0,0 0-8 15,0 0-11-15,0 0-13 0,0 0-8 0,10 3-10 16,-10-3-2-16,17-3-3 0,-4 0-12 0,6-1-18 16,1 0-30-16,12-2-41 0,-2-1-44 0,0 1-49 15,2-4-44-15,-1 2-184 0,1-1-394 0,0 0 174 16</inkml:trace>
  <inkml:trace contextRef="#ctx0" brushRef="#br0" timeOffset="-164094.3">25544 8454 45 0,'-4'-4'288'0,"4"4"-20"0,-2-9-19 16,2 9-18-16,0 0-14 0,-4-9-17 0,4 9-16 15,0 0-20-15,-3-7-14 0,3 7-22 0,0 0-16 16,0 0-13-16,0 0-13 0,0 0-7 0,0 0-9 0,0 0-5 16,0 30 0-16,0-11 0 0,0 0-3 15,3 7-9-15,-2 0-4 0,-1-1 0 0,1-6-9 0,1 6-15 16,0-6 1-16,-2 0-5 0,0 0 3 0,2-3-5 15,0 2-2-15,-2-1-1 0,0-6-3 0,0 1 1 16,1-3-15-16,2 1-19 0,-2 0-29 0,-2-3-36 16,1-7-34-16,1 10-38 0,-1-4-35 15,0-6-16-15,3 8-16 0,-3-8-133 0,0 0-386 0,0 0 171 16</inkml:trace>
  <inkml:trace contextRef="#ctx0" brushRef="#br0" timeOffset="-163846.12">25426 8497 61 0,'7'-15'196'0,"6"2"-20"0,10-2-20 0,1-1-16 16,3 7-8-16,3-1-6 0,3 5-14 0,-3 1-3 15,3 4-7-15,-4 7-7 0,1 1-11 0,-1 5-8 16,-3 3-1-16,3-1-1 0,-6 6-6 0,-5-1 8 16,-1 3-3-16,-2 4-8 0,-2-1 12 0,-7-1 7 15,-1 3 2-15,-5-2-4 0,-2 4 0 0,-3-3 3 16,-6-2-9-16,0 1-5 0,-3-2-4 0,-3-2-9 15,-2 2-5-15,-1-4-2 0,-2-2-5 0,-1-3-7 16,-1-1-11-16,8-4-11 0,-4-1-30 0,1-2-39 16,2-4-46-16,3 0-48 0,1-4-60 0,-1-1-209 15,5-4-447-15,0-1 198 0</inkml:trace>
  <inkml:trace contextRef="#ctx0" brushRef="#br0" timeOffset="-163658.9">25960 8558 236 0,'0'0'255'16,"7"-3"-28"-16,-7 3-21 0,0 0-15 0,0 0-18 15,8 9-11-15,-4-3-10 0,-2 1-13 0,0 2-14 16,-2 4-11-16,2 2-13 0,0 2-7 0,1 2-11 0,-3 2-7 16,4-2-13-16,-2 7-28 0,-2-9-35 0,2 1-50 15,0-1-49-15,0-4-47 0,1-3-57 16,-3 2-120-16,2-5-349 0,-2 1 154 0</inkml:trace>
  <inkml:trace contextRef="#ctx0" brushRef="#br0" timeOffset="-163494.52">25895 8369 213 0,'-2'-6'186'0,"2"6"-45"0,0 0-17 0,-2-7-18 0,2 7-14 15,0 0-21-15,0 0-33 0,22 17-25 16,-6-8-28-16,9 5-34 0,0-1-21 0,1 2-72 0,1-1-153 16,4-2 67-16</inkml:trace>
  <inkml:trace contextRef="#ctx0" brushRef="#br0" timeOffset="-163275.75">26270 8460 110 0,'5'-2'191'0,"-5"2"-17"0,0 0-4 0,4-4-7 15,-4 4-9-15,0 0-2 0,0 0-14 0,0 0-2 16,-27 4-10-16,18 1-6 0,0 3-12 0,-2-1-10 15,0 5-8-15,2-5-5 0,-3 9-12 0,4-3-7 16,-1 2-7-16,2 0-6 0,0 4-7 0,4-3-5 16,1 1-4-16,2-2-1 0,0 4-3 0,1 0-4 15,3 0 3-15,-1 0 2 0,-1-2-2 0,2 2 8 16,-3-2-7-16,3 2-1 0,-4-3-1 0,2 0-4 16,0-1-2-16,-4-4 0 0,2 2-6 0,-2-1-25 15,2-1-25-15,-3 1-32 0,2-3-37 0,0 1-56 16,1-3-45-16,0-7-177 0,-6 11-408 0,3-7 182 15</inkml:trace>
  <inkml:trace contextRef="#ctx0" brushRef="#br0" timeOffset="-163079.71">26385 8567 11 0,'2'-9'321'0,"2"4"-35"0,-4 5-33 0,3-8-21 16,-3 8-23-16,2-6-21 0,-2 6-18 15,0 0-18-15,0 0-5 0,0 0-14 0,0 0-14 16,8 24-9-16,-2-8-9 0,-2 4-8 0,-4 0-10 16,2 4-8-16,-1 2-12 0,1-2-36 0,2-6-34 0,-4 2-45 15,0-2-57-15,0-3-64 0,0-2-65 16,-2 0-128-16,2-3-396 0,-2-3 175 0</inkml:trace>
  <inkml:trace contextRef="#ctx0" brushRef="#br0" timeOffset="-162920.83">26261 8267 74 0,'-4'-4'252'0,"-1"-3"-45"0,5 7-39 16,-5-7-36-16,5 7-24 0,0 0-36 0,0 0-35 0,0 0-42 15,0 0-47-15,7 23-114 0,1-13-180 16,5-1 81-16</inkml:trace>
  <inkml:trace contextRef="#ctx0" brushRef="#br0" timeOffset="-162711.35">26499 8259 63 0,'0'0'258'0,"0"0"-26"0,5-5-19 0,-5 5-11 16,0 0-27-16,0 0-18 0,0 0-16 0,0 0-17 15,0 0-6-15,0 0 14 0,11 14-1 0,-7 2-7 16,1 3 2-16,-1 6-3 0,2 3-8 0,2 1-13 15,-4 1-6-15,1-2-9 0,1 3-9 0,-3-2-8 16,2-4-5-16,1 0-9 0,-3-5-2 0,1-2-10 16,-2 0-25-16,2-2-26 0,-4-2-37 0,0-3-43 15,3-1-53-15,-3-1-55 0,0-1-46 0,0-8-158 16,0 10-431-16,-3-4 190 0</inkml:trace>
  <inkml:trace contextRef="#ctx0" brushRef="#br0" timeOffset="-162259.84">26450 8506 35 0,'0'0'238'0,"-4"-9"-27"16,4 9-18-16,0 0-20 0,8-11-20 0,1 6-13 15,3 2-14-15,-1-2-11 0,2 1-16 0,7-2-8 16,1-2-12-16,6 3-3 0,0-2-9 0,-9 2-6 16,4 0-2-16,-4 0-2 0,-4 1-6 0,-4 2-2 15,-3-1-5-15,1 2 2 0,-8 1 18 0,12-1 11 16,-12 1 11-16,7 0 12 0,-7 0 9 0,0 0-7 15,0 0 6-15,0 0-16 0,0 0 1 0,0 0-5 16,-20 19 0-16,4-9 3 0,5 5-1 0,-3-2-10 16,1 1-9-16,2 1-5 0,-2-1-4 0,4 0-6 15,2 2-11-15,0-3-7 0,2-2-2 0,1 1 1 16,4-2-4-16,0 1-5 0,2-2 1 0,3-2-4 16,-1-2 1-16,4 2-15 0,4-2-9 0,-1-1-10 15,3-4 3-15,4 0-5 0,0-4-1 0,3-1-9 16,-4-2 13-16,4-3-12 0,-8 3 2 0,3-2 1 15,-7-1 18-15,-1 3-13 0,2-4-2 0,-3 1 7 0,-3-1 3 16,0 0 5-16,-2 1-4 0,0 5 4 0,-1-2 1 16,-1 7 9-16,0-14-3 0,0 14 6 0,3-6-1 15,-3 6-11-15,0 0 5 0,0-7-4 16,0 7-3-16,0 0 4 0,0 0 0 0,0 0 0 0,-6 22 5 16,4-13-7-16,0 3 4 0,-2 4 0 0,4-4 1 15,2 0-2-15,0 4 0 0,0-2-24 16,0-4-31-16,1 2-35 0,2 2-46 0,-1-6-51 15,0 1-55-15,1-2-54 0,-1-2-185 0,3-2-515 16,-2-1 228-16</inkml:trace>
  <inkml:trace contextRef="#ctx0" brushRef="#br0" timeOffset="-162062.56">26962 8209 179 0,'-3'-9'310'0,"-1"-1"2"0,2 3-31 0,2 7-26 15,-2-9-30-15,2 9-25 0,-3-4-20 0,3 4-14 16,0 0-5-16,0 0-6 0,3 27-9 0,-1-7-22 16,0 5-3-16,0 5-12 0,2 2-12 0,0 2-8 15,2 1-19-15,-2-2-35 0,-1-1-55 0,1 3-67 16,-2-4-74-16,3-2-80 0,-1 2-210 0,1-3-490 16,-2-1 217-16</inkml:trace>
  <inkml:trace contextRef="#ctx0" brushRef="#br0" timeOffset="-161310.78">27315 8586 287 0,'0'-28'329'16,"4"2"-12"-16,-4 0-15 0,5-1-19 0,-2 3-10 16,-2 0-12-16,3-3-21 0,2 2-26 0,0 1-23 0,-2 5-16 15,1 2-11-15,-1-1-13 0,0 1-21 16,4-2-8-16,-4 5-15 0,1 2-5 0,-3 2-10 15,2-1-9-15,-2 3-15 0,0 1 2 0,-1 0-17 16,-1 7 2-16,2-9-4 0,-2 9-7 0,2-8-5 0,-2 8-13 16,0 0-21-16,0 0 8 0,0 0-13 0,0 0 1 15,0 0-2-15,-22 11-17 0,16-2-8 16,-4-1-16-16,6 0-20 0,-1 1-10 0,1 0 2 16,4 0-2-16,0 0 11 0,4 3-8 0,-2-1-5 0,3-1 2 15,3 1 7-15,0-2 6 0,2 3 9 0,-1-3 1 16,3 4 11-16,-3-4 1 0,0 2 2 0,2-4 2 15,0 6 2-15,-4-4 3 0,3-1 4 0,-6 0 6 16,0 3 1-16,1-2 8 0,-3 0-5 0,-2 0 0 16,0 1 3-16,0-10 0 0,0 13 3 0,-2-8-1 15,2-5 5-15,-5 10-1 0,5-10 3 0,-2 8-1 16,2-8 3-16,-2 6-6 0,2-6-11 0,0 0-16 16,0 0-18-16,0 0-20 0,0 0-13 0,0 0-8 15,0 0 4-15,0 0 1 0,22-22 5 0,-6 10 10 16,-3-1 0-16,3-1 5 0,5-2 5 0,1-3-1 15,-2 3 15-15,-5 3 10 0,2-4 9 0,-4 4 27 16,-1 0 18-16,-2 1 31 0,-3 3 9 0,0 0 16 16,-1 0 7-16,-1 0 24 0,-3 2-6 0,0 0 10 15,-1 0 0-15,-1 7-3 0,3-12 1 0,-3 12-7 16,0-9-8-16,0 9-7 0,0 0-17 0,0-7-9 16,0 7-8-16,0 0-11 0,0 0 2 0,0 0-9 15,0 0 2-15,-8 21-3 0,6-11-7 0,0-1-3 16,2 4 0-16,-1-3-6 0,2 2-2 15,-1-1 1-15,2 0-2 0,2-1 1 0,2-1 1 0,-3-2 0 16,4 1-5-16,2 0 0 0,-2-2-3 0,-1-2-3 16,3 0-1-16,3-2-2 0,0-2-3 0,1-1-1 15,-4-2 4-15,1-2 2 0,4 0-2 0,-5 0 12 16,0 1-2-16,0-1 5 0,-4-3 2 0,3 3-9 16,-5-2 9-16,1 0-4 0,0 1 4 0,-3-1 2 15,3-1 4-15,-4 8 0 0,3-12-8 0,-3 7 12 16,0 5-6-16,2-8 2 0,-2 8-5 0,0 0 5 15,2-8-13-15,-2 8-5 0,0 0-1 0,0 0-3 16,0 0 3-16,0 0 0 0,0 0 9 0,2 27-3 0,-2-11-1 16,1 2 2-16,-1 3-1 0,-1 0-3 0,1 3 3 15,0 4-1-15,3-3-5 0,-1 2 0 16,0-2-35-16,0-7-37 0,-2 0-40 0,0 1-53 16,2-2-65-16,1-5-58 0,1 4-239 0,-1-7-568 0,-1 1 252 15</inkml:trace>
  <inkml:trace contextRef="#ctx0" brushRef="#br0" timeOffset="-161146.55">27585 7974 80 0,'0'0'97'16,"0"0"-32"-16,0 0-41 0,0 21-40 0,2-5-26 15,8 0-45-15,-1 2 20 0</inkml:trace>
  <inkml:trace contextRef="#ctx0" brushRef="#br0" timeOffset="-160896.08">28092 8350 116 0,'6'1'276'0,"-6"-1"2"0,0 0 3 16,0 0 1-16,0 0-20 0,3-15-20 0,-3 15-10 15,-1-14-24-15,1 2-17 0,1 2-9 0,-1-3-12 16,1 1-11-16,4 0-19 0,-2 2-15 0,1-1-13 16,0 1-8-16,-3 4-12 0,1 0-8 0,-2 6-5 15,2-8-26-15,-2 8-3 0,7-7-5 0,-7 7-4 16,9 1-7-16,-9-1-7 0,13 8 4 0,-4 0-6 16,0 3-3-16,0 2-4 0,-2-3-21 0,4 5-18 15,-2 0-28-15,0-1-27 0,0 1-36 0,2-2-42 16,-4 0-59-16,2-7-44 0,1 2-256 0,1-2-556 15,2-2 246-15</inkml:trace>
  <inkml:trace contextRef="#ctx0" brushRef="#br0" timeOffset="-160127.6">28575 8123 97 0,'-14'-6'240'15,"3"4"-6"-15,-2 2-6 0,-5-1-10 0,0 5-11 0,2 0-13 16,0 5-10-16,-2-1-9 0,2 7-14 15,-2 1-8-15,2-3-16 0,3 3-15 0,3-5-14 16,0 5-14-16,5-1-3 0,1-3-11 0,0-1-8 16,4-1-12-16,2 2-9 0,3-3-8 0,-3-1-7 0,6 0-7 15,-2-2-11-15,6-1-1 0,-2-2-11 0,3-1 1 16,-2-2 0-16,2-2-5 0,0 0 6 0,0-1-5 16,-2-1 11-16,-2-1 1 0,-1 0-1 0,1 0-4 15,-4-1 4-15,0-2 4 0,1-1 2 0,-3 3 5 16,-2-2-3-16,2 0-1 0,-3 1 11 0,0 7-2 15,0-14 5-15,0 8 0 0,0 6 1 16,0 0-6-16,4-9 5 0,-4 9-12 0,0 0-3 16,0 0-1-16,0 0-7 0,0 0 11 0,0 0-12 0,0 0 1 15,0 0-2-15,0 0-2 0,0 0-5 0,1 26 4 16,1-17-5-16,0-1 5 0,3-3 0 0,-1 4-2 16,-2-4 2-16,3 1 8 0,-1-1-10 0,1 1 3 15,1-4 4-15,2 0 2 0,4-1-1 0,-1-1 3 16,2-3-2-16,0 2-1 0,3-7-3 0,-4 2 1 15,1-2 1-15,-3 0 13 0,-1-5-2 16,3 0 0-16,-5 2 9 0,2-4 6 0,-5 0-2 16,0-5 0-16,-1 4 4 0,-1-10 2 0,-4 7-14 0,2-8-5 15,-3-1-1-15,1 0-5 0,-1 0 3 0,-3 3-3 16,0-1-5-16,1 2 7 0,0 7 7 0,0 3 9 16,1 2 1-16,1 3 3 0,1 2-7 0,1 1-1 15,1 6-13-15,-2-10-2 0,2 10-9 0,0 0-1 16,0 0 0-16,-10 32 6 0,6-3-6 0,-2 4 3 15,1 14 3-15,0-11-5 0,2-1-1 0,3-3 2 16,0-2-5-16,3-4 3 0,0 3-8 0,1-10 3 16,3-2 5-16,1-1-1 0,2 0-8 0,-4-6 21 15,4 0-12-15,-2-1 11 0,1-1-12 0,1-2 8 16,3-4-9-16,-2 1 9 0,4-5-1 0,2-1-3 16,1-2-2-16,-1-3 4 0,1-2-1 0,-1 0 1 15,0-2-2-15,-3 2-9 0,-2-3 14 0,-2-3-7 16,1 2-3-16,-4-1 10 0,2-2-5 0,-3 1-5 0,-2 0 4 15,2 6 2-15,-4 1-4 0,-1 4-1 0,1-1-2 16,-2 6-6-16,0-10-8 0,0 10-3 16,0 0-6-16,0 0-2 0,0 0 5 0,0 0 1 15,0 0 10-15,-3 27-1 0,0-11 13 0,-2 0-8 16,4 3 4-16,-4-1 7 0,1-1 2 0,0 0 0 16,1 3-1-16,-1-2-3 0,3-7 2 0,-1 10 3 15,2-6-2-15,-2-4-4 0,1 2-2 0,1-13 7 16,0 20-1-16,0-14-2 0,0-6-27 0,-1 13-34 0,1-13-40 15,0 0-50-15,-5 13-53 0,5-13-85 16,-1 9-86-16,1-9-246 0,0 0-662 0,0 0 293 0</inkml:trace>
  <inkml:trace contextRef="#ctx0" brushRef="#br0" timeOffset="-159971.87">29121 8176 2224 0,'13'-2'580'0,"-7"2"-301"16,-6 0-142-16,14 0-65 0,-14 0-25 0,9 0-10 15,-9 0-7-15,8 2 2 0,-8-2-4 0,0 0-9 16,10 1 1-16,-10-1-4 0,0 0-15 0,5 2-29 16,-5-2-45-16,0 0-62 0,4 6-65 0,-4-6-67 15,0 0-204-15,-13 14-508 0,2-8 225 0</inkml:trace>
  <inkml:trace contextRef="#ctx0" brushRef="#br0" timeOffset="-159261.3">20277 10464 13 0,'-3'-5'330'0,"3"5"-35"0,-6-7-28 16,6 7-29-16,-3-7-25 0,3 7-24 0,0 0-20 15,0 0-5-15,0 0 2 0,0 0-7 0,-4 20-3 16,5-7-11-16,0 5 3 0,-1 5-31 0,0-2-14 16,2 3-8-16,-1-3-7 0,0-2-10 0,0 1-12 15,3-2-4-15,-2 2-7 0,0-1-6 0,-1-3-30 16,1 2-46-16,1-4-55 0,-3-1-62 0,4-2-70 15,-4-5-78-15,-1 2-146 0,1-8-474 0,-9 8 210 16</inkml:trace>
  <inkml:trace contextRef="#ctx0" brushRef="#br0" timeOffset="-159114.54">20110 10310 231 0,'-3'-6'213'0,"3"6"-41"0,-5-9-34 0,5 9-40 16,0 0-33-16,0 0-32 0,0 0-45 0,0 0-38 16,0 0-98-16,0 0-161 0,16 23 71 0</inkml:trace>
  <inkml:trace contextRef="#ctx0" brushRef="#br0" timeOffset="-158761.3">20362 10439 127 0,'4'11'202'0,"1"3"-6"0,2 3-1 15,-3-1-7-15,1 1-5 0,-2 1-13 16,3-3-10-16,-1 0-12 0,-1 0-6 0,2-1-9 16,0-4-8-16,-1 2-11 0,0-2-8 0,-1-2-13 0,-2 0-11 15,3-1-2-15,-2-3 0 0,1 0-6 16,-4-4-1-16,5 5-9 0,-5-5-6 0,9-1-15 16,-9 1-13-16,15-12-16 0,-7 5-15 0,0-3-9 15,4-1-19-15,-2-3-15 0,1 0-12 0,0-4-3 0,-2 3 0 16,0-3-7-16,0 2 6 0,-1 0 5 0,-2 0 0 15,-2 2 13-15,-1 2 6 0,0 2 11 0,1-1 14 16,-3 4 11-16,1 0 4 0,-2 7 2 0,3-9 4 16,-1 5-8-16,-2 4 0 0,4-7-2 0,-4 7-5 15,0 0 2-15,9 0 4 0,-9 0 13 0,14 12 8 16,-8-2 5-16,2 4 11 0,-1 1 4 0,3 9-4 16,-2 0 0-16,-1 0-1 0,-3 5-3 0,-3-5-6 15,0 3-25-15,-2-1-24 0,-3 0-38 0,-1-1-50 16,-2-1-54-16,0-6-42 0,-5 0-138 0,-2 1-370 15,-5 0 164-15</inkml:trace>
  <inkml:trace contextRef="#ctx0" brushRef="#br0" timeOffset="-158556.65">19953 10552 163 0,'-11'-3'325'0,"1"4"-37"0,10-1-26 16,-14 7-26-16,8 0-13 0,-1 7-21 0,4 7-10 0,-1 4-18 16,5 5-18-16,3 3-18 0,6 0-13 15,2 0-11-15,8 10-2 0,-3-13-32 0,3 1-43 0,6-3-62 16,7 9-81-16,6-9-96 0,-9-7-214 16,16-2-451-16,-8-9 200 0</inkml:trace>
  <inkml:trace contextRef="#ctx0" brushRef="#br0" timeOffset="-158295.04">21523 10178 277 0,'0'-7'424'0,"0"7"-53"0,0-12-34 0,0 12-39 16,0-7-26-16,0 7-30 0,3-6-29 0,-3 6-26 15,0 0-19-15,0 0-15 0,0 0-7 0,8 29-16 16,-3-4-5-16,1 4-22 0,-1 3-20 0,-1 1-13 16,1-1-1-16,-2 3-9 0,2-4-13 0,-4 0 0 0,2-2-6 15,2-3-10-15,-3 0-40 0,-1-8-27 16,1-1-26-16,-1-1-32 0,-1 0-39 0,1-2-40 16,-2-3-36-16,1 0-24 0,0-5-35 0,-3 4-179 15,0-6-483-15,3-4 215 0</inkml:trace>
  <inkml:trace contextRef="#ctx0" brushRef="#br0" timeOffset="-158045.72">21475 10261 143 0,'2'-16'231'0,"0"4"-23"16,4 1-19-16,2 2-9 0,-1-1-20 0,4 3-8 16,5-1-3-16,1 5 3 0,1 1-4 15,3 4-5-15,9 4 3 0,-1 4-15 0,-2 5-13 0,0 2-16 16,1 3-6-16,-5 1-10 0,1 1-10 0,-3 1-2 15,-3 1 0-15,-4 1-4 0,-3 1 8 0,-2-3 0 16,-5-4 0-16,-3 0 2 0,-3-1 1 16,-6 6 0-16,-2 1-6 0,-4-2 0 0,-4 0-4 0,-4-1-8 15,-2-2-5-15,-4-1-15 0,0 1 3 0,-3-4-18 16,3 0-3-16,-2-3-32 0,5-3-18 0,6-4-20 16,6-2-37-16,-5 0-54 0,6-4-63 0,4-1-64 15,1-3-243-15,7 4-547 0,-2-12 243 0</inkml:trace>
  <inkml:trace contextRef="#ctx0" brushRef="#br0" timeOffset="-157861.75">21928 10382 235 0,'7'-3'311'16,"-1"-1"-32"-16,-6 4-28 0,10-2-15 0,-10 2-12 16,0 0-11-16,11 2-3 0,-11-2-11 0,4 10-6 15,-3-1-16-15,0 2-17 0,0 5-15 0,2 0-11 16,-2 3-13-16,2 0-13 0,-2 0-26 0,0 0-34 15,1-2-39-15,-1 0-44 0,-1-2-63 0,0 1-73 16,2-4-53-16,0-3-245 0,-1-1-506 0,-1-8 224 16</inkml:trace>
  <inkml:trace contextRef="#ctx0" brushRef="#br0" timeOffset="-157712.85">21931 10103 256 0,'-4'-6'259'16,"4"6"-35"-16,-5-3-23 0,5 3-24 16,0 0-30-16,-5 17-47 0,5-5-52 0,6 7-53 0,1-2-70 15,8 9-52-15,-3-1-75 0,9-2-217 0,4-3 97 16</inkml:trace>
  <inkml:trace contextRef="#ctx0" brushRef="#br0" timeOffset="-157445.72">22359 10279 219 0,'0'0'243'16,"0"0"-2"-16,-21-8-1 0,21 8 8 0,-15 4-22 16,8-2-6-16,-2 0-16 0,2 1-14 0,0 0-18 15,7-3-21-15,-13 8-16 0,8-4-13 0,0 3-13 16,1-1-15-16,0 3-12 0,1-1-8 0,2 2-4 16,0-1-5-16,1 1-7 0,1 2-12 0,0 1-4 15,5 2-5-15,-4-3-3 0,1 0 0 0,3 5 4 16,-5 0-15-16,6 0 0 0,-3 0-6 0,-1 2 3 15,0 0-2-15,0 5-3 0,-5-5 0 0,1 0-4 16,-3 0 0-16,0 3 4 0,-3 4-4 0,2-8 1 16,-4 5-4-16,2-5 1 0,2-3-20 0,-4 0-21 15,0-5-24-15,3-1-30 0,-1 0-40 0,0-1-53 16,2-3-49-16,1-3-253 0,4-2-521 0,0 0 231 16</inkml:trace>
  <inkml:trace contextRef="#ctx0" brushRef="#br0" timeOffset="-157246.21">22400 10346 14 0,'1'-10'301'0,"1"5"-30"15,1 0-25-15,-3 5-24 0,2-9-17 16,-2 9-14-16,0 0-2 0,0 0 1 0,0 0-1 16,0 0-13-16,15 19-5 0,-10-9-16 0,0 8-15 0,2 0-12 15,-4 1-12-15,1 5-10 0,-2 2-11 0,-1-6-1 16,-1-1-27-16,0 0-30 0,1-2-23 0,-2 0-33 15,1-3-36-15,-1-3-50 0,1-2-63 0,0-3-80 16,-3 1-206-16,3-7-491 0,-5 5 216 0</inkml:trace>
  <inkml:trace contextRef="#ctx0" brushRef="#br0" timeOffset="-157094.4">22357 10041 173 0,'-4'-4'283'0,"-1"0"-28"16,5 4-30-16,0 0-20 0,-12 0-24 0,12 0-30 16,-5 10-39-16,2 1-49 0,3 0-56 0,3 3-62 15,4 1-75-15,-4 4-115 0,7-3-266 0,1-1 117 16</inkml:trace>
  <inkml:trace contextRef="#ctx0" brushRef="#br0" timeOffset="-156879.25">22554 10086 191 0,'0'0'287'0,"-2"-12"-22"16,2 12-11-16,-1-9-8 0,1 9-10 0,0 0-3 16,-1-10-17-16,1 10-16 0,0 0-25 0,0 0-18 15,0 0-22-15,0 0 1 0,0 0 18 0,0 0-2 16,14 29 1-16,-7-10-4 0,0 7 3 0,0 3-21 16,1 1-6-16,-3 0-10 0,2 2-9 0,-2-4-8 0,-1-1-8 15,1-1-15-15,0-2 0 0,-2-6-40 16,3 0-3-16,-4-2-37 0,2-4-50 0,-1-2-41 15,-1 0-56-15,1-5-63 0,-2 1-63 0,-1-6-66 16,6 5-194-16,-6-5-584 0,0 0 259 0</inkml:trace>
  <inkml:trace contextRef="#ctx0" brushRef="#br0" timeOffset="-156425.92">22596 10233 53 0,'-4'-4'261'0,"4"4"-28"0,-8-8-26 0,8 8-24 16,-4-7-20-16,4 7-17 0,0 0-10 0,9-7-23 15,3 3-4-15,4-2-10 0,11-3-8 16,4 1-10-16,1-3-14 0,6 0-10 0,-1-1-6 0,-2 3-10 16,-1-2-9-16,-2-1-6 0,-4 4-6 0,-9 1-2 15,-2-1 2-15,-7 4 0 0,2 1 12 0,-6 1 20 16,1 1 24-16,-7 1 12 0,0 0 13 0,0 0-8 16,0 0 5-16,0 0 8 0,0 0 8 0,-35 18 4 15,13-3 1-15,-1 4 8 0,0 0 13 0,-1 4-21 16,2 1-4-16,2 0-6 0,2 0-12 0,3 0-8 15,6-5-10-15,2-2-9 0,3 0-9 0,2-2-8 16,1 1 2-16,3-3-9 0,1-2-8 0,3-1-8 16,4-2-8-16,-1-2-1 0,4-1-17 0,6-5 2 15,3-3-16-15,5-2-11 0,-8-3-2 0,1 0-5 16,5-4-5-16,-9 2 4 0,1 1 3 0,-6-2 13 16,-3 2-8-16,1 0 6 0,-4-2-6 0,-2 1 7 15,-2 0 0-15,-2-1 0 0,-1 3 8 0,2 8 5 16,-2-14 2-16,-1 8 14 0,3 6-9 0,-5-7 7 15,5 7-5-15,-5-4-3 0,5 4 9 0,0 0 2 16,0 0 3-16,-10 19 7 0,6-9-7 0,3 3-7 16,-1-2 0-16,1 5-1 0,2-1-6 0,1 1 5 15,2-4-6-15,-1 0-5 0,4-2-16 0,-1-2-22 16,6-1-22-16,-2-2-42 0,3-2-46 0,-2-3-58 16,8-8-53-16,-2 1-49 0,1-5-236 0,-4-1-589 15,5-4 260-15</inkml:trace>
  <inkml:trace contextRef="#ctx0" brushRef="#br0" timeOffset="-156229.48">23173 9915 186 0,'-1'-11'283'0,"0"3"-1"16,1 8-10-16,-3-11-12 0,3 11-25 0,0 0-29 0,2-8-19 16,-2 8 18-16,0 0 15 0,0 0 38 0,10 34-8 15,-8-13-6-15,2 5-15 0,-1 3-15 0,0 1-27 16,0 1-11-16,0-2-22 0,0 2-17 0,0-2-11 15,1-1-11-15,-2 3-15 0,0-5-21 0,1-1-27 16,0-7-64-16,0 0-78 0,-1 0-68 0,-1-1-90 16,2-4-101-16,-4-1-285 0,1-1-686 0,0-4 304 15</inkml:trace>
  <inkml:trace contextRef="#ctx0" brushRef="#br0" timeOffset="-155111.25">23733 10077 246 0,'-8'-9'272'15,"1"5"-9"-15,-2-2-9 0,2 2-11 0,-3-1-12 16,0 2-20-16,0 3-14 0,-2 0-16 0,1 2-19 16,-3 1-13-16,1 6-12 0,0 4-8 0,0 3-17 15,-1 5-13-15,2 2-17 0,2 2-11 0,3-2-8 16,2-5-7-16,1 0-6 0,1 0-4 0,2-2-4 16,2-5-5-16,2 2-6 0,3-2-2 0,-1-2-6 15,4-1 5-15,0-2-10 0,3-3-6 0,2-2 2 16,8-4-3-16,-2-3 8 0,8-5-17 0,0-4 1 15,-2 1 4-15,-2-3 4 0,-2-1-5 0,-9 3 3 16,4-8 1-16,-4 1 11 0,-4 4-3 0,-1-8-5 16,-2 1 15-16,1-2-17 0,-3 0-2 0,-4-4 1 15,0 1-2-15,-2 0 12 0,-3 1-13 0,3 2 10 16,-4 1 2-16,1-3 4 0,-1 4 10 0,-3 0 14 16,3 8-6-16,2 0 7 0,0 5 0 0,1 1 5 15,1 3-2-15,-2 2-9 0,2 0-3 0,2 6-6 0,-4-8-13 16,4 8-4-16,0 0-11 0,0 0 6 0,0 0 0 15,-4 22-3-15,2 3 8 0,2 6-15 0,-1 2 2 16,2 14 17-16,-1 3-20 0,0-15-5 16,3 0 10-16,1-3-14 0,1-3-6 0,0-2-15 0,3-2-23 15,-3-8-19-15,4-2-7 0,0-1-19 0,4-2-23 16,-1-2-33-16,2-3-30 0,7-4-26 16,-1-3-27-16,11-7-7 0,2-3 0 0,0 0 17 0,1-5 11 15,0-1 27-15,-2 0 16 0,-5-3 28 0,-1-1 24 16,-7 1 19-16,-3-1 23 0,-3 4 23 0,-3-1 33 15,-3-2 21-15,-1 4 22 0,-2 1 16 0,-4-2 25 16,0 6 12-16,-3 1 13 0,2 3 11 0,1 6 11 16,-8-8 2-16,1 6 1 0,7 2-1 0,-18 3-3 15,2 7-1-15,2 4-6 0,-7 7-14 0,0 5 0 16,6-3-11-16,-2 0-10 0,4-1-7 0,5-5-4 16,1-3-8-16,3 2-3 0,3-5-5 0,2 1-5 15,1 0-5-15,2-4-5 0,3 1 0 0,1-2-10 16,1-3-3-16,2 1-5 0,3-5-8 0,-1-1 3 15,1-2-8-15,4 0-7 0,-1-2 3 0,-3-5-1 16,-4 4-7-16,0 0 10 0,-2-3 1 0,-2 1 5 16,-1-3 3-16,-1 0 0 0,-1 0-1 0,-2-1 8 15,0-1 15-15,-1 3 7 0,-1 4 6 0,1 6 7 16,-1-14 12-16,-2 9 3 0,3 5 0 0,-2-10-1 16,2 10-13-16,-2-7-2 0,2 7-10 0,0 0-3 15,0 0 1-15,0 0-10 0,0 0 4 0,0 0 1 16,3 30-2-16,-1-19-2 0,1 1-9 0,1-1 7 15,1 0-5-15,1 2-14 0,3 0-28 0,-2-1-39 0,-1-5-46 16,2 2-61-16,2-3-64 0,-1-2-256 0,-3-2-537 16,6-2 238-16</inkml:trace>
  <inkml:trace contextRef="#ctx0" brushRef="#br0" timeOffset="-154894.86">24430 9603 197 0,'-2'-11'290'0,"-3"1"-7"0,3 3-19 0,2 7-23 0,-3-10-29 16,3 10-24-16,-3-6-19 0,3 6-12 0,0 0 5 15,0 0-5-15,6 31-3 0,-4-12-2 0,3 8-5 16,-2 4-14-16,1 1-13 0,1-2-8 0,-1 1-10 16,2 1-14-16,-1 1-7 0,0-3-7 0,-1 1-7 15,4-1-8-15,-5-3-8 0,3-2-36 0,-1-6-31 16,-3 1-52-16,2-4-55 0,0-4-54 0,0-1-64 15,-3-1-268-15,0-4-550 0,2 0 243 0</inkml:trace>
  <inkml:trace contextRef="#ctx0" brushRef="#br0" timeOffset="-154455.74">24355 9878 90 0,'-4'-5'242'0,"4"5"-29"0,0 0-23 16,2-12-16-16,-2 12-19 0,15-10-14 0,5 3-17 15,-3 0-12-15,13-3-13 0,4 2-9 0,2-4-7 16,-2 2-7-16,4 0-10 0,-5 0-7 0,0 0-7 16,-3 3-7-16,-8 2-2 0,-4-1-2 0,0 3-8 15,-5 2-4-15,-3-2 1 0,-3 0 3 0,-1 3 11 16,-6 0 11-16,13-2 12 0,-13 2 8 0,0 0 9 0,0 0 8 16,3 6 3-16,-3-6 13 0,0 0-5 0,-17 28-5 15,8-15-3-15,2 0-9 0,-3 1-4 16,5-2-14-16,0 1 3 0,2-2-6 0,3 0-9 15,-2 0-6-15,0 0-9 0,4-3 9 0,0 1-15 0,1 1-19 16,1-6-5-16,0 1 0 0,2-2-12 0,3 1-3 16,1-3-2-16,0 1-3 0,2-4 3 0,-1 1-6 15,2-3-9-15,-1 1 5 0,-2-3 4 0,1 0 9 16,-4-2-5-16,-1 0 0 0,-2-2-1 0,0 3 3 16,-3-3 0-16,3 1-1 0,-6 2 12 0,2 7 14 15,0-13 7-15,0 13 3 0,-2-9 4 0,2 9-1 16,-1-8-6-16,1 8-1 0,0 0-5 0,0 0 0 15,0 0 4-15,0 0 0 0,0 0-1 0,0 0-6 16,5 32 5-16,-3-20-6 0,2 4 0 0,2 0 2 16,0-2-5-16,1 2-26 0,-1-5-31 0,4 2-43 15,-4-4-69-15,3-1-100 0,4 1-327 0,-2-6-631 16,3-3 278-16</inkml:trace>
  <inkml:trace contextRef="#ctx0" brushRef="#br0" timeOffset="-154295.16">25145 9781 280 0,'0'0'325'0,"0"0"-34"0,0 0-33 0,0 0-19 15,7-6-25-15,-7 6-21 0,0 0-17 0,7-1-13 16,-7 1-10-16,17-2-19 0,-6 2-7 16,7-3-23-16,0 1-36 0,5-3-55 0,4 1-76 15,-3-6-98-15,3 3-258 0,0-2-455 0,-6 3 202 0</inkml:trace>
  <inkml:trace contextRef="#ctx0" brushRef="#br0" timeOffset="-153595.96">25751 9642 284 0,'0'0'275'0,"0"0"-27"15,0 0-25-15,0 0-19 0,2 23-23 0,-2-7-19 16,-4 3-15-16,2 7-16 0,2 3-8 0,-4 0-10 15,6 0-15-15,-2-3-11 0,-2-7-1 0,2-2-18 16,2-4-5-16,-2-1-8 0,0 1-5 0,0-7-5 16,0 1 5-16,0-7 10 0,2 10 14 0,-2-10 13 15,0 7 10-15,0-7 14 0,0 0 26 0,2 9-5 16,-2-9-1-16,0 0-15 0,0 0-16 0,0 0-15 16,0 0-6-16,-2-31-9 0,2 14-8 0,0-1 1 15,2 0-12-15,-2-8-7 0,4-1-14 0,-2-2-6 16,3-2-13-16,2 0-2 0,0-5 6 0,-1-9-5 15,3 9-5-15,5-10-1 0,-7 16 1 0,3-4 4 16,0 5-4-16,-1 3-10 0,-1 1 7 0,-3 9 1 0,0 3-3 16,-1 3 0-16,-1 3-4 0,-1 1 3 15,2 0-8-15,-4 6 0 0,2-5-5 0,-2 5 6 16,0 0-7-16,0 0 10 0,19 14-7 0,-8-1 6 16,2 9 7-16,-1 1 5 0,1 4 1 0,1-2 6 0,-1 1-6 15,-1 1-3-15,-1-2 8 0,-1 1 7 16,4-3 0-16,-5 0-8 0,-2-5 3 0,-1-2 7 15,4 1-7-15,-3-1 0 0,-1-1-3 0,0-3 0 16,0-2-7-16,0-1-9 0,-2 1-34 0,1-3-38 0,-3 2-45 16,2-3-46-16,-1-1-53 0,-1 0-55 0,-2-5-37 15,5 9-222-15,-5-9-577 0,0 7 256 16</inkml:trace>
  <inkml:trace contextRef="#ctx0" brushRef="#br0" timeOffset="-153160.37">25852 9710 226 0,'-9'-3'238'0,"9"3"-30"0,0 0-21 16,-10-2-16-16,10 2-19 0,0 0-17 0,0 0-12 15,0 0-15-15,24-14-8 0,-9 7-11 0,12-1-9 16,1-3-5-16,1 3-8 0,2-2-5 0,1 2-5 16,-1 2-9-16,-4-3-4 0,-7 7-6 0,1-3-5 15,-3 2-2-15,-3 3-3 0,3 0-6 0,-7 2-1 16,0 0-1-16,3 3 9 0,-3 3 2 0,5 1 14 15,-3 3 12-15,-1 1 0 0,-3 0-4 0,0 0 2 16,-3 3-6-16,4-3 5 0,-6-2-9 0,5-1-6 16,-5-1 0-16,0 1-2 0,-1-5-3 0,2 2-3 15,-3-4-3-15,-2-3 17 0,4 8 16 0,-4-8-1 16,3 7 8-16,-3-7 7 0,0 0 1 0,0 0 3 16,0 0-2-16,4 4-12 0,-4-4-17 0,0 0-9 15,0 0-9-15,0 0-2 0,2-30-8 0,-2 17-19 16,2-5-4-16,0-1-3 0,3-5-8 0,5-4-8 15,-4 1 0-15,1 2 4 0,7-2-6 0,-1 5 3 16,-4 3 6-16,0 5 2 0,-2 4-5 0,1 1 1 16,-3 3 1-16,4 2-2 0,-4-1 1 0,-5 5 4 15,15 6-1-15,-5 0 2 0,-2 3 4 0,3 3 0 16,1 3 1-16,-3 1 0 0,1 1 2 0,-1-2 0 16,3 2 1-16,-3-1 1 0,-1 0-3 0,4-3-33 15,-3 0-41-15,-2-4-45 0,0 0-67 0,4-2-31 16,-2-1-248-16,3-2-509 0,-4-3 225 0</inkml:trace>
  <inkml:trace contextRef="#ctx0" brushRef="#br0" timeOffset="-152810.56">26755 9439 62 0,'-20'-3'259'0,"3"3"-5"0,-6 1-9 15,0 5-2-15,-2 4-12 0,-2 2-13 0,12 1-12 16,-6 5-16-16,8-3-12 0,-3 9-22 0,7-8-14 15,1 2-12-15,6 0-15 0,-1 0-10 0,3-1-18 16,1-4-5-16,3-1-9 0,0 2-4 0,5-3-9 16,-1-1-5-16,2-2-7 0,1-1-2 0,-2 0-13 15,5-4-6-15,1 0-4 0,1-3-7 0,-1 0-4 0,-3-3-6 16,1-1-5-16,-2-3 3 0,3 1-7 0,-7-1 14 16,1-2-7-16,-2 0-1 0,-4-2 2 15,2-1 0-15,-4 1-2 0,2-3 2 0,-4 4 6 16,2 0 7-16,0 0 10 0,0 3 3 0,0 7 6 0,0-12-3 15,0 12-12-15,-2-7-1 0,2 7-6 0,0 0 0 16,0 0-5-16,0 0 5 0,0 0-1 16,0 0 5-16,0 0-6 0,15 24 4 0,-10-13-4 0,0 0-2 15,2 4 0-15,-1-1 1 0,0-1-5 16,-1-3-26-16,3 2-31 0,-2-5-41 0,1 2-47 0,-3-1-59 16,2-3-55-16,0 0-254 0,-2-3-549 0,-4-2 243 15</inkml:trace>
  <inkml:trace contextRef="#ctx0" brushRef="#br0" timeOffset="-152577.5">26924 9242 13 0,'-1'-13'327'0,"-3"3"-8"0,4 10-10 16,-2-13-19-16,2 13-28 0,-4-10-26 0,2 6-24 15,2 4-27-15,0 0-13 0,0 0-1 0,0 0-7 16,6 28-9-16,-4-2 11 0,3 5-32 0,-1-1-14 15,1 5-5-15,-1 0-19 0,1 0-9 0,-1 0-6 16,1-1-9-16,1-4-8 0,2 1-4 0,2-4-3 16,-5-3-23-16,1-4-33 0,1-4-29 0,-2 1-38 15,0-5-47-15,-1-1-57 0,0-2-55 0,1-4-57 16,-3 2-221-16,-2-7-546 0,0 0 242 0</inkml:trace>
  <inkml:trace contextRef="#ctx0" brushRef="#br0" timeOffset="-152044.89">27191 9435 126 0,'0'0'301'0,"0"-11"-18"0,0 11-16 0,-4-9-20 16,4 9-12-16,0 0-8 0,0 0-7 0,0 0-7 15,0 0-8-15,0 0-12 0,-10 21-10 0,8-10-16 16,0-2-13-16,0 4-10 0,2 0-12 0,0-2-13 16,0 2-11-16,0-2-20 0,4-2-9 0,1 1 8 15,-2-2-22-15,-1-1-3 0,4-2-3 0,-1 0-11 16,1-1-1-16,2-1-19 0,0 0-10 0,-1-1-4 15,4-2-17-15,-11 0-1 0,18-4-14 0,-9-1-12 16,1-1-8-16,-4 0-2 0,1-2-8 0,-3-1-13 16,0-3 4-16,-2 0 0 0,0 1 9 0,-2-5-4 0,-4 1 10 15,2 4 4-15,-3-1 8 0,-3-2 5 16,2 6 5-16,0-3 6 0,-1 5 11 0,3 0 5 16,0 0-4-16,4 6 0 0,-7-8 1 0,7 8-3 15,-4-5-1-15,4 5-1 0,-3-6 0 0,3 6-1 0,0 0 3 16,0 0 2-16,12-4 0 0,-2 3-1 0,4-1 1 15,-2 0-2-15,6-2 0 0,-1-2 0 0,2 3 0 16,0-4-1-16,-2 2 2 0,-4 2 1 16,0-1-1-16,-2 2-1 0,0-2 8 0,-3 1 1 0,-2 0 10 15,-6 3 6-15,9-4 14 0,-9 4 12 16,7-1 0-16,-7 1 5 0,0 0 5 0,0 0-7 16,0 0-2-16,0 0-11 0,0 0-1 0,0 0-4 15,9 5-1-15,-9-5-9 0,-2 10-5 0,2-10 5 16,-2 16 2-16,0-7-4 0,2 1-8 0,-3 0 13 0,2 3-11 15,1 3-5-15,4 1-3 0,0-2-2 0,0 2 0 16,1 1-2-16,1 1 2 0,-1 1 7 16,2 3 5-16,0 0 3 0,1-4-8 0,-4 0 25 0,1 6-14 15,5-2 1-15,-6-3-6 0,1 5 0 0,-1-5-3 16,0 3 3-16,2-3-6 0,0-2-11 0,-2 0-34 16,3 0-34-16,-3-2-55 0,1 1-76 0,-1-2-71 15,3 1-336-15,-3-5-657 0,-1 3 290 0</inkml:trace>
  <inkml:trace contextRef="#ctx0" brushRef="#br0" timeOffset="-151656.75">27885 9690 2822 0,'9'-26'144'0,"-4"-2"-68"15,-1 2-33-15,4-2-23 0,-3 2 1 0,2-2 16 16,-2 0 11-16,3-3-1 0,-1 3 12 0,5-1-3 15,-1-1 10-15,0-1-11 0,0 2 1 0,0-3-2 16,-2 0-4-16,3 0-5 0,-1 2-5 0,-4 3 2 16,2 3-4-16,-4 7 8 0,-1 2 0 0,-2 3 1 0,3 1 4 15,-4 0 5-15,0 3-8 0,-1 1-7 16,0 7 2-16,0-12-11 0,0 12-7 0,-5-7-14 16,5 7-2-16,0 0-6 0,-13 4-9 0,3 1 1 15,-3 6 1-15,0 3-3 0,1 2-10 0,3-1-6 0,-1 3-4 16,5 0-5-16,1 0-9 0,5 0-1 0,3 3-8 15,2-5-4-15,2 1 1 0,1-2 0 16,3 1 2-16,3-1 6 0,-1-1 1 0,1-3 6 0,1 1-6 16,1 0 4-16,0-2 5 0,-4 3-2 0,-4-6 9 15,1 0 1-15,-1-1 4 0,-3 2 4 0,1-2 9 16,-5-1 7-16,3-1 4 0,-2 2-3 0,-3-6 2 16,1 10 0-16,-1-10-2 0,-3 11-16 0,3-11-27 15,-6 8-29-15,6-8-35 0,-4 7-38 0,4-7-41 16,-4 3-46-16,4-3-200 0,0 0-470 0,0 0 208 15</inkml:trace>
  <inkml:trace contextRef="#ctx0" brushRef="#br0" timeOffset="-151461.25">28366 9141 326 0,'1'-5'318'0,"-1"5"-30"0,1-8-19 0,-1 8-37 15,0 0-27-15,4-8-19 0,-4 8-13 0,0 0-7 16,0 0-4-16,0 0-8 0,6 21-13 0,-2-7-12 15,0 3-14-15,-2 1-13 0,3 0 4 0,-1 1-18 0,0 5-9 16,1 0-10-16,0-6-17 0,-1 0-25 16,1-1-39-16,1-2-42 0,-3-3-53 0,1 0-59 15,3-3-64-15,-2-1-240 0,0-1-509 0,-1-3 225 16</inkml:trace>
  <inkml:trace contextRef="#ctx0" brushRef="#br0" timeOffset="-151296.83">28357 8955 148 0,'-12'-13'264'0,"4"4"-21"0,1 1-24 15,-1 2-24-15,2 1-25 0,2 0-26 0,4 5-51 16,-7-3-43-16,7 3-28 0,0 0-32 0,0 0-45 16,0 0-52-16,18 31-123 0,-5-21-248 0,5 1 110 15</inkml:trace>
  <inkml:trace contextRef="#ctx0" brushRef="#br0" timeOffset="-151029.21">28814 8978 190 0,'0'0'223'0,"0"0"-1"0,0 0 3 16,-26-7-2-16,26 7-8 0,-12 3-15 0,12-3-19 16,-13 1-19-16,13-1-14 0,-10 3-18 0,5-1-14 15,5-2-10-15,-7 7-16 0,7-7-5 0,-5 9-8 16,3-4-9-16,0 3-9 0,0-2-1 0,2 3-9 15,0 2 1-15,1-3-8 0,2 6-7 0,-1-3-7 16,1 0-1-16,1 3-1 0,1-1-1 0,1 4-5 16,-1-1 4-16,-1 1-4 0,2 1-3 0,1 0-2 15,-1 0 2-15,-4-2-2 0,1 3-1 0,0-3-4 16,-2 1 5-16,2 2-7 0,-3-1 3 0,0-1-2 16,-2 1-2-16,1 0-13 0,-2-3-26 0,2 1-37 15,-2 0-55-15,1-3-57 0,1-2-48 0,-3-1-209 16,0 1-473-16,3-4 211 0</inkml:trace>
  <inkml:trace contextRef="#ctx0" brushRef="#br0" timeOffset="-150776.06">28916 9268 61 0,'0'-12'272'15,"-2"0"-9"-15,2 0-7 0,0 3-9 0,4-3-11 16,-3 1-7-16,1-2-18 0,1 4-7 0,1-2-13 15,1-1-16-15,3 2-14 0,-2-2-20 0,3 3-12 16,1 0-14-16,0 3-9 0,1 0 0 0,1 0-25 16,-1 4-12-16,-1 0-7 0,1 2-2 0,1 0-10 15,-2 3-7-15,0 1 1 0,1 3-7 0,-1 5 3 16,0-2-4-16,-4 0-8 0,2 5 4 0,-3-4-11 16,3 5-11-16,-4-6-18 0,-1 2-23 0,1-2-40 0,-1-3-46 15,2 1-44-15,-1-3-69 0,1 1-47 0,-5-6-194 16,10 3-509-16,-2-3 226 0</inkml:trace>
  <inkml:trace contextRef="#ctx0" brushRef="#br0" timeOffset="-150443.41">29351 9006 110 0,'-8'-3'263'0,"-3"-3"4"0,0 6-7 0,0-1-14 15,-3 2-15-15,2 3-14 0,-2 2-12 0,0 3-14 0,1 1-10 16,-2 2-16-16,2-1-15 0,2 1-21 0,2 1-9 15,0 4-16-15,4-5-7 0,0-1-9 0,4 1-12 16,-1-2-18-16,6 1-13 0,1-2-15 0,-1-2-17 16,5-5-23-16,0 1-16 0,5-2-19 0,-1-1-15 15,1-2-4-15,-1-1 2 0,-1-1 5 0,1 0 6 16,-4-1 8-16,0 1 6 0,-3 0 7 0,-1 0 10 16,-1-3 9-16,-1 1 9 0,-3 6 4 0,4-12 3 15,-3 8 9-15,-1 4 16 0,3-9 15 0,-3 9 3 16,2-6 3-16,-2 6-3 0,0 0-5 0,0 0-2 15,3-8-8-15,-3 8-7 0,0 0 2 0,0 0 1 16,0 0 2-16,0 0-3 0,10 18-1 16,-8-10-3-16,1 2-3 0,1-1 0 0,-2 1-1 0,2-2-14 15,0 0-26-15,4 2-32 0,-5-1-47 0,1-4-58 16,2-1-57-16,-1-1-255 0,1-1-506 0,-6-2 224 16</inkml:trace>
  <inkml:trace contextRef="#ctx0" brushRef="#br0" timeOffset="-150229.56">29526 8695 150 0,'-1'-12'323'0,"-3"3"-8"0,-1 0-12 0,4 4-17 0,1 5-32 16,-3-9-30-16,3 9-24 0,0 0-17 15,0 0-5-15,0 0-18 0,0 36-2 0,3-6-16 0,-1 7-13 16,-2 8-12-16,1 2-15 0,2-12-12 0,-3 11-9 15,0-10-35-15,5-2-45 0,-3 0-59 0,1-2-70 16,-2-2-65-16,2 3-66 0,-3-6-209 16,1-1-506-16,-1-6 224 0</inkml:trace>
  <inkml:trace contextRef="#ctx0" brushRef="#br0" timeOffset="-149911.74">29583 9211 102 0,'5'-15'230'0,"1"0"-2"16,0-5-7-16,-1 1-9 0,8-6-4 0,-5 1-7 0,1 0-13 15,2 0-10-15,-2-2-18 0,1 1-12 0,4 0-14 16,-3 1-7-16,-4 7-8 0,3-2-4 16,-3 3 10-16,-1 2 0 0,-2 2-9 0,0 0-5 15,0 3-13-15,-4-1 1 0,2 3 4 0,1 0 2 0,-3 7-7 16,4-9-6-16,-4 9-18 0,-2-7-2 0,2 7-16 16,0 0-6-16,0 0-3 0,0 0-15 0,-14 16 2 15,8-7-1-15,1 2-4 0,1 0-2 0,3 1-28 16,-1-2-7-16,2 2 7 0,4 4-14 0,-1-1 3 15,1-4-10-15,2 4 4 0,4-1 4 0,2-1 4 16,-2 1-5-16,4-2 7 0,-5-3 2 0,4 2 0 16,-3-2 0-16,3 1-4 0,-5 1 9 0,-2-3-4 15,0 1 1-15,1 1 5 0,-6-3-1 0,0 3 3 16,-2 0-8-16,-2 1-14 0,-4-3-18 0,-1 4-28 16,-4 1-32-16,0-2-51 0,-2 1-70 0,-1-2-64 15,-2-3-230-15,5-1-553 0,1 0 244 0</inkml:trace>
  <inkml:trace contextRef="#ctx0" brushRef="#br0" timeOffset="-149796.84">29976 9035 104 0,'0'0'279'16,"0"0"-38"-16,0 0-44 0,0 0-50 0,0 0-80 15,0 0-94-15,0 0-141 0,0 0-182 0,-22-9 80 16</inkml:trace>
  <inkml:trace contextRef="#ctx0" brushRef="#br0" timeOffset="-94679.14">30265 2394 106 0,'1'6'128'0,"-1"-6"-8"0,0 0-7 16,0 0 0-16,0 0 8 0,0 0 3 0,0 0-3 15,0 0 7-15,0 0 0 0,0 0 1 0,0 0-4 0,0 0 1 16,0 0-8-16,0 0-12 0,0 0-6 15,0 0-14-15,14-13-9 0,-6 3-4 0,0 0-11 16,2 0-5-16,0-4-5 0,4 0-9 0,-3 1-2 16,2-2-4-16,-1-2-5 0,2-3-1 0,-3 5-6 15,2 0-3-15,-2 0-1 0,1 0 1 0,-4 2-1 16,-4 2 0-16,4-3-9 0,-4 4 2 0,0 0 0 16,1 1-2-16,-4 4 3 0,2 0-1 0,-3 5 1 15,4-10-3-15,-4 10-3 0,2-6-4 0,-2 6 0 16,0 0-2-16,5-4-1 0,-5 4-1 0,0 0-10 15,0 0 4-15,0 0-2 0,0 0 2 0,0 0-2 16,0 0-1-16,6 14 2 0,-5-3 3 0,1 8 1 16,0-1 0-16,0 11 5 0,0-3-1 15,-1 7 1-15,3-3 2 0,0 2-1 0,-1 0-2 0,2 0-3 16,-1 2 3-16,1-5 1 0,2-1-1 0,-5-1-5 16,5 2 9-16,-2-10-5 0,0 8 0 0,1-2 2 15,-3-7-2-15,2-2 2 0,-2 1 4 0,2-2-3 16,0-3-4-16,-3 0-1 0,2-1 6 0,0 0-6 15,-3-4 1-15,2 2 0 0,1-2-6 0,-2-1-1 16,-2-6-3-16,3 7 5 0,-3-7 0 0,4 7 1 16,-4-7 2-16,3 5-4 0,-3-5 10 0,0 0-6 15,0 0 0-15,0 0-3 0,0 0 5 16,0 0 0-16,0 0 0 0,0 0-9 0,-12 7-1 0,12-7 4 16,-12 0-1-16,1 2-2 0,0-3-1 0,0 1 3 15,0 0 3-15,2 0 0 0,-2 0 2 16,0 0-1-16,11 0-2 0,-14 1 3 0,14-1-1 0,-11 0 2 15,11 0 1-15,-10 0 0 0,10 0 1 16,0 0-4-16,-9 0 1 0,9 0-3 0,0 0-1 16,0 0 0-16,0 0 0 0,0 0 0 0,0 0 0 15,0 0 2-15,0 0-1 0,0 0-19 0,0 0-26 16,48-1-39-16,-20-3-17 0,4-2-57 0,7 0-30 16,10-3-133-16,2-1-353 0,4-1 156 0</inkml:trace>
  <inkml:trace contextRef="#ctx0" brushRef="#br0" timeOffset="-94161.36">31607 2182 190 0,'0'0'231'0,"0"0"15"0,-6-12-21 0,6 12-19 15,0 0-23-15,0 0-20 0,0 0-19 0,0 0-19 16,0 0-13-16,0 0-11 0,0 0-17 0,0 0 2 16,-16 27-13-16,7-10-6 0,1 11 0 0,-3 0-8 15,-1 4-1-15,2 2-7 0,2-6-6 0,4 2-2 16,-1-11-8-16,4 5-2 0,1-4 1 0,3-2-3 16,0-1 0-16,2-2-1 0,-1-3-3 0,3-3-5 15,2 1 1-15,3 1 0 0,4-4-1 0,0-3-4 16,2 0 5-16,2-2-7 0,8-2 0 15,0-2 1-15,0-5-4 0,1-1 7 0,-1-1 2 0,-3-1-12 16,-7 1 20-16,6-6-5 0,-4 0 0 16,-2-6-5-16,0 0 0 0,-8 5 0 0,2-10-5 15,-2 2-5-15,-6 0 3 0,-2-2-5 0,-2 0-1 16,-4 0-4-16,-4 1-3 0,1 8-1 0,-4 1-4 0,-6-4-10 16,2 6-21-16,-7 0-12 0,-3 5-16 15,-4 0-40-15,-4 7-39 0,-3 4-34 0,-15 7-27 16,1 4-200-16,-3 5-438 0,-3 2 193 0</inkml:trace>
  <inkml:trace contextRef="#ctx0" brushRef="#br0" timeOffset="-93779.78">31001 2069 2569 0,'-12'-46'-14'0,"3"11"7"16,2 6 4-16,-2 0 9 0,4 12 27 0,-1 6 13 16,4-2-7-16,-1 5-14 0,2 2-1 15,-2-1-12-15,3 7-2 0,-2-7-11 0,2 7 8 16,0 0 1-16,0 0-6 0,4 48 9 0,-2 0 9 15,0 7-5-15,3 34-2 0,3 9 8 0,-6 1-2 16,4 3-12-16,-2 3 14 0,-1 1-6 0,2-7 4 16,-4-3-5-16,7 2 3 0,-7 0-1 0,-1-4-1 15,3-3 1-15,-1-4-1 0,-1-27-4 0,1 22 0 16,-7-24 3-16,5 1-3 0,-3 0-3 0,2-2 2 16,2 3 0-16,-2-3-9 0,1-6-23 0,1 3-31 15,-1-8-47-15,1-12-44 0,4 0-52 0,0-3-55 16,-3-5-136-16,3-2-419 0,-1-5 185 0</inkml:trace>
  <inkml:trace contextRef="#ctx0" brushRef="#br0" timeOffset="-93344.81">32462 1884 1999 0,'3'-26'25'0,"-1"0"29"0,-4 7-18 16,4 4-9-16,-2 0-18 0,0 4 1 0,2 3 10 16,-2 2-1-16,0 6-5 0,0-11 5 0,0 11 1 15,2-8-2-15,-2 8-10 0,0 0-7 0,0 0-4 16,0 0 5-16,0 0 23 0,2 49 31 16,-3 7 6-16,0 32 4 0,-10 10-5 0,7 11-5 15,-5 7 2-15,2 2-7 0,4 3-5 0,2 1 2 16,2-11-12-16,8 4 3 0,5-4-2 0,3 2-10 15,-2-5-25-15,3-3-28 0,1-5-36 0,-2-4-29 0,-4-4-32 16,1-2-19-16,-5 0-29 0,-11-9-34 0,-4 2-150 16,-5-22-384-16,-4 17 169 0</inkml:trace>
  <inkml:trace contextRef="#ctx0" brushRef="#br0" timeOffset="-89689.79">29442 3930 14 0,'0'0'144'0,"-18"0"-11"16,7 2 1-16,4-2-6 0,7 0-7 0,-15 1-7 15,15-1-2-15,-11 0-4 0,11 0-4 0,-9 1-14 16,9-1-6-16,0 0-12 0,-11 0-8 0,11 0-6 15,0 0-5-15,0 0-12 0,0 0-2 0,0 0-7 16,0 0-5-16,0 0-3 0,0 0 0 0,0 0-4 16,0 0-2-16,0 0-7 0,31 10 3 0,-14-5 2 15,5-1-3-15,5-4 4 0,9 3-4 0,-6-2 6 16,7-1 0-16,-5-1 1 0,4 0-9 16,-3-1 6-16,2 0 2 0,-2 0 2 0,-3-1-5 0,-1 0 0 15,2 1-3-15,-10-1-3 0,1 2-1 0,-4-3 3 16,1 1-7-16,-1 1-7 0,0 1 11 0,-5-2-3 15,1-1 1-15,-3 4 1 0,1 0-6 0,-12 0 4 16,13-1 2-16,-8 2-4 0,-5-1 3 0,0 0-2 16,14-1 8-16,-14 1-4 0,6-2-1 0,-6 2 0 15,0 0 4-15,0 0 2 0,8-2 2 16,-8 2 0-16,0 0 4 0,0 0 4 0,0 0-2 0,0 0 7 16,0 0-8-16,0 0 1 0,0 0 2 0,8-1-5 15,-8 1 2-15,0 0-4 0,0 0-3 0,0 0-2 16,0 0-1-16,0 0-1 0,0 0-2 15,0 0-3-15,0 0 2 0,0 0 3 0,0 0-8 16,0 0 0-16,0 0 1 0,0 0-1 0,0 0 2 16,0 0 2-16,0 0-6 0,0 0 2 0,0 0 1 0,0 0 1 15,0 0-2-15,0 0 1 0,0 0-5 0,0 0 4 16,0 0-1-16,0 0 0 0,0 0 2 0,0 0-2 16,0 0-2-16,0 0 0 0,0 0 2 15,0 0 5-15,0 0-6 0,0 0 6 0,7-3 3 16,-7 3-2-16,0 0-2 0,0 0 3 0,0 0 0 15,0 0 1-15,0 0 5 0,0 0 2 0,0 0-2 0,0 0 3 16,0 0 4-16,0 0 5 0,0 0-3 0,0 0 3 16,0 0 1-16,0 0-1 0,0 0 2 0,0 0-3 15,0 0-1-15,0 0 0 0,0 0-1 16,0 0-1-16,0 0-1 0,0 0 5 0,0 0-6 16,0 0-5-16,0 0-2 0,0 0-4 0,0 0-2 15,0 0 0-15,-6-16 1 0,6 16-1 0,1-10-3 16,-1 10 1-16,-1-10 2 0,1 10-2 0,0-11 0 15,0 11-1-15,0-12-1 0,0 12-6 0,-1-15 1 0,1 8 6 16,0 7-1-16,1-13 1 0,-1 3-3 16,-3 1-5-16,2-1 5 0,0 0 1 0,-1 0-1 15,1-1 27-15,0 0 1 0,-2 0-5 0,2-1-7 16,-4-4 3-16,1 0-4 0,1 4-1 0,-2-4-3 0,0 2-2 16,0-2-6-16,1 0 7 0,-1 0-1 15,0 0-5-15,-1 0 1 0,1 0-2 0,1 0 4 16,-3 2-3-16,2 2-5 0,0-4 0 0,-3 6 2 15,5-6-1-15,-1 4-7 0,1 0 7 0,-2-5-2 16,1 2 1-16,-1-1-2 0,1 4 4 0,2 0-4 16,-1-4 0-16,-3 2-2 0,3 1 8 0,2-3-8 15,0 4 6-15,-2-1-5 0,0 1-2 0,3 0 3 16,-1 2 3-16,1 1-3 0,-1 1 0 0,1 8 2 16,-1-11 0-16,1 11 0 0,-2-13 2 0,2 13-14 15,0-13 10-15,0 13 5 0,-1-9-5 0,1 9 1 16,1-9 2-16,-1 9-3 0,0 0 4 0,0-9-1 15,0 9-1-15,0 0 0 0,0 0 4 0,2-8-7 16,-2 8 0-16,0 0 1 0,0 0-2 0,0 0-1 16,0 0 3-16,0 0 0 0,0 0 3 0,0 0-6 15,0 0 6-15,-5-7-2 0,5 7-1 0,0 0 0 16,0 0 1-16,0 0 2 0,0 0 0 0,0 0-2 16,0 0 2-16,0 0-4 0,0 0 3 0,0 0 2 15,0 0-10-15,0 0 10 0,0 0-1 0,0 0-3 16,0 0 3-16,0 0-1 0,0 0-4 0,0 0 1 15,0 0-4-15,0 0 2 0,0 0-3 0,0 0 5 16,0 0-5-16,0 0 5 0,18-2 2 0,-7 4-2 16,2-2 0-16,3-2 2 0,5 0 1 0,0 4-1 15,0-3 1-15,10 0-4 0,-2-1 3 0,2 4 1 16,-2-4-2-16,3-2 1 0,-2 4-3 0,-1-3 5 16,3-1-2-16,-1 0 0 0,-5-1 1 0,-4 2-3 15,10-2 4-15,-12 3-8 0,-3 0 6 0,1 0 2 16,-5-2-1-16,1 2-1 0,-3-1 5 15,1 0-5-15,1 0 2 0,-7 3-1 0,0-2 0 0,-6 2-3 16,13-5 5-16,-13 5 0 0,8 0-1 0,-8 0-4 16,0 0 4-16,0 0-1 0,9-1 1 0,-9 1-2 15,0 0 1-15,0 0-3 0,8-1 5 0,-8 1-2 16,0 0 0-16,0 0-1 0,0 0-1 16,0 0 3-16,0 0-2 0,0 0 2 0,0 0-2 15,0 0 1-15,0 0-3 0,0 0 3 0,0 0-1 16,0 0-2-16,11 2-1 0,-11-2 0 0,0 0 3 0,0 0 1 15,6-3-3-15,-6 3-2 0,0 0 4 0,0 0 1 16,9 2-2-16,-9-2 2 0,0 0-5 0,0 0 1 16,0 0-1-16,0 0 2 0,0 0-10 0,0 0 12 15,10-2-2-15,-10 2 1 0,0 0-2 16,7 4 2-16,-7-4 0 0,5 5 1 0,-5-5 1 16,6 4-4-16,-6-4-1 0,6 6 4 0,-6-6 0 15,3 8 2-15,-3-8-2 0,9 7-2 0,-8-2 1 0,-1-5 4 16,8 13-5-16,-5-7 6 0,-2 1-3 0,2 3 3 15,-2-1-4-15,-1 1-2 0,0 2 4 0,1-1 0 16,-1 1 1-16,2-1-1 0,-2 5-1 16,0-4 3-16,1 4 1 0,-2 0-3 0,-1 0-2 15,1-3 3-15,2 3 0 0,1 1 0 0,-2 0 4 16,0-2-2-16,0 3-3 0,-2 0-6 0,4-2 11 16,-2 0-5-16,1 2 0 0,0-3-1 0,-1 3 0 15,-1 0 1-15,2-1 0 0,3 0-2 0,0 1 3 16,-2 3 6-16,2-4-7 0,1 9 1 0,-1-8-2 15,-1 0 3-15,-1-3-1 0,1 3 1 0,2 0-1 16,-4-6 2-16,3 0-1 0,-3 2-4 0,2 1 5 16,1 0-2-16,-2 1-2 0,1-4 6 0,-1 0-4 15,1-2 0-15,-1 1 1 0,2-1 3 0,-3 2 2 16,2-2 0-16,-3-1-3 0,1-1-11 0,2-1 12 16,-3-7-3-16,1 12-1 0,0-7 1 0,-1-5-2 15,3 11-2-15,-3-11 4 0,1 9 2 0,-1-3-2 16,0-6 1-16,2 7-4 0,-2-7-1 0,1 7 4 15,-1-7-3-15,0 0 0 0,1 10 4 0,-1-10-7 16,0 0 6-16,0 7-3 0,0-7 2 0,0 0-7 16,1 8 10-16,-1-8-3 0,0 0 0 0,0 0 2 15,0 0-3-15,0 0 0 0,0 0 3 0,0 0-3 16,2 7 1-16,-2-7 0 0,0 0 1 0,0 0-3 16,0 0 0-16,0 0 2 0,0 0 2 0,0 0-4 15,0 0 6-15,0 0-4 0,0 0-1 0,0 0 5 16,0 0-4-16,0 0 2 0,0 0-4 0,0 0 8 15,0 0 0-15,0 0 3 0,0 0 0 0,0 0 3 16,0 0-3-16,0 0-8 0,0 0 5 16,0 0-2-16,0 0-3 0,0 0 6 0,0 0-1 15,0 0 0-15,15-5-2 0,-15 5 1 0,10-1 1 16,-10 1 1-16,12-4-2 0,-5 3 1 0,4-2-3 0,-6 0 2 16,-5 3-2-16,12 0 0 0,-6-3 1 15,1 1 2-15,0-1 1 0,0 1-4 0,2 0-1 0,2 2 2 16,-11 0-6-16,17-4 6 0,-10 1-3 15,-7 3-1-15,10-1 4 0,-10 1-1 0,13-4-4 16,-7 3 2-16,-6 1-3 0,13-3 3 0,-8 2-4 16,-5 1 6-16,14-3-3 0,-5 3 5 0,-1-3-4 15,2 3 2-15,-2-3-2 0,1 3 4 0,-2-1-1 16,2-2-1-16,-1 2-3 0,1 1 7 0,-9 0-2 0,14-3-4 16,-6 2-2-16,-8 1 3 0,10-1 0 15,-3 0 1-15,-7 1 2 0,0 0-8 0,13 0 5 16,-13 0-4-16,0 0 4 0,9-2 0 0,-9 2-4 15,0 0 1-15,9-1-1 0,-9 1 3 0,0 0 1 16,0 0-4-16,10 0 7 0,-10 0-5 0,0 0-9 16,0 0 11-16,8 1 2 0,-8-1 9 0,0 0-10 15,0 0 12-15,0 0 8 0,0 0-5 0,0 0 1 16,0 0 2-16,0 0-8 0,0 0 2 0,9 2-4 16,-9-2 6-16,0 0-12 0,0 0 6 0,0 0-4 15,0 0 9-15,10-3-5 0,-10 3-4 0,0 0 0 16,0 0 4-16,0 0 0 0,0 0 0 0,0 0-3 15,10-1-4-15,-10 1 2 0,0 0 1 0,0 0-15 16,0 0 14-16,0 0-1 0,0 0 4 0,0 0-1 16,0 0-6-16,0 0 2 0,8 1-3 0,-8-1-12 15,0 0-24-15,0 0-19 0,0 0-27 0,0 0-33 16,0 0-37-16,0 0-51 0,0 0-58 0,0 0-48 16,0 0-171-16,0 0-515 0,0 0 228 0</inkml:trace>
  <inkml:trace contextRef="#ctx0" brushRef="#br0" timeOffset="-88747.4">31051 3950 100 0,'0'0'205'0,"0"0"-5"0,0 0-11 16,-7-4-9-16,7 4-15 0,0 0-13 0,0 0-13 16,0 0-14-16,0 0-12 0,0 0-13 0,0 0-6 15,0 0-13-15,0 0-7 0,0 0-5 0,0 0-10 16,0 0-3-16,0 0-4 0,0 0-4 0,0 0-3 15,27 0 1-15,-17 0-8 0,4 0-3 0,3 0 1 16,2 0-3-16,4-3 3 0,-2 1-6 0,0 0 1 16,9-4-7-16,0 3 5 0,2 3-4 0,-1-3 1 15,-2 0 0-15,3-1-2 0,0-2 2 0,0 1-2 16,-1 1-1-16,0 0-5 0,-3 1 0 0,0-4 1 16,-8 5-5-16,3 0 5 0,7-2-1 0,-4-2 4 15,5 2-1-15,-4 1-2 0,-7-2-1 0,0 2 0 16,-1 0 1-16,-1-1 1 0,1 2 3 0,-1-1-4 15,1 1 3-15,1-1-3 0,1-1 1 0,-2 0 2 16,0-3 6-16,3 5-1 0,-2-2-3 0,-1 0-1 16,-1 1-5-16,0 0-3 0,1 1 7 0,-1-1 3 15,0 0 1-15,-5-1 0 0,1 2-5 0,3-3-1 16,-5 2-3-16,1 0 0 0,-1 2-6 0,2-2 5 16,5-1-3-16,-5 2-3 0,-1 1 2 0,2-1 0 15,-3 0-2-15,5-2 3 0,-6 4-3 0,-1-1-9 16,1-2-5-16,-2 3 21 0,-1-2-12 0,-8 2-28 15,14-1 1-15,-14 1 3 0,12 0 0 0,-6-1 6 16,-6 1 2-16,13-3 8 0,-13 3 2 0,9 0 7 16,-9 0 1-16,10-3-1 0,-10 3 0 0,11 0-1 15,-11 0 1-15,11-3 1 0,-11 3 2 0,9 0-6 16,-9 0 2-16,14-1-3 0,-14 1 5 0,11-1-7 16,-4 0 3-16,-7 1 5 0,15-3 4 0,-9 2 2 15,-6 1 5-15,21-1 1 0,-12-2-1 0,1 1-1 16,-2 2-1-16,-8 0 0 0,12-1-5 0,-4 0-3 15,-8 1 5-15,14-1 2 0,-7-2-11 16,-7 3 4-16,15-2 1 0,-5 0-1 0,-4 2-4 0,-6 0 4 16,17-2 3-16,-9-1-2 0,-2 2-2 0,1-2-4 15,4 3 4-15,-11 0-1 0,12-1 0 0,-12 1 2 16,11-3-1-16,-11 3 1 0,9-2-2 0,-9 2 18 16,8 0-18-16,-8 0 0 0,0 0 8 15,10-2 2-15,-10 2-4 0,0 0 0 0,0 0-3 16,0 0-3-16,0 0 3 0,0 0 0 0,0 0-1 0,0 0-2 15,0 0 0-15,0 0-2 0,0 0 3 0,0 0-4 16,0 0 6-16,0 0-10 0,0 0 3 0,0 0 0 16,59-9-3-16,-59 9 1 0,0 0-1 15,0 0 0-15,0 0 5 0,0 0-3 0,0 0 9 16,0 0-9-16,0 0 5 0,0 0-11 0,0 0 8 16,0 0 2-16,0 0 2 0,0 0 6 0,0 0-5 0,0 0 6 15,0 0-2-15,0 0 1 0,0 0-7 0,0 0 1 16,0 0 4-16,33-7-5 0,-33 7 1 0,0 0-7 15,0 0-12-15,0 0-29 0,0 0-56 16,0 0-93-16,0 0-136 0,0 0-264 0,0 0-638 16,0 0 283-16</inkml:trace>
  <inkml:trace contextRef="#ctx0" brushRef="#br0" timeOffset="-86818.83">32037 2523 43 0,'0'0'33'0,"0"0"-26"0,0 0-22 16,0 0-14-16,0 0 6 0</inkml:trace>
  <inkml:trace contextRef="#ctx0" brushRef="#br0" timeOffset="-86344.8">31702 2760 90 0,'0'0'138'0,"0"0"-11"0,0 0-19 0,9 1-7 0,-9-1-24 16,0 0-24-16,0 0-37 0,0 0-39 0,0 0-39 15,0 0-43-15,0 0-112 0,0 0 49 0</inkml:trace>
  <inkml:trace contextRef="#ctx0" brushRef="#br0" timeOffset="-85078.18">31775 2617 40 0,'0'0'107'0,"0"0"-12"0,0 0-16 0,0 0-6 0,0 0-8 15,0 0-20-15,1 9-28 0,-1-9-24 16,0 0-35-16,0 0-37 0,0 0-85 0,0 0 37 16</inkml:trace>
  <inkml:trace contextRef="#ctx0" brushRef="#br0" timeOffset="-59679.82">30059 6903 53 0,'-12'0'124'0,"12"0"-19"15,0 0 0-15,0 0 3 0,-10 3 0 0,10-3-10 16,0 0 3-16,-8 0-2 0,8 0-1 0,0 0-2 15,0 0 0-15,0 0-9 0,0 0 4 0,0 0-8 0,0 0 1 16,0 0-1-16,0 0-8 0,-9-5-6 16,9 5-5-16,0 0-8 0,0 0-5 0,0 0-4 0,0 0-10 15,0 0 0-15,0 0-1 0,0 0-5 16,19-10-8-16,-9 8 2 0,2 1-4 0,1-2 6 0,1-1-5 16,3 1-1-16,-4-2 1 0,0 2-3 0,0 0-2 15,-1 1-2-15,2-2-3 0,-1 2 3 0,0 0-3 16,-1-1-4-16,0 0 1 0,-2 0 0 0,-1 2 0 15,0 1-4-15,-9 0-3 0,14-2 1 0,-6 2 1 16,-8 0-2-16,10-1 1 0,-10 1 2 0,10-1-5 16,-10 1 3-16,0 0-3 0,9 0 2 0,-9 0 1 15,0 0-1-15,0 0 0 0,9-1 7 0,-9 1-5 16,0 0-12-16,0 0-18 0,0 0-13 0,0 0-29 16,7-4-37-16,-7 4-32 0,0 0-62 0,0 0-114 15,0-9-339-15,0 9 151 0</inkml:trace>
  <inkml:trace contextRef="#ctx0" brushRef="#br0" timeOffset="-59410.28">30114 6674 52 0,'-8'-2'139'0,"8"2"-7"0,0 0-24 0,0 0-14 15,0 0-6-15,0 0-3 0,0 0-14 0,0 0-2 16,0 0-7-16,0 0-8 0,28 4-9 0,-18-3-5 16,2 3-5-16,-1-2-4 0,0 1 5 0,-2 3-9 15,0 1-10-15,1 0 8 0,-1 7-2 0,-1-1-9 16,-2 4 6-16,-2 7-12 0,-3-1 4 0,-5 8 7 16,-3 1 0-16,-8 11-8 0,-4 3-25 0,-5 0-45 15,0-3-57-15,-8 2-76 0,2-6-207 0,-3-2 93 16</inkml:trace>
  <inkml:trace contextRef="#ctx0" brushRef="#br0" timeOffset="-56344.86">30704 6702 13 0,'0'0'188'0,"-5"-7"-14"0,5 7-12 0,0 0-15 16,0 0-15-16,0 0-14 0,0 0-13 15,0 0-12-15,0 0-8 0,0 0-10 0,0 0-8 0,0 0-4 16,0 0-10-16,0 0-3 0,-1 26-6 0,2-15 0 15,-1-1-5-15,1 2-5 0,-1-2-5 0,2 2 0 16,0 0-3-16,-3-1 0 0,1-1-4 0,0-4-2 16,1 3 5-16,-1-9 1 0,0 13-1 0,0-13 9 15,0 8 8-15,0-8 10 0,2 6 8 0,-2-6 8 16,0 0 9-16,0 0 5 0,0 0 10 0,1 9 3 16,-1-9 15-16,0 0 5 0,0 0 1 0,0 0-3 15,0 0-14-15,0 0-9 0,0 0-12 0,0 0-6 16,-4-23-11-16,4 11 7 0,-1 1-26 0,2-6-9 15,2 1 24-15,-2-1-9 0,1-2-6 0,0 2-8 16,2-2-6-16,2 1-11 0,0-1-4 0,-1 1-4 16,3 1-7-16,-3 2-1 0,4-1-1 0,1 2-1 15,1 1-5-15,1 1 2 0,1 2-24 0,-1 4 5 16,0 0-4-16,5 3 5 0,2 1 1 0,-1 3 3 16,0 3 2-16,0-1-3 0,-1 4 8 0,0 2 0 15,-1 1-4-15,0 2 4 0,-3-2 1 0,1 0 3 16,-1 3-6-16,-2 0 4 0,-4-3 2 0,-1-2 0 15,1 2 3-15,-2 0 1 0,1-1 0 0,-1-1 1 16,-2-2-4-16,1 1 3 0,-3-3 2 0,-1-4 0 16,5 7 3-16,-2-3-2 0,-3-4 0 0,2 6 6 15,-2-6-5-15,0 0 6 0,3 7-1 0,-3-7-1 16,0 0 7-16,0 0 2 0,5 4 6 0,-5-4 5 16,0 0 6-16,0 0 1 0,0 0-3 0,0 0-2 15,0 0-4-15,0 0-7 0,0 0-6 0,-4-27-8 16,8 15-4-16,-3 0 0 0,2-6-4 0,2 2-7 15,1 1 0-15,3-4-2 0,1 2 0 0,3-5-3 16,0 8 5-16,-2 1-2 0,1 2 5 0,-2 4-7 16,-2 1 0-16,1 0 0 0,-3 4-6 0,-6 2-1 15,14 0 4-15,-7 4 5 0,0 4 0 0,1-1 2 16,-1 2 0-16,0 1 1 0,-3 1 6 0,1-1 0 16,-1 2 1-16,-2 1-1 0,2-1 0 0,0 1 3 15,-2-1 0-15,0-1-1 0,0 1 1 0,1-2-2 16,-4 0 11-16,3-2-7 0,-2 0-19 0,0-8-31 15,1 13-27-15,-1-7-27 0,0-6-21 0,0 13-35 16,3-11-13-16,-3-2-9 0,3 6-1 0,-3-6 12 16,0 0 4-16,8 2 2 0,-8-2 5 0,0 0 8 15,12-9 8-15,-7 2-76 0,0-1 198 0,-2 1-52 16,-1-2 19-16,3 3 29 0,-2-3 29 0,-3 1 23 16,0 8 21-16,1-11 20 0,-1 11 11 0,-1-9 8 15,1 9-6-15,2-7-5 0,-2 7-13 0,0 0-3 16,0 0-10-16,0 0-5 0,0-9-5 0,0 9-4 15,0 0 1-15,0 0-4 0,0 0-3 0,0 0-9 16,0 0 2-16,7 23 1 0,-3-19-5 0,0 1-1 16,3 2 0-16,1-3-3 0,1-2 4 0,1 4 0 15,2-4 6-15,-1 0 17 0,4 0 3 0,-3-2 0 16,1-2-1-16,-1 0 2 0,-1 0 1 0,-1 2 10 16,3-3 9-16,-7 0 5 0,1-1-4 0,0-1-4 15,-2-2-4-15,0 1-3 0,-3-1 1 0,-1-2-7 16,-1-1-7-16,-3-1-2 0,1 1-7 0,-3 1-7 15,-2-1 2-15,1 1-9 0,-2-1-12 0,1 3-13 16,1 2-20-16,-2 0-24 0,1 0-19 0,1 3-23 16,-2 1-28-16,8 1-24 0,-13 0-23 0,13 0-19 0,-11 4-154 15,6 0-367-15,-2 1 163 0</inkml:trace>
  <inkml:trace contextRef="#ctx0" brushRef="#br0" timeOffset="-55529.78">31779 6521 67 0,'0'0'215'16,"0"0"-17"-16,0 0-11 0,-15-9-7 0,15 9-8 15,-11-1-5-15,11 1-13 0,0 0-13 0,-12 1-20 16,12-1-8-16,-10 7-9 0,3 2-7 0,1 1-13 16,-1-1-12-16,-3 3-6 0,4-1-5 0,3 5-8 15,1-5-5-15,-1 0-3 0,0 0-7 0,5-2-6 16,-2-1 0-16,1 1-2 0,0 0-4 0,3-3 0 15,-1-2-2-15,1 2-1 0,2 0-4 0,0-3 1 16,2-1 2-16,0-1-2 0,4-1 9 0,-1 3 4 16,-1-6 1-16,0 2 14 0,-4-2 3 0,3-1 8 15,-1-1-3-15,0-4 3 0,-2 1-6 0,-1-2-9 16,0-3 3-16,1-1-9 0,-4-1-3 0,3-4-7 16,-4-2 4-16,2-3-8 0,-2-1-6 0,-1 0 4 15,-1 5-7-15,0 0 2 0,1 2 6 0,-2-2-10 16,1 3-5-16,-1-1 8 0,2 6-1 0,-2 1-4 15,1 1 5-15,1 2-8 0,0 8 5 0,-1-12-8 16,1 12 7-16,-3-9-12 0,3 9-2 0,0 0-2 16,0-8-4-16,0 8 1 0,0 0 3 0,0 0 0 15,0 26 2-15,2-6-1 0,-1 6-2 0,0-1 12 16,2 2-8-16,0-2-2 0,-1-1 2 0,0-7-3 16,-1 2 4-16,3-2-4 0,-1-1 4 0,1-1 0 15,0-2-6-15,1-3 9 0,1-1-4 0,-1 1 2 16,2-2 6-16,-1 0-11 0,2-2 7 0,-1-2 2 15,-2 0-6-15,3 0 5 0,0-2 0 0,1 1 1 16,-2-2-2-16,2-1 2 0,-9 0 4 0,19-4-4 16,-11 2 1-16,0-2 7 0,1-3-2 0,-3 4 0 15,-1-5 0-15,2-1-6 0,-2-1 6 0,2-2-6 16,-4 3-1-16,1-4-2 0,-2 4-1 0,1-1 6 16,0 4-7-16,-2 1 3 0,-1 5-6 0,2-10 1 15,-2 10-3-15,0 0-2 0,0 0 2 0,0 0-3 16,0 0-1-16,0 0 0 0,0 0 4 0,6 20-3 15,-4-10 5-15,1 0-6 0,0 2 5 0,0-3 2 0,1-2 2 16,0 4-2-16,-2-5 0 0,3 2 1 16,-2-2-3-16,1-1 5 0,2-1 0 0,-1 3 1 15,-1-4 1-15,-4-3-1 0,10 3 2 0,-10-3 11 16,14-4-8-16,-14 4 7 0,14-4 3 0,-7-1-4 16,-1 1-4-16,-1 1 1 0,2-6-3 0,-2-1-5 15,0 0 5-15,-1 1-2 0,-2 1-2 0,3-4-2 16,-5 0-8-16,3-4 5 0,-3 5-4 0,0 4-1 15,1 1 3-15,-1 6-4 0,3-8 0 0,-3 8-5 16,0 0-1-16,0 0 1 0,2-7 4 0,-2 7-4 16,0 0 3-16,0 0 0 0,5 21 4 0,-3-11 1 0,2 0 1 15,-2 2-1-15,3-1 2 0,0 2 0 16,0-3 1-16,1 2-11 0,-1-2-5 0,2 1-24 16,1-3-38-16,0 2-36 0,1-2-30 0,-2-4-31 15,3 1-37-15,1-3-32 0,-1-1-164 0,1-1-444 16,0-1 197-16</inkml:trace>
  <inkml:trace contextRef="#ctx0" brushRef="#br0" timeOffset="-55328.91">32354 6332 127 0,'-6'-11'207'0,"5"1"8"16,-1 4-6-16,-3-3-10 0,5 9-17 0,-1-10-21 15,1 10-20-15,0-8-19 0,0 8-10 0,0 0-14 16,0 0-9-16,0 0-3 0,1 28-3 0,0-10-7 15,5 8-1-15,-5-2-18 0,5 2 0 0,-6 1-11 16,5-2 0-16,-2-6-5 0,-1-1-1 0,3 2-27 16,-1-2-20-16,0 0-37 0,0-4-34 0,2-3-37 15,-2 1-34-15,3-2-21 0,-1-2-18 0,2-2-101 16,2-1-313-16,1-3 140 0</inkml:trace>
  <inkml:trace contextRef="#ctx0" brushRef="#br0" timeOffset="-54979.79">32638 6438 104 0,'0'0'239'0,"-1"-11"-12"0,-3 5-15 16,4 6-17-16,-12-3-15 0,6 1-14 0,6 2-1 15,-20 8-2-15,4 5-5 0,-2-1-5 0,0 5-11 16,3-5-16-16,2-2-11 0,2 2-10 0,0 1-13 16,2-2-10-16,3-1-10 0,1 1-6 0,3-1-4 15,0 0-9-15,2-2-2 0,0-8-10 0,5 10 0 16,-1-4-5-16,1-2 1 0,2-1-9 15,3 0-1-15,1-3-1 0,1-2-6 0,-1 1-6 0,3-3 2 16,-2 1-2-16,-1-2-2 0,0 1 3 0,-4-3-1 16,2 3 8-16,-2-2 1 0,-2 2-2 0,-1-3 4 15,-1 1 0-15,0 0-9 0,-3 6 22 0,5-9-1 16,-5 9 1-16,4-8-10 0,-4 8-11 0,5-5 2 16,-5 5-5-16,0 0-3 0,0 0 0 0,0 0-5 15,0 0 1-15,0 0 3 0,8 13-2 0,-7-4-1 16,2 1 2-16,-1-1-2 0,1 1 2 0,1 0-6 15,-2-2-31-15,3 4-26 0,-2-5-40 0,2 2-40 16,0 0-48-16,-5-9-50 0,0 0-48 0,0 0-166 16,0 0-484-16,0 0 215 0</inkml:trace>
  <inkml:trace contextRef="#ctx0" brushRef="#br0" timeOffset="-54746.13">32803 6263 129 0,'0'0'265'0,"0"0"7"16,0 0-6-16,-2-54-17 0,2 54-19 0,0 0-21 16,0 0-30-16,0 0-24 0,0 0-16 0,0 0 3 15,0 0-9-15,0 0 8 0,0 0-12 0,0 0-3 16,0 0-11-16,16 104 2 0,-12-74 3 16,-4-30-21-16,3 62-9 0,-1-32-6 0,-2 1-6 0,0-31-9 15,0 55-5-15,-2-29-4 0,2-26-26 0,-1 39-20 16,1-39-48-16,0 0-45 0,-2 43-49 0,2-43-53 15,0 0-50-15,-7 28-74 0,7-28-154 0,0 0-497 16,0 0 221-16</inkml:trace>
  <inkml:trace contextRef="#ctx0" brushRef="#br0" timeOffset="-54479.43">32731 6456 121 0,'0'0'166'0,"0"0"-19"0,0 0-2 0,0 0-18 16,49-18-3-16,-49 18-8 0,32-9 2 0,-32 9-4 16,39-8-1-16,-39 8-6 0,39-7-5 0,-39 7-9 15,29-8 3-15,-29 8-9 0,0 0-2 0,0 0 1 16,35-7 6-16,-35 7 4 0,0 0 0 0,0 0-3 16,0 0-4-16,0 0-5 0,0 0 12 0,0 0 6 15,0 0-3-15,0 0-5 0,34 19-3 0,-34-19-8 16,0 0-11-16,8 28-2 0,-8-28-8 0,0 0-4 15,7 33-3-15,-7-33-7 0,0 0-10 16,7 40-39-16,-7-40-43 0,0 0-57 0,2 33-68 0,-2-33-71 16,0 0-245-16,0 0-526 0,0 0 232 15</inkml:trace>
  <inkml:trace contextRef="#ctx0" brushRef="#br0" timeOffset="-54330.64">32991 6272 45 0,'0'0'158'0,"0"0"-14"0,0 0-25 15,0 0-42-15,0 0-42 0,0 0-48 16,0 0-39-16,0 0-34 0,0 0-93 0,0 0 42 16</inkml:trace>
  <inkml:trace contextRef="#ctx0" brushRef="#br0" timeOffset="-53997.55">33141 6315 160 0,'0'0'205'0,"0"0"-21"0,0 0-5 0,0 0-12 16,0 0-14-16,0 0-11 0,0 0-3 0,0 0-8 15,0 0-12-15,0 0-8 0,0 0-8 0,0 0-4 16,-38 69-9-16,38-69-5 0,0 0-8 0,-5 35-8 16,5-35-6-16,0 0-8 0,0 0-5 0,0 0-4 15,9 41-2-15,-9-41-3 0,0 0-5 0,0 0-4 16,0 0 3-16,0 0-4 0,13 22 7 0,-13-22-5 15,0 0 5-15,0 0-1 0,0 0-1 0,0 0 9 16,0 0-1-16,0 0-5 0,0 0 1 0,0 0-4 16,0 0-5-16,0 0-3 0,0 0 8 0,0 0-2 15,0 0-3-15,0 0-1 0,0 0-6 0,0 0-3 16,0 0-4-16,0 0-30 0,0 0-5 0,0 0 3 16,0 0-2-16,62-38 3 0,-62 38 2 0,0 0-2 15,0 0 3-15,0 0 0 0,0 0 8 0,0 0-3 16,0 0 1-16,0 0 2 0,37 15 1 0,-37-15-3 15,0 0-9-15,0 0-33 0,0 0-40 0,0 0-62 16,25 15-56-16,-25-15-235 0,0 0-474 0,0 0 209 16</inkml:trace>
  <inkml:trace contextRef="#ctx0" brushRef="#br0" timeOffset="-53244.51">31067 6064 12 0,'0'0'247'16,"0"0"-25"-16,0 0-31 0,0 0-19 0,0 0-17 16,0 0-14-16,-11 15-12 0,7-3-2 0,-3 6-2 15,1 10-14-15,-3-4-13 0,-1 3-9 0,4-1-9 16,0-8-6-16,0 0-6 0,2-1 5 0,-1-5-3 15,1-2-8-15,2-2-8 0,0-3 11 0,2-5 14 16,-2 12 10-16,-1-7 15 0,3-5 6 0,-2 6 6 16,2-6 15-16,0 0 14 0,0 0 1 15,-4 6 4-15,4-6-19 0,0 0-12 0,0 0-23 16,0 0-11-16,-8-29-15 0,7 13-9 0,5-9-12 16,-3 0-1-16,3-4-14 0,1 0-4 0,1 0-16 0,3-4-10 15,3 0-1-15,-1 0-6 0,2 0-3 0,1 0-2 16,-1 2 8-16,1 1-14 0,-1 6 11 0,-2 1-7 15,-4 8 7-15,-3 6-5 0,1-1-3 0,-3 5-3 16,1 0 14-16,-3 5-17 0,7-3 5 0,-7 3-1 16,11 11-4-16,-6 5 3 0,4 6 6 0,-2 5 0 15,1 0 6-15,-3 2 1 0,0 3 6 0,3 2 8 16,-2-1-6-16,1-2-1 0,-1-3 3 0,-1 3-3 16,4-5-4-16,-4-9 4 0,0 7 0 0,1-7 9 15,-3 2-7-15,3-3 2 0,-3-1 0 0,4 1-15 16,-2-6-20-16,0 0-48 0,-4-1-44 0,2-1-45 15,1-3-41-15,-3 0-36 0,3 1-18 0,-4-6-15 16,2 8-188-16,-2-8-498 0,0 0 220 0</inkml:trace>
  <inkml:trace contextRef="#ctx0" brushRef="#br0" timeOffset="-52812.18">31039 6172 132 0,'0'0'152'0,"0"0"-12"0,0 0-18 15,19-12-7-15,-2 6-10 0,5-1-1 0,4-3-4 16,4 1-3-16,-2-1-4 0,1-3-8 0,1 4 1 16,-1-1-5-16,1 1 1 0,-4-2-7 15,1 2-2-15,-5 5-5 0,-9 0-8 0,5-1-3 16,-6 2-8-16,2 0-4 0,-3 2-7 0,-1 2-3 0,-4 0 4 16,3 2 1-16,0 2 12 0,0 1 7 0,3 7 6 15,-5-4 2-15,0 5-10 0,2-1 6 0,-4 3-2 16,0 0-1-16,-3-5-2 0,2 4 0 0,-2-3 0 15,-1-3 6-15,1-3-7 0,0 0-3 0,-2-6 4 16,1 9-1-16,-1-9 10 0,3 8 4 0,-3-8 2 16,1 5 6-16,-1-5 11 0,0 0 4 0,0 0 9 15,0 0-4-15,0 0-24 0,0 0 13 0,0 0-26 16,0 0-14-16,2-28-1 0,1 14-12 0,1-5-13 16,-2 2-11-16,3-10-11 0,2 2-5 0,2 0-1 15,1-4-12-15,0 6 2 0,-1 4 2 0,1 4 3 16,-3 1 2-16,0 4-5 0,-1 1 0 0,-3 2 0 15,4 2 0-15,-2 0 2 0,0 4-1 0,-5 1-1 16,12 0 7-16,-12 0-2 0,17 9 3 0,-9 0-1 16,3 3 1-16,0 2 1 0,-1-3 0 0,1 4 2 15,0-2-8-15,-4 2-9 0,2 0-33 0,1-2-38 16,-4-5-33-16,0 2-36 0,0 1-36 0,3-4-39 16,-1-1-35-16,2 2-181 0,0-8-488 0,7 1 216 15</inkml:trace>
  <inkml:trace contextRef="#ctx0" brushRef="#br0" timeOffset="-52462.29">31964 5886 116 0,'-11'2'176'16,"-3"3"-1"-16,2 2 9 0,-6 2-11 0,6 0-11 16,0 0-14-16,2-2-11 0,2 4-12 0,-1-2-8 15,4 1-10-15,1-1-10 0,1 0-6 0,1 2-7 16,2-3-5-16,0 0-12 0,0-8-2 0,3 13-10 15,-1-7-5-15,1 0-2 0,-3-6-4 0,5 7-3 16,-5-7-2-16,9 2 8 0,-9-2 5 0,0 0-3 16,10-1 3-16,-10 1 0 0,8-8-3 0,-4 3-2 15,-2 0-2-15,3-2-3 0,-1-2-4 0,0-2-8 16,0 2-5-16,0-1 1 0,-3 4-3 0,2-1 8 16,-2 1-4-16,-1 6-1 0,4-9-1 0,-4 9-11 15,3-5 1-15,-3 5-5 0,0 0-6 0,0 0 1 16,0 0 0-16,0 0-2 0,0 0-1 0,11 12-1 15,-11-12 2-15,6 13 4 0,-2-4-6 0,0 1 5 16,2 1-3-16,-3 0 1 0,0-1-8 0,3 0-17 16,-3-2-30-16,3 2-34 0,-6-10-48 0,7 14-39 15,0-10-45-15,-4-1-194 0,-3-3-446 0,0 0 197 16</inkml:trace>
  <inkml:trace contextRef="#ctx0" brushRef="#br0" timeOffset="-52246.47">32086 5663 56 0,'-2'-8'259'16,"2"8"-18"-16,-2-10-3 0,2 10-28 0,0 0-26 15,-3-8-20-15,3 8-1 0,0 0 23 0,0 0 5 0,-2 37-1 16,-1-16-9-16,3 6-4 0,-1 2 1 16,1 2-13-16,1 1-16 0,-2-4-14 0,5-2-12 15,-3-7-11-15,0 6-13 0,1 1-6 0,-1-7-11 16,3-2-10-16,-2 2-34 0,1 1-29 0,-2-8-57 15,0 0-51-15,1 0-54 0,-2 2-61 0,0-5-53 0,0-9-219 16,-2 11-526-16,2-11 233 0</inkml:trace>
  <inkml:trace contextRef="#ctx0" brushRef="#br0" timeOffset="-51895.01">32122 5853 208 0,'0'0'208'0,"0"-8"-15"0,0 8-18 0,0 0-17 15,0 0-20-15,1-8-16 0,-1 8-12 0,0 0-8 16,0 0-11-16,0 0 3 0,0 0-6 0,11 0-10 16,-11 0-2-16,13-2 3 0,-1 1 5 0,0 0-2 15,4-1 2-15,-2-2-2 0,-1 0-4 0,-1 0-7 0,0 1 1 16,-1 0 3-16,-2 0 3 0,3 2 4 16,-7-2 4-16,-5 3 7 0,9-2 12 0,-9 2-2 15,5-3 0-15,-5 3-1 0,0 0-9 0,0 0-5 16,9-2-8-16,-9 2-7 0,0 0-6 0,0 0-8 15,0 0-14-15,0 0-6 0,-21 11 0 0,15-6-7 16,0 1-3-16,-2 2-9 0,3 1-4 0,0-1 7 16,2 2-5-16,-1 0-2 0,3 1-4 0,-2 0-6 15,2 0 6-15,0 2-2 0,1-1 7 0,0 5-6 16,1-1 4-16,0-1-4 0,-1 2 3 0,3-1-3 16,0-1-3-16,-1 4-1 0,1 6 2 0,-1-6-3 15,0 0-21-15,0 0-15 0,1-2-39 0,-3 2-40 16,-4-3-45-16,0-1-48 0,0-1-62 0,0-1-294 15,-1-3-603-15,-2-1 267 0</inkml:trace>
  <inkml:trace contextRef="#ctx0" brushRef="#br0" timeOffset="-51742.56">32418 5896 29 0,'0'0'232'0,"0"0"-23"0,0 0-23 0,0 0-40 16,0 0-50-16,0 0-67 0,-6 35-75 0,-3-19-102 16,1 2-158-16,-2 6 70 0</inkml:trace>
  <inkml:trace contextRef="#ctx0" brushRef="#br0" timeOffset="-51229.84">31282 7222 41 0,'0'0'346'0,"-5"-5"-33"0,5 5-29 0,-6-4-20 16,6 4-36-16,0 0-23 0,0 0-22 0,0 0-21 15,0 0-19-15,0 0-13 0,0 0-13 0,0 0-5 0,-4 14-13 16,5-4-12-16,0 0-6 0,-1 3-12 16,2-3-3-16,0 0-7 0,-1-1-5 0,2-3-4 15,-2 1-2-15,-1-7 19 0,4 9 27 0,-4-9 28 16,-1 7 18-16,1-7 13 0,0 0 11 0,0 0 4 16,0 0 1-16,0 0-9 0,0 0-17 0,0 0-19 15,0 0-14-15,0 0-14 0,-4-29-13 0,4 13-11 16,0-3-11-16,1-10-16 0,4 3-13 0,3-3-4 15,-2 1-15-15,4-1 1 0,2-2-18 0,0 0-9 16,3 1-5-16,-2 4 1 0,1 4 0 0,-8 8 3 0,0 2-3 16,0 3 7-16,-3-2-4 0,0 3-4 0,1-1-3 15,-2 5 2-15,-2 4 2 0,7-5 5 16,-7 5-26-16,0 0 31 0,20 15-1 0,-11-2 6 0,1 1 2 16,-2 2 0-16,2 0-6 0,-1 1 3 0,1 6 9 15,-1-7-9-15,-2 0 8 0,0 1-21 0,1-3 23 16,-2 1-1-16,1 0 0 0,-2-4 1 0,-1 1-14 15,1-2-16-15,-1 0-41 0,2-1-49 0,-5-2-66 16,2 0-32-16,-2 0-28 0,0-1-36 0,1 2-33 16,-2-8-38-16,-4 11-184 0,4-11-574 15,-8 7 254-15</inkml:trace>
  <inkml:trace contextRef="#ctx0" brushRef="#br0" timeOffset="-50902.38">31346 7156 205 0,'-7'-3'222'0,"7"3"-27"0,0 0-21 0,0 0-13 16,-7-3-20-16,7 3-15 0,0 0-13 0,0 0-11 16,20-14-11-16,-7 9-10 0,5-1-22 0,9-2-12 15,-1-1-23-15,1-2-11 0,4 1-14 0,-2 1-15 16,-2-4-1-16,-1 2 3 0,1-2-4 0,-8 4 0 16,-2-1 0-16,-1 2 16 0,0-1 13 15,-5 3 17-15,-2-2 23 0,-3 5 22 0,-1-2 23 0,2 3 13 16,-7 2 9-16,9-4 5 0,-9 4 0 0,6-5-14 15,-6 5-7-15,0 0-9 0,8-2-14 16,-8 2-7-16,0 0-12 0,0 0-4 0,0 0 2 0,9 13 0 16,-7-5 3-16,2 3 2 0,-1 1 1 0,0 2-9 15,1 4-6-15,-1 0-3 0,2-4 7 0,-1 4-22 16,-2-6-2-16,1-1 1 0,1 1-3 0,-2 0-7 16,1 1-12-16,-2-2-23 0,2 0-32 0,-2-5-36 15,-1 0-30-15,0-6-31 0,1 10-27 0,-1-10-16 16,0 0-31-16,0 6-18 0,0-6-163 0,0 0-431 15,0 0 190-15</inkml:trace>
  <inkml:trace contextRef="#ctx0" brushRef="#br0" timeOffset="-50575.32">31743 7057 152 0,'-1'-11'171'0,"1"2"-3"0,0 9 2 16,-3-12-12-16,2 5-12 0,1 7-24 0,0-7-5 16,0 7-6-16,0 0-15 0,-2-9-15 0,2 9-3 15,0 0-7-15,0 0-1 0,0 0-3 0,0 0-4 16,19 7 9-16,-19-7-3 0,15 3-5 0,-5 0 3 0,1-2 7 15,1 1 2-15,1-1-6 0,-1 1 6 16,0-4-2-16,0 1 0 0,1 1 0 0,-1-2 0 16,-1-1-4-16,1 0-2 0,-4-2 3 0,1 1-1 15,1 0 6-15,-2-1-10 0,-3 1-2 0,2-3 11 16,0 0-7-16,-1-2-13 0,-2 4-8 0,0-1 2 16,0 1 2-16,0-1-6 0,1 1-8 0,-5 5-2 15,5-9-1-15,-2 5-6 0,-3 4-1 0,0 0-6 16,5-6-7-16,-5 6 1 0,0 0-10 0,0 0 3 15,0 0 6-15,9 12-1 0,-7-5 2 0,2 2 3 0,0 7-2 16,1-2-5-16,-1 1 3 0,-2 2-15 16,2-2-32-16,-2-4-23 0,0 3-44 0,2 1-44 15,0-1-54-15,-2-3-58 0,3-1-44 0,-1 1-170 16,1-4-509-16,2-3 226 0</inkml:trace>
  <inkml:trace contextRef="#ctx0" brushRef="#br0" timeOffset="-50361.76">32235 6892 220 0,'0'-5'242'0,"0"5"-3"0,1-11-18 0,-1 11-17 0,0 0-24 15,0 0-20-15,0 0-12 0,0 0 10 0,0 0 12 16,0 0-6-16,0 0-14 0,-1 33-7 0,1-15-3 16,-1 0-13-16,0 0-6 0,-1 8-16 15,1-2-10-15,-1 1-5 0,0-7-11 0,2 3-9 0,0-5-5 16,0 3-3-16,4-3-22 0,-6-1-27 0,2-2-36 15,0-2-39-15,0 1-42 0,2-2-55 0,1 0-49 16,0-3-41-16,1-1-185 0,2-3-470 16,-1 0 208-16</inkml:trace>
  <inkml:trace contextRef="#ctx0" brushRef="#br0" timeOffset="-50011.59">32435 6918 216 0,'0'0'239'0,"4"-9"-16"0,-2 3-14 0,-2 6-2 16,9-12-15-16,-4 8-14 0,0-1-14 0,6-3-21 16,1 1-14-16,4 1-8 0,-1-1-14 0,0-1-14 15,-2 4-8-15,2-6-17 0,-2 7-23 0,-3-3-29 16,-3 5-22-16,-1-4-30 0,-1 1-29 0,-5 4-28 16,7-7-19-16,-7 7-30 0,0 0 0 0,0 0 20 15,0 0 1-15,0 0 23 0,-25-4 11 0,18 4 3 16,-5 3 27-16,12-3 9 0,-19 6 10 0,10-3 15 15,9-3 4-15,-14 6 32 0,8-3 10 0,-1 1 12 16,1 0 10-16,1 0 17 0,-2 3-4 0,2 1 8 16,1 2 17-16,-1 2 16 0,3 5 9 0,-1 1-6 15,-1-1 4-15,2 2 5 0,-1-1-2 0,1 0-6 16,-1-1-12-16,2 1-3 0,2-1-11 0,-2-1-6 16,-1 1-8-16,2-4-8 0,0-2-1 0,-1 1-5 15,2 0-4-15,-1 1-6 0,0-3-11 0,2 0-20 16,-2-1-26-16,0-2-42 0,0-7-49 0,2 10-55 15,-2-10-44-15,0 9-188 0,0-9-429 0,0 0 190 16</inkml:trace>
  <inkml:trace contextRef="#ctx0" brushRef="#br0" timeOffset="-49858.7">32509 7019 47 0,'0'0'182'0,"0"0"-18"0,2-5-16 15,-2 5-17-15,0 0-9 0,9-3-18 0,-1 1-34 16,0-2-19-16,4 0-39 0,4-1-30 0,2-5-42 16,1 2-27-16,-19 8-58 0,0 0-156 0,50-18 70 15</inkml:trace>
  <inkml:trace contextRef="#ctx0" brushRef="#br0" timeOffset="-49654.69">32781 6867 18 0,'0'0'215'0,"0"0"3"16,0 0 1-16,0 0-6 0,0 0-4 0,0 0-5 15,0 0-6-15,0 0-21 0,0 0-14 0,0 0-21 16,0 0-15-16,0 0-16 0,0 0-14 0,0 0 1 16,0 0 1-16,0 0 0 0,0 0-8 0,0 0-6 15,0 0-9-15,0 0-8 0,0 0-3 0,0 0 26 16,17 70-7-16,-17-70-10 0,0 0-9 0,0 44-6 16,0-44-16-16,0 0-19 0,1 33-31 0,-1-33-42 15,0 0-39-15,0 0-43 0,0 0-32 0,0 0-39 16,-3 36-34-16,3-36-12 0,0 0-137 0,0 0-417 15,0 0 185-15</inkml:trace>
  <inkml:trace contextRef="#ctx0" brushRef="#br0" timeOffset="-49345.77">32824 6853 177 0,'0'0'183'0,"0"0"-9"0,0 0-10 0,0 0-7 15,0 0 0-15,0 0 4 0,0 0-8 0,0 0-7 16,0 0-15-16,0 0-11 0,0 0-13 0,0 0-10 15,0 0-8-15,0 0-10 0,0 0 1 0,0 0 6 16,0 0 4-16,0 0 5 0,0 0 2 0,64 26 5 16,-64-26 2-16,0 0 2 0,0 0-2 0,0 0 5 15,0 0-4-15,43-12-9 0,-43 12 1 0,0 0-7 16,21-17-7-16,-21 17-1 0,0 0-6 0,0 0-13 16,24-21 0-16,-24 21-7 0,0 0-6 0,0 0-6 15,0 0-11-15,0 0-5 0,21-14-6 0,-21 14-2 16,0 0 4-16,0 0-19 0,0 0 30 0,0 0-8 15,0 0-3-15,0 0-3 0,23 52 0 0,-23-52-29 16,3 33-47-16,-3-33-59 0,0 0-58 0,-3 41-74 16,3-41-82-16,0 0-224 0,0 0-598 0,-9 42 265 15</inkml:trace>
  <inkml:trace contextRef="#ctx0" brushRef="#br0" timeOffset="-49220.98">33180 6925 16 0,'0'0'-3'0,"0"0"-3"0,0 0 1 0</inkml:trace>
  <inkml:trace contextRef="#ctx0" brushRef="#br0" timeOffset="-49011.19">31876 7518 2980 0,'-28'11'310'0,"10"-2"-171"0,4-5-118 15,5 3-39-15,3-1 3 0,6-6 3 0,0 0 16 16,0 0 13-16,37 12 5 0,-1-15 17 0,22-4-9 16,31-9 3-16,5-7-6 0,3-6 1 0,4 1-6 15,-2 0-12-15,0-3-32 0,-12 0-47 0,-1 1-56 16,-27 8-77-16,-2-1-86 0,-3-2-201 15,-4-1-529-15,-4 3 234 0</inkml:trace>
  <inkml:trace contextRef="#ctx0" brushRef="#br0" timeOffset="-47746.26">31923 7579 168 0,'0'0'186'0,"-17"3"-23"16,4-2-13-16,-1 3-6 0,-4-3-12 0,0 2-6 15,-2-1-6-15,2 2-8 0,-5-1-16 0,1 0-7 16,-5-3-7-16,-1 4-9 0,1-1-1 0,5-3-9 16,-8 2-4-16,0-3-2 0,2-3-9 15,-2 4 5-15,1-2-2 0,0 0-9 0,-2 2-3 0,3-2-4 16,-4-2-2-16,2 0 1 0,-4 2-5 0,4-2 0 16,-5-1-3-16,2 0 2 0,0 0-5 0,-3-2-1 15,1 1-1-15,-2-3-3 0,3-2 4 0,2 0 2 16,0-2-4-16,1-1 5 0,5 0-3 15,-3-3 1-15,5 1 3 0,0-3-3 0,2-1-5 0,-2-2 0 16,3 0 2-16,2 0 2 0,-2-5 2 0,1 0-5 16,1-1 1-16,2-3-2 0,-2 0 0 0,-5-13-6 15,14 14-1-15,-4-2-2 0,0-16-2 0,5 3 5 16,2 11 0-16,-3-14-1 0,4 1 1 16,4 13-4-16,-1-16 3 0,1 4-1 0,4-1-1 0,1 1 0 15,3-2-4-15,-3 3 6 0,5-2 2 0,-2 3 6 16,1-2 2-16,-2 13 1 0,4-13-3 0,-5 11-4 15,2-2 3-15,2 4-2 0,-1-2-3 0,0 0 3 16,-2 2 0-16,4 0-1 0,-1 2-2 0,-1 0 3 16,2 0-1-16,1 6-3 0,-1 0 1 0,5 1 0 15,-2 0-5-15,3 3 2 0,3-3-6 0,3-1 2 16,0 0-6-16,5 2 4 0,3-2-3 0,2 1-1 16,10-4 1-16,-9 8 2 0,0-2-7 0,9-6 2 15,-7 9-5-15,8-8 2 0,-5 12-2 16,9-5 0-16,0 2 4 0,4-2-1 0,3 5 0 0,-1 0 3 15,2-2-4-15,1 4-1 0,2 3 3 0,1-3-3 16,2 1 0-16,-2 2 3 0,3 0-3 0,0 2 5 16,-1-2-2-16,1 2 0 0,1-2-1 0,2 2-3 15,-1 2 2-15,3 1 3 0,-1-1 0 0,-3 6-2 16,2 0 0-16,0 3 4 0,-2-2-3 0,-1 5 1 16,-4-3-2-16,-3 1-2 0,-14-2 0 0,12 3 8 15,-17-1-3-15,16-3-3 0,-15 3 3 0,-1 2 1 16,2 2 0-16,-2-1 1 0,16 3 0 0,-18-2-27 15,2 5-2-15,-1-2 4 0,-2 1 2 0,0 1 3 16,-4 2 0-16,2-2 4 0,-2 6 0 0,0-2 2 16,0-1 0-16,-2 3 1 0,-3 0 1 0,4 0 3 15,-5 2 31-15,1 0-5 0,-2 0 3 0,1 3-1 16,-3-2-3-16,-1 2-3 0,0 2-4 0,-1 0 1 16,-1-1-1-16,-1 3-3 0,-3-1 3 0,-2 3-2 15,3-2-2-15,-4 5-2 0,-2 1 2 0,0 14 1 16,3 0 2-16,-5-1-2 0,-4-12-3 0,1 14 7 15,-1-1-7-15,0-13 1 0,-1 1 1 0,-2 13 2 16,0-16-5-16,0 4 3 0,0-3 3 0,1 0 3 16,-3-1 2-16,0 0-9 0,-1 1 10 0,-1-1 2 15,1-1 12-15,-2 1-8 0,1-2-3 0,-3-5 1 16,-1 20 4-16,1-14-7 0,0-2 2 0,-1-2-1 16,-2-2-4-16,1 2 4 0,-2-1-3 15,-1 2 0-15,0-7-5 0,-3 5 3 0,-1-3 0 16,1-3 2-16,1-1-2 0,16-20 0 0,-37 37-1 15,19-17 2-15,-1-1-1 0,0-2-6 0,0 2 3 16,-3 1 2-16,0 1 0 0,-1-1-8 0,0-3 12 0,-1 1-1 16,0-2-1-16,-3 2 1 0,-1-2-5 15,-3 0 2-15,-1 2-1 0,-2-4 1 0,-2 3-1 16,-11 0-15-16,-2-1-1 0,13-3 20 0,-14 4-7 16,2-3 7-16,-3 2-3 0,-1 0-2 0,1-5 0 15,-2 2 0-15,2 0 4 0,-3-3-6 0,4 0 5 16,1 2-5-16,10-6-3 0,1-3-24 0,2 1-5 15,1-2-33-15,2 1-41 0,4-2-46 0,-2-5-59 0,3 2-82 16,-3-5-208-16,3 0-535 0,1 0 236 16</inkml:trace>
  <inkml:trace contextRef="#ctx0" brushRef="#br0" timeOffset="-32845.96">32865 7442 31 0,'0'0'99'15,"0"0"1"-15,0 0-11 0,0 0-8 0,0 0 0 0,0 0-11 16,0 0-3-16,0 0-14 0,0 0-2 0,-93 2 1 16,81 0-16-16,0-1 3 0,-1 1-4 0,-1 1-7 15,-4 0-6-15,-2-1 1 0,-1 1-3 16,-6-2-1-16,6 5 6 0,-2-3-13 0,-5 1 2 16,-3 4 11-16,0-3-15 0,-1 1 1 0,2 1-1 15,-2-2-12-15,-3 0 13 0,2 3-3 0,-2-1-5 16,5-1-4-16,-2 1 8 0,1-1-16 0,-1-1-1 15,0 1-3-15,1-1 0 0,1 0-4 0,-2-3 1 16,2 7-1-16,-2-3 5 0,3-3-8 0,-3-1 6 16,1 1-3-16,1-3 4 0,-2 1-3 0,2 0 0 15,-2-1 2-15,2 0-6 0,0-1 6 0,2 0-4 0,-2-2-4 16,2-1 1-16,-1 0 10 0,3 1-5 0,5-1-7 16,-6-3 7-16,6 3 3 0,-8-2-13 15,9 0-4-15,-4-1 1 0,2 0 6 0,2-1-13 16,-5-3 4-16,7 1-1 0,-6-3 4 0,9 5 1 15,-3-5 0-15,-4-4 6 0,5 6 2 0,-4-6 3 16,4 4 2-16,-5-4-4 0,1 1 0 0,5 3 2 0,-4-4-4 16,3 4 8-16,-2-5-4 0,4 4-3 0,-3-3-21 15,-1-1-45-15,2 1 21 0</inkml:trace>
  <inkml:trace contextRef="#ctx0" brushRef="#br0" timeOffset="-31945.79">30965 7160 110 0,'-14'-25'2'16,"2"-2"15"-16,-2-3-3 0,4-1 6 0,-3-2 8 15,3 4-5-15,0 0 7 0,1-2 7 0,0 3-21 16,3 1 6-16,-2 1 1 0,-2 4 1 0,3-5-10 0,2 8 3 15,1-6-5-15,0 7 6 0,1 1-9 16,-2-2 2-16,3-1 0 0,0 0-6 0,1-3 1 16,-1-3-3-16,4 1 3 0,-1 1-4 0,0-4 3 15,2-1 1-15,2 1-2 0,-3-2 3 0,3 1-6 16,2-2 3-16,-1 0 2 0,-1 0 0 0,3-2 4 16,0 1-6-16,-1 2 0 0,1-2 2 0,2 5 4 15,-3-3 0-15,0 6-5 0,2-3 0 0,-4 3 0 16,2-1 5-16,-2 6-2 0,3-5 1 0,-1 6-1 15,1-8 0-15,-2 7 3 0,3-3-7 0,0 4-1 16,1-8-5-16,1 1 5 0,0 3-4 0,1 0 0 16,-1-1 2-16,6 2-1 0,-6 6 0 0,6-5-6 0,-4 5 6 15,2 1 0-15,0-1-7 0,0 1 7 16,0 1-4-16,0 0 1 0,-1 3-6 0,1 0 6 16,1 0-2-16,1-2-3 0,0 2-3 0,1-2 5 15,5-2 1-15,-5 4-2 0,8-4 4 0,0 0-5 16,1 1 8-16,0-1-13 0,2 3 7 0,2-3-3 15,1 4-5-15,0-2 4 0,2-1-1 0,-2 2 4 16,3 0-2-16,-1 1 0 0,1 0 0 0,0 0-5 16,-2 3 6-16,2-1-1 0,0-3 3 0,-1 4-2 15,-2 8-2-15,2-6 9 0,-4 1-3 0,2 0-1 16,-2 1 3-16,0 0-6 0,0 2 7 0,-3-2-3 16,3 3-4-16,-2-3 5 0,-1 3-3 0,0 0-5 0,-6 4 8 15,0-1-1-15,1 0-3 0,0 0-1 16,5 1 4-16,1 4 6 0,-8-3-3 0,4 3-1 15,-2-1 0-15,5 4-3 0,0-2 5 0,-9 3-6 16,9-2 3-16,-1 3 3 0,1-2 3 0,-27-11 3 16,56 25-7-16,-29-12 4 0,1 2 1 0,0 1-7 0,-2-4 1 15,1 2 3-15,-2 0-6 0,2-1 0 16,1 1 4-16,-1-1 4 0,-1 1-6 0,-2-4 3 16,2 2-1-16,0 2-3 0,1 0 1 0,-27-14 1 15,46 22 3-15,-21-10-9 0,-4 2 0 0,4 0-6 16,-25-14 3-16,39 25 5 0,-17-10-1 0,-1 2 2 15,-21-17 1-15,30 25 0 0,-9-6-3 0,-21-19 3 16,31 33 1-16,-19-17-2 0,8 3 3 0,-20-19 3 16,22 31-3-16,-10-15-1 0,-12-16 2 0,20 31-2 15,-20-31-4-15,19 35 3 0,-7-18 6 0,-12-17 0 16,21 40 0-16,-8-18-4 0,-13-22 1 0,21 43 2 16,-8-19 3-16,-3-2-3 0,1 3 3 0,-11-25-7 15,18 49 0-15,-9-23 3 0,0 1-2 0,-3 0-3 16,1 3 3-16,-7-30-1 0,11 56 4 0,-7-26-2 15,0-3-12-15,-4-27 10 0,1 60-6 0,1-28 1 16,-2-32-2-16,-2 63-14 0,0-33-26 0,2-30 79 16,-4 60-38-16,0-31-6 0,-2 0-16 0,-1 2 7 15,-2 0 60-15,3-2-45 0,-3 0 12 0,0 1-5 16,-3 0-2-16,0-4 1 0,-1 3-4 0,-2-3 16 16,2 1-9-16,-5 1-2 0,4-4 0 0,1 1 3 15,-3 0-1-15,-5-2 3 0,6 0 0 0,2 1 6 16,-2-2-9-16,-2 3-2 0,0-3 7 0,1 0-5 15,-1-3 10-15,1 4-12 0,-2 0 6 16,0-1-2-16,0-2 12 0,-3 2-14 0,-2-2 4 0,-1 0 1 16,1 0-3-16,-6 1 0 0,1-3 2 0,-3 0-2 15,0 0-5-15,-1-3 1 0,-1 1-6 0,0-5 1 16,-16 6-8-16,13-6-14 0,-12 2 6 0</inkml:trace>
  <inkml:trace contextRef="#ctx0" brushRef="#br0" timeOffset="-31092.65">32142 7551 123 0,'0'0'121'0,"0"0"-8"16,-4 6-18-16,4-6-7 0,0 0-4 0,0 0-12 15,0 0-9-15,0 0-9 0,0 0-3 0,0 0-17 16,0 0-15-16,0 0-7 0,0 0-13 0,0 0-12 16,0 0-6-16,0 0-7 0,0 0-5 0,0 0-7 15,0 0-23-15,0 0-63 0,0 0-133 0,0 0 58 16</inkml:trace>
  <inkml:trace contextRef="#ctx0" brushRef="#br0" timeOffset="-28624.95">31416 7507 67 0,'0'0'160'0,"0"0"3"0,0 0-2 15,0 0-5-15,0 0-7 0,0 0 0 0,0 0-11 16,0 0-12-16,0 0-2 0,0 0-15 0,0 0-10 16,0 0-9-16,0 0-7 0,0 0-10 0,0 0-8 15,0 0-6-15,0 0-9 0,0 0-2 0,0 0-8 0,0 0-12 16,0 0-11-16,0 0-15 0,0 0-15 15,0 0-29-15,0 0-27 0,0 0-20 0,0 0-42 16,0 0-32-16,0 0-113 0,0 0-297 0,4 7 133 16</inkml:trace>
  <inkml:trace contextRef="#ctx0" brushRef="#br0" timeOffset="-28181.18">32736 7432 42 0,'0'0'169'16,"0"0"-15"-16,0 0-2 0,0 0-2 0,0 0 5 15,0 0-5-15,0 0 4 0,0 0-12 0,0 0-8 16,0 0-7-16,0 0-11 0,0 0-9 0,0 0-12 16,0 0-12-16,0 0-5 0,0 0-10 0,0 0-5 15,0 0-8-15,0 0-5 0,0 0-5 0,0 0-5 16,0 0-8-16,0 0-22 0,0 0-21 0,0 0-38 16,0 0-40-16,0 0-54 0,0 0-62 0,-5 3-108 15,5-3-338-15,0 0 150 0</inkml:trace>
  <inkml:trace contextRef="#ctx0" brushRef="#br0" timeOffset="18103.21">19626 7741 94 0,'0'0'173'16,"6"-3"-5"-16,-6 3-9 0,0 0-4 0,0 0-6 16,0 0-6-16,0 0-5 0,0 0-5 0,0 0-5 15,0 0-6-15,0 0-1 0,0 0-4 0,0 0-3 16,0 0-6-16,0 0-9 0,0 0-4 0,0 0-5 0,0 0-7 15,0 0-3-15,0 0-5 0,0 0-2 16,0 0-11-16,0 0-7 0,0 0 4 0,0 0-9 16,0 0-4-16,0 0-1 0,0 0 3 0,0 0 4 0,0 0 1 15,0 0 1-15,0 0 1 0,0 0-1 16,0 0 11-16,0 0-17 0,0 0-3 0,0 0-3 16,-27 6-6-16,17-5-3 0,-2 1-1 0,-4 1-7 15,-4 0 1-15,-8 2-6 0,-1 1 21 0,-4 0-5 0,1-1-7 16,-5 2 2-16,2 1-2 0,1-2 3 15,1 0 2-15,2-2-4 0,3 1-5 0,7 0 0 0,2-2-1 16,1 0 2-16,2 0-2 0,3-3-3 16,1 6-6-16,2-5 2 0,0-1-1 0,4 3 9 0,-1-1-12 15,7-2-2-15,-10 1-6 0,10-1 4 0,-9 3 1 16,9-3-1-16,0 0-7 0,-9 0-2 0,9 0 0 16,0 0 0-16,0 0-11 0,0 0-22 15,0 0-23-15,0 0-21 0,-10 0-29 0,10 0-30 0,0 0-39 16,0 0-41-16,0 0-39 0,-7 2-40 0,7-2-173 15,0 0-505-15,0 0 225 0</inkml:trace>
  <inkml:trace contextRef="#ctx0" brushRef="#br0" timeOffset="18554.24">19251 7614 133 0,'0'0'261'15,"0"0"-13"-15,0-8-5 0,0 8-10 0,0 0-14 16,1-9-13-16,-1 9-13 0,0 0-19 0,0 0-20 16,0 0-7-16,2-7-17 0,-2 7-14 0,0 0-4 15,0 0-19-15,0 0-7 0,0 0-9 0,0 0-7 16,0 0-10-16,0 0-6 0,0 0-6 0,0 0-3 16,-28 13-8-16,13-1-2 0,3-2-5 0,-4 1-2 15,1 4-2-15,-4 2-2 0,4-2-4 0,-1-1-3 16,2-1-3-16,3 1-2 0,-1-1-3 0,1 0 0 15,-1 1 1-15,3 1-7 0,-2-2 5 0,0 1-1 16,4 2 1-16,-3-3 0 0,3 2-1 0,1-1 1 16,-1-2-1-16,1-2-2 0,2 0-2 0,-1 0-2 15,1-1 3-15,2-2-2 0,-1-1-2 0,0 1 2 16,1-1-1-16,2-6-2 0,-3 8 0 0,3-8 2 16,-3 8-1-16,3-8-3 0,0 0 3 0,0 0 1 15,-2 8-2-15,2-8 3 0,0 0-1 0,0 0 0 16,5 9 1-16,-5-9-2 0,4 7 0 0,-1-2 3 15,-3-5-3-15,9 7-1 0,-4-4 3 0,5 1 6 0,0 2-6 16,1-2-2-16,0 1 3 0,2 2-7 16,0-4-4-16,4 4-12 0,0-1-9 0,0-2-19 15,1 1-24-15,-3 2-26 0,1-1-34 0,-3-2-40 0,1-1-31 16,3 4-39-16,-7-1-165 0,3 0-440 0,-4-1 195 16</inkml:trace>
  <inkml:trace contextRef="#ctx0" brushRef="#br0" timeOffset="19371.26">17165 7764 164 0,'-5'-5'187'0,"5"5"-6"15,-6-2-3-15,6 2-5 0,-7-6-5 0,7 6-17 16,-10-4-10-16,10 4-8 0,-7-5-4 0,7 5-3 16,-8-4-1-16,8 4-9 0,-8-5-5 0,8 5-9 15,-9-4-4-15,9 4-10 0,-6-1-7 0,6 1-11 16,0 0-4-16,-6-3-8 0,6 3-7 0,0 0-1 15,0 0-9-15,0 0-1 0,0 0-8 0,-7-3 2 16,7 3-11-16,0 0-3 0,0 0 10 0,0 0-14 16,0 0 2-16,0 0-4 0,0 0-1 0,0 0 0 15,24-4 0-15,-11 2-1 0,9-2 4 0,7-2-8 16,1-1-3-16,2-2 2 0,-2 6-5 0,0-2-1 16,-2-4-1-16,-8 5-12 0,1 0 0 0,-5 2-10 15,2-4-10-15,-5 5-11 0,0 0-22 0,-2 0-19 16,-2 0-23-16,4 1-27 0,-5-3-27 0,-2 2-10 15,-6 1-9-15,11-2-19 0,-11 2-116 0,8 4-339 16,-8-4 150-16</inkml:trace>
  <inkml:trace contextRef="#ctx0" brushRef="#br0" timeOffset="19770.38">17371 7697 98 0,'0'0'189'0,"0"0"0"0,0 0-7 16,0 0-10-16,0 0-4 0,0 0-6 0,0 0-12 16,0 0-8-16,0 0-6 0,0 0-11 0,0 0-11 0,-1-9-14 15,1 9-7-15,0 0-6 0,0 0-11 16,0 0-4-16,0 0-12 0,0 0-7 0,0 0-7 15,0 0-6-15,0 0-10 0,0 0-3 0,0 0-4 16,0 0-3-16,0 0 1 0,2 24-2 0,0-12-6 0,-2 5 3 16,1 1-4-16,-1 1-3 0,0 0 3 15,0 7-2-15,1-2-4 0,1 3 13 0,0-1-5 16,2-1 1-16,-4 0 6 0,2-5 2 0,1 3-3 16,-1-3 3-16,0-1-3 0,-2-3-1 0,0 0-1 0,2 1-2 15,0-2 1-15,-1-2-4 0,0-2-1 0,-1 2 0 16,2-3-1-16,-2 1 0 0,0-2 1 15,0 2-6-15,0 0-14 0,-2-1-29 0,1 0-18 16,-3-1-38-16,0-1-44 0,0-1-40 0,1-1-47 0,-2 0-151 16,1-3-404-16,0 2 179 0</inkml:trace>
  <inkml:trace contextRef="#ctx0" brushRef="#br0" timeOffset="20237.7">17454 8148 171 0,'0'0'193'0,"0"0"-6"0,0 0-7 0,5-5-13 15,-5 5-8-15,0 0-9 0,0 0-9 0,0 0-9 16,0 0-14-16,0 0-7 0,5-7-9 15,-5 7-13-15,11-3-7 0,-3-4-9 0,0 1-10 0,3-1-5 16,0-1-7-16,0 0-4 0,5-2-5 0,-1 0-1 16,-1 0-8-16,3 1-3 0,-4-1-1 0,3 0-3 15,-5 3-1-15,2-4-2 0,-4 2-4 0,7-2 3 16,-5-2-6-16,-4 4 0 0,-1-2-2 0,4 1 2 16,-5 0-3-16,2 0 4 0,-3 0 0 0,0 0 1 15,-3 1-3-15,1 0 11 0,-2 0 16 0,0 9 0 16,-1-13-7-16,1 13-1 0,-2-13-6 0,-1 9 0 15,3 4-2-15,-9-8 2 0,5 3-7 0,4 5-1 16,-11-1-7-16,11 1 0 0,-12 0-5 0,12 0 4 16,-15 8-7-16,2-2 2 0,4 1-4 0,-4 5 0 15,3 2-5-15,2-1 4 0,1 2 0 0,0 0 0 16,2 1-2-16,-1 0-1 0,2 2 0 0,4-2 1 0,0-3 0 16,1 0-2-16,3 0 1 0,0-3 0 15,1 2-10-15,4-2-14 0,-4 0-36 0,3-2-27 16,-2 1-43-16,4 1-31 0,-1-5-31 0,0-2-22 15,3 2-154-15,-6-3-400 0,-6-2 177 0</inkml:trace>
  <inkml:trace contextRef="#ctx0" brushRef="#br0" timeOffset="20460.38">17810 7729 90 0,'-2'-5'287'0,"2"5"-8"0,2-14-18 15,-2 14-22-15,0-9-25 0,0 9-22 0,0 0-23 16,0-8-19-16,0 8-15 0,0 0-9 0,0 0-8 16,0 0-15-16,2 35-6 0,1-18-11 0,0 2-8 15,-1 1-8-15,-1-1-5 0,3 5-8 0,0 3-1 16,1-2-3-16,-3 1-37 0,2-2-27 0,0 3-30 16,0-3-30-16,-2 0-50 0,1-5-37 0,-1-1-31 15,1-3-28-15,-3-4-139 0,0 2-385 0,1-3 171 16</inkml:trace>
  <inkml:trace contextRef="#ctx0" brushRef="#br0" timeOffset="20722.29">17903 8100 41 0,'7'-7'125'0,"0"0"-3"15,2-2 4-15,-1-1 3 0,4-3 6 0,-3 1-3 0,3-3-9 16,-1 1-5-16,-1-3 1 0,-1 3-1 0,1-1-2 16,0-1-14-16,-3 1 4 0,-2 4 3 0,2 0-2 15,-4-1-12-15,-1 0 8 0,-1 2 8 16,-1 1-1-16,0-2-1 0,0 11-2 0,-4-14-6 0,0 9-10 15,-1 0-9-15,-1 1-7 0,6 4-8 0,-13-5-8 16,13 5-10-16,-19 4-5 0,9 1-4 0,-2 2-5 16,3 4 10-16,-5 2-15 0,4-1 0 0,1 4-6 15,3 0-2-15,0 1 0 0,4 2-4 0,-1-1-3 16,3-1-2-16,2 1-3 0,0-5-8 0,2 1-11 16,0-2-24-16,2-3-25 0,2 3-30 0,1-5-26 15,0 0-33-15,2-1-38 0,2-3-32 0,-1 0-198 16,2-2-449-16,-4 1 199 0</inkml:trace>
  <inkml:trace contextRef="#ctx0" brushRef="#br0" timeOffset="20953.23">18152 7761 185 0,'-1'-10'284'0,"0"-3"-3"0,-1 4-4 0,1 2-7 15,1 7-3-15,-3-11-18 0,3 11-23 0,-1-8-20 16,1 8-30-16,0 0-21 0,0 0-19 0,0 0-16 15,0 0 0-15,0 0-9 0,0 0-8 0,5 35-6 16,-3-15-7-16,0 6-9 0,2 2-4 0,-2 0-1 16,1 3-14-16,-1-5 7 0,1 4-18 0,0-2-9 15,-1-3 5-15,1 1-24 0,-3-1-20 0,1-8-29 16,0 0-37-16,1 1-44 0,-1-1-47 0,-2-1-49 16,1-3-48-16,0-1-40 0,-2-1-175 0,1-2-503 15,-2 1 223-15</inkml:trace>
  <inkml:trace contextRef="#ctx0" brushRef="#br0" timeOffset="21158.92">18160 7880 171 0,'3'-9'221'0,"0"-1"-12"0,0 4-8 16,-2 1-14-16,-1 5-16 0,5-8-19 0,-5 8-23 15,4-7-11-15,-4 7-12 0,0 0-6 0,13 0-4 0,-13 0-1 16,0 0-4-16,11 10-9 0,-7-4-7 15,0 0-1-15,-2 4-6 0,1-1-5 0,-1 2-7 16,-4 2-16-16,1-1-12 0,-3 3-33 0,0-3-40 16,-4 4-49-16,4-6-43 0,-2-1-65 0,-2 3-140 15,2-5-370-15,1 0 164 0</inkml:trace>
  <inkml:trace contextRef="#ctx0" brushRef="#br0" timeOffset="21520.55">18203 7697 267 0,'0'0'267'0,"0"-11"-19"16,0 11-22-16,4-5-26 0,-4 5-26 15,0 0-20-15,0 0-18 0,0 0-9 0,0 0-9 0,0 0-7 16,13 18-2-16,-10-7-10 0,3 7-9 16,-3-2-6-16,1 1-6 0,0 2-6 0,0 0-3 0,1-2-8 15,-1 0-4-15,-3-3-4 0,2 4-5 16,-3-6-2-16,1 4-6 0,0-6-4 0,-1 0-5 0,0-1-1 15,0-2-4-15,2 0 3 0,-2-7-7 0,0 11 1 16,0-11 2-16,0 7-3 0,0-7-5 0,0 0 9 16,0 0-8-16,0 0-4 0,0 0-9 15,0 0-4-15,0 0-5 0,0 0-5 0,0 0-2 16,7-26 1-16,-3 17 2 0,1 2-2 0,2-2 4 0,-4 5 0 16,0-2-4-16,-3 6 3 0,6-7 5 0,-6 7-10 15,4-6 0-15,-4 6-1 0,8-1 1 16,-8 1 2-16,0 0 6 0,13 7-1 0,-9-3 3 0,1-1 4 15,0 3-3-15,1 1 0 0,-1 1-3 0,-1-3-11 16,0 4-23-16,0 0-45 0,-2-1-49 0,1-3-56 16,1 1-48-16,-3 1-166 0,-1-7-435 0,5 8 192 15</inkml:trace>
  <inkml:trace contextRef="#ctx0" brushRef="#br0" timeOffset="22010.1">18496 7827 95 0,'0'-8'254'0,"0"8"-19"0,0 0-17 0,0 0-18 16,0 0-24-16,-4-9-14 0,4 9-17 0,0 0-14 16,0 0-10-16,0 0-6 0,0 0-14 0,0 0-12 15,0 0-6-15,1 28-8 0,2-21-9 0,-3-7-7 16,4 10-8-16,-3-5-3 0,-1-5-4 0,5 9-3 16,-5-9-5-16,1 5-4 0,-1-5-5 0,4 5-2 15,-4-5-6-15,0 0 4 0,0 0-3 0,3 7 3 16,-3-7 5-16,0 0 6 0,0 0-3 0,0 0-7 15,0 0-4-15,0 0 10 0,9-15-12 0,-9 15-3 16,3-13-2-16,0 7-1 0,-1-4-11 0,1 0-8 16,0-4-9-16,2 2-9 0,-1 3 0 0,-2-1 1 15,2 2 1-15,1 0-1 0,-5 8-5 0,5-8 3 16,-1 5-1-16,-4 3 2 0,9-1-1 0,-9 1 9 16,10 5 3-16,-5 0 9 0,0 1 5 0,1 0 0 15,-1 0-2-15,2 0 1 0,0 1-1 0,0-1 1 16,-1-1-1-16,-1-2 2 0,0 1 2 0,-5-4 8 15,11 4 13-15,-4-3 12 0,-7-1 4 0,10 0 10 16,-10 0 0-16,11-2 2 0,-6-3 1 0,2 1 1 16,-1-2 3-16,-2 2 4 0,2-5 7 0,-3 2-1 15,-1 0-9-15,0-2 2 0,0 2 2 0,-3-3-17 16,1 1-3-16,-3-2 1 0,1 2-6 0,-3 0-3 16,4 3-1-16,1 6-1 0,-7-12-7 0,5 8-3 15,2 4-4-15,-7-5-4 0,7 5-9 0,0 0 3 0,-21 13-2 16,13-7-7-16,0 5 2 0,-1 2-5 0,4 2-3 15,1-2-40-15,2-1-34 0,-1 4-34 16,5 0-42-16,0-1-35 0,5-5-40 0,5 3-55 16,0 0-150-16,6-6-474 0,2-1 210 0</inkml:trace>
  <inkml:trace contextRef="#ctx0" brushRef="#br0" timeOffset="22478.74">22083 7763 96 0,'0'0'319'0,"0"0"-42"0,0 0-32 0,0 0-21 16,0 0-24-16,0 0-21 0,0 0-17 0,0 0-17 15,0 0-25-15,0 0-21 0,0 0-22 0,0 0-34 16,0 0-35-16,0 0-43 0,0 0-61 0,0 0-50 15,5 8-174-15,-5-8-346 0,0 0 153 0</inkml:trace>
  <inkml:trace contextRef="#ctx0" brushRef="#br0" timeOffset="22945.73">28198 6991 32 0,'0'0'289'0,"0"0"-30"0,0 0-12 0,0 0-4 16,10 0-3-16,-10 0-11 0,0 0-7 0,0 0-15 16,0 0-12-16,0 0-18 0,0 0-17 0,0 0-15 15,0 0-11-15,0 0-18 0,7-2-11 0,-7 2-8 16,0 0-4-16,0 0-37 0,0 0-34 0,0 0-47 16,0 0-57-16,0 0-75 0,0 0-77 0,0 0-228 15,0 0-500-15,0 0 221 0</inkml:trace>
  <inkml:trace contextRef="#ctx0" brushRef="#br0" timeOffset="48087.98">19422 6176 123 0,'0'0'192'0,"3"-4"-15"0,-3 4-8 16,0 0-14-16,0 0-8 0,0 0-13 0,1-9-9 16,-1 9-6-16,0 0-5 0,0 0-4 0,0 0-3 15,0 0-8-15,-13 16-7 0,4-6-4 0,-1 2-9 16,-2 0-3-16,0 3-10 0,-1 0-8 0,-1-1-2 16,4-1-5-16,1-4-6 0,-1 1-3 15,2 0-5-15,0-3 2 0,1 1-5 0,0 0-4 0,0 2-2 16,1-2-1-16,0-2-3 0,1-1-5 0,1 0 1 15,0 2-3-15,4-7-5 0,-3 9-1 0,0-4 0 16,3-5-2-16,-1 10-2 0,1-10 1 0,0 12-4 16,0-5-1-16,0-7 1 0,6 10 1 0,-2-2-2 15,-1-3 0-15,4 4 2 0,1-2-6 0,1-1-7 16,-2 0-7-16,5 3-6 0,-3-4-12 0,2 2-8 16,-1-2-17-16,2 1-13 0,-2-2-21 0,3 2-24 15,-4-1-17-15,5-1-20 0,-1-1-28 0,-2 0-130 16,0 1-336-16,-1-1 149 0</inkml:trace>
  <inkml:trace contextRef="#ctx0" brushRef="#br0" timeOffset="48588.18">19401 6429 220 0,'0'0'248'0,"0"0"-15"0,0 0-14 15,0 0-19-15,0 0-17 0,0 0-16 0,0 0-22 0,0 0-15 16,0 0-11-16,0 0-13 0,0 0-11 0,35-8-1 15,-17 5-9-15,2 0-10 0,1 1-8 0,1-2-3 16,6 1-8-16,-7-1-6 0,1 1-2 16,0-1-8-16,5 0-3 0,-6-2-4 0,-1 1-3 0,0 2-6 15,-6-1-11-15,4-1-18 0,-5 1-20 0,1 3-19 16,-2-2-31-16,1-1-33 0,0 1-28 16,-1 0-40-16,1-2-35 0,-3 2-123 0,0-3-362 15,0 1 161-15</inkml:trace>
  <inkml:trace contextRef="#ctx0" brushRef="#br0" timeOffset="49889.12">15637 6257 38 0,'0'0'218'0,"-5"-9"-3"0,1 4-8 0,4 5-4 15,-5-11-4-15,1 8-1 0,4 3-4 0,-6-11-8 0,3 7-13 16,3 4-13-16,-6-8-9 0,6 8 7 0,-3-7-18 15,3 7-6-15,-5-4-16 0,5 4-9 16,0 0-12-16,0 0-16 0,0 0-11 0,-5-4-5 16,5 4-10-16,0 0-9 0,0 0-11 0,0 0-1 15,0 0-3-15,0 0-3 0,0 0-1 0,1 33-6 16,1-15 2-16,-2 1-8 0,2 6 29 0,2 3-3 16,-4-2-6-16,1 0-3 0,0-1 2 0,2-4-6 15,-2-1-5-15,-1 4 2 0,0-6-9 0,0 0 2 16,1-1-4-16,-1-3-11 0,0-1-22 0,-1-2-26 0,2 1-38 15,-2-6-32-15,0 2-32 0,1-8-22 0,-1 11-20 16,1-11-13-16,-3 8-15 0,3-8-13 16,-6 7-158-16,6-7-420 0,-12-2 186 0</inkml:trace>
  <inkml:trace contextRef="#ctx0" brushRef="#br0" timeOffset="50123.11">15509 6359 116 0,'3'-16'157'16,"2"0"-6"-16,1 2-12 0,2 0-10 15,3 1-6-15,-3 4-9 0,2-1-3 0,2 3-16 0,-1 2-9 16,3 0-11-16,0 5-8 0,3-2-5 0,2 4-4 16,-1 3 1-16,0 3-13 0,0-1-3 0,-2 6 9 15,2 0-4-15,3 4-7 0,-5 2-2 0,0 3 7 16,-5 1-1-16,-2 2 14 0,0 1 5 0,-8 0 3 16,-2-1-10-16,-4 4-2 0,-1-3-4 0,-5-1-4 15,-1-1-4-15,0-1-5 0,-2-2-6 0,-5-1-3 16,0 0-7-16,-2 0-21 0,3-7-21 0,3-2-21 15,-2-2-28-15,2-1-24 0,2-7-45 0,2 3-52 16,-2-4-130-16,3-2-345 0,3-1 152 0</inkml:trace>
  <inkml:trace contextRef="#ctx0" brushRef="#br0" timeOffset="50320.45">15890 6375 171 0,'4'-3'249'0,"-4"3"-23"15,8-4-15-15,-8 4-14 0,6-4-17 0,-6 4-13 16,0 0-13-16,0 0-9 0,0 0-7 0,0 0-11 16,10 14-6-16,-9-8-11 0,2 5-4 0,-1 0-18 15,-2 4-6-15,2 2-10 0,-2-1-8 0,1 1-3 16,2 0-21-16,0-1-21 0,1 1-32 0,-1 0-54 16,-1-1-64-16,2-5-52 0,0 4-206 0,-5-6-422 15,2 4 186-15</inkml:trace>
  <inkml:trace contextRef="#ctx0" brushRef="#br0" timeOffset="50725.35">15904 6311 87 0,'0'0'135'0,"0"0"-28"0,0 0-17 16,19 14-21-16,-10-5-27 0,4-2-19 0,1 2-13 15,4 0-6-15,0-2 0 0,2-1 3 0,3-3-4 16,-2 1-1-16,-1-4 9 0,0-1 2 0,-2-2 20 16,-5 2 11-16,-1 0 21 0,-2-2 23 0,-3 3 26 15,-7 0 22-15,11 0 26 0,-11 0 5 0,0 0 7 16,8-3-7-16,-8 3-15 0,0 0-10 0,0 0-22 16,0 0-7-16,0 0-6 0,-13-16-4 0,13 16-8 15,-9-6-12-15,2 4-9 0,7 2-9 0,-10 0-7 16,10 0-8-16,-10 3-5 0,1 0-8 0,4 2-4 15,1 0-4-15,0 0-2 0,0 4-4 0,-1 1 0 16,3-2-2-16,-3 3-8 0,5 0 3 0,-2-3-5 16,0 5-3-16,2-5 0 0,1 2-1 0,2 2-1 0,-1 0 3 15,1 4-4-15,0-2 3 0,0 4-7 16,0 1-3-16,-2-1-2 0,-2 1-6 0,1 1-15 16,-3-1-10-16,0 0-30 0,-2 6-13 0,-2-6-35 15,4 1-48-15,1-3-42 0,-2-1-51 0,0 0-130 16,1-4-415-16,1-1 185 0</inkml:trace>
  <inkml:trace contextRef="#ctx0" brushRef="#br0" timeOffset="50938.04">16289 6429 291 0,'-3'-8'331'0,"3"8"-21"0,0-9-16 0,0 9-26 16,0 0-31-16,-1-10-26 0,1 10-29 15,0 0-18-15,0 0-23 0,0 0-14 0,0 0-10 0,0 0-4 16,5 23-11-16,-4-6-10 0,0 2-2 0,2 7-18 16,-2-1-3-16,-1 1-6 0,2-7-3 0,-1 0-20 15,0 1-27-15,1-2-35 0,-1 0-37 0,0-1-40 16,-3-1-52-16,3-3-67 0,-1-2-56 16,-3 2-154-16,2-2-462 0,0-2 204 0</inkml:trace>
  <inkml:trace contextRef="#ctx0" brushRef="#br0" timeOffset="51089.58">16238 6337 107 0,'-4'-8'157'0,"4"8"-36"0,0 0-22 0,0 0-34 0,0 0-37 15,0 0-29-15,0 0-41 0,0 0-47 16,0 0-97-16,15 18 42 0</inkml:trace>
  <inkml:trace contextRef="#ctx0" brushRef="#br0" timeOffset="51290.83">16418 6255 194 0,'4'-5'220'0,"-3"0"-1"0,-1 5 2 0,2-11-3 0,-2 11-6 16,2-7-10-16,-2 7-19 0,0 0-14 0,0 0-21 16,1-12-19-16,-1 12-18 0,0 0-13 0,0 0 7 15,0 0-9-15,0 0 0 0,13 27 5 0,-7-10 3 16,-1 7-1-16,2 4-7 0,-2-3-5 15,0 2-1-15,1 2-10 0,-1-2-5 0,1 1-12 0,-3 1-6 16,1-1 1-16,-1-3-19 0,-3-4-28 0,2-4-27 16,-1-2-35-16,1 2-39 0,-1-7-45 0,-1 3-51 15,3-3-55-15,-2-1-238 0,-1-1-518 16,0-1 229-16</inkml:trace>
  <inkml:trace contextRef="#ctx0" brushRef="#br0" timeOffset="51738.21">16418 6421 154 0,'0'0'183'0,"6"-6"-16"0,-1 1-15 0,3 3-15 15,2-4-12-15,2 3-16 0,2-1-10 0,2 0-9 16,3-2-8-16,1 1-9 0,-2 0-8 0,1 0 1 16,-3 2-15-16,3-1-5 0,-7 1-1 0,1-1-9 15,-2 3 1-15,-4-1-9 0,0 0 0 0,-7 2-4 16,12-1 0-16,-12 1 10 0,6-3 4 0,-6 3 2 15,0 0 4-15,0 0 8 0,0 0-1 0,-10 19 6 16,2-10-7-16,-3 7 8 0,-1-1 1 0,2 2 5 16,0 0-6-16,1 0-1 0,1 1-6 0,-1-1-4 15,4-1-6-15,3-5-4 0,-2 5-2 0,3-5-6 16,2-2-2-16,0 1-1 0,3 1-2 0,1-4-2 16,0-1 2-16,0 0-1 0,4-2-1 0,-2-1-2 15,4-2 0-15,-2-1-2 0,1-1 0 0,3-4-3 16,-4 1-1-16,1 0 5 0,0-1 2 0,-5 1-2 15,3-3 3-15,-3 1 11 0,1-2 2 0,-3 0-1 16,2-2-4-16,-2 1 10 0,-3 4 4 0,1-3 2 16,0 0 0-16,-1 8 4 0,-1-11 12 0,1 11-5 15,0-8 0-15,0 8-17 0,0 0-4 0,1-6-9 16,-1 6-8-16,0 0 7 0,0 0-4 0,0 0-2 16,0 0-3-16,-1 24-5 0,2-15 0 0,-1 3 3 15,2 0 0-15,-2 0-12 0,1 3-10 0,0-2-21 16,2-3-31-16,-2 3-31 0,2-2-40 0,-2-1-65 15,2 0-41-15,-1-4-56 0,2 1-181 0,1-3-513 16,-5-4 226-16</inkml:trace>
  <inkml:trace contextRef="#ctx0" brushRef="#br0" timeOffset="51954.21">16847 6225 105 0,'0'-12'293'0,"-2"1"0"0,0 1-7 15,2 3-16-15,0 7-22 0,2-11-34 0,-2 11-23 16,0 0-24-16,0 0-10 0,0 0-1 0,0 0-4 16,3 28-1-16,-1-11-14 0,2 11-3 0,-3 1-3 0,0 3-14 15,0 0-15-15,1 1-2 0,-1 0-20 16,1-1-4-16,0 0-18 0,-1 0-29 0,-4-3-47 16,8-1-48-16,-5-1-55 0,-2-3-66 0,1-6-80 15,-4 1-231-15,6-3-540 0,-2-5 239 0</inkml:trace>
  <inkml:trace contextRef="#ctx0" brushRef="#br0" timeOffset="52220.28">17316 6014 340 0,'-2'-6'422'0,"2"6"-34"0,-4-9-42 15,4 9-11-15,0-10-18 0,0 10-38 0,-1-7-26 0,1 7-36 16,0 0-25-16,0 0-20 0,0 0-17 0,0 0-19 16,0 0-9-16,7 29-11 0,-3-1-3 0,4 1-12 15,-3 3-6-15,0 0-4 0,0 2-13 0,0-1-8 16,-1 2-4-16,1 0-1 0,-2-2-9 0,-1 0-8 16,1-2-26-16,-1-2-57 0,0-3-28 0,-1 0-55 15,0-2-41-15,-2-5-54 0,-2 1-61 0,2-5-55 16,-4 1-240-16,0-4-615 0,-3-1 273 0</inkml:trace>
  <inkml:trace contextRef="#ctx0" brushRef="#br0" timeOffset="52790.18">17185 6302 62 0,'2'-6'212'0,"2"-1"-17"0,1 4-20 0,5-5-20 16,-1 2-15-16,0 1-10 0,5 1-14 0,2-2-10 15,0 3-12-15,3 0-9 0,2 2-5 0,-1 2-8 16,1 2 0-16,7 0-3 0,-1 7 5 0,-2-1-6 16,-6 1 1-16,4 4-4 0,-6-3-4 0,-2 0-4 15,1 4-2-15,-2-1-5 0,-3 1-2 0,-1-1-5 16,-4 1 0-16,-4-2-7 0,-1-2-2 0,-1 1-6 16,-1-2 2-16,-1 0-8 0,-5 0-3 0,-1 0-5 15,2-2-3-15,-3 0 0 0,1-3 0 0,2-1-2 16,0-4-1-16,6 0 8 0,-13 0 6 0,13 0-12 15,-8-7-4-15,4 1-2 0,2-3-2 0,2-1-1 16,1-2 1-16,2 0-4 0,3-7-1 16,1 4 0-16,4-9-1 0,-3 8 7 0,2-1-8 0,5-5-1 15,-3 6 0-15,-2 1 4 0,4-2-7 0,-2 2 3 16,1 1 1-16,-2 2-1 0,-5 1 0 0,2 1 4 16,-4 4 0-16,-1 0-1 0,1 3 2 0,-4 3 0 15,5-9-4-15,-1 5 0 0,-4 4 2 0,0 0-2 16,5-4-2-16,-5 4-1 0,0 0 4 0,0 0 0 15,0 0 1-15,-3 24 6 0,-1-9 3 0,1 1 2 16,-2-1-2-16,0 2 1 0,2 0 0 0,1 0-2 16,-2 1 1-16,3-7-5 0,2 0 2 0,-1 0 0 15,1-1-2-15,-1-3 4 0,3 1-2 0,-1-3 3 16,1 1-5-16,-3-6-1 0,6 6-4 0,-1-3-1 16,-5-3 2-16,0 0 0 0,17-6-3 0,-8 2-1 15,-4-2 3-15,2-1-1 0,-1-2 0 0,0 0 5 16,5-5 2-16,-5 4 2 0,0-2-3 0,3 2 2 15,-2-3-1-15,0 2 0 0,-1 2-1 0,1 1 0 16,-3 3-1-16,0-1-6 0,0 2-1 0,-4 4 0 16,7-4-6-16,-7 4-14 0,12 0-19 0,-12 0-34 15,9 8-43-15,-4-4-38 0,1 3-43 0,-3 3-121 16,1-1-353-16,1 1 156 0</inkml:trace>
  <inkml:trace contextRef="#ctx0" brushRef="#br0" timeOffset="53123.1">17880 6332 92 0,'1'-14'243'0,"0"4"-12"0,2 4-3 16,-3 6-5-16,2-13-5 0,-2 13-8 0,4-7-14 0,-4 7-24 15,3-9-17-15,-3 9-17 0,4-6-14 16,-4 6-9-16,5-4-13 0,0 0-10 0,2-1-9 16,0 1-6-16,1 0-12 0,2-1 0 0,0 0-7 15,-2 0-10-15,1-2 0 0,2 2-1 0,-3-2-8 0,-2 0-3 16,1-2-4-16,1 2-3 0,-4-3 0 15,2 6-2-15,-4-5 2 0,1 2-4 0,-1-3 4 16,0 2 13-16,-1 0 6 0,-1 8 2 0,1-18-7 16,-2 11-2-16,1 7 5 0,-3-12 0 0,5 5 1 0,-2 7-11 15,0 0 0-15,0-11-6 0,0 11-7 0,0 0-10 16,0 0-1-16,0 0 5 0,0 0 2 0,0 0 10 16,0 0-13-16,2 32 4 0,-1-14 2 0,-3-1-3 15,2 4 3-15,-1 5-3 0,1-1-1 16,0 0 0-16,-2 0-6 0,1-1-10 0,1-4-30 0,0-3-31 15,0 1-39-15,0 2-52 0,0-1-69 0,3-2-71 16,-3-1-245-16,1 0-579 0,3-6 256 0</inkml:trace>
  <inkml:trace contextRef="#ctx0" brushRef="#br0" timeOffset="54970.18">18314 6074 141 0,'0'0'246'0,"0"0"-8"16,7-2-16-16,-7 2-10 0,0 0-14 0,0 0-14 16,0 0-13-16,0 0-13 0,0 0-12 0,0 0-15 15,5-4-10-15,-5 4-11 0,0 0-15 0,0 0-9 16,0 0-7-16,-3 18-4 0,3-18-5 0,-6 16-8 15,2 0-7-15,1-2-3 0,1 0-6 0,-1 1-9 16,3-2-2-16,-1-2-4 0,1-1-3 0,3 1-1 0,0 0-6 16,0 1-2-16,2-3 0 0,-1 0 0 0,4-1 0 15,-2 1-4-15,4-3-3 0,-1 0-11 16,2-1 1-16,1 0 2 0,0-2-10 0,0-3-2 16,1 2-5-16,-1-1-7 0,2-2-1 0,-1-1-4 0,-1 2-3 15,0-3-7-15,-1 0 7 0,1-1 0 0,-1-1 6 16,-2 1 3-16,-2 1 0 0,-2-5 2 0,0 2 5 15,-1-2 3-15,-3 1 0 0,2-4-2 16,-2 5 5-16,2-5-3 0,-3 0 5 0,-2-1-2 16,2-1 1-16,-1 7 6 0,1 6 3 0,0-14 7 15,0 6 8-15,0 8 2 0,-1-11-3 0,1 11-2 0,-2-7 1 16,2 7 3-16,0 0 4 0,-1-10-3 0,1 10 0 16,0 0-2-16,0 0-3 0,1-8 0 15,-1 8-1-15,0 0 2 0,0 0-3 0,0 0 6 0,0 0-4 16,-2-8-2-16,2 8-3 0,0 0 2 0,0 0 3 15,0 0-8-15,0 0-2 0,-3-7-2 0,3 7-2 16,0 0 0-16,0 0 3 0,0 0-5 16,0 0 9-16,0 0-7 0,0 0-4 0,0 0 4 0,0 0 0 15,0 0-3-15,0 0-1 0,0 0 3 0,0 0 0 16,0 0-1-16,0 0 0 0,0 0-3 0,0 0 1 16,0 0 2-16,0 0-2 0,0 0 9 0,0 0-9 15,0 0-2-15,0 0 2 0,0 0-1 0,0 0 0 16,0 0 0-16,0 0-1 0,0 0 3 0,0 0-2 15,0 0-1-15,0 0 5 0,0 0-3 0,0 0 2 16,0 0-4-16,0 0 1 0,0 0 0 0,0 0 1 16,0 0-1-16,0 0 0 0,0 0 3 0,0 0-5 15,0 0 4-15,0 0-1 0,0 0 1 0,0 0-1 16,0 0 2-16,0 0 0 0,0 0-1 0,0 0 2 16,0 0-2-16,0 0 0 0,0 0 1 0,0 0 1 15,0 0-3-15,0 0 2 0,0 0 2 0,0 0-3 16,0 0 1-16,0 0 1 0,0 0-4 0,0 0 9 15,0 0-5-15,0 0-3 0,0 0 1 0,0 0 0 16,0 0-1-16,0 0 8 0,0 0-4 0,0 0-4 16,0 0-3-16,0 0 7 0,0 0-5 0,0 0 5 15,0 0-4-15,0 0 0 0,0 0 2 0,0 0 2 16,0 0 3-16,0 0-2 0,0 0-5 0,0 0 1 16,0 0-1-16,0 0 8 0,0 0-8 0,0 0 4 15,0 0-5-15,0 0 0 0,0 0 0 0,0 0 5 16,0 0-3-16,0 0 0 0,0 0 1 0,0 0-3 0,0 0-6 15,0 0-4-15,0 0-1 0,0 0 2 16,0 0-4-16,0 0 1 0,0 0 0 0,0 0-1 16,0 0 1-16,0 0 6 0,0 0 0 0,0 0 4 15,0 0-3-15,0 0 4 0,0 0-4 0,0 0 3 0,0 0-2 16,0 0 3-16,0 0 1 0,0 0 0 0,0 0-1 16,0 0-2-16,0 0 5 0,0 0 1 15,0 0-5-15,0 0 0 0,0 0 5 0,0 0 0 16,0 0-3-16,0 0 3 0,0 0-2 0,0 0-3 15,0 0 2-15,0 0 0 0,0 0-1 0,0 0-1 0,0 0 3 16,0 0 1-16,0 0 2 0,0 0 0 0,0 0-3 16,0 0 2-16,0 0-3 0,0 0 3 15,0 0 0-15,0 0-1 0,0 0-3 0,0 0-10 16,0 0-7-16,0 0-16 0,0 0-17 0,0 0-20 0,0 0-19 16,0 0-17-16,0 0-17 0,0 0-11 0,0 0-6 15,0 0 1-15,0 0-4 0,0 0-6 0,0 0-128 16,0 0-302-16,-6 20 134 0</inkml:trace>
  <inkml:trace contextRef="#ctx0" brushRef="#br0" timeOffset="56971.94">18270 6366 32 0,'0'0'183'15,"0"0"-1"-15,0 0-4 0,0 0-4 0,0 0-3 16,0 0-2-16,0 0-17 0,0 0-14 0,0 0-14 16,0 0-9-16,14-15-8 0,-12 10-2 0,-2 5-10 15,5-9-4-15,-1 0-13 0,1 1-6 0,0-1-6 16,0-1-4-16,-2-2-4 0,1 1-6 0,0 0-7 16,0-1-6-16,-2 0-5 0,2-6-3 0,-1 2-2 15,-1-1-4-15,-1 1-3 0,1-1 2 0,0 0-6 16,-2 6 1-16,0-2-4 0,0-3-1 0,0 6-2 15,-2 0 2-15,2 0 0 0,-2 2 5 0,2 8 1 16,-1-11 1-16,1 11 3 0,0-9 1 0,0 9-2 16,0 0-4-16,-2-10-5 0,2 10 0 0,0 0-4 15,0 0-1-15,0 0-2 0,-13 3 1 0,13-3-2 16,-16 13-2-16,10-6-5 0,0 2 4 0,0-5-6 16,3 0 1-16,3-4-6 0,-8 8-3 0,5-1-3 0,3-7 1 15,-1 8-1-15,1-8 2 0,3 11-3 16,-3-11 2-16,7 8-6 0,-2-5 2 0,1 1 1 15,1-3 4-15,1 0 1 0,3 2 0 0,1-3-6 16,-1-3 5-16,1 3 3 0,-3-1 1 0,2-2-5 16,0 5 1-16,-2-4 1 0,-1 2-2 0,-8 0 1 0,13 0 0 15,-8 2 1-15,-5-2 0 0,13 2 0 16,-8 2-2-16,-1 0 6 0,2 3-2 0,0 3-2 16,-1 0 6-16,0 2-1 0,1 3 2 0,-3-3-1 15,-1 3 0-15,3 2 3 0,-2-5 2 0,2 2-4 0,0-1 3 16,2-2-3-16,-1-3 3 0,-1 3-6 0,2-3 11 15,1-3-3-15,-1 0 1 0,3-3 2 0,-1 2 1 16,2-3 4-16,4-2 0 0,-1-2 3 16,0-5 1-16,3 0-1 0,0-4 5 0,-2 0-3 0,1-2-4 15,3-6 4-15,-2 0 3 0,-7 5 0 16,1-6-1-16,-2 3 1 0,-1 1 0 0,-3-1-2 0,-1-1 1 16,1-1-6-16,-4-4 2 0,1 6-2 15,-6 3 5-15,2-2 6 0,1 3 8 0,-1 3 2 0,0 0-2 16,0 1 4-16,0 1 0 0,0 4-5 0,2 5 9 15,-9-10-15-15,5 8-1 0,4 2-5 0,-9-3-5 16,9 3-2-16,-10 7 0 0,1-1-5 0,0 4-1 16,0 6 0-16,-1-2 6 0,4 4-5 0,2 0-5 15,0-1 3-15,0 0-2 0,4-1 0 0,-1 1 1 16,2 1-1-16,0-4 5 0,4 0-5 0,2-5-2 16,-1 6-14-16,3-4-8 0,1-2-27 15,-1 0-31-15,4-2-33 0,-1-2-29 0,7-1-34 0,-2-3-30 16,2-4-190-16,0 2-430 0,0-3 190 0</inkml:trace>
  <inkml:trace contextRef="#ctx0" brushRef="#br0" timeOffset="57810.17">18961 5945 50 0,'0'-11'250'0,"0"11"-7"0,0 0-7 0,0 0 3 16,0 0-22-16,0 0-17 0,0 0-24 0,0 0-16 16,0 0-17-16,0 0-17 0,-22 16-7 0,14-7-12 15,0 5-12-15,0-1-4 0,0 2-8 0,2-1-7 16,-2 3-7-16,4-2-1 0,-1 1-9 0,3-2-7 15,2 1-7-15,0-3-4 0,1 0-2 0,0 0-2 16,2-2-6-16,1-1-5 0,2 0 1 0,0-1-1 16,0-3-4-16,0 0 3 0,2-1-2 0,3 0 3 15,-1-3-4-15,3-1-1 0,-1-2 0 0,4-2 1 16,2-3 2-16,-1 1 0 0,-6 1-4 0,5-5-3 16,-5 1-1-16,1-3 3 0,-1-2-2 0,-1 0-3 15,-3 3 3-15,2-4-2 0,-2 4-3 0,-2-6 6 16,-2 2-8-16,0-1-1 0,-2 1-4 0,-1 4 3 0,0-1-5 15,0 0 9-15,-1 2 0 0,-1 1 7 0,1 1-7 16,1 8 7-16,-4-11 3 0,4 11-5 16,-4-8-4-16,4 8-3 0,-7-4 0 0,7 4-4 15,-13 3-5-15,4 0-2 0,-1 5 4 0,-1 0-3 16,5 1-2-16,-2 2 2 0,0-1-7 0,2-1 7 0,1 6-8 16,3-4 10-16,2 0-9 0,-2-2 6 15,5 1-3-15,-2-3 2 0,2-1-2 0,3 2 2 16,4-2-4-16,-1-4-9 0,3 0-2 0,6 1-5 15,-3-5-11-15,3 1-8 0,-1-1 1 0,2-3-6 16,0-2 0-16,-4 0 7 0,2-1-4 0,-2-1 6 0,-2 2 7 16,-4-1-1-16,-1-1 6 0,1-1 4 0,-2 2 0 15,1-3 8-15,-3 2 3 0,-1-3 10 16,-2 1 0-16,1-1 2 0,1-4 12 0,-2 6 2 0,0-1 5 16,-2-1 8-16,0 7 11 0,1-2 12 0,-1 7 6 15,0 0-1-15,0-14-3 0,0 14-7 0,1-7-7 16,-1 7-4-16,0 0-1 0,0 0-10 0,0 0-9 15,0 0 7-15,0 0 1 0,0 0 13 0,0 0-11 16,-4 32-5-16,3-21-4 0,1 2 1 0,-1-1 3 16,2 2-8-16,-2-2-1 0,2-1-26 0,0 2-25 15,1-1-31-15,-1 0-38 0,0 0-43 16,0-2-55-16,2-2-50 0,-2-1-254 0,-1-7-551 16,3 11 244-16</inkml:trace>
  <inkml:trace contextRef="#ctx0" brushRef="#br0" timeOffset="58537.18">19275 5773 138 0,'-4'-6'177'16,"4"6"-17"-16,-5-8-16 0,5 8-17 0,-5-8-26 16,5 8-35-16,-2-6-31 0,2 6-19 0,0 0-13 15,0 0 0-15,0 0-5 0,0 0-3 0,0 0-2 16,24 8 12-16,-15-2-6 0,0-2-6 0,0 0 2 15,-3-1 4-15,2 2 3 0,3 0 5 0,-5 2 2 16,1 1 0-16,-2-1-2 0,3 4 22 0,-3-3 13 16,-1 4 0-16,6 2 10 0,-5 2 4 0,7-1 3 15,-2 2-3-15,-1-2-1 0,0 0-8 0,0 1-4 16,-3-2-6-16,3 1-2 0,-4-3-3 0,2-2 0 16,-2-1-1-16,0 0-6 0,-1-4 0 0,-2 0-2 15,2 0-2-15,-4-5 13 0,4 6 22 0,-4-6 30 16,0 0-2-16,0 0-1 0,0 0-6 0,0 0 12 15,8-17 1-15,-6 8-1 0,1-1-9 0,-1-1-3 16,0-1-8-16,0-1-4 0,1-5-8 0,-1 1-5 16,5 2-6-16,-4 2-1 0,3 3-7 0,0-2-5 15,-2 2-3-15,0 3-6 0,2 2-2 0,-2 0-8 16,-4 5 0-16,6-6-3 0,-2 3-1 0,-4 3-3 16,12 0-1-16,-5-1 0 0,-7 1 0 0,18 1 2 15,-5-1-2-15,-3 0 7 0,2-1-1 0,0-1 3 16,0-1 11-16,1-1 4 0,-2-1 2 0,1 0 6 15,-1 1 18-15,-1-1 6 0,-1-2-3 0,2 1-4 0,-4-1 0 16,1-2 9-16,-3 1-11 0,3 0-2 0,-5 0-5 16,0 1 1-16,1-1-7 0,-3 1 9 15,2-2-2-15,-3 3-8 0,0 6-5 0,-3-14 3 16,2 8-24-16,1 6-1 0,-5-10-12 0,5 10-11 16,-10-5-9-16,10 5-8 0,0 0-1 0,-21 11 2 15,7 1 2-15,1 2-1 0,2 2-3 0,-2-2 2 0,3 2-2 16,3-1 5-16,0 0 6 0,3-4 0 15,3 0 0-15,1 1 4 0,2-3 2 0,1 1 1 16,3-3 0-16,0 0 2 0,2-1 3 0,1-1 5 0,3-3 3 16,0 0 6-16,1-4 1 0,5 0 9 0,1-2-11 15,-3 0 3-15,1-3-1 0,-2-1 1 16,2-1-1-16,-2 1 7 0,-4 1-4 0,-1 0-2 16,-1-1 3-16,1-3-4 0,-3 4 5 0,0-2 6 15,2 1-3-15,-2 0-5 0,-2 2-2 0,-1 2 5 0,1-1-5 16,-5 5-5-16,5-8-5 0,-5 8-5 15,5-4 1-15,-5 4 2 0,0 0-1 0,0 0-2 0,13 10 1 16,-11-4 3-16,1 3-11 0,0 0-5 16,-1 0-17-16,1 4-28 0,-2-1-45 0,2 0-69 0,-1 0-76 15,-1-1-297-15,-1 0-594 0,0-1 263 0</inkml:trace>
  <inkml:trace contextRef="#ctx0" brushRef="#br0" timeOffset="58674.18">20000 5809 10 0,'-4'-7'218'0,"4"7"-21"0,0 0-25 15,0 0-37-15,-4-6-49 0,4 6-54 16,0 0-60-16,0 0-109 0,-10-1-149 0,10 1 65 0</inkml:trace>
  <inkml:trace contextRef="#ctx0" brushRef="#br0" timeOffset="58954.44">17850 6765 145 0,'46'-11'196'0,"4"-4"-21"0,13-4-24 16,42-12-36-16,7-1-44 0,16-8-63 0,9-4-86 15,6-6-53-15,1-2-141 0,-4 2 63 0</inkml:trace>
  <inkml:trace contextRef="#ctx0" brushRef="#br0" timeOffset="62052.16">19026 9545 70 0,'0'0'90'0,"0"0"5"0,0 0-10 0,0 0 5 15,0 0 3-15,0 0-7 0,0 0 5 0,0 0-3 16,0 0-9-16,0 0-7 0,0 0-6 0,0 0-7 0,0 0-4 16,0 0-6-16,0 0-3 0,0 0-8 15,0 0-4-15,0 0-1 0,0 0-8 0,0 0 4 16,0 0-9-16,0 0 3 0,0 0-9 0,0 0 0 15,0 0 3-15,0 0-6 0,0 0 3 0,0 0-3 0,0 0 1 16,0 0-5-16,7-3 0 0,-7 3-2 0,0 0 3 16,0 0-1-16,10-1-2 0,-10 1-3 0,0 0 1 15,9 0 3-15,-9 0-2 0,0 0-3 16,0 0-2-16,11 1 3 0,-11-1-2 0,0 0 1 0,8-3 6 16,-8 3 0-16,0 0-8 0,0 0-4 0,11 0 7 15,-11 0 3-15,0 0-10 0,8 2 8 0,-8-2-6 16,0 0 1-16,8 1-1 0,-8-1 8 15,0 0-1-15,10 0-5 0,-10 0 4 0,9 0-4 0,-9 0-1 16,8 2 3-16,-8-2-13 0,9 0 6 0,-9 0-1 16,10 1 0-16,-10-1 10 0,9 1-25 0,-9-1 23 15,7 1-10-15,-7-1 12 0,0 0 3 0,12-2-5 16,-12 2 5-16,0 0-10 0,0 0 0 0,11 0 9 16,-11 0 2-16,0 0 1 0,0 0-3 0,8-3 2 15,-8 3-3-15,0 0 5 0,0 0-6 0,0 0-1 16,6 0 6-16,-6 0 1 0,0 0 5 0,0 0 0 15,0 0 14-15,0 0 5 0,0 0 6 0,0 0 2 16,0 0 12-16,0 0 10 0,0 0 10 0,0 0-6 16,0 0 2-16,0 0 4 0,0 0-4 0,0 0-3 15,0 0-2-15,-21 7-11 0,8-2 3 0,-3-1-5 0,0 1 1 16,-1 3-2-16,-3-1-4 0,-7 2 0 16,-4 1-2-16,3 0 0 0,-4 0-2 0,3-1-3 15,-3 1-1-15,1-1-1 0,2-1-7 0,1-1-1 16,0 1 0-16,7-2 0 0,2-1-7 0,-1 2-3 0,4-2 2 15,0 1-5-15,5-3-2 0,4 1-1 16,3-3 3-16,4-1-7 0,-11 4 2 0,11-4-2 16,-8 3-1-16,8-3-10 0,-8 0-10 0,8 0-20 15,0 0-20-15,-6 2-24 0,6-2-30 0,0 0-30 0,0 0-28 16,0 0-12-16,0 0-23 0,0 0-181 0,0 0-412 16,0 0 182-16</inkml:trace>
  <inkml:trace contextRef="#ctx0" brushRef="#br0" timeOffset="62546.7">18820 9443 45 0,'-1'-7'276'0,"1"7"-19"0,0 0-14 0,0 0-14 16,-1-10-11-16,1 10-8 0,0 0-19 0,0 0-11 16,0 0-7-16,0 0-23 0,0 0-15 0,0 0-16 15,0 0-17-15,0 0 2 0,0 0-19 0,0 0-10 16,0 0-4-16,0 0-9 0,0 0-9 0,0 0-2 16,-17 13-8-16,10-6 0 0,-2 1-5 0,0 2-4 15,-3 1-3-15,1 1 6 0,-3 1-12 0,5-4-6 16,-2 4 0-16,2-6-2 0,-1 3-1 0,3-4-2 15,-1 4-1-15,-2-2 5 0,2 0-11 0,2-1-1 16,-1 2 3-16,2-2-4 0,0-1 1 0,0 1-3 16,1-1 0-16,2-2 1 0,2-4-1 0,-8 11 0 15,5-7-1-15,3-4-2 0,-4 8-1 0,4-8 1 16,-2 10 0-16,2-10 1 0,-1 8 2 0,1-8-3 16,0 0-1-16,1 11 1 0,-1-11 3 0,4 9-1 15,-4-9-3-15,2 9-1 0,1-5 0 0,-3-4-1 16,4 9 3-16,-3-4 2 0,-1-5-4 0,5 9-1 15,-4-1 3-15,6-1 0 0,-1-1-3 0,-1 2 3 16,3-1 3-16,0 1-12 0,2 1-6 0,-3 2-14 0,5 0-15 16,-1-3-12-16,1 4-20 0,0-4-27 15,3 3-32-15,-2 0-38 0,2-1-24 0,0 0-35 16,2 0-164-16,-3-1-429 0,1 0 190 0</inkml:trace>
  <inkml:trace contextRef="#ctx0" brushRef="#br0" timeOffset="79144.18">23530 9192 50 0,'0'0'71'0,"0"0"-5"0,0 0-8 0,0 0 6 16,0 0-9-16,0 0 4 0,0 0-12 0,0 0-7 15,0 0 4-15,0 0-8 0,0 0-2 0,0 0-2 16,0 0-5-16,0 0-7 0,0 0-1 0,0 0 1 15,0 0-1-15,0 0-6 0,0 0-2 0,0 0 3 16,0 0 3-16,0 0 0 0,0 0-10 0,0 0 0 16,0 0-2-16,0 0-9 0,0 0 21 0,-24 0-6 15,24 0-12-15,0 0 15 0,0 0 8 0,-12 2 5 16,12-2-1-16,-8 3-4 0,8-3 14 0,-10 3-3 16,10-3 9-16,-8 3-3 0,8-3 0 0,-9 1-4 15,9-1 1-15,-8 2-2 0,8-2 5 0,-8 2-4 16,8-2 1-16,-5 3 4 0,5-3-8 0,0 0 0 15,-8 2-3-15,8-2-7 0,0 0 1 0,0 0-1 16,0 0-2-16,0 0-7 0,0 0 11 0,-8 2-13 0,8-2 12 16,0 0-2-16,0 0-6 0,0 0 5 0,0 0-4 15,0 0 4-15,36-5-1 0,-18 1-2 0,12-2-1 16,0-2 1-16,0-2-1 0,5 1-5 0,4 1-1 16,9-4 3-16,-12 1-2 0,4 2-4 0,-5 2 0 15,0-4-1-15,-2 3-5 0,0 0 1 0,-1 2 6 16,-3-1-5-16,-1 0 0 0,-8 4-3 0,1 1 4 15,-2-4 0-15,-1 2 2 0,-6 1-2 0,1 1 0 16,-1 0 0-16,-2-1 3 0,-4 3-4 0,-6 0 0 16,12-4 11-16,-6 4 11 0,-6 0 3 0,8-4 12 15,-8 4 8-15,6-1 10 0,-6 1 8 0,0 0 4 16,0 0 9-16,0 0 3 0,0 0-1 0,12 0-1 16,-12 0-2-16,0 0-2 0,0 0-7 0,0 0-3 15,0 0-7-15,0 0-6 0,0 0-4 0,0 0-7 16,0 0-6-16,0 0 0 0,0 0-9 0,0 0-2 15,0 0-6-15,9-3-6 0,-9 3-16 0,0 0-17 16,0 0-24-16,0 0-32 0,0 0-36 0,0 0-38 16,0 0-46-16,0 0-49 0,0 0-164 0,0 0-443 0,0 0 196 15</inkml:trace>
  <inkml:trace contextRef="#ctx0" brushRef="#br0" timeOffset="84403.63">29859 8197 14 0,'0'0'92'0,"-7"-4"-7"0,7 4-6 16,0 0-2-16,0 0-1 0,0 0 5 0,0 0-3 15,0 0-3-15,0 0-3 0,0 0-4 0,0 0 5 16,0 0-10-16,0 0 6 0,0 0-5 0,0 0-7 16,-12 2 2-16,12-2-1 0,0 0-3 0,0 0-2 15,-9-2 3-15,9 2-2 0,0 0 3 0,0 0 2 0,0 0 0 16,0 0 3-16,-11 2-5 0,11-2-3 15,0 0 4-15,0 0-8 0,0 0 5 0,0 0 0 16,0 0 1-16,-10-3-2 0,10 3 2 0,0 0-2 16,0 0 2-16,0 0-3 0,0 0-1 0,0 0-2 15,0 0 1-15,0 0-4 0,0 0-2 0,0 0-5 0,0 0-4 16,0 0-7-16,0 0 1 0,0 0-4 16,0 0-3-16,29-9-4 0,-16 8 0 0,6-4-1 15,3 1 1-15,6-2-5 0,0-1-2 0,3 2-1 0,-1-2-2 16,0-3 2-16,-2 7-6 0,-8-1 4 0,2-1 5 15,-5 1-7-15,0 0 6 0,-2 2-7 0,-3 0-1 16,0-1 3-16,-3 1-5 0,2-2 0 16,-4 2 3-16,-7 2-1 0,9-4 4 0,-9 4-4 0,10-3 4 15,-10 3-4-15,6-1 0 0,-6 1-3 16,0 0 8-16,8-4-8 0,-8 4 3 0,0 0 1 16,0 0 0-16,0 0-1 0,8-1-1 0,-8 1 2 15,0 0 2-15,0 0-5 0,0 0 7 0,0 0-2 0,0 0 3 16,0 0 0-16,0 0 0 0,0 0 1 0,0 0-3 15,0 0-2-15,0 0 4 0,0-9-8 0,0 9 0 16,0 0 3-16,0 0-1 0,-2-11 1 0,2 11-3 16,0 0 6-16,-4-10-5 0,4 10-1 0,-3-9-2 15,0 4-1-15,3 5 0 0,-3-11 3 0,1 5 2 16,-1-1 3-16,1 0-2 0,-2-2 1 0,2 3 2 16,-2-3-3-16,2-1-2 0,0 0-4 0,-1-1 3 15,1 0 2-15,-1 0-3 0,-1 0 2 0,2 1 1 16,-1-1-2-16,-1 1 9 0,2-2-9 0,-1-3-2 15,2 2 0-15,0 2 0 0,-2-2 3 16,1 0-4-16,0 0 2 0,0 4 1 0,0-2-3 0,1 2 4 16,0 1-2-16,0 0-1 0,1 8 0 0,-2-12 2 15,2 12 1-15,0-9 0 0,0 9-3 0,-2-8 3 16,2 8 1-16,0 0 0 0,-2-8-1 0,2 8 0 16,0 0-3-16,0 0 2 0,0 0-2 0,0 0 1 15,-2-8-4-15,2 8 1 0,0 0-1 0,0 0-1 16,0 0 0-16,0 0 1 0,0 0 0 0,0 0 0 15,0 0-2-15,0 0 4 0,0 0-1 0,0 0 1 16,0 0-4-16,0 0 7 0,0 0-5 0,0 0 2 16,0 0-3-16,0 0 1 0,0 0 0 0,0 0 1 15,0 0-7-15,0 0-4 0,0 0-1 0,0 0 0 16,0 0 2-16,0 0 3 0,14-3-2 0,-14 3 0 16,14-1 1-16,-1 0 2 0,-3-1-3 0,9-1-2 15,-2 0 4-15,1 3 2 0,3-4-1 0,-1 0 0 16,0-1 1-16,-1 1-1 0,3 1 1 0,5-3 2 0,-6 2 0 15,0 1-2-15,1 1 3 0,6-3 1 16,-9-1-4-16,0 4 3 0,0 1-1 0,-2-4 5 16,-3 5-3-16,-1-3 1 0,-2 2-4 0,1-2 4 15,-3 3-4-15,2 0 3 0,-11 0-5 0,10 0 6 16,-3-4 0-16,-7 4 0 0,0 0-2 0,13-3 6 0,-13 3-9 16,6 0 7-16,-6 0-1 0,0 0 7 15,0 0-8-15,9 0 0 0,-9 0 2 0,0 0 2 16,0 0-8-16,0 0 4 0,0 0 4 0,0 0-4 15,0 0-1-15,0 0 2 0,0 0-2 0,0 0-2 0,10 1 0 16,-10-1 0-16,0 0 1 0,0 0-5 0,0 0 5 16,0 0-2-16,0 0 3 0,0 0-2 0,4 10-3 15,-4-10 2-15,4 10-2 0,0-3 3 0,-3-2 2 16,2 5-2-16,-1 0 0 0,2 2-1 0,1-2-1 16,0 4 2-16,-1 0 4 0,1 2-2 0,0 0 1 15,-1 0 1-15,1 1-2 0,0 1 18 0,3-2-5 16,-3 3 2-16,3 5-1 0,-4-7 0 0,-1 0-1 15,5-2-3-15,-3 3-1 0,0-1 4 0,0-7-3 16,-1 3 2-16,1-1-1 0,3-2-5 0,-6 1 4 16,2 0-4-16,-1-4-2 0,0 1 7 0,-1-2-5 15,1 0-1-15,-1-1 0 0,-2-5 2 0,3 8-3 16,-3-8 3-16,5 6-1 0,-5-6-1 0,2 6-1 16,-2-6 1-16,0 0 3 0,3 6-1 0,-3-6 1 15,0 0-2-15,0 0-5 0,0 0 3 0,0 0-2 16,0 0 5-16,1 6 0 0,-1-6-2 0,0 0-2 15,0 0 4-15,0 0-5 0,0 0 3 0,0 0-3 16,0 0 2-16,0 0-1 0,0 0 4 0,0 0 0 16,7 2-1-16,-7-2 2 0,0 0 4 0,0 0-1 15,20-7-3-15,-10 4 0 0,2 1 3 0,0-2-5 16,0 0 2-16,2 1 0 0,1 0-2 0,3-1 0 16,-2 1-1-16,3 0-2 0,-4-2 2 15,6 0-1-15,-5 1-3 0,3-1 2 0,1 2 2 0,-4-1-1 16,-2 2 2-16,2-2-2 0,-4 2-2 0,2-1 1 15,0 1-1-15,-5 2-1 0,2-3 2 0,-4 2-2 16,1-2 3-16,0 3-4 0,-1-1 2 0,-7 1 3 16,12-3 0-16,-12 3-2 0,10-1 3 15,-10 1-7-15,6-2 3 0,-6 2 1 0,0 0 0 0,13-2-3 16,-5 2 2-16,-8 0-2 0,0 0 2 0,11-3 1 16,-11 3 1-16,0 0-2 0,9 0 2 0,-9 0-2 15,9-1 1-15,-9 1-2 0,0 0 0 0,11-2 1 16,-11 2 1-16,0 0-1 0,11-1 6 0,-11 1 4 15,9-3 2-15,-9 3-3 0,8 0-3 0,-8 0 1 16,0 0-3-16,10-3-2 0,-10 3 1 0,9-1 0 16,-9 1 3-16,7-1 0 0,-7 1-5 0,7-2 1 15,-7 2 3-15,9-3-3 0,-9 3 2 0,10-2-2 0,-10 2-2 16,0 0-2-16,9-2 3 0,-9 2-2 16,8-1 3-16,-8 1-7 0,0 0-1 0,9-2-8 15,-9 2 0-15,0 0-3 0,0 0 3 0,8-2-5 16,-8 2-5-16,0 0 2 0,0 0-9 0,0 0-8 0,0 0-9 15,0 0-6-15,6-4-7 0,-6 4 1 16,0 0-5-16,0 0-5 0,0 0 8 0,0 0 0 16,0 0 0-16,0 0 3 0,0 0 0 0,0 0 5 15,0 0 4-15,0 0 7 0,0 0 1 0,0 0 10 0,0 0 0 16,0 0 5-16,0 0 2 0,0 0 8 16,0 0 1-16,0 0 10 0,0 0 7 0,0 0 9 0,0 0 9 15,0 0 8-15,0 0 4 0,0 0 0 16,0 0-4-16,0 0 5 0,3-6 8 0,-3 6 0 0,0 0 2 15,0 0 4-15,0 0-5 0,0 0 1 0,0 0 8 16,0 0 0-16,0 0-7 0,0 0 0 0,0 0 0 16,-1-11-6-16,1 11-4 0,0 0-5 0,0 0 2 15,-1-10-7-15,1 10-3 0,0 0-2 0,-3-11 0 16,3 11-4-16,-2-10 1 0,2 10 10 0,-2-10 14 16,0 3-11-16,-1-2 3 0,3 9-3 0,-5-15-3 15,5 7-3-15,-2-1-4 0,2-2 2 0,-1 5-2 16,-2-6-5-16,0-1-3 0,2 4-1 0,-1-1-2 15,-2-1 4-15,1-1 1 0,1 0-5 0,0 1 1 16,0 1-5-16,2 0 1 0,-4-1 1 0,1 4 0 16,0-3 0-16,-1 3-2 0,1-1-2 0,3 8 3 15,-2-10-3-15,-1 6 2 0,3 4-1 0,-3-9 5 16,3 9-5-16,-2-7 0 0,2 7-1 0,-3-8-3 16,3 8 4-16,0 0 2 0,0 0-5 0,0-12-1 15,0 12 1-15,0 0-1 0,0 0 0 0,0-7 1 16,0 7-2-16,0 0 0 0,0 0-1 0,0 0 0 15,0 0 1-15,0 0 0 0,0 0 4 0,0 0-5 16,0 0 4-16,0 0-5 0,0 0 3 0,0 0-2 16,0 0 0-16,0 0 2 0,0 0 2 0,0 0-6 15,0 0 1-15,5-5-3 0,-5 5 1 0,0 0 1 16,0 0-2-16,9 0-2 0,-9 0-2 0,0 0-1 16,17 0 1-16,-11 0 0 0,-6 0 4 0,15 3 1 15,-3-3-5-15,0 0 0 0,-1 0 1 0,1 0-1 16,1 0-4-16,1 0 2 0,-2 0 0 0,6-3 0 15,-5 4-3-15,2-2 3 0,2 1-3 0,1-3-3 16,-1 2 2-16,0-2-3 0,-1 0-2 0,-2 2 1 16,3 1 1-16,-2-2 1 0,-2 0 4 0,1 2 0 15,-2-2 2-15,2 0 5 0,-2 1-6 0,-2 0 3 0,2 0 2 16,-5 1 0-16,2-2-1 0,-1 1 4 0,-8 1-1 16,13-1 3-16,-13 1 0 0,9-2-2 0,-9 2 0 15,11 0 2-15,-11 0-4 0,0 0 5 16,0 0-2-16,10 2-3 0,-10-2-1 0,6 4 7 0,-6-4-1 15,5 5-1-15,-5-5-1 0,5 11 4 0,-3-5 1 16,2 3-2-16,-1 1 2 0,-1 0 5 16,-1 1-4-16,1 0 2 0,-1 2 4 0,0 3-5 15,2-2 2-15,-2-2 2 0,2 5 1 0,-1-4-17 0,2 2-1 16,-2-2 4-16,0-1 2 0,2-1-2 0,-3-1-1 16,2 3 4-16,0-4 0 0,0 2 1 0,0-3-4 15,-2 2 5-15,1-1 2 0,1-2 0 0,0-3-1 16,-1 2 0-16,-2-6 4 0,6 10-7 0,-2-5 5 15,1-2-1-15,1-1 0 0,-6-2 1 0,6 8 0 16,-1-7 5-16,-5-1 0 0,11 5 2 16,-5-3-5-16,-6-2 4 0,13 0 0 0,-5 0 2 15,-8 0-4-15,16-3 1 0,-10 3 1 0,6-1-3 0,-3-3-2 16,1 3 6-16,2-3-3 0,1-1 0 0,1 0 1 16,3-3-3-16,1 0-4 0,0 4 7 0,2-3-7 15,7-2 4-15,0-1-5 0,1 3 4 0,3-4-1 16,-2 3 0-16,0 0-5 0,3-1 4 0,2 3-15 15,-2-2-4-15,-1 1-13 0,1 1-16 0,2-1-13 16,-2 1-11-16,2 1-19 0,1 0-25 0,-1 0-27 16,-34 5-27-16,70-11-20 0,-35 7-124 0,-2 2-339 15,-1-3 150-15</inkml:trace>
  <inkml:trace contextRef="#ctx0" brushRef="#br0" timeOffset="87454.45">17504 9417 173 0,'-1'-8'201'0,"1"8"-8"0,-4-8-10 0,4 8 0 0,-5-5-3 16,5 5-13-16,-7-5-14 0,7 5-12 0,-6-3-19 16,6 3-9-16,-11 0-15 0,11 0-7 0,-15 2-11 15,5 1-7-15,0 5-6 0,0 1-10 0,-4 3-4 16,2 2-4-16,-1 1-1 0,-1 7-5 0,3 2-7 16,1-6-1-16,2 8-7 0,3-8-2 15,0 1 2-15,1-1 0 0,4 1-6 0,0-2-7 16,2-2-1-16,1-3 0 0,2 0-6 0,0-4 1 0,0 3 2 15,3-5-3-15,1 1 3 0,-1-1-2 16,2-3-7-16,3-2-3 0,-2 0 3 0,4-2-8 16,1-2-3-16,3-2-6 0,-2-3-6 0,1 1 1 0,-4-2 4 15,1-1 2-15,-3-2 2 0,-4 4 2 0,1-1 6 16,-2 2 0-16,-1-2 3 0,-2 1 2 0,0-3-3 16,-2 1-1-16,2 0 2 0,-3 1 6 0,-1 2 8 15,0 7 4-15,2-13-1 0,-2 6 2 0,0 7-3 16,0-9 0-16,0 9-5 0,0 0 0 0,0-10-2 15,0 10-6-15,0 0 0 0,0 0-2 0,0 0 0 16,0 0 1-16,0 0-4 0,0 0 1 0,0 0 1 16,0 0 0-16,1 27-4 0,-1-15 2 0,4-3 1 15,0 1 1-15,-2 1 1 0,5-1-2 0,0-2 0 16,1-1 0-16,-3 0 1 0,3-3 0 0,1 2 1 16,1-3 2-16,-2-2 2 0,3-1-2 0,1-1 1 15,-2-3 0-15,4 2-1 0,-3-3 0 0,-2-1 4 16,0-1-2-16,0 0 1 0,-1-1 1 0,-2-2-3 15,1 0 3-15,-5 1 0 0,1-1-2 0,-5 0 0 16,0-1-2-16,-3 1-3 0,-3 1 3 0,3 1 0 16,-4-1-10-16,0 2-11 0,-4 0-7 0,-1 0-12 15,0 2-5-15,1 3-4 0,-1 0-8 0,3 0-14 16,1 1-15-16,-2 2-16 0,12-1-22 0,-13 3-24 16,7 0-17-16,0-1-15 0,6-2-108 0,-7 6-308 15,7-6 136-15</inkml:trace>
  <inkml:trace contextRef="#ctx0" brushRef="#br0" timeOffset="88071.97">17863 9397 3 0,'5'-4'233'0,"-5"4"-7"16,4-5-10-16,-4 5-13 0,0 0-21 0,0 0-16 16,0 0-13-16,0 0-16 0,0 0-12 0,0 0-12 0,-23 12-10 15,13-5-9-15,2 3-10 0,-3 2-8 16,2 0-10-16,1 2-6 0,0 0-5 0,2 2-7 15,0-5-6-15,3 4 1 0,-1-1-6 0,2-3-7 16,2-2-2-16,1 1-1 0,2-1-5 0,0-2-1 0,4 0-1 16,-2-3-1-16,4 1-2 0,1-4 3 0,0-1-3 15,2-1-4-15,2-4-1 0,1 0 0 0,-2-5-5 16,4-1-4-16,-5-3-5 0,2 1 4 16,-1-1 4-16,-1-1-4 0,-3-2-1 0,-2-1 3 0,5-6-2 15,-8 5 0-15,-2-7-1 0,-1 7-1 0,-1 0 2 16,-1-1 7-16,0-5-1 0,-7-2-1 0,6 8 6 15,-3-6 1-15,-1 2-1 0,1 7 3 0,1-3 2 16,1 4-3-16,-4 4 4 0,6 0 4 0,0 3 0 16,0 1-1-16,1 7-1 0,-3-8-6 0,3 8-2 15,-3-7-8-15,3 7-1 0,0 0-2 0,0 0 6 16,0 0-5-16,0 0 0 0,8 32 0 0,-3-13 2 16,-1 7 1-16,0 5-1 0,1-4 0 0,1 3 0 15,1-2-6-15,0-3 7 0,1-2-3 0,-2-5 2 16,3-1-3-16,0 2 1 0,0-5-3 0,2-1 4 15,-1-2 1-15,-1-3-2 0,1-1-1 0,1-1 1 16,1-3 3-16,-2-2 5 0,3 1-8 0,0-4 0 16,1-1-5-16,2-4 7 0,-3 0-12 0,0-4 0 15,0-1 0-15,-1-3-1 0,-1 2 2 0,-2-3 0 16,-1-1-3-16,-2 0 1 0,-4 0-2 0,1-2 0 16,-5 1-3-16,1-8 2 0,-1 10 0 0,-1-1 3 15,0 6 2-15,-2 0 0 0,0 3-2 0,2 2 3 16,-3-2-4-16,4 2 7 0,-3 2-8 0,5 4 2 15,-13-4 0-15,13 4 3 0,-14 8 2 0,5 1-5 16,-1 5-2-16,1 0 6 0,1-1-1 16,2 1 3-16,-2 2-6 0,7-3 7 0,0 1-10 0,2 0 8 15,1-3 2-15,3-1-2 0,0 1 1 0,2-1-10 16,2-2-30-16,1-2-31 0,0-1-61 0,8-3-37 16,0-2-37-16,2-4-164 0,-1-2-402 0,6-5 178 15</inkml:trace>
  <inkml:trace contextRef="#ctx0" brushRef="#br0" timeOffset="88273.31">18530 9040 163 0,'-4'-5'231'0,"4"5"-3"0,-11-7-14 0,3 5-9 0,8 2-11 16,-18 6-7-16,8 0-4 0,-5 7-3 16,1 1-5-16,-5 5 10 0,3 3-32 0,6-5-14 15,0 1-16-15,-2 5-7 0,7-5-18 0,3-1-3 16,2-1-16-16,1 0-5 0,4-1-6 0,1-1 1 15,5-1-15-15,3-4-10 0,2-1-17 0,5-4-21 16,8-1-47-16,4-6-52 0,1-1-59 0,17-8-45 16,-3-5-54-16,-9 5-175 0,8-8-462 0,-14 9 204 15</inkml:trace>
  <inkml:trace contextRef="#ctx0" brushRef="#br0" timeOffset="88397.27">18914 9113 2959 0,'0'0'259'0,"0"0"-103"0,0 0-69 0,0 0-28 15,0 0-9-15,2-1 5 0,-2 1-2 0,0 0-8 0,0 0-4 16,0 0-9-16,0 0-19 0,0 0-27 0,4-7-66 16,-4 7-91-16,4-10-113 0,1 2-260 0,5-5-588 15,-1-2 260-15</inkml:trace>
  <inkml:trace contextRef="#ctx0" brushRef="#br0" timeOffset="92704.03">23020 10481 106 0,'5'5'135'0,"-5"-5"-5"16,0 0-9-16,0 0-16 0,0 0-16 0,0 0-5 16,0 0-6-16,0 0-10 0,0 0-21 0,0 0-14 15,9 0-25-15,-9 0-23 0,0 0-20 0,0 0-12 16,8 1-29-16,-8-1-63 0,0 0-150 0,16-1 66 16</inkml:trace>
  <inkml:trace contextRef="#ctx0" brushRef="#br0" timeOffset="100704.18">30220 8933 108 0,'0'0'209'0,"0"0"0"0,0 0-4 15,0 0 1-15,0 0-10 0,0 0 3 0,0 0-17 16,0 0-9-16,0 0-11 0,0 0-10 0,0 0-14 15,0 0-6-15,0 0-20 0,0 0-12 0,0 0-7 16,0 0-8-16,-21-8-11 0,21 8-8 0,-12 0-7 16,12 0-5-16,-12 0-6 0,12 0 6 0,-14 1-13 15,8-1-1-15,6 0-6 0,-13 1-3 0,5 1-3 16,1 0 5-16,7-2-13 0,-15 0-3 0,9 2-1 16,6-2-2-16,-11 0-4 0,11 0 0 0,-8 3-1 15,8-3 0-15,0 0-2 0,-9 1 0 0,9-1-1 16,0 0-3-16,0 0-4 0,0 0 0 0,0 0-9 15,-8 2 1-15,8-2-2 0,0 0 1 0,0 0 3 0,0 0-1 16,0 0 2-16,32 0-1 0,-18-3 6 16,4 2-5-16,1-3-3 0,-2 1 1 0,1 1 4 15,0-2 0-15,-5 2 1 0,3-2-4 0,-3 2 3 16,2-1 0-16,-3 0 0 0,-2 3 1 0,4-2-3 16,-2 0 0-16,-1 1 3 0,-3 1-3 0,-8 0 1 15,11-2 1-15,-11 2-2 0,12 0 3 0,-12 0-3 16,6-1 3-16,-6 1-1 0,0 0-1 0,0 0 0 15,10-1 3-15,-10 1-1 0,0 0 3 0,0 0-1 16,2 9 4-16,-2-9 2 0,0 0 4 0,-11 19-1 0,5-9-2 16,-4 3 4-16,3-2-2 0,-2 2-5 15,-2 1 2-15,2 1 0 0,0 1 1 0,1-6-15 16,-2 3-12-16,1 0-26 0,3-3-29 0,1-1-34 16,0 3-41-16,1-2-20 0,0 0-28 0,1-2-44 0,2 0-124 15,1-8-396-15,-1 7 175 0</inkml:trace>
  <inkml:trace contextRef="#ctx0" brushRef="#br0" timeOffset="100889.61">30332 8932 171 0,'-14'-14'223'0,"2"2"13"0,0-1 4 0,-2 3-9 16,0-2-13-16,0-1 0 0,2 3-20 0,-2-2-19 15,4 4-9-15,0 0-8 0,-2 1-8 0,5 1-7 16,-1 0-18-16,0 1-21 0,2 2-12 0,0-2-7 15,6 5-22-15,-9-7-13 0,5 3-36 0,4 4-32 16,0 0-44-16,-8-3-44 0,8 3-49 0,0 0-45 16,0 0-26-16,0 0-173 0,0 0-427 0,0 0 190 15</inkml:trace>
  <inkml:trace contextRef="#ctx0" brushRef="#br0" timeOffset="101171.06">30643 8690 251 0,'0'0'260'0,"0"0"-3"0,4-5-3 0,-4 5-23 16,0 0-19-16,0 0-19 0,0 0-22 0,4-5-18 16,-4 5-22-16,0 0-11 0,0 0-8 0,7 10-2 15,-4-3-10-15,-1 3-9 0,-2 2-9 0,2 5-6 16,0 1-8-16,-1 1-7 0,2-2-4 0,-3 0-6 15,1 0-2-15,1-6-11 0,-1 5 1 0,1-4-7 16,0 0 4-16,0-1-10 0,1 0-2 0,-3 0-21 16,1 0-25-16,2-2-34 0,-1 2-42 0,-2-3-35 15,1 3-37-15,-1-6-25 0,0-5-43 0,-1 14-158 16,-1-9-429-16,2-5 189 0</inkml:trace>
  <inkml:trace contextRef="#ctx0" brushRef="#br0" timeOffset="101570.99">30676 8731 183 0,'0'0'198'0,"1"-10"-9"0,-1 10-11 0,0 0-6 16,-1-12-17-16,1 12-20 0,0 0-17 0,0 0-9 16,0 0-9-16,5-3-4 0,-5 3-2 0,0 0-8 15,17 13-9-15,-8-7-7 0,-1 4-7 0,0-4-8 0,3 3-5 16,2-1-2-16,-2-1-6 0,-1-1 1 15,2-3-5-15,0 1-6 0,0-1-6 0,2-2 7 16,-1-1 9-16,1 0-5 0,-1-1-3 0,2-3-2 16,3 0-2-16,-5-1-5 0,-1-2 1 0,0 1-1 0,-2 0-3 15,0-2 6-15,-2 0 1 0,0-1 3 16,-2 0 3-16,-2 1-5 0,-2 2 10 0,2 0 2 16,-1-4-1-16,-2 0-5 0,0 0 0 0,2 1 1 0,-2-1 9 15,1 3 12-15,-2 7 1 0,1-14 4 0,0 11-3 16,-1 3-8-16,0-9-6 0,0 9-3 0,0 0-4 15,0 0-7-15,0 0-9 0,0-10-3 0,0 10-1 16,0 0 1-16,0 0-1 0,0 0 4 16,8 28 3-16,-5-12-4 0,-1 2 1 0,2 0-4 0,0 2 4 15,-2-1-6-15,1 1-6 0,-2-1 0 0,3 1-8 16,1-5-15-16,-4 2-24 0,2-1-34 0,0-4-51 16,-1 0-55-16,2-2-72 0,-1-1-65 15,0 0-162-15,0-4-516 0,1 0 229 0</inkml:trace>
  <inkml:trace contextRef="#ctx0" brushRef="#br0" timeOffset="101886.96">31135 8743 181 0,'0'0'211'0,"0"0"-4"0,0 0-5 0,0 0-18 15,-1 28-15-15,1-28-19 0,1 10-14 0,3-1-10 16,0 0-14-16,2-1-8 0,3 2-11 0,-1-2-8 15,2-1-4-15,1-2 12 0,2 0 0 0,-1-1 3 16,6-2-1-16,-3-1-9 0,-2-1 0 0,6-1-7 16,-6-1-3-16,-1-2-9 0,5-1-3 0,-5-1 1 15,-1 1 6-15,-2 1-2 0,0-3 5 0,0 1 1 16,-4-3-1-16,0-1-5 0,-2 1 6 0,-2-1-16 16,-1-1-1-16,-1 1-9 0,-2-2-6 0,0-1-8 15,-2 4 0-15,-1-2 0 0,0 1-2 0,2 5-25 16,-3-3-10-16,-2 3-18 0,-2-1-21 0,1 6-29 15,-8-2-32-15,1 4-44 0,-1 6-50 0,2-2-42 16,-2 4-46-16,-1-1-167 0,8 0-488 0,2-3 215 16</inkml:trace>
  <inkml:trace contextRef="#ctx0" brushRef="#br0" timeOffset="102554.02">31633 8635 159 0,'3'-7'246'0,"-3"7"6"0,0-6 0 0,0 6-12 16,0 0-7-16,-8-13-13 0,8 13-6 0,-11-3-6 16,3 1-3-16,-2 2-19 0,0-1-11 0,10 1-17 15,-22 3-14-15,13 0-4 0,-2 1-18 0,2 2-5 16,-1 0-10-16,2 4-8 0,1-3-9 0,0 5-14 16,0-2-12-16,1 3-4 0,4-4-2 0,-3 2-13 15,5-1-1-15,0 1-5 0,5-1-5 0,-2 0-4 16,3-1 1-16,3-1-4 0,0 0-5 0,1-3-5 15,2 1 1-15,1-2-11 0,0 0 2 0,0-2 2 16,2-2-7-16,1-2-6 0,-3 2 5 0,-5-1 0 16,3-3 2-16,-1 1-3 0,-2 2 2 0,0-5-5 15,1-3 3-15,-4 0-3 0,0-2 5 0,-1-2 1 16,-2-3 2-16,1-3 0 0,-3 3 5 0,0 0-5 16,0-3 3-16,0 2 3 0,0-2-6 0,-4-1-2 15,3-5 6-15,-3-2-6 0,1 2 2 0,1 0-4 16,-2 5-2-16,0 5 14 0,2 0 3 0,-1 2-3 15,2 2 7-15,-2 1 1 0,2 5 3 0,0-2 4 16,1 7-8-16,-2-11 0 0,2 11 4 0,-2-9-19 16,2 9-7-16,0 0-4 0,0 0-4 0,0 0 6 15,0 0-2-15,0 0 2 0,6 35 5 0,-3-10 2 16,0 4-13-16,3-1 13 0,-4 0-4 0,3-2 2 16,-1-1 6-16,0-5 1 0,-1-1-7 0,-1 0 20 15,2-3-21-15,4 1 5 0,-3-1-13 0,1-2 7 16,1-4 0-16,0-1 5 0,1 1-1 0,0-3-3 15,-1-1 1-15,2-1 7 0,4-1-11 0,-3-2 7 16,4-1-8-16,-1-1-10 0,-1 0-6 0,2-3 8 0,-1-2-6 16,-2-1-10-16,0 1 11 0,0-3-4 0,-4-1 1 15,2-1-9-15,-2 0-2 0,-2-6 7 16,-1 2-1-16,-2-1 6 0,-2 2-5 0,-2 1 2 16,-1 2 6-16,1 1 0 0,-2-1 0 0,0 0-3 15,0 2-3-15,-5 0 1 0,2 3 8 0,0 3-5 0,-1 0 10 16,8 2 1-16,-16 5-4 0,4 2 1 15,1 3 1-15,-3 3 10 0,3-1 1 0,4 3-6 0,0-3 0 16,2 3 3-16,3 2-1 0,0 0 1 16,5-5-7-16,-2-1-18 0,9 3-25 0,-3-3-39 0,1-2-39 15,1 1-53-15,1-1-41 0,1-3-38 0,6 1-28 16,-6-5-194-16,1 2-522 0,1-3 231 16</inkml:trace>
  <inkml:trace contextRef="#ctx0" brushRef="#br0" timeOffset="103120.59">32028 8637 66 0,'3'-9'207'0,"-3"9"2"0,4-5-5 0,-4 5-6 0,0 0-10 15,0 0-16-15,0 0-6 0,0 0-6 0,0 0-9 16,0 0-8-16,11 12 9 0,-7-6-14 0,-2 3-6 16,0-1-14-16,-1 1-8 0,2 1-10 0,-2-4-13 15,1 1-7-15,0 0-7 0,0 0-5 0,1-2-5 16,-3-5-3-16,1 8 20 0,-1-8-5 0,0 0 12 15,2 9 10-15,-2-9 19 0,0 0 19 0,0 0 6 16,0 0 10-16,0 0-9 0,0 0-15 0,0 0-12 16,0 0-15-16,0 0-14 0,0 0 8 0,0 0-17 15,-8-26-5-15,5 16-9 0,2 1-4 0,1-3-7 16,0-5-4-16,1 2-13 0,0-2-12 0,1 0-1 16,3 0-5-16,-1 1-3 0,2 0-6 0,-1 4-1 15,0-1-12-15,0 3 5 0,1 1-1 0,-3 5-4 16,0 1-3-16,-3 3 1 0,13-6-6 0,-13 6 4 15,13 4-3-15,-5-2 2 0,3 5 3 0,-2 2-4 16,3 3 1-16,0 3 2 0,-4-1 9 0,6 0-3 16,-7-1 6-16,2 0-3 0,-4-2 5 0,2 0-4 15,-2-1 1-15,0-1 0 0,0-3 18 0,-2-1-4 16,2 1-1-16,-5-6 3 0,2 7 3 0,-2-7 2 16,5 6 9-16,-5-6-6 0,0 0 1 0,0 0-2 15,0 0-11-15,0 0 5 0,0 0-3 0,0 0 0 16,0 0-10-16,0 0-8 0,-6-26-10 0,6 14-10 15,1 1 1-15,3-8-16 0,0-1-10 0,10-2 0 16,-7 6-11-16,0-1 6 0,3 4 0 0,-3 1 15 16,-1 2-2-16,3 4-2 0,-4-2 2 0,3 3-1 15,-3 4 4-15,-5 1 4 0,13-2-4 0,-13 2 7 16,14 8-1-16,-8-1 12 0,-1 2-7 0,4 2 7 16,-4 2 2-16,-1 1 4 0,0 9 0 0,0-5 6 15,-3 0 2-15,2-1-6 0,-2 1-17 0,-4-3-27 16,5-2-47-16,-2 0-67 0,-2 2-62 0,2-3-67 15,0 0-61-15,-2-1-190 0,1 0-592 0,-3-1 261 16</inkml:trace>
  <inkml:trace contextRef="#ctx0" brushRef="#br0" timeOffset="103404.18">31586 9045 266 0,'-5'2'316'0,"5"-2"-23"0,0 0-36 0,0 0-22 16,0 0-21-16,56-18-17 0,-6 2-26 0,6-7-16 15,31-7-13-15,-28 9-18 0,27-14-30 0,-25 10-37 16,-4-1-32-16,33-9-39 0,-31 14-26 0,-3-2-14 16,1-2-38-16,1 0-39 0,-3 4 2 0,-1 3 17 15,-19 7 13-15,-3 1 25 0,-10 6 20 0,-22 4 19 0,31-9 29 16,-31 9 28-16,0 0 33 0,0 0 25 15,0 0 4-15,33-1 5 0,-32 3-3 0,-1-2-2 16,0 0-13-16,-8 11-6 0,8-11-12 0,-20 11-41 16,10-5-58-16,-7 1-77 0,1 1-250 0,-5-3-405 15,0-1 179-15</inkml:trace>
  <inkml:trace contextRef="#ctx0" brushRef="#br0" timeOffset="140569.59">24106 11243 27 0,'0'0'24'0,"0"0"3"0,0 0-4 0,0 0-3 0,0 0 0 15,0 0 1-15,0 0-6 0,0 0-4 0,0 0 3 16,0 0-5-16,0 0 6 0,0 0 0 16,0 0-8-16,0 0-1 0,0 0 1 0,0 0 2 0,0 0-6 15,0 0-1-15,0 0-2 0,0 0-4 0,0 0-3 16,0 0 4-16,0 0 0 0,0 0-8 0,0 0 0 16,0 0 1-16,0 0-3 0,0 0-8 15,0 0-11-15,0 0-35 0,0 0 15 0</inkml:trace>
  <inkml:trace contextRef="#ctx0" brushRef="#br0" timeOffset="158622.01">24332 10987 89 0,'0'0'121'0,"0"0"-12"0,0 0-7 0,0 0-17 15,0 0 11-15,0 0-9 0,0 0-2 0,-11-5-6 16,11 5-1-16,0 0-10 0,0 0-3 0,0 0-6 16,0 0 0-16,0 0-2 0,0 0-10 0,0 0 6 15,0 0-8-15,0 0-7 0,0 0 5 0,17-18 3 16,4 0-11-16,6 1 3 0,17-11 7 0,9-4 1 16,34-16 1-16,8-5-1 0,8 2 5 0,11-2-2 15,10-1-4-15,5-1-4 0,14 0-6 0,10-5 0 16,12 1-3-16,4-2-6 0,6 3-2 0,3 3 4 15,12 2-6-15,-1 2-4 0,2-1-6 0,2 10-5 0,2-6 0 16,-2 10-14-16,-1 2-16 0,-13 4-12 16,-3 4-21-16,-1 2-1 0,-3 4 5 0,-10 4-9 15,-18 0 3-15,-2 1 9 0,-14 1 2 0,-8-1 5 16,-15 1 0-16,-7 1 7 0,-7 5 3 0,-31 0 8 0,-3 0-2 16,0 0 6-16,-5 1 2 0,-15 0-1 15,-1 1 5-15,-2-2-4 0,-2 1 5 0,-1-1-2 16,-4 1 9-16,0-3-16 0,-11 5-6 0,0-1-8 15,-5-1-39-15,-1 1-47 0,-3 0-70 0,-3-2-207 0,-4 3 92 16</inkml:trace>
  <inkml:trace contextRef="#ctx0" brushRef="#br0" timeOffset="-141520.44">26522 4834 84 0,'0'0'88'0,"-3"-10"11"16,3 10-4-16,0 0-13 0,-4-10-4 0,4 10-6 16,-4-8-9-16,4 8-4 0,-3-11 6 0,1 5-5 15,2 6-4-15,-4-10 7 0,1 4-4 0,1 0-8 16,-3-2-2-16,-1 2 7 0,-1-2-5 16,1-3-7-16,-4 6-6 0,1-3-9 0,1 1 12 0,-2 0 1 15,-1 0-18-15,3 2-4 0,-4-1 4 0,3 0-3 16,4 0 7-16,-1 3-2 0,-2-2 2 0,2 0 1 15,6 5 12-15,-9-7-2 0,3 3-4 0,2 0-3 16,4 4-1-16,-13-7-6 0,9 5 2 0,4 2 2 16,-11-3 2-16,11 3-3 0,-11-3 2 0,11 3-5 15,0 0-1-15,0 0-4 0,0 0 1 0,-7-2-6 16,7 2 0-16,0 0-1 0,0 0 17 0,0 0 31 16,0 0-11-16,0 0-13 0,16 23-4 0,-5-18 0 15,7 3-6-15,2-1 1 0,9 1-1 0,7 0-2 16,14 2-2-16,6 3-2 0,1-4-21 0,7-1-4 15,-3-3 5-15,0 0-2 0,4-1 1 0,0-4 1 16,-2 3 2-16,-1-1 0 0,-1-1 3 0,0 1 0 16,0-2-1-16,-1-2-5 0,1 2 3 0,0 0 0 15,-1-3-2-15,1-2 4 0,0 3 2 16,-3-3 6-16,-2 0 5 0,2-1-4 0,-1 2 4 0,-2-3 0 16,0 0 8-16,-4 2 4 0,-12 1-2 0,0 1 7 15,13 0 0-15,-15 0 7 0,-2 1-3 0,-1 0-1 16,-2-1-6-16,-1 0 5 0,2 2 3 0,-1 0 3 15,0 0 3-15,-10 1-2 0,-2-1-9 0,0 0 9 16,-8 1-14-16,1-1-1 0,-3 1-2 0,0-2-3 16,1 2-3-16,-4 2-4 0,2-2 1 0,-9 0-2 15,14-2 2-15,-14 2-3 0,14 0-4 0,-7 0-3 16,-7 0 2-16,10 0-4 0,-10 0-1 0,0 0 2 16,11 0-3-16,-11 0 1 0,0 0-7 0,9-1-7 15,-9 1-7-15,0 0-19 0,0 0-31 0,0 0-30 16,0 0-37-16,0 0-43 0,0 0-58 0,9 0-233 15,-9 0-506-15,0 0 224 0</inkml:trace>
  <inkml:trace contextRef="#ctx0" brushRef="#br0" timeOffset="-139558.51">10731 5474 14 0,'0'0'160'0,"-9"-5"-14"0,9 5 8 0,-5-3-9 0,5 3-9 16,0 0-7-16,0 0-1 0,-5-3-14 0,5 3-13 15,0 0-10-15,0 0-14 0,0 0-8 0,0 0-2 16,0 0-10-16,0 0-3 0,0 0-7 0,0 0-6 16,0 0-6-16,-9-2-4 0,9 2-2 15,0 0-5-15,0 0 2 0,0 0 2 0,0 0-8 0,0 0-4 16,0 0-1-16,0 0-2 0,0 0-3 0,0 0-1 15,0 0 4-15,0 0-6 0,0 0-2 0,0 0 2 16,0 0-5-16,0 0-2 0,0 0 2 0,0 0 4 16,0 0-4-16,0 0 4 0,-12 5 3 0,12-5-4 15,-7 2-4-15,7-2-3 0,-12 6 3 0,3-3 1 16,3-1-1-16,6-2-2 0,-9 3 1 0,9-3 0 16,-9 3-1-16,9-3 0 0,-6 1 3 0,6-1-2 15,0 0-3-15,0 0 3 0,-8 3 3 0,8-3-8 16,0 0 7-16,0 0-1 0,0 0-3 0,0 0 1 15,0 0-3-15,-7 3 3 0,7-3-2 0,0 0 2 16,0 0-2-16,0 0 1 0,0 0-4 0,0 0 9 16,0 0 7-16,0 0-4 0,0 0-4 0,0 0 5 15,13 10-1-15,-6-6-1 0,3 0 1 0,0 0 2 16,7 0-3-16,1-1-1 0,1 3 1 0,-1-2 1 16,3 2 1-16,7-3 6 0,1 2-7 0,1-1 5 15,2-1-6-15,1 1 7 0,-1-1-6 0,2 1 3 16,-2 0-3-16,0-1 1 0,1 1-2 0,-1-1-1 15,1 1-1-15,-1 1 3 0,2 1-2 0,2-2 2 16,0 2-3-16,-3-2 1 0,2 4-3 0,2-3 1 16,-4 3 2-16,3-3-1 0,-1 1 1 0,-1-1-2 15,-1 2 4-15,3-2-4 0,-8-1 1 0,3 0 0 16,2 3-1-16,-1-1 1 0,1 0 8 0,-1 0-8 16,-1-3-2-16,1 2 1 0,-3 0-4 0,0-1 4 15,-2 1-3-15,-5-1 5 0,8 2-1 0,-3-1-1 16,-1-2 4-16,2 3-5 0,0-3 3 0,0 1-1 15,-6-2-3-15,7 0 1 0,-2 2-1 0,-5-2 2 16,4 0-2-16,2 0 3 0,-7-1-3 0,2 0 4 16,5 2-2-16,-7 0 3 0,8-3-2 0,-10 3 1 15,2-1-2-15,2 0 1 0,-3 1-1 0,8-2-2 16,-5 0 6-16,4 4-1 0,2-3-1 0,1-2 1 16,1 0 1-16,-2 1-3 0,3-1 2 0,0 2 0 0,1-1-3 15,-1 0 0-15,1 1 1 0,2-2 3 16,-2 0-2-16,3 2-1 0,-3-2 0 0,3 0 0 15,-2 0-2-15,-1 0 1 0,1 2 6 0,-2 0-3 16,-1-2 4-16,2 0-1 0,0 1 0 0,0-1-3 16,-1 0 0-16,-1 1 3 0,3-1 1 0,-2 0-4 0,5 0 10 15,-1-2-4-15,-2 0-5 0,5 1 3 0,-3 0 2 16,-3 2-5-16,3-4 10 0,0 1-12 16,2 0 2-16,0-1 0 0,-2 0 1 0,2-1-5 15,-2 2 2-15,0-1 2 0,5 1-1 0,-5-2 0 16,2 0-2-16,-1 3-1 0,-1-5-1 0,16 3 1 0,-16-2 3 15,0 1-1-15,16-1 4 0,-16 1-5 0,2-3 0 16,-1 6 1-16,3-4-1 0,-3-1 3 16,4 2-4-16,-3-2 1 0,2 3 2 0,11-5-3 15,-18 4 1-15,18-1 2 0,-14 3-2 0,2-2 0 16,14 0 1-16,-16 0 4 0,2-1-9 0,0 1 2 0,14-1 1 16,-15 3-2-16,3-1 2 0,-4 0 2 15,14-1-4-15,-13 4 1 0,1-2 1 0,-1 2-2 16,2 0 0-16,-1-1 0 0,14-1 0 0,-16 1 1 15,1 0 0-15,1-1-2 0,12 2 2 0,-13 0-1 0,13-3 3 16,-11 3-4-16,13 0 0 0,-14-2 1 0,14 0 1 16,0-1 0-16,-3 0 3 0,-12 1-2 0,17 2 3 15,0-2-3-15,0 0 2 0,-4 2-2 16,7-1-1-16,-7 1 2 0,1-3-2 0,-1 3 1 16,2 0 0-16,-14-2 1 0,16 0 0 0,0 1 0 0,-1-3 0 15,-1 4 0-15,4-3-1 0,-1-1 3 0,-1 1-3 16,-4 0 1-16,4 0 5 0,-1 0-5 15,-1 1 2-15,3-2-3 0,-2 1 0 0,2-1 2 16,-2 2-2-16,1 0 3 0,-4-1-3 0,2 3-2 16,-16-2 4-16,16 0-1 0,0 2-1 0,0 0 0 0,2 0-1 15,-2 0 1-15,-2 4-2 0,-12-1 1 0,14-2 4 16,-2 2-4-16,-13 0 2 0,13 0-5 0,0 2 2 16,-13-1 1-16,1-1-2 0,1 4 0 15,-1-3 1-15,0-1 3 0,12 4-5 0,-14-4 4 16,0 2-1-16,-1-1 3 0,-2 0 0 0,2-1-2 0,-1 1 3 15,-4 0-2-15,0-2 1 0,-3 2 0 0,-7-3 2 16,2 1-2-16,-3 0 1 0,2-1-1 0,-3 1-1 16,2-2-2-16,-3 1 3 0,-5-1-4 0,0 2 3 15,1-2-6-15,-2 0-12 0,-4 0-26 0,-2 2-38 16,-6-2-38-16,11 1-38 0,-11-1-37 0,7 1-29 16,-7-1-117-16,0 0-365 0,0 0 162 0</inkml:trace>
  <inkml:trace contextRef="#ctx0" brushRef="#br0" timeOffset="-129702.99">17023 11168 131 0,'0'0'161'15,"-3"-21"-7"-15,3 21-1 0,0 0-4 0,0 0-5 16,-8-4-1-16,8 4-2 0,0 0-4 0,0 0-7 16,0 0-8-16,0 0-8 0,0 0-2 0,0 0-7 0,-9-4-4 15,9 4-1-15,0 0-4 0,0 0-9 0,0 0-4 16,0 0-7-16,0 0-4 0,-6-4-7 16,6 4-4-16,0 0-10 0,0 0-3 0,0 0-5 0,0 0-2 15,0 0-5-15,0 0-4 0,0 0 1 0,0 0-6 16,0 0-2-16,0 0-3 0,0 0-4 0,20-3-2 15,-7 1-2-15,5 0-3 0,1 0-6 0,10-2-13 16,3-2-12-16,4 0-12 0,1-1-8 0,1 1-13 16,2-3-12-16,-3 3-19 0,-1 2-23 0,0-1-27 15,-3 0 6-15,0 1-13 0,-1 2-45 0,-1 2-158 16,-4 1-372-16,-7-2 165 0</inkml:trace>
  <inkml:trace contextRef="#ctx0" brushRef="#br0" timeOffset="-128975.02">14170 12664 94 0,'0'0'112'0,"0"0"-2"0,0 0 3 0,0 0 0 15,0 0-10-15,-2-10-1 0,2 10 12 0,0 0-4 16,3-8 5-16,-3 8-7 0,0 0-1 0,6-6-13 16,-6 6-9-16,8-3-7 0,-8 3-4 0,10-4-5 15,-3 2-4-15,2 1-3 0,5-1-5 0,3 0-7 16,13-3-3-16,6 1-3 0,2-2-4 0,21-6-3 15,3-1-7-15,4 2 0 0,26-1-6 0,-27 3-10 16,27 0-15-16,-27 1-31 0,29-2-30 0,-29 5-51 16,1 2-51-16,-6 4-142 0,8 0-330 0,-9-2 147 15</inkml:trace>
  <inkml:trace contextRef="#ctx0" brushRef="#br0" timeOffset="-128224.89">15242 14148 50 0,'0'0'152'15,"0"0"28"-15,0-20 9 0,0 20 14 0,0-8 5 16,0 8-3-16,0 0-4 0,4-9-13 0,-4 9-5 16,2-12-14-16,-2 12-8 0,1-7-5 0,-1 7-4 15,5-11-10-15,-4 7-4 0,-1 4-10 0,8-9-6 0,-4 5-2 16,2-1 1-16,-1 1-4 0,1 0 2 16,4 1-1-16,3-1 14 0,5-1-2 0,1 0-1 15,3 2-13-15,10-3-1 0,1 1-11 0,6 0-11 16,14-6-8-16,2 2-6 0,1 1-11 0,6 3-4 0,3 2-10 15,0-3-31-15,27 2-37 0,-27 0-52 0,25 7-66 16,-30 1-73-16,4 0-82 0,26-1-69 16,-30 7-253-16,-2-4-660 0,-6 3 292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22T07:10:59.63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16462 7299 44 0,'-10'-3'64'0,"10"3"-6"0,-6-3-2 0,6 3-8 15,0 0-5-15,-13 0-6 0,13 0 3 0,-11-4-12 16,11 4-2-16,-9 0 3 0,9 0 0 0,-11 0-2 16,11 0-7-16,-10-2 1 0,10 2-1 0,-10 0 3 15,10 0-6-15,-12-1 4 0,12 1 0 0,-14 0-5 16,14 0 2-16,-14 0-3 0,7 1 0 0,7-1 5 0,-13 0-1 15,5 0-9-15,8 0 7 0,-15 2-6 16,8-2 6-16,7 0-4 0,-14 0 8 0,7 0-13 16,7 0 5-16,-14 0 9 0,14 0 9 0,-9 2-4 15,9-2-1-15,-9 0-3 0,9 0 5 0,0 0-2 0,-13-2 2 16,13 2-10-16,0 0 14 0,-13 0-6 16,13 0 6-16,0 0-5 0,-9 0 4 0,9 0 1 15,0 0-3-15,0 0-9 0,0 0 15 0,0 0-7 16,0 0-2-16,0 0-14 0,0 0 6 0,-9-2 4 15,9 2-4-15,0 0-3 0,0 0-1 0,0 0-6 16,0 0 5-16,0 0 0 0,0 0-1 0,0 0-2 16,0 0-1-16,39-1 3 0,-25-2 1 0,2 2-1 15,5-2 5-15,8 0-2 0,-1 1-4 0,3-1 4 0,3-1-2 16,1 1 4-16,3-1-3 0,2-1-1 0,14 4-3 16,-1-2 5-16,1-2-4 0,1 2-6 15,4 1 8-15,-2-1-7 0,-1 0 6 0,2 2-9 0,-1-1 5 16,2 4-1-16,1-4-2 0,2-1 3 0,-1 2 1 15,-1-2 0-15,-4 2 2 0,-1-1-8 0,-15-1-2 16,12 2 4-16,-15 0-6 0,0-1 7 0,-1-1 2 16,-3 1 6-16,-2 1-6 0,-10 0-4 0,0-1 1 15,-2 2 2-15,-6 0-2 0,2-1 6 0,-2-1-2 16,-2 2 8-16,-1 0-14 0,0 0 3 0,-10 0 1 16,10-1-1-16,-10 1 0 0,9 0 2 0,-9 0-6 15,0 0-8-15,0 0-12 0,9 0-23 0,-9 0-27 16,0 0-28-16,0 0-39 0,0 0-28 0,0 0-87 15,-40 4-269-15,23-1 120 0</inkml:trace>
  <inkml:trace contextRef="#ctx0" brushRef="#br0" timeOffset="18605.04">9205 8409 28 0,'-5'-5'62'15,"5"5"-6"-15,0 0 5 0,-8-5-10 0,8 5-3 16,-5-4-3-16,5 4 1 0,-6-5 1 0,6 5-3 15,-8-5-3-15,8 5-4 0,-5-6-2 0,5 6-3 16,-9-6-2-16,9 6-4 0,-8-6 8 0,2 4 0 16,6 2 8-16,-12-7-7 0,6 4-2 0,0-1-2 15,-1 0-6-15,-1 2-2 0,8 2-1 0,-16-7-5 16,10 4-2-16,-2-1-2 0,-1 0-3 0,-3-1 4 16,2 3 0-16,-1-4-4 0,0 2-6 0,-1 0 6 15,-1 2-7-15,1 1-1 0,-5-3 1 0,2 2 0 16,-2 0 6-16,-3 0-3 0,1 1-1 0,-1 0-2 15,1 0-3-15,-3 1 3 0,0 1-1 0,-6 0-1 16,-1 2 4-16,8 1-5 0,-2-2-10 0,-5 1 14 16,0 2-3-16,1 0 12 0,0 3-13 0,7-3-8 0,-7 1 3 15,5-1 9-15,1 1-2 0,0-1-8 16,1 2 8-16,-7 1-7 0,1 1-1 0,7-1 7 16,0-1-2-16,3 1 0 0,-3-1-1 0,4 4-4 15,-2-1 9-15,1 2 9 0,1-2-10 0,-2 2-7 0,3 1 8 16,0-3-6-16,0 1 0 0,0 0 2 15,1 0-4-15,0 0 10 0,-1 1-4 0,4-3-1 0,1 0-5 16,-4 3 2-16,-1-1 5 0,3 1-6 16,-2 2 8-16,1-3-4 0,-3 3 0 0,2-1 5 0,-1 1-4 15,1-1-3-15,-2 3 3 0,5-4 6 0,-1 2-8 16,0 0-7-16,1-1 8 0,2 0-1 0,-2 1 9 16,2-1-7-16,3-1 0 0,-1-1-14 15,1 1 21-15,-3-1-10 0,3 1 2 0,-2-1 1 0,2 0-6 16,1 0 10-16,1 2-5 0,0-3-2 0,-2 1 3 15,3-1-2-15,0-1 0 0,1 0-2 0,1 1 6 16,-3-1-8-16,3 1 1 0,0-1 1 0,0 0 9 16,0 3-7-16,0-3 5 0,2 1-3 0,-1-1-2 15,-1-1-2-15,0 2 2 0,1 0 3 0,1-2 1 16,-1-1-1-16,1 3 7 0,0-3-11 0,1 1 2 16,-1-1 3-16,0 3 2 0,-1-3-6 0,-1 1 7 15,3 3-5-15,-2-1 1 0,1-1 4 0,-1-1-2 16,0 1-6-16,0-3-3 0,-1 4 11 0,2 0-9 15,-2-1 3-15,1 0-4 0,0-1 5 0,1 0 5 16,-2 3-7-16,1-2 5 0,-1 1-4 0,1-4-1 16,2 4 3-16,-1-3 5 0,2 1 1 0,-1 2-2 15,-1-2 0-15,2 1 4 0,-1-1-1 0,0-1-5 16,1-2 8-16,0 4-9 0,1 0-2 0,1-2 2 16,0 2 8-16,-1 0-8 0,0-2 10 0,0 0-7 15,3 2 6-15,-2-1 10 0,0 0-7 0,1 1 1 0,1-2-7 16,2 1-1-16,-3 0 0 0,4 0 4 15,-3 0-8-15,2-2-1 0,-1 3 6 0,1-3 1 16,0 1-5-16,-1 1 6 0,2-3-6 0,-2 2 1 16,0 1 3-16,4-2 8 0,-3 0 8 0,1 0-2 0,2-1-1 15,2 3 0-15,-1-3-2 0,0 1-2 16,-3 0-10-16,7 0 8 0,-5-1-1 0,4 2-1 16,-3 0-3-16,3-2-4 0,0 2 7 0,-4-2 3 15,2 1-4-15,1 0-4 0,1-1 7 0,0 1-4 0,0-1 3 16,1 0 3-16,1 0-9 0,-1 1 2 0,2-1 4 15,2-1-4-15,5 2 1 0,-8-2-6 16,4 0 6-16,-2-1-3 0,-2 1-1 0,2-1 0 16,2 1 1-16,-4-3-1 0,4 1 8 0,-2 0 2 0,-1-1-7 15,1 2 0-15,2-1-2 0,-2-2-1 0,5 0 4 16,-6 0-4-16,2-1 3 0,-4 1-2 0,4 0 5 16,-3 0-6-16,1-3-2 0,1 2-1 15,-1 0-2-15,0 0 1 0,1 0-1 0,9-2-1 0,-2 0 2 16,-5 0-3-16,2 1 7 0,3-3-7 0,-1 2 0 15,1-2 6-15,-1 3-7 0,-7-4 2 0,1 4-3 16,6-3 2-16,-5 2-3 0,-1-2-2 0,0 1-2 16,0 1 2-16,6-4-4 0,-6 3 0 0,-1-2-2 15,2 2 0-15,-2-1 0 0,0 1-4 0,0-2 12 16,-1 0-9-16,3-1 4 0,-3 2-2 0,0-2 0 16,0 0 0-16,1 1 3 0,-2-1-5 0,-1 0 8 15,1-2-1-15,0 2-2 0,0-2-2 0,-1 1-2 16,-3-1 9-16,2 0 2 0,-2 1-1 0,2 0-2 15,-5 1-3-15,3-3 4 0,-3 1 0 0,0 2-7 16,-2-1 10-16,0 0-4 0,0-1-2 0,2 0 6 16,-3 2-2-16,0-3-3 0,2 0-2 0,-4 1 4 15,1-1 1-15,0 0 2 0,1 0 6 0,-4-1-10 16,2 0-1-16,1 0 1 0,-1-4-3 0,-2 4 7 16,1 0-2-16,-1-1-3 0,0-2 6 0,-2 1-3 15,2-2 9-15,-3 2-7 0,2-2 5 0,-4-1-3 16,2-2 7-16,0 3 2 0,-1 0 2 0,0 3 6 15,-2-5 0-15,0 1 5 0,-2 0 3 0,-1 1-6 16,1-3-1-16,-4 1 3 0,-3-6-8 0,-3 2 6 16,2-1 5-16,-3 0-6 0,-2-5-3 0,1 2 5 0,-2 1-1 15,2-4-2-15,-1 3-6 0,-2-3 1 16,4 1-1-16,-4-1-3 0,2 1-2 0,-2-2-1 0,-3 3-7 16,3 2 1-16,-4-1 3 0,-3 2-3 15,-1 1 0-15,-1-2 3 0,-1 3-4 0,-4 0-3 0,0 3 3 16,-14-4 0-16,-2 4-5 0,1 0-1 0,-2 2-1 15,-2 5-3-15,1-3 3 0,-3 2-7 0,1 4-6 16,-2-1 0-16,-2 2-5 0,-3 1-10 0,1 0-1 16,1 4-8-16,2-3-10 0,-3 2 4 0,4 2 1 15,1 1 2-15,2 0-4 0,1 0-6 0,11 3 4 16,-10 1 1-16,0 2-3 0,12 0 8 0,1 4-8 16,-12 5-5-16,1 2 6 0,2 4-6 0,-4 5-6 15,3 1-6-15,-1 5-8 0,0-2-18 0,0 4-91 16,3 3-202-16,-2-2 89 0</inkml:trace>
  <inkml:trace contextRef="#ctx0" brushRef="#br0" timeOffset="28892.16">14085 15408 11 0,'0'0'24'0,"0"0"4"0,0 0-8 0,0 0-1 16,0 0 2-16,0 0-3 0,0 0 1 15,0 0-4-15,0 0 0 0,0 0 3 0,0 0 0 16,0 0 3-16,0 0 2 0,0 0 6 0,0 0-16 16,0 0 7-16,0 0 2 0,0 0-3 0,0 0-4 15,0 0-3-15,0 0 1 0,0 0 7 0,0 0-5 16,0 0 1-16,-24-6 5 0,24 6 0 0,0 0 5 16,0 0-3-16,0 0 7 0,0 0-3 0,0 0-1 15,0 0 3-15,0 0 2 0,0 0 4 0,-5-6-5 16,5 6-2-16,0 0 2 0,0 0 4 0,0 0 1 0,0 0 2 15,0 0 2-15,0 0 1 0,0 0-1 16,0 0 2-16,0 0-7 0,0 0 7 0,0 0-11 16,0 0 5-16,0 0-4 0,0 0 1 0,0 0-6 15,0 0-1-15,0 0 2 0,0 0-1 0,0 0-2 0,0 0 4 16,0 0-9-16,0 0-2 0,-2-7-6 16,2 7 0-16,0 0 3 0,0 0 5 0,0 0-8 15,0 0-1-15,0 0-2 0,0 0 3 0,0 0-3 16,0 0-3-16,0 0 2 0,0 0-1 0,0 0-1 0,0 0 8 15,0 0-1-15,0 0-5 0,0 0-3 0,0 0 3 16,0 0-5-16,0 0 1 0,0 0-3 16,0 0 6-16,0 0-5 0,0 0 6 0,0 0-7 0,0 0 3 15,0 0-2-15,0 0 7 0,0 0-6 0,0 0 4 16,0 0-3-16,0-9 2 0,0 9-6 0,0 0-2 16,0 0 5-16,0 0-8 0,0 0 9 0,0 0-1 15,0 0 0-15,0 0-6 0,0 0 10 0,0 0-7 16,0 0-1-16,0 0 2 0,0 0 0 0,0 0-2 15,0 0 4-15,0 0 3 0,0 0-5 0,0 0 0 16,0 0 4-16,0 0 1 0,0 0-5 0,0 0 4 16,0 0-2-16,0 0-3 0,0 0 4 0,0 0-3 15,0 0 4-15,0 0-5 0,0 0 1 0,0 0 6 16,0 0-3-16,0 0-4 0,0 0 2 0,0 0 2 16,0 0-10-16,0 0 5 0,0 0 1 0,0 0 2 15,0 0-2-15,0 0-10 0,0 0 6 0,0 0 0 16,0 0-3-16,0 0-9 0,0 0-9 0,0 0-5 15,0 0-12-15,0 0-13 0,0 0-6 0,0 0-12 16,0 0-17-16,0 0-17 0,0 0-90 0,0 0-214 16,0 0 95-16</inkml:trace>
  <inkml:trace contextRef="#ctx0" brushRef="#br0" timeOffset="79084.31">11608 15570 19 0,'0'0'63'0,"0"0"-16"0,0 0-1 0,0 0-3 15,0 0-8-15,21 3-1 0,-21-3-8 0,21 3 7 16,-2-2-9-16,8 1 3 0,3-1-4 16,5-1-2-16,3 3-7 0,-1-3 3 0,14-3-4 15,3 5-7-15,-3-1-5 0,3 2-4 0,2 0-8 0,-1 0-6 16,5 1-5-16,-1-2-4 0,6 5-15 0,33-1-21 16,-33-5-68-16,29-1 31 0</inkml:trace>
  <inkml:trace contextRef="#ctx0" brushRef="#br0" timeOffset="79957.36">16323 15805 33 0,'36'0'44'0,"4"2"-1"16,12-6-7-16,-1 3-10 0,-1 1 5 0,1 0-7 15,0-3 2-15,3 3-3 0,-3 0-4 16,3-1 2-16,0 2-7 0,3-1 2 0,-2 0 1 0,1 1-5 16,2 1 2-16,2-2 6 0,-2 2-5 0,1-2 0 15,1 0-1-15,1 3 8 0,-3-2 2 0,6 0-9 16,-3 3 4-16,3 0 8 0,-3 0-8 16,1-3 6-16,-2 1 4 0,3-1 7 0,-3-1-8 15,1 0 8-15,-1-1-14 0,-2-1 8 0,0-1-9 16,-1 1 4-16,-5-2 5 0,0 0 2 0,-13 2-1 0,0-1 8 15,-1-2-14-15,-3 3 6 0,0-2 6 0,-3 0-12 16,-4 1 1-16,-1-2 2 0,-8 4-6 0,-6 0 10 16,1-2-1-16,-4 0-4 0,0 1-6 0,-2 1-1 15,-2 0-5-15,-6 1-1 0,10-2-4 0,-10 2-7 16,8-1 1-16,-8 1-4 0,0 0-14 0,9-2-21 16,-9 2-27-16,0 0-7 0,10 2-17 0,-10-2-94 15,7 1-195-15,-7-1 86 0</inkml:trace>
  <inkml:trace contextRef="#ctx0" brushRef="#br0" timeOffset="80521.09">21417 15524 30 0,'0'0'136'0,"0"0"-18"0,0 0-14 16,0 0-8-16,0 0-10 0,0 0-3 16,9 5-12-16,-6-1-10 0,-3-4-2 0,10 7-11 0,-2-3-1 15,2 1-3-15,3 1-8 0,6 0-13 0,8 3 4 16,2-2-7-16,3-1-1 0,5-3-3 16,3 3-7-16,17-4-1 0,-1 2 3 0,3-4-2 0,1 1 3 15,2 1 1-15,3-4-4 0,24-1-11 0,-25-2 7 16,27-1 4-16,-2 0-12 0,-24 4 3 15,33-3 15-15,-33 3 2 0,29-5 2 0,-27 5-7 0,29-4 2 16,-30 2 9-16,24-2 4 0,-28 1 7 0,6-1 4 16,23-2 3-16,-30 0 4 0,3 3-7 0,-8-3 1 15,-1 5 5-15,-1-4 6 0,-16 0 4 16,-1 2 0-16,-2-1-2 0,-5-1-2 0,-8 4 3 16,0 2-8-16,-3-3 0 0,-6 3-6 0,-3-2-5 0,1 2-3 15,-4 1 0-15,-7 0-2 0,10-3-5 0,-5 1-2 16,-5 2-7-16,0 0-3 0,10-3-13 0,-10 3-15 15,0 0-24-15,9-1-15 0,-9 1-29 0,0 0-30 16,8 9-21-16,-5-4-32 0,2 0-106 16,-5-5-296-16,9 12 131 0</inkml:trace>
  <inkml:trace contextRef="#ctx0" brushRef="#br0" timeOffset="80984.7">25518 15616 43 0,'-14'0'156'0,"14"0"-18"15,-7-1-8-15,7 1-15 0,0 0-13 0,0 0-7 16,-11 0-10-16,11 0-6 0,0 0-14 0,0 0-2 16,0 0-10-16,0 0-2 0,36 1-6 0,-16-2-1 15,1-1-5-15,12 2-2 0,3-2-14 0,5 0 0 16,10-2 1-16,3-2-1 0,1 1 4 0,1 0-1 15,-1-1 0-15,-3-2 7 0,5 3 10 0,1-4 3 16,0 5 8-16,-4-2 0 0,-3-1-6 0,2 1 7 16,-3-1-4-16,-13 3-2 0,3 2-8 0,-2-2-2 15,-4 3-3-15,0-1-4 0,-5 2-2 0,-7-2-3 16,-3 2-4-16,0-1-5 0,-7 2-7 0,-3-1-17 16,0 0-17-16,-9 0-12 0,6 2-31 0,-6-2-38 15,0 0-24-15,-24 8-36 0,-5-1-116 0,-5-2-302 16,-18 2 133-16</inkml:trace>
  <inkml:trace contextRef="#ctx0" brushRef="#br0" timeOffset="81683.22">9126 16266 14 0,'0'0'92'0,"0"0"-11"0,0 0-17 16,0 0 0-16,0 0-10 0,0 0-6 15,21 20 2-15,-9-8-13 0,10 5-6 0,2-3-23 0,5 5-1 16,15 6-17-16,3-1-18 0,3 1-14 0,5 1-37 16,1 3-85-16,2-1 38 0</inkml:trace>
  <inkml:trace contextRef="#ctx0" brushRef="#br0" timeOffset="81833.28">10636 16892 90 0,'0'0'194'0,"9"1"-25"0,-9-1-14 0,0 0-24 15,0 0-9-15,0 0-24 0,10 0-16 0,-10 0-27 16,0 0-25-16,8 1-14 0,-8-1-35 0,0 0-30 16,13 4-26-16,-8 0-92 0,0 0-180 0,0-1 80 15</inkml:trace>
  <inkml:trace contextRef="#ctx0" brushRef="#br0" timeOffset="82066.64">10178 16770 232 0,'-8'-3'206'16,"1"1"-19"-16,7 2-22 0,-9-5-12 15,9 5-24-15,0 0 1 0,-8-2-22 0,8 2-12 0,0 0-7 16,0 0-7-16,27-5-9 0,1 3-6 0,9-1-7 16,19-4-2-16,7 4-7 0,29-5-6 0,0-1-22 15,0 1-20-15,-3 1-37 0,2-2-51 0,3 2-47 16,-3 3-153-16,-30-1-308 0,31-1 137 16</inkml:trace>
  <inkml:trace contextRef="#ctx0" brushRef="#br0" timeOffset="82226.08">12019 16470 125 0,'-2'-10'336'0,"2"10"-42"16,0 0-58-16,2-8-48 0,-2 8-38 0,0 0-33 15,9-5-39-15,-9 5-57 0,14 0-73 0,-2 1-87 0,-12-1-87 16,35-1-244-16,-19-6 107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22T07:12:38.75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13794 6321 22 0,'0'0'86'0,"0"0"-7"0,-5 3-2 0,5-3-12 16,0 0-11-16,0 0-4 0,0 0 0 0,0 0-6 15,0 0 0-15,-6 3-8 0,6-3 10 0,0 0-4 16,0 0 1-16,0 0-4 0,0 0 8 0,0 0-11 15,0 0-1-15,0 0-2 0,0 0-6 0,0 0 10 16,0 0-12-16,0 0-5 0,0 0-4 0,0 0 1 16,0 0-1-16,0 0-7 0,0 0 3 0,0 0-11 15,0 0 8-15,0 0-3 0,0 0 7 0,28 1 1 16,-16-4 13-16,5 3-10 0,4-3 10 0,2 1-1 16,6-3-3-16,0 1 5 0,3 1 3 0,3-2-6 15,-1 1 2-15,4-2 2 0,0 2 2 0,14-2-1 16,0 0 9-16,-2 1-13 0,3 0 1 0,-13 1-5 15,16 0 4-15,-4-1 4 0,7 1-10 0,-3 1-1 16,5-3 1-16,1 1-11 0,-1 0 8 0,2 1 4 16,-1-1-6-16,1 1-1 0,1-2 3 0,-4 1-2 15,0 2 0-15,-3 0 0 0,0-2-1 0,-2 4 0 16,-3-2-8-16,-14 2 8 0,2 2-7 0,-1 0 4 16,0-2-9-16,-2 2 3 0,-1 1-2 0,1 2 2 15,-4-1-2-15,-1 0-2 0,-3 1 1 0,1-2 4 0,-5 4 0 16,2-4-1-16,-6 2-2 0,0 0 1 15,-1-2-2-15,-1 0 5 0,0 1-5 0,-3 1 10 16,4-2 1-16,-4-1 1 0,-3 0 1 0,0-1 5 0,-2 1-5 16,1 1 2-16,-2-2-2 0,0 0 4 0,-1 1 2 15,-9-1-5-15,13 0 1 0,-7 1-1 16,-6-1-4-16,13-1 5 0,-13 1-1 0,0 0 4 16,9 0-1-16,-9 0 2 0,0 0-3 0,0 0 2 0,0 0 0 15,12-1-5-15,-12 1-3 0,0 0 3 0,0 0 0 16,0 0 3-16,0 0-8 0,7-2 3 0,-7 2 0 15,0 0-2-15,0 0 1 0,9-2 0 16,-9 2-1-16,7-3 2 0,-7 3-4 0,0 0 1 0,12 0-3 16,-12 0-1-16,0 0-2 0,9-2 2 0,-9 2 1 15,0 0-5-15,7-2 2 0,-7 2-3 0,0 0 3 16,0 0-2-16,6-2-2 0,-6 2 1 0,0 0-5 16,0 0 4-16,0 0-15 0,0 0-18 15,13 2-26-15,-13-2-26 0,6 2-30 0,-6-2-15 0,7 4-33 16,-7-4-164-16,7 7-355 0,-5-3 157 0</inkml:trace>
  <inkml:trace contextRef="#ctx0" brushRef="#br0" timeOffset="1917.99">21462 6427 5 0,'0'0'144'0,"0"0"3"16,0 0-11-16,-9-3-7 0,9 3-9 0,0 0-3 16,0 0-11-16,0 0-13 0,0 0-13 0,0 0-9 0,0 0 3 15,0 0-16-15,0 0-5 0,31-8-4 0,-18 6-3 16,4-2-4-16,3 2-2 0,9 0 1 15,-1-2-4-15,0-1-3 0,3 3 0 0,2-1 1 16,3-2 7-16,0 3-8 0,3 0-1 0,0-3-7 0,14 2 1 16,-14 2 6-16,14 0-13 0,0 0-3 0,-1 1-2 15,0-2 2-15,5 2-1 0,-2 3 0 0,4-2-2 16,-2 2-5-16,2-2 2 0,0 1 3 16,-2 3-4-16,4 1-2 0,2-5 3 0,1 3 4 0,1 0 5 15,27 2-5-15,-29-2 0 0,29 0 1 0,-1 1 2 16,-25-3 0-16,30 0 2 0,-3 0-6 0,-26 2 6 15,35-5 2-15,-12 1 0 0,-24 0 0 16,27-4-3-16,-4 3 2 0,-26-1 0 0,29 2 1 0,-28 0-2 16,0 0-3-16,1 0 3 0,-2 0-7 0,2 0 1 15,-4 0 2-15,-3 0-4 0,2 0 4 0,0 0-8 16,-3 0 3-16,5 2 1 0,-4-4-3 0,3 4-2 16,-3-2-5-16,0 1 3 0,-2-2 2 0,-1-1-4 15,-1 2 1-15,0 2-1 0,-3-1 1 0,1-2-3 16,0 1 0-16,-17 0-6 0,4 1 1 0,13-1 1 15,-1-1-4-15,-12 1 1 0,13-2-2 0,-1 2-3 16,-12 0 1-16,14-2-3 0,-1 4-3 0,-2-4-4 16,1 1-4-16,-13 1-1 0,1 0-4 0,13-2 1 15,-14 1 8-15,2 0-4 0,12 0 1 0,1-3 0 16,-2 1 3-16,-13 2 1 0,14-4 6 0,-14 2-6 16,14-2-5-16,-1 0-8 0,-1 1-2 0,-12 1-1 15,2 1 0-15,-1-1-1 0,-1 2 9 0,0-1-8 16,0 0 8-16,-1 2-13 0,3-3 4 0,-4 3-1 15,2-4-2-15,-3 2 7 0,-1 1-15 0,-3-4 2 16,4 1-13-16,-4 2 1 0,-3-1-18 0,-2 0-17 16,-4 0-26-16,-1-1-92 0,-4-3-227 0,2 2 100 15</inkml:trace>
  <inkml:trace contextRef="#ctx0" brushRef="#br0" timeOffset="22344.2">19355 12441 25 0,'0'0'87'0,"0"0"-3"0,0 0-10 16,0 0-4-16,0 0-8 0,0 0 3 0,0 0-2 16,0 0-14-16,0 0-1 0,0 0-5 0,0 0-7 15,0 0 0-15,0 0-7 0,0 0 4 0,0 0-3 16,0 0-1-16,0 0 2 0,0 0-5 0,0 0-6 15,0 0-4-15,25-8 0 0,-17 6 5 0,-1 1-1 16,4 0-9-16,-2 1 10 0,2-2-12 0,1 1 0 16,0 1 3-16,0-3-1 0,1 2-1 0,-1 0-3 15,1-1 2-15,1 2 1 0,-1-1-5 0,5 2-2 16,-5-1-2-16,5 0 3 0,-2 0 4 0,5 0-3 16,-2 2-2-16,9-2 4 0,2 2 6 0,1-2-7 15,3 0 6-15,0 1 3 0,2-1-6 0,0-1-1 0,1 0 4 16,-3 0-2-16,3-2 2 0,-1 0-6 15,0 1 11-15,-2 1 2 0,1-1-1 0,-2-1 9 16,2 0 2-16,3 0-7 0,-2-3 6 0,-1 2-9 16,0-1 1-16,1 1-1 0,-2 0 1 0,-2 1-1 0,2-1 1 15,0 1 1-15,-1-1-6 0,2 2 1 16,0 0-1-16,1 0 1 0,-1 1-4 0,3-1-2 16,-1 2 3-16,-1-1-3 0,1 0-4 0,-2 0 0 0,2-1 2 15,-4 2-4-15,0-3 4 0,0-1-1 0,2 4 2 16,-1-2-3-16,1 0 2 0,-2 2 1 0,-1-3-1 15,-1 0-5-15,-2 3 4 0,-1 0-5 0,1 0 3 16,1 2-5-16,-2-4 4 0,0 4-3 0,-1 0 6 16,-4-2-3-16,6 3-2 0,1-4 3 0,-1-1 0 15,1 2-2-15,-1 2 3 0,2-1-2 0,-2 0 2 16,0-1-3-16,1 0 3 0,-3 2-3 0,3-4 0 16,-4 4-3-16,-3-2 3 0,5 4-3 0,0-1 0 15,-5-3 1-15,-2 3 1 0,8-1-4 0,1 1 9 16,-2-1-2-16,1 3-3 0,-2-1 0 0,0 0 1 15,-1 0-2-15,2 0 1 0,-7 0-5 0,9-1 3 16,-4 2-5-16,2-2 5 0,-1 1 2 0,1 1-1 16,2 1 1-16,-4 0-4 0,1-1 2 0,0 0 1 15,1 0 2-15,1 0-2 0,0-2 1 0,2 0-2 16,-1 0 0-16,1 0-1 0,2-2 2 0,2 2-1 16,2-2 3-16,-3 3 0 0,5-2-1 0,0 1-1 15,2-1 2-15,10 1-2 0,0-2 0 0,-12 2 4 0,-1-2-3 16,14 1 0-16,-13-2-2 0,14 4-1 0,-2-2-1 15,-1-1 5-15,1-4-2 0,-11 1 2 0,1 2-2 16,11-4 0-16,-1 3 0 0,2-3 2 0,-1 1 11 16,3 0-10-16,-14 0-1 0,10-1 2 0,3 2 0 15,-16-2-2-15,16-1 3 0,-3 2 0 0,-11-1-2 16,13 4 0-16,-3-2-3 0,-10 2 3 0,-2-2 3 16,2 1 2-16,11 1-6 0,-11-1 0 0,11 0-4 15,-1 2 7-15,-11-1 2 0,11 2-4 0,-12-2-5 16,17-2 4-16,-16 1 5 0,13 1-4 0,-14 0 1 15,15 0 0-15,-2-1-2 0,-12 1 0 0,0 1 0 16,14-1 6-16,-13 0-3 0,12 1 1 0,-12 0-4 16,14 3 0-16,-16-3 0 0,16 2 1 0,-16 0-1 15,12 0-2-15,2 2 2 0,-1-2 0 0,-1-1 2 0,-10 2 2 16,12-2-7-16,-16 1 4 0,4-3-1 16,14 0-2-16,0 3 2 0,0-2 1 0,-14-1-3 15,12-2 0-15,-14 2 1 0,13-2-2 0,-10 2 1 0,13 0-1 16,-3 0 4-16,2 0-4 0,-14-2 4 0,16 2-2 15,-5 0 0-15,-10 0-5 0,12-1 1 0,-14 1-1 16,2-2-3-16,-2 1 0 0,1 0-3 0,12-1 5 16,-13 0-8-16,0-1 1 0,-2-2 3 15,4 2-1-15,-4-1-2 0,3-4 6 0,-1 3-2 0,0 0 0 16,0-3 3-16,1 2 1 0,-1-1 1 0,-2 0 4 16,-1 0-5-16,1 2 2 0,-2 0 3 0,3-2 6 15,-6 4-2-15,-2-1 1 0,1 1-2 0,-3 2 5 16,1 0-8-16,-8 1 4 0,-2 0 1 0,0 0-2 15,3 0-3-15,-2 3 2 0,-1-1-4 0,1 2 4 16,-8 1 0-16,7 0-4 0,-5 0 7 0,-2 0-5 16,1-1-2-16,-3 0 0 0,1 0 3 0,-2 3-1 15,-1-4-4-15,-3 0-12 0,3 0-14 0,-7-3-3 16,6 8-7-16,-1-6-13 0,-5-2-1 0,0 0-10 16,7 5-24-16,-7-5-11 0,0 0-16 0,6 3-25 15,-6-3-90-15,0 0-246 0,0 0 108 0</inkml:trace>
  <inkml:trace contextRef="#ctx0" brushRef="#br0" timeOffset="23744.38">10719 13433 39 0,'0'0'93'0,"0"0"-3"16,0 0-8-16,0 0-17 0,0 0 1 16,0 0-6-16,0 0-4 0,0 0-2 0,18 3-7 15,-11-2 0-15,-7-1 0 0,18 2-11 0,-4-1 7 16,-2 0 3-16,9 1-3 0,10-2-3 0,-3 1 25 0,2-2-15 15,2-1 3-15,4 2-8 0,2-1-5 0,2-2-5 16,10 2-4-16,-12 1 4 0,15 0-1 16,-1 1-5-16,-12-1-1 0,13 0-4 0,0 2-4 15,-3 3-4-15,3 0 4 0,2-1 4 0,-4-1 1 0,3-1 8 16,3 1 0-16,5-2-1 0,-1-2-5 0,2 2 6 16,1-1-2-16,2 0-6 0,-1-1 3 15,27-1 0-15,-33 2 1 0,3-1-4 0,1-1-2 16,-2-3 2-16,1 3-3 0,2-3-2 0,25-2 4 15,-26 3-2-15,0 1-2 0,29-1-4 0,-26-4 1 0,-1 5-2 16,27 1 1-16,-5-3-7 0,-30 4 3 0,1-2-1 16,7 0-2-16,-2 0 1 0,2 3-5 15,-4-2 6-15,-1-2-2 0,1 3-3 0,-3-1 5 0,1-1-1 16,-5 1 8-16,2 0 2 0,-5-1 0 0,-12 1 5 16,12 0-3-16,1-2 0 0,-16 1-5 0,0 2 1 15,-1-3-4-15,6 3 3 0,-3-1-5 0,0 1 1 16,-1 0-3-16,-1 1 0 0,-2 0-2 0,-5-3 5 15,2 2-1-15,0-2-3 0,-3 1 1 0,-8 0 1 16,0-1-1-16,2 2 4 0,-4-1 2 0,3 1-4 16,-6-2 4-16,-3-1-5 0,1 4 0 0,-1-2-1 15,-4 1-6-15,-3 0 3 0,3-2 2 16,-8 3-3-16,10-2-2 0,-10 2 2 0,9-1 3 0,-9 1-4 16,0 0-4-16,10 1-1 0,-10-1-11 0,0 0-10 15,0 0-17-15,0 0-21 0,0 0-31 0,7 1-32 16,-7-1-25-16,0 0-19 0,8 4-164 0,-8-4-356 15,1 7 159-15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22T07:14:03.38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18009 9594 137 0,'0'0'141'0,"0"0"-7"0,2-7-13 0,-2 7-4 0,0 0 0 16,0 0-7-16,0 0-4 0,0 0-3 0,0 0-9 15,0 0-2-15,0 0-2 0,0-10-6 0,0 10 0 16,0 0 2-16,0 0-8 0,0 0-3 0,0 0 1 16,-2-9-4-16,2 9-7 0,0 0 1 0,0 0-9 15,0 0-7-15,0 0-6 0,0 0-2 0,0 0-6 16,0 0-2-16,0 0-6 0,0 0-3 0,0 0-4 15,0 0-3-15,0 0 0 0,0 0 5 0,0 0-4 16,0 0-2-16,10 22-3 0,-9-15 0 0,2-1 4 16,0 2-5-16,-1-1 1 0,3-1-5 0,-2 2 2 15,-3-8-1-15,3 9 3 0,1-4 2 0,-4-5 4 0,5 8-5 16,-1-3 2-16,-4-5 0 0,7 5-2 16,-7-5-3-16,11 3 1 0,-4-3-2 0,3-5-3 15,1 0-18-15,6-9-24 0,6-6-24 0,11-15-32 16,2-3-35-16,4-5-34 0,-1-4-44 0,18-22-137 0,-5-4-370 15,-1-1 165-15</inkml:trace>
  <inkml:trace contextRef="#ctx0" brushRef="#br0" timeOffset="1073.71">11446 9219 14 0,'-6'-1'52'0,"6"1"-17"0,0 0-8 0,0 0-16 16,0 0-15-16,0 0-19 0,-6 7-24 0,6-7 11 0</inkml:trace>
  <inkml:trace contextRef="#ctx0" brushRef="#br0" timeOffset="13834.26">20948 7843 216 0,'-1'-7'211'16,"1"7"-19"-16,-4-5-9 0,4 5-15 0,0 0-2 16,-9-8-13-16,4 7-12 0,5 1-9 0,-10-4-13 15,10 4-10-15,-12-4-11 0,12 4-8 0,-12 0-15 16,12 0-5-16,-14 4-8 0,6-4-7 0,1 3-5 15,-4 1-6-15,2 3-4 0,0-2-4 0,-1 4-5 16,1-1-3-16,1 2-3 0,-1 0-3 0,3-2-4 16,2 3-3-16,0-1-2 0,0 1-2 0,3 0 0 15,1 1-2-15,1-2-1 0,2 1 5 0,2 1-9 16,0-3-1-16,5 2-3 0,1 2-3 0,-2-3 3 16,3 1 1-16,-3-2-1 0,4 0-1 0,-2-1-4 15,0 0 5-15,-2-1 0 0,0 1 0 0,-2-2-3 16,1 0 2-16,-3-1-4 0,0 1 2 0,0-1 5 15,-2 0-1-15,-1 2-3 0,-2-7 7 0,0 11 6 16,0-11 0-16,-7 15 0 0,-1-6 1 0,-2 1-2 16,-3 0 0-16,-3 0 5 0,-1-1-2 0,0-1-2 15,-1 0-2-15,4-1-1 0,-2-2-2 0,6 2-8 16,-2-3-10-16,2-1-17 0,2 1-35 0,2-1-40 16,6-3-44-16,-9 5-51 0,4-4-164 0,5-1-393 15,0 0 174-15</inkml:trace>
  <inkml:trace contextRef="#ctx0" brushRef="#br0" timeOffset="14071.11">21137 7981 61 0,'0'0'232'0,"4"-7"-13"0,-4 7-13 0,5-3-15 15,-5 3-9-15,5-4-12 0,-5 4-11 0,0 0-21 16,0 0-13-16,0 0-13 0,0 0-13 0,0 0-14 15,0 0-10-15,0 0-7 0,0 0-11 0,0 0-4 0,0 0-4 16,0 0-7-16,11 12 0 0,-10-5-6 16,3 0-2-16,-3 3-6 0,-1 1 1 0,3 0-7 15,0 2 1-15,-1-1-15 0,-1-1-23 0,0 2-32 16,-2 0-44-16,2-1-35 0,-1 0-43 0,0 0-181 16,-2 0-379-16,-2-4 168 0</inkml:trace>
  <inkml:trace contextRef="#ctx0" brushRef="#br0" timeOffset="14756.11">21203 7917 61 0,'0'0'254'0,"0"-11"-9"0,0 11-11 16,-3-9-9-16,3 9-14 0,-1-7-13 15,1 7-22-15,-4-6-17 0,4 6-19 0,0 0-17 16,0 0-17-16,0 0-13 0,0 0-12 0,0 0-9 0,0 0-8 16,0 0 0-16,0 0-3 0,5 25-12 0,-4-9-1 15,1 2-4-15,0 2-6 0,1 4-3 0,-2 0-4 16,1-4 1-16,-2-3-5 0,2 2-1 16,-4-3-2-16,2 4-3 0,0-4-1 0,0 1-3 0,-1-4 0 15,2-1-1-15,1 1 1 0,-2-2-3 0,1 0-1 16,0 0-12-16,-2-3-30 0,2-1-37 0,-1 0-43 15,0-7-50-15,-1 12-46 0,1-12-211 16,-1 10-448-16,1-10 198 0</inkml:trace>
  <inkml:trace contextRef="#ctx0" brushRef="#br0" timeOffset="14967">21172 7991 25 0,'0'0'273'0,"7"-5"-34"0,-7 5-22 0,8-2-24 16,-8 2-20-16,9-2-16 0,0 1-16 0,1-1-15 16,1 0-12-16,1-1-9 0,5 0-13 0,2 3-8 15,-1-4-12-15,4 1-3 0,-1-1-7 0,8-4-6 16,-9 6-14-16,8-1-23 0,-7 1-30 0,0-1-36 16,-3 0-34-16,1 1-29 0,-6 1-28 0,1 0-17 15,-2 1-15-15,-3 0-89 0,0 0-278 0,-9 0 123 16</inkml:trace>
  <inkml:trace contextRef="#ctx0" brushRef="#br0" timeOffset="15186.23">21571 7884 163 0,'-3'-10'161'15,"-1"1"14"-15,2 0 6 0,-1-1-5 0,-1 2-1 16,0-2-2-16,2 1 3 0,-1 3 11 0,3 6-9 16,-5-10-6-16,5 10-18 0,-2-7-15 0,2 7-18 0,-1-6-12 15,1 6-12-15,0 0-19 0,0 0-3 16,0 0 0-16,0 0-7 0,0 0-4 0,0 0-10 15,7 26-2-15,-4-17-6 0,-1 8-4 0,2 1-3 16,0 1-1-16,0-1-6 0,0 6-5 0,-1-4-5 0,-3-4-19 16,5 1-26-16,-2 2-35 0,-1-1-42 0,1-2-54 15,-2-4-33-15,3 0-47 0,-2 1-182 16,0-3-451-16,1 1 199 0</inkml:trace>
  <inkml:trace contextRef="#ctx0" brushRef="#br0" timeOffset="15417.13">21812 7786 97 0,'0'0'269'0,"5"-6"-27"15,-5 6-33-15,4-6-21 0,-4 6-18 0,0 0-10 16,0 0-3-16,0 0-4 0,3 19-10 0,-5-7-10 16,2 5-5-16,-1 2-11 0,-1-2-11 0,-1 4-12 15,2 3-8-15,0 0-8 0,-1-5-10 0,1 6-6 16,1-7-7-16,-1-1-2 0,3 1-7 0,-3 0-3 15,1-2-3-15,0-3-18 0,1 3-25 0,-2-4-27 16,1 0-38-16,0-1-35 0,0-1-38 0,1-1-23 16,1-3-34-16,-2-6-18 0,-3 12-117 0,3-12-361 15,0 0 160-15</inkml:trace>
  <inkml:trace contextRef="#ctx0" brushRef="#br0" timeOffset="15750.97">21826 7747 12 0,'8'-10'176'16,"1"0"-16"-16,1 1-10 0,2 3-11 0,-2 0-18 16,0 3-4-16,2 0-12 0,-2 2 1 0,-10 1 5 15,23 4-1-15,-12-4-11 0,1 3-8 0,-3 2 2 16,2 2 0-16,-3-1-2 0,0 1-11 0,-3 3 0 16,-1-1 0-16,-1 0-8 0,-4 2-3 0,0 1-1 15,-4 1 1-15,-3 0-10 0,-1 3-6 0,-4-3-6 16,0 0-6-16,1-2 2 0,1-1-5 0,2-3-5 15,1-1-2-15,3 0-2 0,-2-3-3 0,1 1-4 16,0-1 0-16,6-3-3 0,-5 6-5 0,5-6 1 16,-6 5-8-16,6-5 1 0,0 0-5 0,0 0 1 15,-4 6-5-15,4-6 0 0,0 0 3 0,8 11-1 16,-3-7 0-16,-1 2-1 0,1 2-3 0,3-2 3 16,-2 2 1-16,3-1 0 0,0 0 4 0,0 0-4 15,1 1 0-15,2-2 3 0,-2 1-24 0,1 0-36 16,3 2-46-16,-2-5-41 0,2 1-47 0,-1-1-195 15,-1-2-417-15,3-2 186 0</inkml:trace>
  <inkml:trace contextRef="#ctx0" brushRef="#br0" timeOffset="15903.07">22478 7886 36 0,'6'-2'174'16,"1"-2"-18"-16,-7 4-10 0,15-3-15 15,-7 0-13-15,1 2-12 0,0-1-19 0,0 0-5 16,1 0-34-16,1-1-26 0,0 2-49 0,-4-1-23 0,1 1-37 16,-8 1-70-16,11 1-171 0,-11-1 76 0</inkml:trace>
  <inkml:trace contextRef="#ctx0" brushRef="#br0" timeOffset="16046.99">22532 7963 185 0,'-5'4'186'0,"5"-4"0"0,-5 6 2 16,5-6-5-16,-3 6-7 0,3-6-5 0,0 0-13 15,0 0-3-15,-4 7-16 0,4-7-4 16,0 0-13-16,0 0-5 0,0 0-9 0,9 6-8 16,-9-6-10-16,15 0-30 0,-4-1-47 0,3-3-66 0,2-1-75 15,6 0-89-15,5-7-129 0,3-3-374 0,0 1 165 16</inkml:trace>
  <inkml:trace contextRef="#ctx0" brushRef="#br0" timeOffset="19784.97">20400 8853 207 0,'-9'-3'210'0,"9"3"-10"0,0 0-21 0,-9-2-11 0,9 2-20 16,-14 0-13-16,14 0-13 0,-18 2-6 0,5 3 0 16,-3 1-6-16,-3 4-3 0,2 0-5 0,-2 1-5 15,-4 5-13-15,7-2-6 0,-5 3-8 0,7-2 1 16,0 0-18-16,3-2-5 0,-1 2-5 0,3-2-7 15,4-2-3-15,1-4-4 0,1 1-4 0,1 2 1 16,3-2-4-16,0 2 2 0,3-2-3 0,2 1-1 16,1-2 0-16,4 0-2 0,1-1 2 0,6 0-4 15,1 0-1-15,0 1 0 0,-1-4-4 0,1 2 3 16,-5-4 0-16,-1 1-2 0,0 0-7 0,-2 1 0 16,-3-2-1-16,-2 1 1 0,1 0-1 0,0 0 1 15,-7-2-2-15,8 5 0 0,-5 0 7 0,-3-5-1 16,-3 16-1-16,-5-1-4 0,-4 1 4 0,-6 3-2 15,-5 3-9-15,-2-3-6 0,-1-1-12 0,-1 3-16 0,2-2-9 16,0-2-19-16,2-1-29 0,1-2-38 16,5-5-34-16,5-2-35 0,0 0-159 0,1-2-390 15,3-3 172-15</inkml:trace>
  <inkml:trace contextRef="#ctx0" brushRef="#br0" timeOffset="20001.14">20468 9079 25 0,'5'-2'220'0,"-5"2"-26"16,6-3-19-16,-6 3-13 0,0 0-18 0,0 0-1 15,9 4-5-15,-9-4-9 0,3 12-7 16,-3-2-12-16,1 2-8 0,-1 2-9 0,0 2-9 0,0 0-11 16,-1 4-1-16,0-2-6 0,-1 1-9 0,2-1-7 15,-1 0-10-15,0 0-18 0,-2 0-27 0,3-6-35 16,-2 5-31-16,0-1-29 0,2-6-30 0,0 3-29 15,-1-1-127-15,0-1-311 0,-1-1 138 0</inkml:trace>
  <inkml:trace contextRef="#ctx0" brushRef="#br0" timeOffset="20166.68">20374 8932 131 0,'0'0'114'0,"0"0"-19"0,0 0-11 16,0 0-15-16,0 0-8 0,0 0-23 0,12 17-23 16,-4-6-22-16,3 2-18 0,2 0-20 0,5-2-44 15,5 5-95-15,2-5 42 0</inkml:trace>
  <inkml:trace contextRef="#ctx0" brushRef="#br0" timeOffset="20401.08">20712 9032 38 0,'6'0'120'0,"-6"0"4"0,9-1-14 0,-9 1-1 16,0 0 2-16,0 0 6 0,0 0-8 0,0 0 10 0,0 0-4 15,-21 15 5-15,9-7 2 0,-3 1-3 0,-1 2-5 16,0 2-3-16,2 0-4 0,-3-1-6 16,5 2-11-16,1-3-8 0,2-1-12 0,3-2-8 0,-1 1-8 15,5 0-6-15,-2 2-4 0,2-2-3 0,2 2-3 16,6 0-4-16,-2-1 1 0,3 4-7 0,5 1-2 16,-1-2-4-16,1 0-3 0,-1 1-2 15,2 1-1-15,-3-1-4 0,3 3 2 0,-4 0-3 0,-1-2 2 16,0 3-3-16,-2 1 1 0,-3-2-3 0,-1 7 0 15,-2-5 0-15,-3 2-18 0,-2-2-18 0,0-1-36 16,-4-1-24-16,3-2-42 0,-2-1-27 0,0-4-30 16,1 1-151-16,-4-1-365 0,4-4 162 0</inkml:trace>
  <inkml:trace contextRef="#ctx0" brushRef="#br0" timeOffset="20617.09">20836 9146 146 0,'0'0'161'0,"14"3"-14"0,-5 1-1 15,1 1-7-15,-2 2-8 0,-1 2-16 16,1 0-11-16,-2-1-17 0,2 1 0 0,-2-1-13 16,0 2-4-16,-1 0-8 0,1 1-8 0,-3-4-2 15,0 3-12-15,-1-2-40 0,0 3-36 0,1-5-59 0,-2 3-36 16,-1-9-95-16,-1 13-245 0,1-13 110 15</inkml:trace>
  <inkml:trace contextRef="#ctx0" brushRef="#br0" timeOffset="20969.99">21128 9006 130 0,'0'0'261'15,"-9"-3"-24"-15,9 3-18 0,0 0-19 0,-19 8 6 16,10 0-21-16,-3 4-4 0,1 0-15 0,1 4-14 0,-1 2-14 15,3-2-17-15,-1 1-9 0,4-5-7 0,-3 2-21 16,6-2-6-16,-1-2-8 0,2 1-9 16,2-1 4-16,-1-10-12 0,2 13-10 0,0-6-4 15,4-3-4-15,-2-1-9 0,1 0-6 0,-5-3 0 16,12 1-7-16,-12-1-8 0,14-4-3 0,-4 1 2 16,-1-7-7-16,0 1 4 0,0-1 5 0,-3 1-5 15,0-2 1-15,0-1 1 0,-2-1-1 0,-2 3 2 16,1 0 6-16,-5 1 0 0,4-1 0 0,-2 10 4 0,-2-11 2 15,2 11 1-15,0-8 0 0,0 8 6 0,0 0-14 16,0 0 5-16,0 0 1 0,0 0 0 16,0 0 0-16,0 0 1 0,0 0-7 0,-6 25 4 15,6-14-4-15,0 0 3 0,1 0 2 0,1 1-5 0,0 1-4 16,1-2-12-16,-1 3-17 0,2-3-28 0,1 0-43 16,0 1-51-16,3-3-32 0,1-3-39 15,-4-2-217-15,-5-4-469 0,20 1 207 0</inkml:trace>
  <inkml:trace contextRef="#ctx0" brushRef="#br0" timeOffset="21167.41">21325 8881 132 0,'-5'-18'273'0,"4"5"-11"16,-2 4-6-16,1 0-11 0,-2 1-9 0,3 2-25 16,1 6-25-16,-2-8-21 0,2 8-19 0,0 0-14 15,0 0-20-15,0 0 4 0,0 0-13 0,0 0-9 16,12 29-4-16,-7-13-9 0,4 10-3 0,-3-1-12 15,-2 5-2-15,0-3-9 0,2 2-1 0,1 1-8 16,-1-2-18-16,-1-1-31 0,-1-1-41 0,-1-7-63 16,1-2-62-16,1 0-62 0,-2 0-216 0,1-5-483 15,-1-3 215-15</inkml:trace>
  <inkml:trace contextRef="#ctx0" brushRef="#br0" timeOffset="21385.31">21783 8686 210 0,'1'-9'283'0,"-1"3"-25"16,0 6-28-16,1-11-26 0,-1 11-26 15,3-6-8-15,-3 6 1 0,0 0 14 0,0 0 4 16,10 32-4-16,-6-14-4 0,1 10-12 0,-2 1-10 0,1 3-17 16,-2 0-7-16,1-2-17 0,-1 1-17 0,-1-2-5 15,2 0-8-15,-2-2-12 0,0-2-7 16,1-6-17-16,-4 1-33 0,4-1-36 0,-2-4-50 15,-3 0-49-15,1 2-50 0,-1-4-40 0,3-1-36 0,-4 1-38 16,3-5-149-16,1-8-465 0,-5 11 205 0</inkml:trace>
  <inkml:trace contextRef="#ctx0" brushRef="#br0" timeOffset="21701.05">21766 8896 106 0,'8'-3'123'0,"0"3"-7"0,2-1 11 0,1 3-14 16,-2 3-1-16,4-1 3 0,-3 1 5 0,1 1-11 16,5 2-7-16,-4-1-9 0,4 3 3 0,-2-2-4 15,3 1-4-15,0-1-4 0,-1-1-10 0,3-3-1 16,2-2-5-16,-1-2-6 0,-1-2-7 0,0-2 4 16,2 1-8-16,-3-4-2 0,1 2 0 0,-5-2 0 15,3 0 4-15,-7 0 0 0,3-1-2 0,-6-1 12 16,1-1 2-16,0 2 8 0,-3-2-6 0,-2 1-3 15,0-4 1-15,-3 3-4 0,-3-1-6 0,0 0-7 16,-5-3-3-16,2 2-1 0,-2 3-7 0,-1 1-9 16,-6 1 2-16,3 0-7 0,0 5-2 0,0 1-3 15,-2 3-5-15,-5 2-2 0,-6 9-15 0,0 2-20 16,2 4-33-16,0 2-44 0,0 1-54 0,5-2-61 16,0 6-220-16,3-5-473 0,6-5 209 0</inkml:trace>
  <inkml:trace contextRef="#ctx0" brushRef="#br0" timeOffset="21957.04">22470 8714 256 0,'2'-7'297'0,"-2"7"-9"0,2-10-5 0,-2 10-17 15,3-7-16-15,-3 7-3 0,1-7-33 16,-1 7-19-16,0 0-28 0,0 0-10 0,5-3-14 15,-5 3 14-15,0 0 11 0,7 20-18 0,-6-9-10 0,3 4-11 16,-1 5-18-16,-1-1-1 0,1 6-9 0,-1-5-15 16,2-4-8-16,-3 5-8 0,2-3-2 0,-2 1-10 15,1 0-13-15,1-2-28 0,-2-1-31 0,1-5-37 16,-1 0-38-16,1-1-40 0,0 0-48 0,-2-3-39 16,2-2-59-16,-2-5-52 0,1 9-169 0,-1-9-537 15,0 0 238-15</inkml:trace>
  <inkml:trace contextRef="#ctx0" brushRef="#br0" timeOffset="22316.95">22506 8667 178 0,'7'-6'238'0,"-7"6"-27"0,10-1-16 0,-3-1-20 16,2-1-18-16,0 2-19 0,5-1-9 0,-2 4-16 15,-1-2-9-15,3 0-10 0,4-3-8 0,0 3-8 16,-4-2-6-16,4-2-10 0,3 1-4 0,-3 0-17 15,-1-1-15-15,0-4-24 0,-3 6-20 0,-2-3-25 16,-2 3-12-16,0-2-4 0,-2 1 1 0,-3 0 10 16,2-1-2-16,-2 0 10 0,-1-1 2 0,0-1 7 15,-1 0 7-15,1 0 22 0,-4 6 8 0,4-16 14 16,-3 8 10-16,-1-2 17 0,0 10 28 0,0-12 15 16,0 12 22-16,-1-9 2 0,1 9 1 0,1-8-6 15,-1 8-11-15,0 0-14 0,0 0-9 0,0 0-10 0,0 0-6 16,0 0 3-16,0 0 14 0,0 0 10 0,4 29 2 15,1-12-7-15,-5 2 2 0,2 8-13 0,-1-4-5 16,3 6-8-16,-1-2 5 0,-1-3-17 16,2 3-9-16,-2-8 3 0,-1 0-14 0,2 0-32 0,-1 0-33 15,-2-2-56-15,1 0-73 0,2-5-79 0,-1 4-270 16,0-6-561-16,0-3 249 0</inkml:trace>
  <inkml:trace contextRef="#ctx0" brushRef="#br0" timeOffset="22586.08">23057 8661 265 0,'0'0'262'0,"0"0"-18"0,0 0-9 15,0 0-14-15,2 29-13 0,-2-18-10 0,0 2-9 16,0-2-21-16,2 2-15 0,0-2-16 0,1-1-18 16,1-1-7-16,1 2-2 0,0-2-9 0,3-2-1 15,-3-3-4-15,0 0 0 0,3 0 14 0,0-1-16 16,0-3-4-16,4-1 1 0,2-5-7 0,-3 0-8 15,3-1-4-15,0-4-9 0,-2 0-7 0,-2 2 1 0,-2-5-7 16,-1 0-5-16,-4 1-6 0,0-2-3 16,-2-1-1-16,-2 2-8 0,-3-1-3 0,1 0-5 15,-1 5-9-15,0-1-2 0,1 2-9 0,-1-1-15 16,-1 3-24-16,0 3-28 0,5 4-31 0,-15-1-36 0,3 5-33 16,0 1-35-16,-2 4-35 0,0 1-34 15,2 2-205-15,4-4-517 0,4-2 229 0</inkml:trace>
  <inkml:trace contextRef="#ctx0" brushRef="#br0" timeOffset="22785.1">23354 8517 95 0,'2'-8'268'0,"1"0"-10"0,-3 8-7 0,3-9-8 16,0 5-6-16,-3 4-18 0,1-7-20 0,-1 7-15 16,0 0-14-16,0 0 6 0,0 0 31 0,0 0-19 15,7 23-20-15,-6-10-13 0,-1 5-19 0,2 1-6 16,0 0-13-16,-2 8-13 0,0-7-8 0,0 3-6 15,0 3-12-15,-2-8-10 0,1 2-30 0,1-2-28 16,0-1-41-16,-1-1-56 0,0 0-57 0,-1-4-62 16,1-3-63-16,0 1-256 0,-2-1-569 0,1-1 252 15</inkml:trace>
  <inkml:trace contextRef="#ctx0" brushRef="#br0" timeOffset="22926.15">23272 8429 62 0,'-9'-15'265'16,"2"4"-24"-16,3 1-25 0,-1 2-21 0,3 2-27 16,-1 1-37-16,3 5-58 0,-6-6-40 0,6 6-27 15,0 0-36-15,0 0-26 0,0 0-45 0,13 35-100 0,-3-10-217 16,3 1 96-16</inkml:trace>
  <inkml:trace contextRef="#ctx0" brushRef="#br0" timeOffset="23451.48">23493 8717 172 0,'4'2'301'0,"-4"-2"-21"0,6 4-20 16,-6-4-24-16,0 0-24 0,17-8-1 0,-12-1-17 16,5-4-11-16,1 0-14 0,-3-2 6 0,1 0-12 15,0 0-16-15,5-9-9 0,-2-1-12 0,0-3-16 16,-3 3 0-16,2 2-9 0,-1-1 3 0,-4 6-13 16,1 0 1-16,-2 3 10 0,0 5 6 15,-1 1-8-15,-1-3 7 0,-1 5-8 0,-2 7-5 0,0-11-11 16,0 11-5-16,-3-7-13 0,3 7-8 0,-11-2-9 15,11 2-6-15,-18 9-6 0,6 4-10 0,1 2-8 16,-1 0-11-16,3 1-9 0,4-2 1 0,-1 1-11 16,4 1 5-16,4 0 1 0,2-1 1 0,1 0-4 15,1 2 1-15,4 0-1 0,-1-1 1 0,2-2-1 16,-1 0-2-16,-3 1 6 0,0-5 1 0,3 3-21 16,-2-4-6-16,-3 1-6 0,0-1 1 0,-3-2-6 15,2 3 2-15,-2 0-10 0,-2-2-3 0,0-1 5 16,0-7-3-16,-3 13 2 0,0-7 5 0,3-6 7 15,-2 9 4-15,2-9 13 0,-3 7-11 0,3-7 3 0,0 0 4 16,-2 6-1-16,2-6 6 0,0 0-13 16,0 0-1-16,0 0 5 0,15-27 0 0,-2 12 4 15,0-1 1-15,4-7 5 0,3-1-1 0,0-1-4 16,3-2 3-16,-4 3 3 0,-1-2-2 0,0-2 4 0,-4 7 3 16,0-3 5-16,-5 8-1 0,0-2 10 15,-4 2 11-15,-1 1 8 0,-1 4 11 0,-2 3 13 16,0 1 15-16,-1 7 13 0,0-11 10 0,0 11 0 15,-2-10-7-15,2 10-10 0,-12 0-9 0,12 0-3 0,-18 8-3 16,4 5-4-16,-6 4-7 0,2 5-2 0,0 1 2 16,4 1-7-16,1-1 1 0,4 1-5 0,3-6-5 15,1 0-10-15,2 2-27 0,-1-4-43 0,4 1-42 16,4 1-43-16,0-1-53 0,0-2-56 0,2-2-61 16,1 0-265-16,-1-3-623 0,0-1 276 0</inkml:trace>
  <inkml:trace contextRef="#ctx0" brushRef="#br0" timeOffset="24300.91">21433 10557 36 0,'-18'5'302'16,"5"-3"-40"-16,1-2-28 0,1-2-22 0,5-1-15 16,-2-4-15-16,4-5-9 0,0-4 9 0,2-3-6 15,2-6-9-15,0-4-3 0,1 0-13 0,4-3-13 16,-2-4-12-16,3-11-10 0,2-1-9 0,-2-1-12 16,3 3-9-16,-1-3-7 0,-2 1-11 0,1 0-5 15,1 1-8-15,-3 14 2 0,-1 1-9 0,-1 3-4 16,-1 6-1-16,-3 5 0 0,1 3 4 0,0 3 1 15,0 5 5-15,0-2 2 0,0 9 1 0,-1-11 0 0,1 11-7 16,-3-6 2-16,3 6-3 0,0 0-1 0,0 0-9 16,0 0 1-16,-23 14-7 0,16-2-6 15,-1 3 1-15,0-1-3 0,1 5-2 0,0 1-7 16,3-3 1-16,1-1-7 0,1-4 11 0,4 0-6 0,0 0-9 16,3 0 0-16,3-3-8 0,1 1-8 15,5 0 0-15,4-1-5 0,0-3-1 0,2 1 0 16,-1-3 5-16,3-1-2 0,-3-1 2 0,-2 3-3 0,1-2 5 15,-5 1-6-15,-1 1 9 0,0-1-3 0,-2 2 5 16,0 3-1-16,-1 1 1 0,2 4 13 0,-3 4 0 16,-1 1-2-16,-2 5 5 0,-1-5-7 0,-3 2 9 15,2 3-10-15,-2-3-14 0,1-3-16 0,1-1-16 16,1 1-37-16,0-2-21 0,-1-2-23 0,1-3-24 16,1-1-22-16,2-3-16 0,3 1-14 0,3-6-20 15,7-4 1-15,7-6-6 0,-1-3 6 16,-2-3 7-16,5-5 15 0,-2-5 23 0,9-9 30 0,-11 8 35 15,1-1 34-15,5-12 14 0,-13 7 29 0,0 0 32 16,-6 0 17-16,1 2 15 0,-5 0 38 0,-2 0 26 16,-5 11 13-16,-1 0 21 0,-1 5 2 0,-1 3-2 15,-2 0 0-15,-3 0 9 0,0 3-8 0,-3 2 4 16,-1 1-9-16,0 3-7 0,-2 3 1 0,0 2 2 16,-5 4-9-16,5 2-10 0,0 2-12 0,0 5-8 15,4 0-3-15,0 2-12 0,2 0-8 0,2 0-3 16,4 0-5-16,2-2 5 0,2-2-13 0,-1-2-10 15,2 2-6-15,3 0-2 0,-1-5-3 0,2-1-8 16,1-2-5-16,-3-3-3 0,3 2-3 0,0-3 5 16,1 0-7-16,2-3 1 0,-5 0-1 0,2-4 2 0,-2 2 0 15,0-3-2-15,0-2 1 0,-1-1 0 0,-1-2 1 16,-1 1-1-16,0-1-1 0,-2-1 13 16,1 2-14-16,-2 3 0 0,2 0-3 0,-3 6 5 15,2-13-10-15,-2 13 6 0,0-7-3 0,0 7-2 0,0 0-1 16,0 0 0-16,0 0-2 0,0 0 2 0,0 0 5 15,13 20-5-15,-9-9 1 0,1 0 3 0,0 0 0 16,3 4 3-16,-3-2-1 0,3 0-19 16,-2-1-21-16,3 0-43 0,-3-2-49 0,1 1-60 0,2-6-60 15,0 1-46-15,-3-2-194 0,4-4-534 0,3-2 237 16</inkml:trace>
  <inkml:trace contextRef="#ctx0" brushRef="#br0" timeOffset="24557.98">22443 9617 133 0,'-2'-29'297'0,"-2"4"-9"0,-2 7-9 0,2 6 0 16,1 1-7-16,3 2-10 0,-2 0-21 0,-1 4-26 15,3 5-19-15,0 0-37 0,0-13-10 0,0 13-12 16,0 0 4-16,0 0 24 0,2 29 5 0,-1-8 8 16,1 6-10-16,1 3-12 0,-2 0-11 0,2 1-13 15,4 2-3-15,-3-5-11 0,1 3-12 0,2-5-13 16,-3 1-7-16,2-1-5 0,0-2-12 0,-3-6-8 15,2-2-2-15,0 0-8 0,0-1 0 0,-1-5-10 16,-1-1-4-16,3 0-20 0,-4-2-21 0,2-3-21 16,2 1-27-16,-1-2-53 0,-5-3-34 0,11-1-54 15,-11 1-64-15,13-9-52 0,-4-2-53 0,-3 2-258 16,3-8-671-16,-2-1 298 0</inkml:trace>
  <inkml:trace contextRef="#ctx0" brushRef="#br0" timeOffset="24851.07">22403 9723 87 0,'-14'3'328'0,"2"-3"-28"0,1 2-36 0,3-1-28 0,8-1-27 16,-12 2-21-16,12-2-21 0,-7 4-14 0,7-4-6 15,0 0-16-15,0 0-18 0,0 0-1 0,0 0-14 16,41-3-13-16,-22-3-3 0,6-2-9 16,3-1-10-16,1-4-2 0,-4 3-3 0,1-2-8 0,-8 5-1 15,1-1 0-15,-5 0-4 0,-3 3 11 16,0 0-17-16,-4 3-1 0,0-1 5 0,-1 2-1 0,-6 1-7 15,9-6 4-15,-9 6 1 0,6 0 8 0,-6 0 22 16,0 0 26-16,13 11-4 0,-10-4 11 0,0 3-3 16,1 1 5-16,0 2-2 0,-1-1-11 0,1 5-1 15,-1-1-19-15,0 3-7 0,1-3-5 0,0 1-5 16,-2 1-2-16,2-3-10 0,-4-1-23 0,3-3-24 16,0 0-41-16,0 0-65 0,-2-5-48 0,1 4-74 15,-1-3-68-15,1-1-66 0,-2-6-224 0,0 9-637 16,0-9 283-16</inkml:trace>
  <inkml:trace contextRef="#ctx0" brushRef="#br0" timeOffset="24982.84">22714 9482 28 0,'0'0'153'0,"0"0"-36"0,0 0-43 0,0 0-44 16,0 0-47-16,18 18-48 0,-12-12-69 0,2-1 31 15</inkml:trace>
  <inkml:trace contextRef="#ctx0" brushRef="#br0" timeOffset="25251.3">22971 9635 44 0,'0'11'269'0,"-1"0"-25"16,1 1-13-16,-3 1-3 0,2-1-8 0,1 1-18 15,-1-3-13-15,2-1-15 0,-1-2-21 16,1 1-12-16,3-3-9 0,-4-5-2 0,7 9 0 15,-1-6-4-15,3-1 1 0,-9-2-9 0,19-6-1 0,0-2-8 16,-3-1-5-16,3-2-13 0,-4-1-5 0,2 1 3 16,-3-4-7-16,-1 3 6 0,-4-4 8 0,-2 3-9 15,-2 1 0-15,-5-1-11 0,0-2-2 0,-1 0-10 16,-5 3 0-16,-2-1 7 0,0 4-20 0,-4-4-12 16,3 7 14-16,-3-1-22 0,-2 3-5 0,3 3-11 15,-3 2 2-15,-3 3-15 0,0 3-17 0,1-1-40 16,-1 3-44-16,4 0-53 0,4-1-67 0,1-1-67 15,1 1-323-15,4-2-659 0,3-6 291 0</inkml:trace>
  <inkml:trace contextRef="#ctx0" brushRef="#br0" timeOffset="25478.33">24473 8589 4209 0,'0'0'324'0,"0"-5"-187"16,0 5-57-16,0 0-52 0,0 0 0 15,0 0-14-15,0 0-3 0,-3-13 1 0,3 13 6 0,0 0-5 16,0 0 1-16,0 0-3 0,5-13-4 0,3 6-3 16,1-1 10-16,8 0-39 0,3-8-19 0,-2 7-39 15,1 2-42-15,-7 0-57 0,1 3-63 0,1-1-83 16,-5 4-321-16,-2-1-703 0,-7 2 311 0</inkml:trace>
  <inkml:trace contextRef="#ctx0" brushRef="#br0" timeOffset="25637">24494 8743 104 0,'-6'8'348'16,"6"-2"-37"-16,-2-2-35 0,2-4-23 0,-5 7-25 16,5-7-20-16,-3 8-12 0,3-8-9 0,0 0-8 0,0 0-9 15,0 0-9-15,0 0-15 0,0 0-19 0,32-13-11 16,-15 2-34-16,8-6-42 0,3-1-68 15,3-2-88-15,12-10-99 0,-14 8-248 0,15-5-500 0,-5-2 221 16</inkml:trace>
  <inkml:trace contextRef="#ctx0" brushRef="#br0" timeOffset="26251.01">26286 7764 182 0,'2'-6'320'0,"1"-1"-15"16,-3 7-17-16,4-10-18 0,-4 10-14 0,0-8-9 15,0 8-18-15,0 0-14 0,4-5-1 0,-4 5-10 16,0 0-15-16,0 0 0 0,3-6-20 0,-3 6-8 16,0 0-16-16,0 0-6 0,0 0-22 0,-30 6-3 15,19-1-13-15,-5 4-14 0,1 0-2 0,-3 4-15 16,0 0 1-16,4 0-13 0,1-1-8 0,1-1-12 16,4 0 0-16,-1-2-4 0,4 1-6 0,0 1-2 0,3-1-1 15,2 0 4-15,0 2-14 0,2-2-4 16,0 0-7-16,4 2 4 0,0-1-6 0,1 5 0 15,1-4-4-15,4 1-10 0,-1-2-3 0,0 1-2 0,5 1-4 16,-3-1 9-16,-1-5 1 0,-1 5 11 0,0-4-15 16,1-1 1-16,-4-1-1 0,1 1-1 0,-3-1 3 15,0-1 6-15,-2 0-4 0,-1 0 7 16,-3-5-2-16,6 7 9 0,-4-4-3 0,-2-3 19 0,-2 11-11 16,2-11 9-16,-6 12-10 0,-1-6-3 0,-5 2-2 15,1-2-5-15,-4 3-20 0,-1 0-11 16,1-5-34-16,-4 3-33 0,3-1-43 0,5-3-47 0,-2 1-56 15,1-3-38-15,6 0-300 0,-1-1-634 0,7 0 281 16</inkml:trace>
  <inkml:trace contextRef="#ctx0" brushRef="#br0" timeOffset="26466.98">26511 7946 54 0,'6'-1'389'0,"-6"1"-39"16,9-6-36-16,-9 6-35 0,8-1-26 0,-8 1-20 15,8-2-14-15,-8 2-15 0,0 0-21 0,0 0-18 16,0 0-18-16,0 0-17 0,0 0-22 0,9 0-5 16,-9 0-12-16,0 0-7 0,4 11-6 0,-2-6-10 15,1 7-6-15,-1-3-3 0,3 0-6 0,-3 2-5 0,3 6-7 16,-1-5-24-16,-4 1-41 0,2-3-33 16,0 2-50-16,0 4-62 0,1-4-42 0,-3-2-56 15,2 1-217-15,-2 1-522 0,-2-2 231 0</inkml:trace>
  <inkml:trace contextRef="#ctx0" brushRef="#br0" timeOffset="26611.76">26488 7797 284 0,'-6'-13'260'0,"1"4"-38"0,1 1-35 15,-2 1-40-15,4 3-40 0,2 4-45 0,-6-9-49 16,6 9-49-16,-3-5-36 0,3 5-29 0,0 0-79 0,0 0-193 15,12 17 87-15</inkml:trace>
  <inkml:trace contextRef="#ctx0" brushRef="#br0" timeOffset="26934.1">26919 7811 42 0,'0'0'260'15,"0"0"-7"-15,0 0-7 0,0 0-7 0,0 0-15 16,0 0-14-16,0 0-15 0,0 0-17 0,0 0-15 15,0 0-3-15,-31 3-19 0,22 4-9 0,-3-3-13 16,-1 4-9-16,4 0-5 0,-3-2-10 0,0 3-14 16,3 0-5-16,-1-1-11 0,2-1-4 0,1 3-12 15,3-4-3-15,2 1-4 0,-2 2-4 0,0 0-8 16,4-2 2-16,2 3-12 0,-2-1-3 0,2-1 4 16,2 1-11-16,0 0-5 0,2 0 4 0,-1 1-7 15,-1-2-1-15,2 2 10 0,2 2-10 0,-4-2 2 16,3 0 3-16,-1 5-3 0,-1-4-1 0,0 6 0 15,-1-2 1-15,-3 2 3 0,-1 1-4 0,-1-2-1 16,-3 1 1-16,-1 0 1 0,0 1 0 0,1-1-16 16,-5-1-19-16,1 1-26 0,-2-2-36 0,1 0-47 15,-1-3-52-15,2-1-58 0,1-2-207 0,1-1-495 0,2-3 220 16</inkml:trace>
  <inkml:trace contextRef="#ctx0" brushRef="#br0" timeOffset="27151.1">26982 7970 204 0,'6'-19'272'0,"2"3"-25"0,-1-1-27 0,5-2-22 0,-3 6-15 16,1-2-10-16,-3 4-3 0,-1 3-10 16,1-1-8-16,0 2-18 0,-5 3-17 0,5-1-13 15,-7 5-13-15,10-4-9 0,-10 4-7 0,13 2-8 16,-3 1-9-16,-3 5-1 0,3 2-9 0,-2-2-1 0,3 5-11 15,-6-3-12-15,4 3-14 0,0 2-30 0,-2-1-42 16,1 0-57-16,0-4-58 0,-2 2-64 0,-2-3-144 16,1-2-418-16,-1-1 185 0</inkml:trace>
  <inkml:trace contextRef="#ctx0" brushRef="#br0" timeOffset="27500.99">27359 7799 294 0,'-4'-6'275'0,"1"1"-20"0,3 5-14 16,-6-8-20-16,6 8-14 0,-8-2-21 0,8 2-15 16,0 0-12-16,0 0-14 0,-19 8-9 0,14-2-13 15,-1 2-14-15,-1 0-12 0,2 2-6 0,1 0-13 16,0-1-6-16,3 0-6 0,1 1-10 0,1 1-4 16,-1-2-10-16,4-2-3 0,0 0-11 0,1-2-18 15,0-1-4-15,3-1-2 0,1 1-9 0,0-2-8 16,-1-1 1-16,-8-1-4 0,15-3 3 0,-9 3 3 15,-6 0-2-15,12-6 4 0,-7 2-5 0,-1 1 8 16,0-4 1-16,1 1-1 0,-3 0 3 0,-2 6 3 16,5-14 5-16,-5 8 14 0,0 6 5 0,2-11-1 0,-2 11 1 15,2-6-5-15,-2 6-8 0,0 0 3 16,0 0-10-16,1-6 3 0,-1 6-6 0,0 0 1 16,0 0 6-16,0 0 1 0,0 0-4 0,6 23 5 15,-4-13-1-15,3 0-1 0,-4 2-4 0,2-2-25 0,1 0-30 16,2 1-56-16,-2-1-53 0,5-4-59 0,-1 2-235 15,2-3-491-15,1-3 217 0</inkml:trace>
  <inkml:trace contextRef="#ctx0" brushRef="#br0" timeOffset="27721.24">27663 7501 123 0,'0'-12'275'0,"1"2"2"15,-1 5-16-15,0 5-27 0,1-11-25 0,-1 11-23 16,0 0-23-16,2-8-16 0,-2 8-1 0,0 0 7 16,0 0-2-16,7 36-1 0,-4-11-7 0,-2 6-8 15,-1 1-14-15,1 2-11 0,-1 0-6 0,0 1-4 16,0-2-19-16,0 1-3 0,0-4-5 0,0-3-9 16,0 0-21-16,4-3-34 0,-4-4-44 0,2-2-69 15,0-1-81-15,0-4-85 0,-2-2-221 0,3-2-531 16,-3-4 235-16</inkml:trace>
  <inkml:trace contextRef="#ctx0" brushRef="#br0" timeOffset="27967.6">28157 7410 7 0,'2'-14'326'0,"0"5"-15"0,-2 3-9 0,5-1-10 16,-5 7-25-16,4-11-22 0,-3 6-21 0,-1 5-19 15,0 0-25-15,0 0 12 0,0 0 7 0,7 19 11 16,-7-1-10-16,1 11-7 0,1 4-4 0,0 1-13 0,-2 13-13 16,0 0-12-16,0-1-7 0,-2-12-21 0,1 1-7 15,-1 0-14-15,-1-2-10 0,0 1-10 0,1-4-6 16,3-2-14-16,-5-1-24 0,4-1-32 16,-1-6-40-16,1-3-61 0,0 0-54 0,0-3-57 0,0-2-72 15,0-2-58-15,0 0-294 0,0-10-681 0,-3 9 301 16</inkml:trace>
  <inkml:trace contextRef="#ctx0" brushRef="#br0" timeOffset="28201.02">28238 7533 18 0,'11'-15'227'0,"-2"7"-22"0,-4-1-18 15,5 3-4-15,-3 2-14 0,-1 1-10 0,0 1-11 16,-6 2-2-16,13 0 11 0,-13 0-13 0,16 4 3 15,-9 2-1-15,1 3-4 0,-4 0 0 0,-1 1 3 16,0 1-17-16,-1-1-7 0,-4 6-1 0,-1 0-2 16,-4 2-13-16,-2-1 1 0,-2-1-16 0,0 0-8 15,-2-3-13-15,-1 3-11 0,3-3-25 0,-3-2-22 16,-1-2-47-16,4-4-44 0,-1 2-50 0,5-3-55 16,-1-2-63-16,1-1-224 0,7-1-510 0,0 0 226 15</inkml:trace>
  <inkml:trace contextRef="#ctx0" brushRef="#br0" timeOffset="28451.83">28451 7579 150 0,'0'0'203'16,"7"8"-13"-16,-5-5-1 0,-2-3-6 0,5 6-3 16,-1-1-14-16,1-1-12 0,-5-4-17 0,9 4-12 0,-5-2-5 15,-4-2 5-15,11 1-2 0,-11-1-2 0,17 0-7 16,-11-1-5-16,2-3-6 0,2 0 2 15,-3 1 3-15,-1-1 1 0,-1 0 5 0,-1-1-4 16,4-4 2-16,-5 1-22 0,-1-2-12 0,-1 0-5 0,-1 1-7 16,0-1-9-16,-1-1-9 0,-2 4-18 0,-1-3-18 15,-3 2-18-15,2 0-28 0,-3 2-29 0,0 1-29 16,-2 3-43-16,1 1-42 0,-1 1-40 16,0 3-48-16,-3 2-172 0,4 0-471 0,1-2 209 0</inkml:trace>
  <inkml:trace contextRef="#ctx0" brushRef="#br0" timeOffset="28866.99">28694 7444 26 0,'6'-2'267'0,"-6"2"-26"15,0 0-25-15,7 6-8 0,-6 0-1 0,-1-6-7 16,-5 19-14-16,1-6-17 0,1-3-16 0,-1 1-19 16,2 1-3-16,2 0-17 0,-1-2-16 15,2-1-7-15,0 1-9 0,2 0-5 0,-1-1-5 0,6-3-2 16,-4 0-5-16,4-1-3 0,-1-1-1 0,2-1-1 15,-1-1-4-15,2-1-9 0,2-2 0 0,-1-1-2 16,-11 2 2-16,15-3-8 0,-6-1 0 16,1-1-7-16,-3-1 2 0,1 0-5 0,-4 0-2 0,-1-3-5 15,3 0-6-15,-3 1 1 0,-1-1-2 0,1 4-1 16,0-1 0-16,-3 6-4 0,3-8 5 0,2 4-9 16,-5 4-3-16,0 0-6 0,0 0 4 0,2-8-3 15,-2 8 1-15,0 0-2 0,0 0 3 0,0 0 0 16,8 15-4-16,-5-9 1 0,0 1 1 0,1-4 2 15,0 3-1-15,1-1 3 0,-1 0-1 0,2 0 0 16,1-3 11-16,2 0-4 0,-4-1 4 0,-5-1 13 16,16-3 11-16,-3 3 10 0,-4-4 12 0,3-2-2 15,-1-1-2-15,-1 1 11 0,2-1 20 0,-5-2-4 16,0 1-4-16,-3-1-2 0,1-1-7 0,-3-3-6 16,1 1-9-16,-1-1-6 0,-2-2-15 0,0-2-19 15,0 3-18-15,-2 3-19 0,1 0-28 0,-2-1-41 16,-1 2-51-16,-1 1-60 0,0 2-58 0,2 3-43 15,3 4-266-15,0 0-620 0,0 0 275 0</inkml:trace>
  <inkml:trace contextRef="#ctx0" brushRef="#br0" timeOffset="29316.6">29090 7496 28 0,'12'-1'322'16,"-3"-3"-30"-16,1-1-28 0,1-2-15 0,0 0-4 15,-1 2-4-15,0-2-5 0,-2-3-11 0,-1 4-5 0,1 0-10 16,0-3-16-16,-5 2-26 0,1-4-19 15,2 2-11-15,-3-1-12 0,4-1-12 0,-5 0-14 0,1 1-12 16,-2 0-8-16,2-1-9 0,-3 4-5 0,0-2-10 16,0 9-4-16,-2-12-8 0,2 12-3 0,-2-9 3 15,2 9-8-15,-3-6-9 0,3 6 0 0,0 0-7 16,-11 0-1-16,11 0 1 0,-12 7-3 0,2 0-4 16,-3 5-2-16,0 4 1 0,1 0 2 15,3 0-5-15,0-1-3 0,2 2 3 0,0 0-4 0,4-1 3 16,3-5 0-16,2 3 1 0,0-4 5 0,4 2-8 15,1-3 1-15,-1 0-4 0,4 0 17 0,7-3-16 16,-2-1 3-16,6-3-6 0,-2-2 13 0,-1 0-9 16,4-4 5-16,-1 1 0 0,-1-5-6 15,5-4 1-15,-7 3 4 0,-3-1-2 0,0-1 2 0,0 0-3 16,-4-1 5-16,-1-1-9 0,-2-1 2 0,0 3 1 16,-1-4-5-16,1 0 1 0,0 2-2 0,-3-2-1 15,0 4 5-15,2 1-2 0,-4 2 2 0,2 0-10 16,-2 2 3-16,-3 6-1 0,5-8-5 0,-2 4-4 15,-3 4 6-15,0 0-17 0,0 0 15 0,0 0 1 16,15 6 3-16,-15-6 4 0,6 14 0 0,-2-4 4 16,-1-2-5-16,-2 2 0 0,2 2-6 0,-3 0-37 15,1-1-40-15,-1 2-59 0,-3 4-74 0,5-6-76 16,-6 3-305-16,-2-1-649 0,0-3 288 0</inkml:trace>
  <inkml:trace contextRef="#ctx0" brushRef="#br0" timeOffset="29751.02">26509 8390 269 0,'-21'5'265'0,"6"-3"-12"0,1 0-24 0,9-1-16 16,5-1-10-16,0 0-15 0,0 0-3 0,57-4-3 15,33-12-13-15,17-8-8 0,23-7-15 0,18-4-15 16,19-5-8-16,10 0-25 0,5 0-11 0,2-5-10 0,4-1-9 15,-3 0-6-15,-11 5-7 0,-18 0-10 16,-13 3-5-16,-18 3-4 0,-9 2 1 0,-16 0-9 16,-14 9 2-16,-33 7-8 0,0 0-1 0,-7 1 0 15,-13 3 1-15,-1 0 6 0,-4 4 15 0,-9 1 20 0,0 0 6 16,-3 2 15-16,-4-2 14 0,-2 0 0 16,-1 6 5-16,-1-5-10 0,-3 4-4 0,-1-1-15 15,-4 4-2-15,5-9-28 0,-3 4-24 0,-2 5-47 0,0 0-43 16,-14-7-43-16,-5 4-61 0,-13 9-83 0,-3-2-61 15,-21 12-264-15,-3-2-629 0,-27 9 280 0</inkml:trace>
  <inkml:trace contextRef="#ctx0" brushRef="#br0" timeOffset="30306.26">26652 8786 1559 0,'5'-15'721'0,"-3"2"-341"15,0-4-176-15,-2 5-85 0,0 2-34 0,-2 4-28 16,2 6-7-16,0-13-3 0,0 13-6 0,2-8-3 16,-2 8 0-16,0-7-7 0,0 7-17 0,0 0-4 15,0 0-5-15,0 0 7 0,0 0 12 0,0 0 7 16,9 19 11-16,-2-4 0 0,-3 4 0 0,0-2-5 16,4 2-5-16,-2 0 0 0,-1 0-7 0,3-2 6 15,-5-5-10-15,4 0-1 0,-3-2 1 0,-1 0-7 0,1-1 12 16,-2-5 15-16,0 1 9 0,-2-5 16 15,2 8 26-15,-2-8 11 0,0 0 10 0,5 5 7 16,-5-5 1-16,0 0-2 0,0 0-3 0,0 0-9 0,0 0-13 16,0 0-13-16,0 0-6 0,0 0-13 0,0 0-12 15,-3-25-10-15,4 13-9 0,1-4-12 0,3 0-16 16,4-2 1-16,-1 0 3 0,7-4-14 16,0 2-3-16,-1 5-3 0,1 1 9 0,1 2-7 0,-1 1-3 15,4 3 1-15,-4 1 0 0,-3 3-2 0,3 1 3 16,-4 3-1-16,3 0 1 0,-5 2-6 0,1 0 11 15,0 3 5-15,1 0-4 0,-4 3-7 0,2 1 5 16,0-1 0-16,-3 2 1 0,1 4 0 0,1-3-17 16,-4 0-53-16,2-1-55 0,-3 2-46 0,-1 4-57 15,-2 0-65-15,-2 1-51 0,-5-3-292 16,3 1-696-16,-2-4 308 0</inkml:trace>
  <inkml:trace contextRef="#ctx0" brushRef="#br0" timeOffset="30601.97">27093 8735 94 0,'0'0'330'0,"0"-9"-38"0,0 9-35 0,0 0-24 15,0 0-20-15,0 0-22 0,0 0-11 0,0 0-19 16,0 0-20-16,4 26-14 0,-2-19-7 0,4 2-15 16,1-1-9-16,1-2-9 0,0 2-5 0,3-2 0 15,3-2-12-15,4-1-2 0,2-3 1 0,1-3-7 16,0-2-1-16,6-3-6 0,-8 0-9 0,2 0 3 15,-4 0-12-15,-2-1 17 0,-3 2-4 0,-3-1-5 0,-3 0 9 16,0-2 0-16,-2 2-8 0,-2-2-3 16,-4-1 2-16,0 0-6 0,-4 1 5 0,0-3-14 15,-3 4-5-15,2 1-1 0,-4-1 1 0,2 2-6 16,-2 1-10-16,-1 0-13 0,2 2-15 0,-3 4-18 16,-2 0-22-16,2 4-31 0,-3 5-32 0,-3-4-42 15,5 3-59-15,0 3-33 0,-2 1-234 0,8-2-532 16,3-1 236-16</inkml:trace>
  <inkml:trace contextRef="#ctx0" brushRef="#br0" timeOffset="30807.29">27404 8619 241 0,'3'-8'310'0,"-3"8"-34"0,0 0-29 16,4-5-17-16,-4 5-25 0,0 0-14 0,0 0-21 15,0 0-16-15,0 0 5 0,0 0-6 0,0 0 0 16,9 17-13-16,-5-8-10 0,-1 2-15 0,0 1-8 15,1 0-14-15,0 3 7 0,0-2-23 0,-1-2-6 16,3 4-17-16,0-4-21 0,-2-2-23 0,-2 1-25 16,3-1-35-16,-3-1-52 0,0 1-56 0,2-4-52 15,-1 0-52-15,-3-5-175 0,1 6-474 0,-1-6 209 16</inkml:trace>
  <inkml:trace contextRef="#ctx0" brushRef="#br0" timeOffset="30930.25">27418 8424 87 0,'-2'-9'214'0,"1"1"-32"16,1 8-31-16,-2-10-36 0,2 10-26 0,0-7-20 15,0 7-25-15,0 0-16 0,0 0-33 0,19 23-40 16,-13-8-111-16,1 3-167 0,7 7 75 0</inkml:trace>
  <inkml:trace contextRef="#ctx0" brushRef="#br0" timeOffset="31467.1">27651 8750 246 0,'0'0'292'0,"10"-7"-29"16,-10 7-23-16,3-8-16 0,0 4-13 0,-1-6-12 15,3 0-19-15,-1-2-11 0,-1 0-16 0,1-2-9 16,2-1-10-16,-1-2-2 0,2-2-2 0,-4 3-19 0,3-1-2 16,-1 1-11-16,-1 1 9 0,-2 3 2 0,0 2 8 15,0 2 0-15,-1-1-2 0,0 4-7 16,-1 5-4-16,0-11-5 0,0 11 6 0,-6-8-25 15,6 8-15-15,-6-3-7 0,6 3-7 0,-17 5-11 0,6 1-6 16,-1 4-17-16,2-2-1 0,1 3-7 0,3 0-16 16,1 0-8-16,3 2-2 0,2-3-4 0,6 4-7 15,-1-2 2-15,6 0-3 0,5 1 4 0,-3 1 4 16,5 0 4-16,-2-3-4 0,0 0 6 16,-1 1 2-16,-1-2-2 0,-1 1 3 0,-3-1-3 0,-2-2-4 15,-3 1-11-15,1 0 2 0,-3 1-9 16,-3 0-2-16,0-1 0 0,-3 1 2 0,-1-3 12 0,-1 3-8 15,-1-4 1-15,-2 2 2 0,2-3-1 0,0-2 4 16,2 1 3-16,4-4 0 0,-9 6-5 0,9-6-10 16,0 0-7-16,0 0-10 0,0 0-1 0,0-17 4 15,0 17 6-15,15-25 4 0,3 6-2 0,-1-1 7 16,2-2 6-16,0-1 2 0,0 1 7 0,4 3 1 16,-3-6 4-16,0 5 5 0,-4-3 8 0,1 4 10 15,-4 3 14-15,-3 2 0 0,-1 1 12 0,-2 2 12 0,-2 2 6 16,-3-2 0-16,-2 3 4 0,0 2 3 15,2-3 1-15,-2 9 8 0,-5-10-2 0,1 5 5 16,4 5-9-16,-10-6-7 0,4 4-4 0,6 2-4 16,-20 6-6-16,9 1-6 0,-2 3 8 0,-2 2-11 0,2 2-2 15,-2 1-2-15,6 1-10 0,0-1-2 0,3 2-10 16,2 0-17-16,2-4-27 0,5 2-46 16,-1-4-59-16,5-1-73 0,6 2-82 0,-4-3-238 15,9-4-584-15,0-1 259 0</inkml:trace>
  <inkml:trace contextRef="#ctx0" brushRef="#br0" timeOffset="31717.17">28456 8291 129 0,'-2'-13'349'0,"-5"0"-25"0,5 4-1 15,-5 1-6-15,4 2-17 0,3 6-15 0,-3-13-18 16,3 13-31-16,-3-7-32 0,3 7-28 0,0 0-21 15,0 0-17-15,0 0 9 0,0 0-9 0,9 27-7 16,-4-9-6-16,2 11-14 0,-1 0-1 16,-2 4-6-16,1 1-14 0,0 12-2 0,-1-10-13 0,-4 0-7 15,4-3-2-15,-2 2-10 0,1-2-6 0,-2-1-19 16,0 0-44-16,-2-4-45 0,1-3-49 0,-1-4-50 16,-2 3-63-16,1-6-64 0,1-3-38 0,-6 1-250 15,2-3-620-15,0-2 274 0</inkml:trace>
  <inkml:trace contextRef="#ctx0" brushRef="#br0" timeOffset="31950.83">28428 8468 14 0,'10'-14'223'0,"3"-2"-11"0,0 6 1 0,5 1-2 15,-3 3-17-15,-3 0-15 0,0 3 7 0,2 2 2 16,-3 2-15-16,0 1-9 0,1 1-7 0,-4-2-2 0,3 5 0 15,-2 1 0-15,-4 2 5 0,3-1-19 16,-3 2-3-16,-5-1-6 0,0 1-5 0,-3 2-8 0,-1-1-21 16,-3 3-4-16,-1-2-19 0,-4-1-23 0,2 3-30 15,-4-4-41-15,1 2-51 0,-2-2-58 16,2 1-54-16,4-6-53 0,2-1-52 0,-4-2-183 0,6 1-508 16,5-3 225-16</inkml:trace>
  <inkml:trace contextRef="#ctx0" brushRef="#br0" timeOffset="32184.1">28638 8503 225 0,'4'3'231'0,"-4"-3"-20"0,7 4-18 15,-7-4-19-15,4 5-12 0,-4-5 2 0,11 4-6 16,-5-1-1-16,-6-3-3 0,13 2-7 0,-4-2-2 16,-9 0-9-16,20-7-9 0,-7 3-6 0,2-2-9 15,-2 0-3-15,1-3-3 0,-4 1 9 0,-1 2-5 16,-4 2 8-16,1-5 1 0,-4-1-9 0,-1 1-14 15,0 1-16-15,-1 8 5 0,-2-16-14 0,-2 10-10 16,-3-3-21-16,1 2-20 0,-4 2-23 0,1 0-34 16,-4 0-42-16,0 1-44 0,-1 3-57 0,2 1-57 15,0 1-44-15,-2 1-206 0,3 1-526 0,3-1 233 16</inkml:trace>
  <inkml:trace contextRef="#ctx0" brushRef="#br0" timeOffset="32583.55">28856 8333 135 0,'5'5'264'0,"-5"-5"-31"0,0 0-19 0,-2 11-19 15,3-4-6-15,-1-7-14 0,2 12-18 0,0-5-16 16,-1 3-10-16,1 0-6 0,0-5-14 0,-1 1-11 0,3 1-7 16,-1-2-11-16,0 2-5 0,1-1 0 0,-1-1 1 15,5 0-3-15,-3 0-7 0,5-2-7 16,0 0 1-16,-2-1-8 0,-1-1 7 0,-7-1-3 15,15-1-3-15,-8 1-8 0,-7 0-2 0,14-5-3 0,-6-2-4 16,-3 3-7-16,0-2 1 0,4-1-5 16,-4 1-2-16,-1 1-3 0,0 0-4 0,-4 5-4 15,6-10 1-15,-4 7-4 0,-2 3-1 0,6-6-6 16,-6 6 3-16,0 0-9 0,6-5 5 0,-6 5-2 0,0 0-3 16,0 0 1-16,0 0 0 0,12 10 1 0,-12-10-1 15,6 4-3-15,-6-4 5 0,9 4-1 0,-4-3 1 16,-5-1 2-16,11 6 4 0,-5-6 9 0,-6 0 12 15,18-3 11-15,-8 0 17 0,0 2 4 0,-1-5 5 16,-1 2 11-16,1-2-7 0,0-2 0 0,-3 0-4 16,-1-2 2-16,-1 0 0 0,1 1-7 15,-2-2-1-15,-2 2-15 0,0-3-18 0,-1-1-26 0,0 2-25 16,-1-1-43-16,-1 1-36 0,-1 2-43 0,-2-1-63 16,2 4-50-16,1-1-43 0,2 7-233 0,-8-6-580 15,8 6 257-15</inkml:trace>
  <inkml:trace contextRef="#ctx0" brushRef="#br0" timeOffset="33001.03">29337 8315 57 0,'16'-9'308'0,"1"0"-28"0,-4-2-17 0,2 0 0 0,-3 0 0 16,-1 3-14-16,2-2-1 0,-3-3-17 16,-1 5-14-16,0-2-9 0,0-2-3 0,-5 0-26 15,0 2-14-15,-2-3-16 0,0 3-5 0,-2-1-8 16,-2 0 0-16,0 3-14 0,-2-2-6 0,-3 3-14 0,2 2-6 15,-2 3-6-15,7 2-1 0,-16-4-17 16,6 9-7-16,-3 3-2 0,-1 3-5 0,-5 7-14 16,4 1 3-16,-3 3-15 0,8-4-2 0,-2-1 0 15,4 0-1-15,5 2-10 0,0-2 4 0,2-1-1 0,2-3-7 16,3-3 7-16,1 0 1 0,1-1-12 0,2 0 9 16,2-5-5-16,3 0 4 0,0-3-5 15,6-2-3-15,1-3-1 0,0-2-1 0,-2-1-8 0,1-2 4 16,-4-2-4-16,3 1-3 0,-3-3 4 0,-2 0-6 15,1-1-2-15,0-1-1 0,-1 2 7 0,0-3-7 16,-2 2 3-16,8-6 1 0,-7 7-3 16,1-3 0-16,1 2 4 0,-1 1-4 0,0 1-7 15,-3 3 3-15,-1 1 8 0,-1 2-6 0,1 2 2 0,-5 1 0 16,-4 3-16-16,12-1 25 0,-12 1-12 0,11 5 9 16,-6-1 5-16,0 4-10 0,1 2 6 0,-3-1-5 15,-3 4-2-15,3-2-2 0,2 1-37 0,-3-2-28 16,0 2-43-16,-1-1-44 0,-2-1-53 0,1-4-68 15,0 1-59-15,0-7-270 0,0 12-661 0,0-12 294 16</inkml:trace>
  <inkml:trace contextRef="#ctx0" brushRef="#br0" timeOffset="33566.65">28991 7818 91 0,'-8'0'212'0,"8"0"-5"15,-7 1-7-15,7-1-6 0,0 0-14 0,0 0-14 16,0 0-15-16,0 0-14 0,0 0-6 0,0 0 1 16,0 0-3-16,54-1 2 0,-3-7-8 0,8 0-13 15,34-14-9-15,-3 0-7 0,7 2-16 0,-9 0-4 16,0-5-7-16,-25 7-8 0,29-6-6 0,-33 8-7 16,1-1-1-16,-3-4-11 0,-1 3-2 0,-6 3 3 15,-14 4-7-15,-3-1-1 0,-2 2-4 0,-2-1-2 16,-9 5 0-16,-8 1 10 0,1 1 9 0,-4 2 14 15,-2-2 11-15,-1 1 16 0,-6 3-12 0,10-3-5 16,-6-1-7-16,-4 4-5 0,0 0-10 0,0 0-16 16,0 0-3-16,0 0-18 0,0 0-18 0,0 0-27 15,-18-8-30-15,18 8-53 0,-14 4-61 0,14-4-64 16,-18 6-263-16,8-2-553 0,-8 0 245 0</inkml:trace>
  <inkml:trace contextRef="#ctx0" brushRef="#br0" timeOffset="63450.31">13821 14902 3 0,'2'-8'156'16,"-2"8"-21"-16,2-8-13 0,-2 8-10 0,0 0-10 15,0 0-10-15,2-9-7 0,-2 9-6 0,0 0-6 16,0 0-9-16,7-2-1 0,-7 2 3 0,0 0 13 16,0 0-4-16,0 0 1 0,20 8-6 0,-15-5-3 0,-1 2-4 15,4 2 2-15,-2 0-5 0,3-1-2 16,-3 1-7-16,-1 0-1 0,1-1-1 0,1 1 2 15,0 0-1-15,-3-1 0 0,1 0-5 0,-1-2-6 16,3-1-3-16,-7-3-1 0,9 6-4 0,-6-3-3 16,3 1-6-16,-6-4 1 0,14 2-2 0,-3-4-3 0,-3-2-3 15,4 0-7-15,2-4-15 0,6-8-15 16,2-6-35-16,7-3-47 0,12-15-49 0,-1-2-188 16,2-2-370-16,22-23 165 0</inkml:trace>
  <inkml:trace contextRef="#ctx0" brushRef="#br0" timeOffset="69167.37">29787 7021 108 0,'0'0'148'0,"0"0"4"0,0 0-5 0,0 0-6 0,0 0 0 16,0 0-12-16,0 0-6 0,0 0-10 0,-4-5-14 16,4 5-10-16,0 0-7 0,0 0-9 0,0 0-11 15,0 0-8-15,0 0-5 0,0 0-3 0,0 0-5 16,0 0-3-16,0 0-7 0,0 0-7 0,0 0-3 15,0 0 2-15,0 0-9 0,0 0-1 0,0 0-2 16,0 0 1-16,0 0-2 0,0 0-2 0,0 0 1 16,0 0-1-16,0 0-2 0,8 21 4 0,-8-21-4 15,0 0 0-15,1 8 2 0,-1-8 2 0,0 0-3 16,2 6 3-16,-2-6-3 0,0 0 1 0,3 6-1 16,-3-6-1-16,0 0-1 0,0 0 4 0,0 0-4 15,1 8 1-15,-1-8-3 0,0 0-2 0,0 0 5 16,0 0 0-16,0 0-3 0,0 0 0 0,0 0-1 15,0 0 4-15,0 0-6 0,0 0 5 0,0 0-2 16,0 0-2-16,0 0 0 0,0 0 3 0,0 0-7 16,28-15-23-16,-2 0-30 0,15-15-48 0,5-5-55 15,28-16-147-15,-4-1-330 0,3-1 146 0</inkml:trace>
  <inkml:trace contextRef="#ctx0" brushRef="#br0" timeOffset="86878.03">14083 9647 38 0,'0'0'63'0,"0"0"-5"0,0 0-8 16,0 0-3-16,0 0-5 0,0 0-19 15,0 0-12-15,0 0-16 0,0 0-21 0,0 0-25 0,0 0-54 16,0 0 25-16</inkml:trace>
  <inkml:trace contextRef="#ctx0" brushRef="#br0" timeOffset="87127.93">14768 9714 69 0,'0'0'83'0,"0"0"-14"0,0 0-15 16,0 0-18-16,0 0-5 0,0 0-11 0,0 0-12 15,13-4-18-15,-6 4-22 0,2 3-23 0,1 1-59 16,7-1 25-16</inkml:trace>
  <inkml:trace contextRef="#ctx0" brushRef="#br0" timeOffset="87926.73">17983 9799 54 0,'0'0'118'0,"0"0"-2"16,0 0-2-16,0 0 1 0,0 0-2 0,0 0-1 15,5 4-6-15,-5-4-1 0,0 0-5 0,0 0-2 0,0 0-5 16,0 0 0-16,0 0-6 0,0 0-5 16,0 0-2-16,0 0-4 0,0 0-3 0,0 0-6 15,0 0-4-15,0 0-5 0,0 0-8 0,0 0-1 0,0 0-2 16,0 0-3-16,0 0 0 0,0 0 0 16,0 0-4-16,0 0 2 0,0 0-1 0,0 0-3 0,0 0-1 15,0 0-2-15,0 0-2 0,0 0-2 0,0 0-1 16,0 0-5-16,0 0-3 0,0 0-2 0,0 0 3 15,0 0-7-15,0 0 0 0,0 0-5 0,0 0 0 16,0 0-12-16,0 0-12 0,0 0-10 0,0 0-22 16,0 0-20-16,0 0-19 0,0 0-14 0,0 0-15 15,0 0-34-15,0 0-58 0,0 0-108 0,-21 0-340 16,12 3 151-16</inkml:trace>
  <inkml:trace contextRef="#ctx0" brushRef="#br0" timeOffset="89773.99">18115 10507 78 0,'0'0'200'15,"0"0"-20"-15,0 0-19 0,0 0-17 0,0 0-14 16,0 0-13-16,0 0-10 0,0 0-10 0,0 0-13 16,0 0-3-16,0 0-13 0,0 0-9 0,0 0-7 15,0 0-8-15,0 0-4 0,6-2-4 0,-6 2-2 16,0 0-4-16,0 0-5 0,0 0-5 0,0 0 0 16,0 0-2-16,0 0-2 0,0 0-1 0,12 8 0 0,-12-8-5 15,4 5 3-15,-4-5-3 0,5 8 2 0,-3-5 1 16,-2-3-7-16,6 8 4 0,-3-3-2 15,0 2 7-15,-3-7 4 0,5 10 1 0,-1-2-5 16,-3-4 2-16,-1-4-6 0,5 8 2 0,-5-8-1 0,4 7-2 16,-4-7-1-16,3 5-1 0,-3-5-2 0,0 0 5 15,3 6-2-15,-3-6 1 0,0 0-1 0,0 0 0 16,0 0 0-16,3 6 2 0,-3-6-2 0,0 0-2 16,0 0 2-16,0 0 5 0,0 0-7 0,0 0-3 15,0 0 0-15,0 0 4 0,0 0 2 0,0 0 1 16,0 0 3-16,0 0 0 0,0 0-1 0,20-10-2 15,-3-1-5-15,1-7-13 0,4-4-28 0,3-6-42 16,14-13-50-16,0-7-41 0,20-17-150 0,-4-4-343 16,5 2 152-16</inkml:trace>
  <inkml:trace contextRef="#ctx0" brushRef="#br0" timeOffset="92317.86">9499 9710 67 0,'-9'-3'68'0,"9"3"-9"15,-12-2 1-15,12 2-13 0,-12 0 0 0,12 0-1 16,-14 2-9-16,7-2-11 0,-2 3 2 0,2 0-3 15,-2-1-10-15,0 5 1 0,-4 0 3 0,-1 3-4 16,-1 2 1-16,-3 6 1 0,-3 2 5 0,1 0-16 16,0 2 13-16,3-1-8 0,-2 2 7 0,2 1-2 15,2 3 2-15,-2-1-5 0,4 1-6 0,3 1-4 16,1-4 14-16,0 3-10 0,0 0 2 0,1-1 2 16,3 2 0-16,0-2 0 0,3 3-4 0,-3 0 4 15,2 1 6-15,4-2 1 0,3-2-9 0,-1 0 1 16,-1 1 0-16,2-3 0 0,2 1-1 0,1-2-13 15,3 3 10-15,-2-3-1 0,3 0 3 0,4 2-10 16,-2 1 5-16,1 2 7 0,0-4 1 0,3 4-9 16,-2-1 5-16,6 2-2 0,-2-1 4 0,4 0-23 15,1 0 20-15,2-6-1 0,-2 4 2 0,3-3-11 16,4 0 18-16,-1-2-11 0,0-1 0 0,3-4 6 16,-1 1-2-16,2-1-7 0,0 0 16 0,1-2-4 15,-1-3 14-15,-2-2-2 0,3-1 10 0,-1-2 1 16,2-4 8-16,-1-2-3 0,-2-3 8 0,2-1-3 15,2-1 4-15,-4-4 5 0,2-1-7 0,-1-2-4 16,-3-2 4-16,-2-3-1 0,-1-1 6 0,-2-3-2 16,-1-1 6-16,-1-4-1 0,-3-3-3 0,-3-1-1 15,3-13-1-15,-5 10 3 0,0-12 0 0,-5 10-1 0,-2-13-3 16,-5-1-3-16,-4-2 2 0,-4 0 5 16,-1-3-3-16,-4-5-6 0,-5 3-3 0,-5-25-4 15,3 26-6-15,-3-3-2 0,-4-19-6 0,1 25 0 16,1-1-5-16,-5 3 0 0,1-1-2 0,-2 5 0 15,-3 2-1-15,0 2-9 0,-2 5 6 0,-3 2-4 16,10 12-3-16,-2 2 0 0,-3 1-6 0,2 6-7 16,-7 5-16-16,-1 5-15 0,-19 9-10 0,-4 12-29 15,-26 23-4-15,0 8-21 0,-3 14-30 0,-4 5-39 16,-14 22-169-16,-3 13-368 0,-2 13 163 0</inkml:trace>
  <inkml:trace contextRef="#ctx0" brushRef="#br0" timeOffset="95751.1">11682 15491 13 0,'0'0'113'0,"0"0"3"0,-5-6-10 0,5 6 6 15,-3-6-7-15,3 6 0 0,0 0-12 0,-6-7 2 0,6 7-5 16,0 0-4-16,0 0-4 0,0 0-5 0,-4-8-12 16,4 8 1-16,0 0-11 0,-4-5 1 0,4 5-13 15,0 0-4-15,-12-4-2 0,12 4-2 16,-7-3 0-16,7 3-6 0,-8-1-2 0,8 1-3 16,-11 0 3-16,11 0-6 0,-13-3 3 0,13 3 5 0,-10-1-1 15,3-1 5-15,7 2 0 0,0 0 2 0,-16 0 2 16,16 0 2-16,-11 0-2 0,11 0 3 0,-9 0 1 15,9 0-2-15,-10-1-1 0,10 1-2 0,0 0-2 16,-10 0-6-16,10 0 3 0,0 0-1 16,-9-3 0-16,9 3 0 0,0 0-19 0,0 0 2 0,0 0 7 15,0 0-2-15,-8-4-2 0,8 4-10 0,0 0 7 16,0 0-5-16,0 0 7 0,0 0-2 0,0 0-1 16,37 0 3-16,-17 0 3 0,12-6 4 0,4 3-5 15,16-7 6-15,-16 1-6 0,22 1-1 0,1-3-2 16,4-3-1-16,-1 1-4 0,4 0 7 0,-3 0-4 15,-1 0-5-15,1 2 3 0,-6-4-4 0,1 3 3 16,-10 1-1-16,-10 3 1 0,1 0-5 0,-5 3 0 16,-1-2-1-16,1 1 4 0,-6 2-2 15,-8 1 0-15,-1 2 3 0,-2-5-5 0,-4 3 2 0,-1 1-3 16,0 2 2-16,-1-4 2 0,-5 1-3 0,-6 3 2 16,11-2 2-16,-11 2 0 0,9 0-1 0,-9 0 0 15,0 0-3-15,0 0-12 0,0 0-22 0,0 0-33 16,0 0-39-16,-38 14-53 0,15-1-56 0,-5 1-176 15,-5-1-421-15,-1 5 186 0</inkml:trace>
  <inkml:trace contextRef="#ctx0" brushRef="#br0" timeOffset="98334.5">18069 9523 64 0,'0'0'58'0,"0"0"3"0,0 0-16 16,0 0-1-16,-4-20 0 0,4 20-3 0,0 0-3 15,0 0-8-15,0 0 1 0,-7-4-5 0,7 4 1 16,0 0-10-16,0 0 9 0,-6-7-8 0,6 7-3 0,0 0 4 15,0 0-1-15,-5-5 5 0,5 5-10 16,0 0-4-16,-5-4 6 0,5 4-2 0,0 0-5 16,-6-5-4-16,6 5 2 0,0 0 3 0,-8-5 6 15,8 5-3-15,0 0 4 0,-8-2 2 0,8 2 7 0,0 0-10 16,-6-3-2-16,6 3 2 0,0 0 4 0,-7-3 2 16,7 3-10-16,0 0 12 0,0 0 2 0,-5-5-5 15,5 5-7-15,0 0 7 0,-6-5 1 16,6 5 10-16,0 0 5 0,0 0 11 0,-5-5-10 0,5 5 2 15,0 0 0-15,0 0 2 0,0 0-2 0,0 0-2 16,0 0 1-16,-5-4 4 0,5 4-10 0,0 0-9 16,0 0 12-16,0 0-10 0,0 0-1 0,0 0-3 15,0 0 2-15,0 0-2 0,0 0-6 0,0 0 2 16,0 0-6-16,0 0-6 0,0 0 2 0,0 0-2 16,0 0 1-16,0 0-4 0,0 0-1 0,0 0-4 15,0 0 8-15,0 0-6 0,0 0 1 0,0 0 5 16,0 0-7-16,0 0 3 0,11 19-5 0,-6-11 1 15,-1 0 1-15,1 0 1 0,1 0 0 0,-1 2 1 16,0 0 1-16,2-2-2 0,0 0-1 0,-2 1 0 16,1-1 3-16,-2 0-2 0,0-2 5 0,0 1-1 15,0-1-2-15,-1-2-2 0,0 2 4 0,1-1-1 16,0 0-8-16,-2 2 11 0,-2-7-9 0,5 10 6 16,-2-6-7-16,1 1 5 0,-4-5 0 0,3 9 0 15,0-5 8-15,-3-4-8 0,3 7-4 0,-3-7 7 0,2 7-5 16,-2-7 6-16,0 0-2 0,3 4-2 15,-3-4 0-15,0 0 1 0,0 0 3 0,0 0-7 16,2 6 1-16,-2-6 3 0,0 0 4 0,0 0 6 16,0 0-5-16,0 0-9 0,0 0 0 0,0 0 6 15,0 0-2-15,6 4 1 0,-6-4 3 0,0 0 3 0,0 0-8 16,0 0 1-16,0 0-2 0,0 0 2 16,0 0-3-16,0 0 13 0,0 0-13 0,0 0 7 15,0 0 4-15,0 0 1 0,0 0 7 0,0 0 1 0,0 0 1 16,0 0 3-16,0 0 6 0,0 0 5 0,0 0 0 15,0 0 2-15,0 0-2 0,0 0-4 0,0 0 1 16,11-15-3-16,-5 5-6 0,3-6 3 0,4 0-8 16,2-10-4-16,5-3 1 0,8-10-4 0,-3-2-6 15,5-2-6-15,2-3-15 0,3-2-19 0,13-24-32 16,-14 24-20-16,20-17-19 0,-13 21-22 0,1-2-20 16,1 2-119-16,2 2-292 0,-4 1 129 15</inkml:trace>
  <inkml:trace contextRef="#ctx0" brushRef="#br0" timeOffset="103318.01">18144 10467 14 0,'0'0'50'0,"0"0"4"0,0 0-9 0,0 0 4 15,0 0-2-15,0 0-8 0,0 0 3 0,0 0-4 16,0 0-5-16,0 0 4 0,0 0-2 0,0 0-3 15,0 0-1-15,0 0-3 0,0 0 3 0,0 0-12 0,0 0 7 16,0 0-2-16,0 0-7 0,0 0 6 16,0 0-5-16,0 0-2 0,0 0-1 0,0 0 12 15,0 0-15-15,0 0-6 0,0 0 4 0,0 0 2 0,0 0 0 16,0 0-4-16,0 0-1 0,0 0-6 0,0 0 0 16,0 0-3-16,0 0 3 0,0 0-1 15,0 0 1-15,0 0 3 0,0 0-2 0,0 0-8 16,0 0 10-16,0 0-5 0,0 0 6 0,14 19 1 0,-11-15 0 15,1 0-1-15,0 1 2 0,-4-5 3 0,6 10 6 16,-1-2 5-16,-1-2 0 0,2-3-7 0,-3 4-4 16,1-3 12-16,-4-4-13 0,6 6 15 0,-3 0-13 15,-3-6-4-15,5 4 1 0,-5-4-13 0,4 6 16 16,-4-6-14-16,0 0 10 0,5 6-3 0,-5-6 2 16,0 0-2-16,0 0 1 0,3 4-7 0,-3-4 9 15,0 0-1-15,0 0 3 0,0 0 4 0,0 0 8 16,4 5-3-16,-4-5 6 0,0 0-3 0,0 0 5 15,0 0-13-15,0 0 4 0,0 0 0 0,0 0-4 16,13-3-1-16,-13 3 6 0,10-7-1 0,-1 1-6 16,2-1 4-16,3-4-7 0,1 0-5 0,1-1-8 15,4-4-9-15,3-3 2 0,1-1-28 0,3-3-19 16,-2-2-29-16,2 0-106 0,0-3-210 0,8-7 93 16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22T07:16:16.92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21316 7828 28 0,'0'0'68'0,"0"0"-19"0,0 0 0 15,0 0-10-15,0 0-2 0,0 0 6 0,0 0-13 0,0 0-4 16,-14 10-2-16,14-10 1 0,0 0-8 16,0 0 4-16,0 0 0 0,0 0-3 0,-5 4 6 15,5-4 1-15,0 0-5 0,0 0 10 0,0 0-8 16,0 0 3-16,0 0-8 0,0 0-1 0,0 0-1 0,0 0-6 15,0 0-1-15,0 0-8 0,0 0-8 0,0 0 1 16,0 0-11-16,0 0-15 0,0 0-4 0,0 0-6 16,0 0-5-16,12 12-38 0,-12-12-92 15,1 7 41-15</inkml:trace>
  <inkml:trace contextRef="#ctx0" brushRef="#br0" timeOffset="9076.12">17432 16957 55 0,'0'0'57'0,"10"1"-9"0,-10-1 3 0,11 1-13 15,-3 1-2-15,-8-2-15 0,15 1-21 0,-5 0-9 16,0 2-13-16,1 2-1 0,0-1-19 15,-1 2-46-15,2-1 20 0</inkml:trace>
  <inkml:trace contextRef="#ctx0" brushRef="#br0" timeOffset="10408.01">24557 16598 25 0,'3'-6'204'0,"-3"6"-68"0,0 0-59 0,0 0-70 16,-6-16-83-16,2 8-80 0,1-2 36 0</inkml:trace>
  <inkml:trace contextRef="#ctx0" brushRef="#br0" timeOffset="14213.17">14139 17252 22 0,'0'0'44'0,"0"0"-10"0,-2-10 1 0,2 10-2 15,0 0-4-15,0 0-2 0,0-16 1 0,0 16-3 16,0-11 1-16,0 11-3 0,0 0 2 0,-2-13 9 15,2 13-4-15,0 0-9 0,0-12 7 0,0 12-7 16,0 0-3-16,-4-9 1 0,4 9-8 0,0 0 5 16,-7-8-8-16,7 8 9 0,0 0-3 0,-7-8 2 15,7 8-11-15,-7-8 14 0,7 8 10 0,-4-6-5 16,4 6 1-16,0 0 0 0,-9-10-2 16,9 10 1-16,-5-4 3 0,5 4-6 0,0 0 6 15,-9-6 6-15,9 6-3 0,0 0 0 0,-9-5 4 16,9 5-11-16,0 0 10 0,0 0-5 0,0 0-6 15,0 0-1-15,0 0-2 0,0 0-2 0,0 0 2 0,0 0-1 16,0 0 3-16,0 0-12 0,0 0-3 16,0 0 3-16,0 0 0 0,0 0-2 0,0 0 0 15,0 0 4-15,0 0-9 0,0 0 8 0,0 0-9 16,0 0-4-16,0 0 3 0,0 0 6 0,0 0 0 16,0 0-15-16,0 0 15 0,36 3-5 0,-36-3 5 15,16 0-3-15,-16 0-2 0,17 1-5 0,-6 0 8 16,-11-1-5-16,19 0 7 0,-7 0-6 0,-2 0 6 15,1 1 3-15,2-1-4 0,-13 0 10 0,23-2-18 16,-11 3 1-16,6-2-8 0,-4 1 9 0,0-1 1 16,3 2 4-16,1-2-8 0,-1 2 16 0,0-1-10 15,-4 0 0-15,9 2-8 0,-4-2 8 0,2-2-11 16,-1 3 10-16,-1 0-4 0,4 0 10 0,-1 0-10 16,0 0 2-16,7 1 4 0,-6-1-9 0,6-1-7 15,-1-3 12-15,1 3-4 0,-1-2-1 16,-7 2 6-16,8-3-11 0,2 3 5 0,-4-3 1 0,1 1-6 15,-5-2-1-15,1 2 3 0,5-2-10 0,0 1-1 16,0 2-8-16,0-3 3 0,-7 2-3 0,12-1 10 16,-5 2-7-16,3-1 0 0,-3 1 10 0,4-1 5 15,1 2-12-15,-2-1 8 0,-2 0 2 0,3 0-11 16,0 2 0-16,0-2 2 0,1 1 0 16,1 0-14-16,-1 1 8 0,1-1-2 0,0 0-6 15,-1-4 7-15,0 3-9 0,0 1 8 0,2 0-7 0,-3-1 8 16,2-1 7-16,-1 3-5 0,3-2 0 15,-1-2-3-15,-1 0 4 0,1 0 6 0,1 0 2 0,-2-2 5 16,-1-1-2-16,3 1 4 0,1 4-3 0,-2-4 9 16,2 0-2-16,0 2 0 0,0 0-4 0,0 0 7 15,1 1-4-15,1 2 4 0,-1-2 2 16,3 2-6-16,-2 1 8 0,11-2-5 0,-13 0 3 16,0 1-7-16,3 1 0 0,-3-1 0 0,14-1 5 15,-14 2-8-15,0-2-3 0,2-1 9 0,13 0-5 16,-12-1 5-16,-2 2-9 0,2 0 0 0,12-8 0 15,-14 6-8-15,3-3-13 0,9-1-35 0,0-3 15 16</inkml:trace>
  <inkml:trace contextRef="#ctx0" brushRef="#br0" timeOffset="15196.09">19810 17107 25 0,'0'0'51'0,"12"2"-4"0,-4 0-2 16,-8-2-10-16,17 5-3 0,-6-2-3 0,1-1-1 16,-1 1-2-16,1 2-16 0,0-1 0 0,8 0-2 15,-5 2 0-15,-1-1-1 0,1 1 14 0,4-2-11 16,-1 3-10-16,-1-2 10 0,2-2-8 0,0 3 2 15,2-4 1-15,0 4 1 0,-1-3-3 0,9 1 0 16,-6-1 7-16,6 1-9 0,1-1 2 0,-1 2-6 16,2-2 1-16,1 2-3 0,-1-3-1 0,0-1 10 15,3 0-7-15,0-5 4 0,1 3-3 0,-1-2-2 16,3 1-7-16,-1-1 0 0,2-1-1 0,-3 2 9 16,2-1-2-16,0 1-1 0,1-2 6 0,-1 6 4 15,1-3 11-15,-3 2-3 0,5 1-1 0,-6-2-9 16,-4-2 10-16,4 4-2 0,1-1 1 15,-1-1-2-15,-2 4-9 0,2 0-1 0,-2-1 5 0,-3-1 0 16,4-1 4-16,-2 2-10 0,-3-3 5 0,1 2-3 16,-1-2-5-16,1-1-1 0,-1 1 1 0,-7-1 6 15,7-2-7-15,-7 2 3 0,2-1 2 16,4-1 0-16,-4 0 1 0,-4 1 3 0,0-2-4 16,3 1-1-16,-4-1-5 0,2 3 11 0,-2-3-4 15,1 2-2-15,2-5 7 0,-5 4 0 0,5 0-4 16,-3-1 2-16,1-1 3 0,0 1-5 0,-2 1 1 15,2 0 2-15,-3 0-6 0,2-1 4 0,1 1 0 16,-6 1-3-16,4-2 1 0,-1 3-2 0,2-4 1 16,2 1-1-16,-7 3-2 0,4-4 3 0,1 2-10 15,-1 2 1-15,-2-2-4 0,2 2 4 0,1-2-14 16,-6 3-2-16,6 3-2 0,-5-2 6 0,6 0-4 16,-2 1 10-16,-1 1-1 0,-2-1 0 0,4 0 6 15,-4 0 2-15,4 0 7 0,0 2-3 0,-1-2 4 16,1 1-1-16,-2 0 1 0,2 0 2 0,1 4-6 15,-2-1 11-15,2 2-11 0,-3 0 13 0,4-1-2 16,-2 0 4-16,0-1-6 0,-1-3 8 0,-1 3 4 16,-2-2 6-16,3-1 4 0,0 0-3 0,0-1-2 15,-2 0-3-15,1 0-3 0,-2 0-1 0,-14-2-1 16,24 3 0-16,-7 0 8 0,-3 1-12 0,-1 0 2 16,-2 2-3-16,-11-6-4 0,19 4 4 0,-8 0-8 15,2-2 6-15,-13-2-11 0,22 7-19 0,-13 0-13 16,-1 1-35-16,-2-1-77 0,-6-7 35 15</inkml:trace>
  <inkml:trace contextRef="#ctx0" brushRef="#br0" timeOffset="41213.18">13111 10882 9 0,'0'0'17'0,"11"4"-1"15,-5-3 1-15,2 2-1 0,1 0-1 0,1 0-1 16,2 1 2-16,-1 0-4 0,2-1-2 0,1 0 0 16,2 1-1-16,2 1-5 0,-1-1 8 0,0-1-7 15,1 0-4-15,-1 0 1 0,2 1-2 0,-8-1-7 16,9-1-1-16,-5 0-9 0,-1 0-9 0,2-1-28 15,-2 1 13-15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22T07:17:37.58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27694 8913 11 0,'-5'5'44'0,"5"-5"2"0,0 0 4 16,0 0 2-16,0 0 4 0,-4 4 4 0,4-4 5 0,0 0 9 15,0 0-6-15,0 0-4 0,0 0-2 0,0 0 4 16,0 0 11-16,0 0-2 0,0 0 9 0,0 0-1 16,0 0 9-16,0 0-4 0,0 0 4 15,0 0 3-15,0 0-3 0,0 0-3 0,0 0-1 0,0 0-4 16,0 0-8-16,0 0-3 0,0 0-4 0,0 0-11 15,0 0-5-15,0 0-7 0,0 0-5 0,0 0-5 16,0 0-4-16,0 0-5 0,6 11-3 0,-6-11-2 16,3 6 1-16,-3-6-2 0,6 6-3 0,-3-1-1 15,0 1 0-15,-1 1-2 0,0-1-5 0,4 3 3 16,-1 0-1-16,-3-2-2 0,2-1-3 16,-2 3 3-16,1-1-2 0,4 1-1 0,-4-2-1 0,-1-1 2 15,2 1-1-15,-4-7 0 0,4 14-4 0,-1-7 3 16,1-2 2-16,-2 0-4 0,-2-5-3 0,5 9 4 15,-5-9-1-15,3 5 2 0,-3-5-3 0,4 5-2 16,-4-5 2-16,0 0 5 0,7 5 2 0,-7-5 2 16,6 2-1-16,-6-2 0 0,18-6 1 0,-3-1-4 15,4-4-5-15,6-7-12 0,6-2-17 0,1-2-29 0,10-12-24 16,3-1-22-16,-2-5-28 0,6 1-27 16,-4-3-26-16,3 3-137 0,-3 0-345 0,-4 4 152 15</inkml:trace>
  <inkml:trace contextRef="#ctx0" brushRef="#br0" timeOffset="47733.74">13378 12498 19 0,'0'0'56'0,"-5"-3"-2"0,5 3-3 16,0 0-2-16,-8-3-9 0,8 3-4 0,0 0-10 16,0 0 2-16,0 0-3 0,-7-3-6 0,7 3 3 0,0 0-13 15,0 0 7-15,0 0 4 0,-6-4-3 16,6 4-6-16,0 0 4 0,0 0-8 0,0 0 5 0,0 0-7 16,0 0 0-16,0 0-1 0,0 0 1 15,0 0-3-15,0 0-3 0,0 0 6 0,0 0-9 16,0 0 8-16,0 0-1 0,0 0 4 0,0 0 3 0,0 0-8 15,0 0 0-15,0 0 2 0,15 13 2 16,-15-13-12-16,10 5 15 0,-4-3-3 0,0 1 3 16,3 0-3-16,-2-3 2 0,2 3-6 0,2 0 7 15,2-1-1-15,-1-1 6 0,1 1-7 0,5-1 8 0,0 1 1 16,2-4-7-16,1 1 6 0,11-6-7 16,1 1-4-16,1-2 7 0,2-1-1 0,15-4-1 15,-2 1-8-15,-1-1 6 0,-12 3 1 0,1-2 1 16,-1 6-2-16,1-3-3 0,-3 3-10 0,1-1 8 15,-3 1 3-15,1 1-4 0,-3 1 6 0,4 2 4 0,1 0-10 16,-2 0 1-16,-1 0-9 0,4-1 3 0,-2 0-3 16,2 4 0-16,0-1-3 0,-3 2-11 0,1-1-4 15,0 3-13-15,0-1-7 0,1-2-15 0,2 3-40 16,-3-1-107-16,-1-2 48 0</inkml:trace>
  <inkml:trace contextRef="#ctx0" brushRef="#br0" timeOffset="48733.81">17486 12669 69 0,'0'0'76'0,"0"0"-10"0,0 0-6 15,0 0-8-15,0 0-8 0,0 0 0 0,0 0-6 16,28 0-8-16,-28 0 0 0,10 0-2 0,-3 0-5 16,-7 0 4-16,14 3-3 0,-6 0-3 0,2-1 1 15,-1 0-13-15,1 0 5 0,-1 0 2 0,2 1 1 16,0-2-7-16,0 1-7 0,2 2 4 0,0-1 4 15,-2-1-6-15,6 4 2 0,1-3 3 0,1 1-7 16,0-1 8-16,3 1 5 0,6 0-8 0,-6-1 4 16,4 1 3-16,3-1-2 0,0 1-5 0,-1 0 4 15,0-1-5-15,2 0 1 0,-1 1-9 0,0 1-2 16,-2-2 15-16,3-1 5 0,-1 0-5 0,2 1-5 16,-2-2 1-16,2 0-8 0,-2-2 1 0,2-2 9 15,-2 2-12-15,5-2 4 0,-2 0 0 0,-2 2 2 0,2-4-1 16,0 3-17-16,8 0 19 0,-2-1 1 15,-2 0 2-15,1-1-7 0,1 0 2 0,0 1 2 16,1-2 0-16,1 2 5 0,11-3-12 0,0-1 5 16,-12 3-4-16,0-2 1 0,12 1 4 0,-13 1-3 0,1 1 5 15,1 0-1-15,13 2-5 0,-15-2-8 0,0 1-4 16,-1 0 6-16,16-1-3 0,-16 0 5 16,1 0 2-16,1 1-7 0,1 0 13 0,-1 0-8 15,16 0-7-15,-16-1 2 0,12 0-7 0,-11 1 11 0,-1 1-2 16,0 1 3-16,1 1-3 0,-1-5 4 0,0 1-3 15,0 3-7-15,-2-4 8 0,0 1 12 0,1 0-10 16,2 1 6-16,-1 1 1 0,-1 1-2 16,17-2 4-16,-15 2-1 0,12-5-2 0,-12 4 2 15,11-3-1-15,-12 2-2 0,16-3 1 0,-2 1 0 0,-2-2 0 16,3-1 8-16,-3-1-10 0,-13 1 3 0,16-3-2 16,-6-1 21-16,-11 3-28 0,14-5 11 15,3 1 0-15,-7-2 7 0,-7 4-10 0,9 1-2 0,-12-1 4 16,2 1 3-16,10-2 0 0,-11 3 0 15,-2 0-1-15,2 2 8 0,-2-1-2 0,2 3-7 0,1-2-9 16,-4 1 7-16,1 2 0 0,-2 1-1 0,-3 2-8 16,0-1-4-16,-9 0-17 0,-2 1-11 0,1 0-10 15,-1 2-29-15,-8-1-66 0,-3 2-152 0,0-1 67 16</inkml:trace>
  <inkml:trace contextRef="#ctx0" brushRef="#br0" timeOffset="118666.62">16433 13888 67 0,'0'0'84'0,"-14"0"-7"16,14 0-7-16,-18 0-8 0,11-2-3 0,-4 4-10 15,3-1 3-15,8-1 4 0,-12 0-18 0,4 0 1 16,8 0-6-16,-11 1-1 0,3 0-6 0,8-1-11 16,-12 2-10-16,12-2 12 0,-11 1-4 0,3 1-5 15,8-2 3-15,-13 2-8 0,8 0 0 0,-1 0 7 16,6-2-4-16,-15 3-5 0,7 0-4 15,1-2 11-15,7-1 4 0,-16 2-4 0,10 0-6 0,-2 0 7 16,0 1 0-16,1 0-6 0,7-3-3 0,-13 3 2 16,5 0-1-16,1 0-2 0,0-1 1 0,1 2-1 15,6-4 8-15,-13 7-9 0,7-4 3 0,-1 0 1 16,-1 0 6-16,2 0-2 0,0 1 7 0,6-4 2 16,-13 6 7-16,6-4-11 0,2 2-2 0,5-4-1 15,-12 6 3-15,7-4-2 0,5-2 2 0,-10 5-3 16,5-3 18-16,5-2-6 0,-8 5 8 0,8-5-8 15,-7 3 16-15,7-3-5 0,-6 4-6 0,6-4-5 16,-7 1-4-16,7-1 2 0,-9 5-2 0,9-5-7 16,-9 4 6-16,4-3-6 0,5-1-2 0,-7 6-1 15,7-6 3-15,-10 3-5 0,6 0-2 0,4-3 5 16,0 0-1-16,-9 3 5 0,9-3 6 0,0 0-6 16,-7 3 12-16,7-3-4 0,0 0 1 0,-7 3 0 15,7-3 3-15,0 0-1 0,0 0 1 0,0 0-2 16,0 0 15-16,0 0-5 0,-9 0-5 0,9 0 1 15,0 0-2-15,0 0-5 0,0 0-3 0,0 0-3 16,0 0-1-16,0 0-1 0,0 0-3 0,0 0-3 16,0 0 4-16,0 0-1 0,0 0-4 0,0 0-2 15,0 0 3-15,0 0-5 0,0 0 2 0,0 0-5 16,0 0 0-16,0 0 5 0,0 0 2 0,0 0-6 16,0 0-2-16,0 0 4 0,23 4 0 0,-23-4-2 15,11 0 4-15,-2 0-3 0,-9 0 0 0,14 2 1 16,-2-4 5-16,-2 2-2 0,3 0 3 0,-1-1-1 15,1-2 0-15,5 0 2 0,-1 1-1 0,2-1 0 16,0-1-1-16,2 1-2 0,-1-1 10 0,1 1-14 16,-1 0 9-16,7 0-7 0,-6 0-1 0,0 2 6 0,2-1-2 15,4-4-4-15,-4 6 3 0,4-3 0 0,1 2 2 16,0-1-5-16,-5 0 1 0,5 1 0 16,0-1 2-16,-1 2-3 0,-7 0 0 0,2 0 0 15,7 0 4-15,-7-2-7 0,-3 2 7 0,4 2-2 16,5-4-2-16,-5 4 4 0,-3-2 2 0,1 0-3 0,7 0-1 15,-1 0-2-15,-4 0 2 0,4 0 1 0,0 3-3 16,-7-3-3-16,2 0 6 0,0 2-4 16,5-2 0-16,-4 0 4 0,-2 0 2 0,7 1-1 15,-1-1-1-15,0-3-1 0,3 3 0 0,-2 0-1 0,3-3 2 16,-3 1 8-16,1 0-10 0,0-4 2 16,3 2 0-16,-2 1 5 0,-1-4 3 0,2 4-2 0,-2-2-2 15,3 1 0-15,-1 0 0 0,1 1 0 0,1 1 1 16,2-1 2-16,-2 2-2 0,-1-2-2 15,2 6-3-15,1-3 1 0,-2 0 0 0,1 2-1 0,1 2-1 16,-1 0-1-16,2-1 4 0,-1 0-2 0,3 1 0 16,-2 1-1-16,-2 2 0 0,0-7-3 0,-1 4 3 15,-1-2-1-15,1-1 1 0,-4 2-2 0,2-3 0 16,-3 0 4-16,-1 1-4 0,-5-1 2 0,-2 0 2 16,7-2-4-16,-5 2 4 0,-1 1-5 0,0 0-1 15,1-2 5-15,6 1-2 0,0 1-2 0,1 1 5 16,-8-2 2-16,8-2 4 0,-2 4-7 0,-5-2 4 15,-1 1 0-15,-1 0-3 0,0 1-1 16,-1-2 2-16,-2 2 0 0,-2-1-3 0,-3 1 3 0,-3-1-4 16,2-2 2-16,-3 3 3 0,-8-2-6 0,14-1 1 15,-9 2 3-15,-5-1 0 0,13 1-5 16,-13-1 1-16,9 2-1 0,-9-2 2 0,12 1-5 16,-12-1-2-16,11 1-14 0,-6 0-21 0,-5-1-31 0,10 3-13 15,-2-2-17-15,-8-1-19 0,10 2-15 0,-10-2-14 16,14 1-12-16,-5 1-82 0,-3-1-263 0,-6-1 118 15</inkml:trace>
  <inkml:trace contextRef="#ctx0" brushRef="#br0" timeOffset="118848.57">19615 13547 42 0,'0'0'35'0,"0"0"-49"0,0 0-13 16,0 0 7-16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22T07:22:29.20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18588 11269 8 0,'0'0'76'15,"-16"0"-11"-15,9 0-8 0,7 0 4 0,-14 0-11 16,14 0-35-16,-13 0 16 0,13 0 0 0,-9 2-3 16,9-2-5-16,-9 0 4 0,9 0-3 0,0 0-5 15,-8 1 2-15,8-1 0 0,0 0-7 0,0 0-2 0,0 0 5 16,0 0-7-16,-5 5 4 0,5-5-4 0,0 0 3 16,0 0 4-16,0 0 5 0,14 8 1 15,-14-8-5-15,18 6 6 0,-6-3 7 0,7 0-12 16,10 3 9-16,-1-1 21 0,6-2-1 0,1 0 3 0,4-3-11 15,16 0-2-15,1-1 2 0,3-2 3 0,5 3-2 16,2-3-1-16,-1-3 5 0,30 2-1 0,-32-2-6 16,29-1 0-16,0-2-1 0,-30 6-1 15,29-2-4-15,-2 2-3 0,-25 1 6 0,27-1-9 0,-27 2 1 16,1 1 1-16,26-5 1 0,-29 5 1 0,33 1-3 16,-32-4-4-16,29 3 7 0,-27-1-3 0,28 0-5 15,-28 1 0-15,30 0-3 0,-31-3 11 0,2 3-9 16,26-3-4-16,-30 3-1 0,-1-2 3 0,4 1 7 15,-2-3-2-15,-2-1 0 0,-1 4 1 0,-4-3 2 16,2 1 1-16,-21 3 0 0,1-1-6 0,-2-2 10 16,0 1-2-16,-6 2 1 0,-3-2-2 0,-5 2 0 15,-4 0-1-15,-5-1 2 0,1 1 5 0,-5 0 10 16,-2 0 2-16,-7 0 0 0,14 0 10 0,-14 0 8 16,8 0 7-16,-8 0-5 0,8-1 10 0,-8 1-3 15,0 0 6-15,0 0-5 0,0 0-6 0,10-3-6 16,-10 3-7-16,0 0-3 0,0 0-7 0,5-3-4 15,-5 3-6-15,0 0 1 0,0 0-3 0,0 0-5 16,0 0 1-16,0 0-8 0,0 0-2 0,0 0-5 0,0 0 2 16,0 0-6-16,0 0-6 0,0 0-18 15,0 0-29-15,0 0-49 0,0 0-59 0,0 0-68 16,0 0-42-16,0 0-22 0,0 0-160 0,-16 19-479 16,5-14 213-16</inkml:trace>
  <inkml:trace contextRef="#ctx0" brushRef="#br0" timeOffset="1182.25">25952 11214 12 0,'-14'-2'103'0,"3"0"-7"0,-8-1-2 15,8 3-11-15,-3-4 7 0,1 1-6 0,0 0-8 16,-1 1 6-16,4 0 0 0,-2-2-2 0,5 3-11 16,7 1-2-16,-13-1-1 0,6 0-13 0,7 1-8 0,-9-1 0 15,9 1-4-15,0 0-2 0,-11-2-11 0,11 2 0 16,0 0-2-16,0 0-5 0,0 0-7 16,0 0 0-16,0 0 3 0,0 0-3 0,0 0-3 15,0 0 9-15,0 0 9 0,29 11-7 0,-12-8 12 0,6 4 2 16,5-1-10-16,5 2 11 0,1-3 5 0,3-1-3 15,16 0 0-15,0 1 1 0,-1 2-4 0,4-4 5 16,5-3-5-16,1 0-2 0,1 2 2 16,0-2-5-16,1 1-3 0,28 0 3 0,-32-1-4 0,4-1 2 15,1 0 0-15,2 1 1 0,27-3-1 0,-27 3-1 16,23-2-1-16,-27-1-1 0,31-4-3 0,0 5-6 16,-29 0 8-16,25 0-3 0,-29 1 2 15,6-2 0-15,23 0-1 0,-27 1-1 0,0 1 1 0,2-2 3 16,1 1-4-16,-1 0 3 0,0-1-2 0,-7 3 1 15,-1-3-3-15,-1 3 4 0,-4 1 1 0,-12-2 0 16,11-2 2-16,-17 3 6 0,2 2-3 0,-3-4-5 16,-2 2-5-16,-3 4 7 0,4-5-1 0,-5 2-6 15,-7-2 2-15,-3 2 4 0,2 1-1 0,-6-2 2 16,-2-2-6-16,1 2 1 0,-1 0-3 0,-2 0-6 16,-9 0 12-16,14 0-10 0,-9-1-6 0,-5 1-1 15,12 1 2-15,-12-1-1 0,0 0-8 0,7 0-8 16,-7 0-21-16,0 0-31 0,0 0-28 0,0 0-44 15,0 0-44-15,0 0-55 0,0 0-194 0,0 0-458 16,-16 10 203-16</inkml:trace>
  <inkml:trace contextRef="#ctx0" brushRef="#br0" timeOffset="2433.21">7062 12594 76 0,'-18'-8'132'16,"-1"2"6"-16,1-1-20 0,1-1-9 0,1 1 8 16,2 0 1-16,3 3 6 0,0-2-7 0,2 2-14 15,1 2-5-15,2-3-14 0,-2 2-8 0,8 3-10 16,-9-5-11-16,9 5-7 0,-8-2-10 16,8 2 0-16,0 0 2 0,0 0-8 0,0 0 3 0,0 0 0 15,34-2-7-15,-6-1 5 0,2 2-1 0,8 0 1 16,13-1-3-16,2-4 0 0,9 2 1 15,2 1-4-15,29-1-1 0,-1-1 4 0,6-2 4 0,2-2-4 16,5 3-1-16,6-2-1 0,0-1-1 0,7 2-3 16,1 0-5-16,5-3-1 0,1 2 5 15,5 3-4-15,0-1-4 0,0 0 1 0,-8 3-4 0,2 1-4 16,-1 1 6-16,0 1 2 0,2 1-2 0,1-1-7 16,-3-2 2-16,4 3-3 0,-5-3 1 0,1-1 0 15,2 6-1-15,4-3 0 0,5 1-2 0,-10-1 3 16,2 0-1-16,0 1 4 0,2-3-2 0,-1 0-3 15,-1-2 0-15,-6-1-2 0,-5 1 2 0,1-3 5 16,-7 1 1-16,-2 3 5 0,-2-4 1 0,1-1 1 16,-10 1 1-16,-5 0 2 0,-29 1 3 15,4-2 6-15,-2 3 3 0,-1-2 3 0,-2-2 0 0,-5 1 4 16,-5-2-5-16,-10 5 2 0,-3 2-8 0,-4-3 5 16,-1 3-8-16,-1-3 1 0,-3 4-7 0,-8 1-1 15,-4 0-5-15,1 1-23 0,-5 1-26 0,1-1-34 16,-2 2-44-16,1-1-47 0,-2 3-54 0,-6 3-202 15,1 0-451-15,-6-7 199 0</inkml:trace>
  <inkml:trace contextRef="#ctx0" brushRef="#br0" timeOffset="6005.23">10857 16422 36 0,'-2'-11'48'0,"2"11"-1"16,0 0-7-16,-5-8 3 0,5 8-13 0,0 0-5 15,0 0 6-15,0 0-7 0,0 0 9 0,0 0-15 0,0 0 3 16,0 0-3-16,0 0-9 0,-4-8 0 0,4 8 6 16,0 0-5-16,0 0-1 0,0 0 5 15,0 0-7-15,0 0-2 0,0 0 3 0,0 0-4 16,0 0-4-16,0 0 1 0,0 0 1 0,0 0-5 16,0 0 4-16,0 0-2 0,0 0-1 0,0 0 1 15,0 0 5-15,0 0-5 0,0 0 1 0,0 0 1 16,0 0-1-16,0 0 0 0,0 0 0 0,0 0 0 15,0 0-1-15,0 0 1 0,0 0 5 0,0 0-1 16,0 0-1-16,13 27 1 0,-7-23 5 0,7 0-3 16,3 1-1-16,1-2 9 0,5 0 2 0,-1-1 5 15,10-2 1-15,2 1 0 0,3-2 5 0,15-2 3 16,-11-3 3-16,21-3-3 0,2-3 2 0,0 1-3 16,26-5 16-16,-25 3-7 0,27-2 1 0,-3 0 0 15,1 2 4-15,-25 4-3 0,27-3 0 0,-27 7-3 16,2 2 2-16,1 0-10 0,-2 3 4 0,-1-3-2 15,-1 3-5-15,0 0 2 0,2 3-1 0,-1-2-6 16,-1-1 7-16,2 2-5 0,-2 1-1 0,2-2 3 16,-5-1-5-16,31 3 2 0,-33-2 1 15,-1-1-1-15,0 0 0 0,3-4 3 0,-6 4-5 0,1 1-3 16,-1-2-2-16,-3-3 3 0,-1 5 1 0,-12 0-7 16,-1-1 2-16,2 0-4 0,-1 2 3 0,0-3-7 15,-2 1 5-15,0 1-2 0,0-1 0 0,1 1-3 16,0 1-3-16,1-2 1 0,-4 1 4 15,2-1 0-15,0 0 5 0,-2-3-1 0,0 1 6 16,-1-3-7-16,-1 0 7 0,1 1-9 0,-2-2-1 16,-1 1 3-16,1-1 3 0,-12 1-2 0,4 0-3 15,-2-1-1-15,0 3 4 0,-4 0-1 0,1-3-6 0,0 2 3 16,-4 2 0-16,-3 0 0 0,-1 0-4 0,-10 2 1 16,17-3 2-16,-8 2-5 0,-9 1 2 15,13-2 1-15,-13 2-2 0,10-3-3 0,-10 3 5 16,0 0 8-16,0 0 5 0,15-1 0 0,-15 1 1 15,0 0 6-15,0 0-2 0,0 0-6 0,11-1-2 16,-11 1-2-16,0 0 1 0,0 0-2 0,0 0-2 16,0 0-4-16,0 0 0 0,12 0-9 0,-12 0-20 15,0 0-19-15,9 3-16 0,-9-3-13 0,9 8-17 16,0-2-21-16,-5 2-33 0,5 2-18 0,-2 4-98 16,1 3-280-16,-1-2 124 0</inkml:trace>
  <inkml:trace contextRef="#ctx0" brushRef="#br0" timeOffset="6833.02">17316 16486 19 0,'-7'0'102'16,"7"0"-8"-16,-13-5-7 0,13 5-5 0,-12-1 7 15,12 1-25-15,-9-3-1 0,9 3-4 0,0 0 0 16,-10 0-9-16,10 0-5 0,0 0-9 0,0 0-4 16,0 0 6-16,-10-1-8 0,10 1-8 0,0 0 5 15,0 0-12-15,0 0 2 0,0 0-6 0,0 0 1 16,33-4-3-16,-19 4 8 0,-1 0-10 15,6-2 2-15,-1 1-2 0,1-1 0 0,4 1-3 16,-2-2 6-16,7 3 2 0,0-1-7 0,1 1 3 0,3-2-8 16,-1-1 0-16,2 1 8 0,3 1-2 15,0-1 3-15,2 2 2 0,16-1 0 0,-4-1-2 16,3 2 5-16,1-1-5 0,2 0 2 0,-2-3 1 0,3 4-4 16,-1 0 2-16,2 0 5 0,-1-2-10 0,0 2 12 15,3 0 1-15,-3 0 4 0,5 0-3 0,-1 2 4 16,3-2-7-16,4 0 8 0,25 8-7 15,-28-2 5-15,26 2 0 0,-29-4 6 0,2 0 1 16,28 0 2-16,-30-1-3 0,28 0 1 0,-27-3 6 16,1 0 0-16,31-6 4 0,-5 6-4 0,-25-3 3 15,27-4-10-15,1 5 6 0,-28-1 1 0,27-4-3 16,-26 4-3-16,29-5-3 0,1 4 5 0,-30-3 0 0,29 0-4 16,-29 2-4-16,27-4-1 0,-30 2-2 15,2 4-1-15,0-1 2 0,-5-1-5 0,4 1 1 16,-4-2-6-16,2 3 16 0,-3-1-9 0,-2 1 2 15,-3 1-4-15,-4-2-1 0,-13 4 2 0,0-1 1 16,-2 0 3-16,1-1 1 0,-5 3-7 0,-2-3 13 0,-1 2-4 16,-8 0 1-16,-1 0 5 0,-5 0 1 15,0-1 1-15,-3-1 0 0,1 2 2 0,-3-1 4 16,-9 1-4-16,13 0 1 0,-13 0 1 0,11-1-1 16,-11 1-7-16,8 1 0 0,-8-1-3 0,0 0-2 15,9-4-3-15,-9 4 1 0,0 0-7 0,0 0 4 16,0 0-12-16,0 0-15 0,10 2-21 0,-10-2-25 15,0 0-33-15,0 0-34 0,0 0-37 0,0 0-40 16,4 6-27-16,-7 5-130 0,-2 2-385 0,-2 3 171 16</inkml:trace>
  <inkml:trace contextRef="#ctx0" brushRef="#br0" timeOffset="7449.85">24220 16419 135 0,'0'0'198'0,"0"0"-19"0,0 0-16 0,0 0-20 15,0 0-13-15,0 0-18 0,0 0-18 16,0 0-10-16,0 0-19 0,0 0-11 0,0 0-6 0,0 0-3 16,0 0-11-16,0 0-1 0,0 0-5 0,13-2 2 15,-7 4-4-15,1 1 0 0,5 1 0 0,1-4-2 16,5 5-1-16,2-2 6 0,2-1 4 0,5 0 3 16,5 1 0-16,0 0 4 0,1 0 0 0,7-2 9 15,1 0-2-15,14-2-1 0,2 0 3 0,-1 1 2 16,1 0-8-16,1 1 2 0,3-4-3 15,0 2 6-15,0 0 0 0,1-2-3 0,1-1 3 16,-3-1-3-16,8 3-3 0,-5-3 1 0,26-2-2 0,-26 2 0 16,-2 1-2-16,2-1 3 0,-3 0 0 0,1 0-3 15,-2-4-3-15,0 5 2 0,-3-3-4 16,-5 4-2-16,-12-2-5 0,9 2 5 0,-10-1-7 16,-4 2-1-16,5-3-3 0,-3 2-6 0,-7 2 3 15,2-1-2-15,-4-2-2 0,-7 4-2 0,1 0-4 16,-3 0-20-16,-7 0-31 0,2 0-22 0,-1 2-29 15,-1-1-32-15,-1 2-37 0,-2-2-47 0,1 4-205 0,-9-5-449 16,4 11 198-16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22T07:22:51.67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16099 9355 146 0,'0'0'149'0,"-5"-13"0"0,5 13 2 0,0 0-4 16,-10-7 0-16,10 7 1 0,-2-4 3 0,2 4-7 16,0 0-9-16,-8-5-7 0,8 5-4 0,-9-2-2 0,9 2-3 15,-9-1-9-15,9 1-4 0,-10 0 3 0,10 0-1 16,-10 0-7-16,10 0 0 0,-12 3 2 15,12-3-8-15,-6 2-6 0,6-2-3 0,0 0-13 0,0 0-3 16,0 0-8-16,0 0 1 0,0 0-11 0,0 0-1 16,0 0-1-16,44-10-10 0,-12 1 3 0,4-3-10 15,15-11-3-15,3 3-2 0,3-2-4 0,1 0 1 16,-2 1-2-16,-3-3-6 0,-4 4-3 0,-14 4 0 16,0 2 4-16,-6 0-8 0,-2 3 0 0,-7 3 2 15,-2 0 0-15,0 1-5 0,-8 1 3 0,2 3-5 16,-5-1 7-16,0 2-8 0,-3-1 3 0,-4 3-7 15,10-3 0-15,-10 3-6 0,6-4-5 0,-6 4-11 16,5-3-19-16,-5 3-27 0,0 0-35 0,0 0-41 16,0 0-54-16,0 0-37 0,0 0-47 0,0 0-165 15,-16 19-483-15,5-10 215 0</inkml:trace>
  <inkml:trace contextRef="#ctx0" brushRef="#br0" timeOffset="249.03">16249 9719 199 0,'-5'5'201'0,"5"-5"-11"16,0 0-13-16,-4 7-15 0,4-7-15 0,0 0-16 15,0 0-3-15,14 4-5 0,-4-4-7 0,4-2-13 16,4 1-12-16,12-2-6 0,2 2-7 0,-2-3-10 0,4 3-6 15,-1-2-6-15,-1 3-6 0,0 0-19 0,-3 0-22 16,1 0-29-16,-1 4-42 0,0-2-42 16,-2 0-41-16,3 1-168 0,-4 1-339 0,2-2 150 15</inkml:trace>
  <inkml:trace contextRef="#ctx0" brushRef="#br0" timeOffset="1006.12">17444 8701 208 0,'-6'-2'239'0,"6"2"-14"0,0 0-13 16,-6-4-13-16,6 4-10 0,0 0-14 0,0 0-18 16,0 0-13-16,-5-5-12 0,5 5-19 0,0 0-13 15,0 0-8-15,0 0-8 0,22-4-9 0,-9 1-4 16,8-1-7-16,9-2-7 0,1-2-5 0,4-1-3 15,13-5-7-15,-11 5-3 0,-2-2-3 0,0 0-11 16,-3 3-20-16,-1-2-12 0,-3 1-40 0,-1 3-39 16,-8-1-48-16,0 1-34 0,-1-3-49 0,-5 4-138 15,-2 0-383-15,1-2 170 0</inkml:trace>
  <inkml:trace contextRef="#ctx0" brushRef="#br0" timeOffset="1216.13">17807 8554 187 0,'-8'2'200'0,"8"-2"-17"16,0 0-16-16,0 0-12 0,-8 0-11 0,8 0-15 16,0 0-9-16,-5 7-12 0,3-2-7 0,1 5-2 0,1 2 17 15,-2 7-6-15,1 11 6 0,0-1-4 0,1 2-11 16,2-1-5-16,-3 1-13 0,1-1-10 0,0-2-8 16,3 2-3-16,-6-3-12 0,3 1-3 15,3-2-3-15,2 1-1 0,-3-2-7 0,-1-6-10 0,3 7-23 16,0-7-22-16,-1 0-44 0,2-1-60 0,-1-7-58 15,2 6-218-15,-2-5-432 0,1-3 193 0</inkml:trace>
  <inkml:trace contextRef="#ctx0" brushRef="#br0" timeOffset="1682.07">17972 8873 22 0,'1'-6'282'0,"-1"6"-28"0,0 0-24 0,0 0-28 15,0 0-15-15,0 0-11 0,0 0-9 0,0 0-16 16,4 20-12-16,-3-8-15 0,3-3-12 0,-1 2-12 16,-1-1-9-16,2 0-11 0,1 1-5 0,3 0-11 15,-2-1 0-15,2-3-10 0,1 2-6 0,1 0 5 16,0-4-3-16,2 0 2 0,0 0 0 0,-1-1 9 16,1-2-11-16,1-2 0 0,0-1 1 0,1-2 0 15,-2-1-9-15,0-2 8 0,-1-1-10 0,-2-2-4 16,-2 0-5-16,1-1 1 0,-3 0 3 0,-1-2-10 15,0 2-7-15,-3-3 6 0,-1 3 1 0,1 1 8 16,-1 2 6-16,0 7-8 0,2-12 0 0,-2 12-4 16,1-10-4-16,-1 10-3 0,0 0-10 0,0-7 0 15,0 7 0-15,0 0-4 0,0 0-7 0,0 0 6 16,9 23-2-16,-6-13-1 0,1-1 5 0,3 1-5 16,-2-1 3-16,1 1-2 0,3-2 1 0,3-3-2 15,-2 1-3-15,0-3 4 0,3 0-2 0,1-3-4 16,-2-3 6-16,-1 2-6 0,2-5 5 0,-3-1 2 15,0 1 0-15,-1-2-2 0,-1 0 1 0,-2-3-3 16,-2 0 14-16,-1-1-13 0,2-5 0 0,-4 1-1 16,-2 0 0-16,-3 0 2 0,0 0 1 0,0-1-8 15,-1 1 13-15,-3 0-12 0,2 0-11 0,-1 6-14 0,0 0-15 16,3 2-23-16,-2 4-44 0,1 0-44 16,5 4-42-16,-13 0-34 0,13 0-34 0,-13 13-176 15,5-3-477-15,2-3 211 0</inkml:trace>
  <inkml:trace contextRef="#ctx0" brushRef="#br0" timeOffset="1881.91">18482 8746 22 0,'0'0'321'0,"0"0"-17"0,5-7-11 0,-5 7-14 16,0 0-10-16,5-4-16 0,-5 4-26 0,0 0-22 16,0 0-22-16,0 0-28 0,0 0-12 0,0 0-7 15,0 0-12-15,13 12-9 0,-9-2-13 0,-1 1-10 16,3 5-11-16,-3 0 1 0,4 2-14 0,-2-1-2 15,0 1-11-15,-3 0-21 0,4-2-23 0,-2 3-27 16,-1-3-43-16,2-1-45 0,-1 0-66 0,0 1-64 16,-1-6-55-16,-2 2-169 0,-1-2-497 15,1 1 220-15</inkml:trace>
  <inkml:trace contextRef="#ctx0" brushRef="#br0" timeOffset="2349.67">18731 8922 57 0,'4'-7'241'0,"0"-2"11"16,2-3 3-16,-1-3-4 0,0-1-25 0,0-4-8 15,2-5-10-15,-1 0-13 0,-1 0-18 0,2-4-16 16,-2 3-6-16,1-1 1 0,-2 6-7 0,1 2-15 16,-2 2-5-16,-2 3-18 0,0 5-2 0,0-2-8 15,1 2-1-15,-2 4-14 0,0 5-15 0,-2-13-1 16,2 13-8-16,-5-5-13 0,5 5-4 0,-11 1-5 15,11-1-8-15,-12 9-6 0,5-1-15 0,0 2-5 16,2 2-15-16,3-2-8 0,-1 5-11 0,3 0-11 16,3-3-1-16,2 4-11 0,5-1 1 0,-1 0 1 15,1-1 5-15,4 0 2 0,-1-2-1 0,2 1 4 16,1 0 3-16,-2-2 4 0,-2 2 3 0,-1-4 5 16,-1 1-8-16,-1-1 4 0,1 3-5 0,-4-4 6 0,1 2-2 15,-2-1-2-15,-2 1-4 0,-2-1 1 0,-1 1-17 16,-1 0-7-16,-2-1-26 0,-2 1-28 15,-2 0-32-15,1-3-32 0,0 1-34 0,-2-3-162 16,-1 1-402-16,3-3 179 0</inkml:trace>
  <inkml:trace contextRef="#ctx0" brushRef="#br0" timeOffset="2569.88">19003 8467 318 0,'0'-17'319'0,"-1"8"-14"15,0-1-14-15,-1 3-18 0,2 7-24 0,0-10-25 16,0 10-18-16,0 0-27 0,0-10-23 0,0 10-17 16,0 0-2-16,0 0-13 0,13 32-5 0,-2-8-11 15,-3 6-13-15,3-1-6 0,-3 5 3 0,0-3-24 16,1 4-5-16,-1-3 1 0,-1 0-7 0,1 0-16 16,-3-4-18-16,2 0-39 0,-2-3-36 15,-3-4-52-15,2 3-51 0,-1-7-67 0,-3-1-53 0,1 1-212 16,-2-4-525-16,-2-3 233 0</inkml:trace>
  <inkml:trace contextRef="#ctx0" brushRef="#br0" timeOffset="2709.86">19012 8631 183 0,'-4'-9'245'0,"3"1"-23"15,-3 0-21-15,4 8-25 0,-1-13-21 0,1 13-43 16,-1-6-52-16,1 6-67 0,0 0-53 0,0 0-49 15,12 0-88-15,-12 0-212 0,17 16 94 0</inkml:trace>
  <inkml:trace contextRef="#ctx0" brushRef="#br0" timeOffset="2970.12">19122 8822 55 0,'0'0'248'16,"9"4"-22"-16,-3-4 9 0,-6 0 9 0,17-4 1 15,-8 0 2-15,1-1-8 0,-1-2-27 0,0 1-10 16,1-3-19-16,4-4-14 0,-1-1-19 0,2-1-13 15,2-5-15-15,-3 5-12 0,3-6-9 0,-5 5-13 16,-3-1-7-16,0 0-10 0,0 2-13 0,-5 2-9 16,1-2-2-16,-5 2-10 0,0 3-1 0,0 1-4 15,-2 2-3-15,2 7-2 0,-3-13-6 0,0 10 0 0,3 3-7 16,-8-4-3-16,8 4-9 0,-16 9 2 0,2 6 4 16,1 6-3-16,2 2-3 0,-2 3-1 15,4-3 0-15,3 1-9 0,3-5-3 0,3 1-7 16,0-2-14-16,5 0-26 0,1-1-32 0,4-1-45 0,4-3-57 15,1-4-36-15,3-3-43 0,2 0-184 0,9-6-492 16,-1-4 218-16</inkml:trace>
  <inkml:trace contextRef="#ctx0" brushRef="#br0" timeOffset="3366.2">19654 8603 104 0,'-3'-13'235'0,"1"2"6"0,-4 0-2 15,0 4 2-15,-3 0-15 0,0 0-6 0,-1 3-12 16,-3-2-19-16,2 6-20 0,-3 2-15 0,-3 7-12 15,0 1-17-15,-6 5-16 0,7-1-14 0,-1 5-4 16,3-3-11-16,1 1-9 0,2-2-7 0,3 2-7 16,4-1-8-16,0 2-2 0,4-2-5 0,2-1-2 15,2-2-4-15,1-3-3 0,0-1-4 0,5 0-4 16,-2 0-2-16,2-4 6 0,1 0-13 0,1-4-3 16,-1-1-3-16,3-2-1 0,3-3 0 0,-4-1 0 15,2-4 0-15,-1-3 3 0,-4-1 6 0,-2-1 9 16,1-3-8-16,-6-1 2 0,2-8 2 15,-1 0 2-15,-4-4 2 0,0 3 21 0,-2-5-7 0,-2 2-4 16,-2-3-3-16,0 2-1 0,1-1 10 0,-2 1-2 16,1 1 0-16,1 2-5 0,-2 3 3 0,2 0 10 15,3 9 19-15,-1 6 8 0,1 0 5 0,0 3-19 16,0 2-8-16,2 6-9 0,-2-10-3 0,2 10-8 16,0 0-14-16,0 0-5 0,0 0-2 0,0 0 3 15,4 27-3-15,-1-2-3 0,-1 7 4 0,2 0-5 16,-1 4 5-16,1-1-2 0,2 1-20 0,0-2-14 15,1 11-50-15,0-13-44 0,0 0-56 0,-2-1-68 16,3-1-69-16,-1 2-319 0,-2-8-678 0,2-4 300 16</inkml:trace>
  <inkml:trace contextRef="#ctx0" brushRef="#br0" timeOffset="3616.08">20078 8365 281 0,'-4'-12'335'16,"1"1"-8"-16,2 5-2 0,-1-1-14 16,2 7-16-16,-2-7-35 0,2 7-24 0,-5-6-33 15,5 6-18-15,0 0-15 0,0 0-20 0,-3 20-10 16,1 2-7-16,2 10-10 0,-1 1-7 0,-2 13-7 16,5 0-15-16,-2-11-5 0,0 11-13 0,1 0-7 0,-1-9-8 15,1-2 0-15,1 0-9 0,-1-2-4 0,0 0-4 16,2 0 4-16,-3-2-14 0,2-2-12 15,1-5-24-15,-2 2-29 0,0-7-34 0,-1-4-38 0,3 0-43 16,-5-3-43-16,1-2-38 0,2 0-34 0,-2-3-39 16,1-7-213-16,-5 9-554 0,0-5 245 0</inkml:trace>
  <inkml:trace contextRef="#ctx0" brushRef="#br0" timeOffset="3848.78">19958 8467 116 0,'2'-17'236'0,"2"-1"-11"16,3 4-8-16,0 3-9 0,0 3-13 0,-2-1-16 16,1-1-17-16,3 3-20 0,0 2-10 0,1 1-13 15,3 1-16-15,-1 3-9 0,-1 0-14 0,0 2-5 16,0 0-10-16,0 4-8 0,-1-2 0 0,-2 2-7 16,0 3-3-16,-3 1-6 0,0 0 2 0,-2 3-3 15,-3 4-1-15,0-2-9 0,-2 3-1 0,-5-3-9 16,-2 3-9-16,1-3-22 0,-2 1-20 0,-2-3-27 15,2 4-29-15,-3-3-38 0,3-3-33 0,1 0-49 16,-2 0-150-16,3-3-385 0,4-2 172 0</inkml:trace>
  <inkml:trace contextRef="#ctx0" brushRef="#br0" timeOffset="4718.07">20408 8390 9 0,'0'-10'348'15,"0"10"-18"-15,-2-12-8 0,2 12-16 0,-5-9 6 16,3 5-25-16,2 4-33 0,-8-4-21 0,8 4-26 16,-12 0-19-16,12 0-21 0,-19 9-15 0,5 0-12 15,-1 3-18-15,2 2-17 0,2 1-9 0,2 0-9 16,0 2-8-16,2 0-8 0,1-2-14 0,5 3-12 16,-2-7-20-16,3 0-1 0,2 0-26 0,1 0-6 0,2-2 2 15,0-1-19-15,1-3-4 0,0-2-3 0,2 0 1 16,-1-3 1-16,-7 0 6 0,18-4-2 15,-9-2 5-15,3-1 2 0,-3-2 13 0,2-4-10 16,-3 3 4-16,1-8 13 0,-1 2-9 0,-1 0 4 0,-2-3 10 16,-2 2 8-16,-1 1-8 0,1-2 4 0,-3 5 8 15,0 2 7-15,0-1 3 0,0 3 5 0,-1 0 4 16,1 9-5-16,1-12-6 0,-1 12-7 16,0-7-7-16,0 7-3 0,0 0-2 0,0 0-5 0,0 0-3 15,0 0 6-15,0 0 0 0,-5 28 3 0,3-9-2 16,1 2-3-16,1-2 1 0,1 4-2 15,-1 3 10-15,3-9-18 0,1 1 5 0,0-1 1 16,0-3 16-16,2 0-20 0,2-3 4 0,-1 0-3 0,2-4 11 16,1 0-4-16,3-2 5 0,0-1-4 0,6-3 2 15,0-3-2-15,1-2 2 0,-1-3 4 0,6-1-3 16,-8-4-2-16,2 2 1 0,3-6 15 0,-4-5-22 16,-1 3 5-16,-2-3 7 0,-3-1 5 0,-3 4 5 15,-1 0-8-15,-3-2 14 0,-1 2-17 0,1 0 3 16,-4 2 1-16,1-2 1 0,-2 4 4 0,0 1 3 15,0 1 14-15,0 2 0 0,-3 5 5 0,3 5-12 16,-1-12-5-16,1 12-2 0,0-9-1 0,0 9-12 16,0 0-7-16,0 0 0 0,0 0 7 0,0 0-6 15,0 0-2-15,-10 23-4 0,6-6-1 0,0 1 13 16,-1 7-3-16,1-1 2 0,0-5-10 0,0 1 8 16,3-1-4-16,1-2-1 0,0 0 4 0,4-1-1 15,0-4-1-15,-1 0-5 0,1-3 2 0,1 0-1 16,3 1 17-16,0-5-11 0,1 0 0 0,2-3 7 15,2-4-4-15,1 2-4 0,5-2 3 0,2-1 1 16,4-5 2-16,0-5-4 0,-6 4 7 0,1-7-9 0,-3 5 4 16,-3-1 1-16,-2 2-7 0,0-6 8 15,-3 0 0-15,1 1-5 0,-3 0 6 0,-2 0-10 16,0-1 6-16,-2 3 10 0,-1 1-15 0,2-1-1 16,0 2-1-16,-3 1 5 0,1 0-2 0,0 0-2 15,-1 3 5-15,2 1-5 0,-3 6-3 0,2-11-7 16,1 7 7-16,-3 4 4 0,5-9-6 0,-1 5-3 15,-4 4 7-15,11-4-11 0,-4 1 2 0,-1 2 1 0,-6 1 6 16,15 0-10-16,-15 0 5 0,12 4-5 0,-3-2 3 16,1 2-6-16,-1 1 11 0,-3-1-10 0,1 4 5 15,0-1-2-15,0 2 10 0,-2 2-3 0,0-2 0 16,-1 0-3-16,1 2 9 0,0-1-4 0,-1-1 6 16,-2 3-5-16,1-2 0 0,0 1-5 0,-2 0 9 15,1 0-22-15,1-2-18 0,1 1-40 0,-3-4-34 16,2-2-37-16,-3-4-57 0,2 14-58 0,-1-10-48 15,-1-4-277-15,0 0-637 0,0 0 282 0</inkml:trace>
  <inkml:trace contextRef="#ctx0" brushRef="#br0" timeOffset="4895.05">20799 8013 3888 0,'-8'-2'154'0,"2"0"-101"16,6 2-52-16,-14-3-47 0,9 1-1 0,5 2 11 16,-9-2 22-16,9 2-9 0,0 0-11 0,-11-2-20 15,11 2-29-15,0 0-72 0,0 0-85 0,0 0-79 16,0 0-189-16,0 0-550 0,0 0 243 0</inkml:trace>
  <inkml:trace contextRef="#ctx0" brushRef="#br0" timeOffset="5450.04">18070 9515 2 0,'-55'11'289'0,"17"-2"-17"0,-2-2-8 0,5 2-10 0,4-1-3 16,3 1 11-16,7-4-18 0,3-3-16 0,5 1-17 16,5 0-19-16,0-1-23 0,3 1-19 15,5-3-12-15,-8 4-11 0,8-4 0 0,0 0 1 16,41 10-1-16,-1-7-4 0,52-5-10 0,20-5-9 0,17-5 12 16,16-9-32-16,17-7 5 0,21-4-6 0,17-4-18 15,11-7-6-15,14-1-11 0,7 1 8 0,1-5-6 16,0 3 2-16,-6 6 1 0,-5-6-11 15,-18 7-1-15,-8-1-8 0,-23 3-1 0,-12 1-3 0,-14 5-5 16,-12 1 1-16,-22 0-5 0,-10 3 0 0,-15 3 6 16,-32 5-9-16,-5 0-5 0,-1 1 2 0,-16 6 0 15,-2-5-5-15,-2 5 4 0,-10 3-1 0,-4-2 0 16,-2 1 4-16,-7 3-5 0,-2-2-9 0,-1 0-22 16,-2-2-19-16,-5 2-21 0,-6-1-21 0,-6 0-33 15,-11-1-35-15,-7 6-47 0,-7 1-67 0,-13 1-73 16,-10 3-280-16,-3 2-668 0,-34 0 296 0</inkml:trace>
  <inkml:trace contextRef="#ctx0" brushRef="#br0" timeOffset="6216.11">18423 8519 130 0,'0'0'182'0,"-4"-5"-16"16,4 5-8-16,0 0-16 0,0 0-11 0,0 0-11 0,0 0-17 16,0 0-8-16,0 0-14 0,0 0-4 0,0 0-12 15,0 0 1-15,0 0-11 0,0 0-1 16,0 0 0-16,0 0-4 0,0 0 5 0,0 0 5 0,-2-7 11 15,2 7 4-15,0 0 2 0,0 0 2 0,0 0 2 16,0 0 0-16,0 0-4 0,0 0 3 0,0 0-7 16,0 0 5-16,0 0-4 0,0 0-2 0,0 0-5 15,0 0 2-15,0 0-5 0,0 0-6 0,0 0-8 16,0 0-3-16,0 0-4 0,0 0-7 0,0 0-5 16,0 0-3-16,0 0-6 0,0 0-2 0,0 0-3 15,0 0-11-15,0 0-16 0,0 0-21 0,0 0-19 16,0 0-48-16,0 0-66 0,0 0-75 0,7 19-216 15,-4-12-493-15,-1-1 219 0</inkml:trace>
  <inkml:trace contextRef="#ctx0" brushRef="#br0" timeOffset="11286.23">22015 8085 140 0,'-6'1'178'15,"6"-1"0"-15,-13 1 0 0,13-1 3 0,-9 2 3 16,9-2 3-16,-7 2-10 0,7-2-5 0,0 0-17 15,-9 4-13-15,9-4-12 0,0 0-8 0,0 0-8 16,0 0-9-16,-9 0-5 0,9 0-6 0,0 0 3 16,0 0 11-16,0 0 3 0,0 0-8 0,0 0-2 0,0 0-9 15,0 0-8-15,19-21 6 0,3 5-22 0,18-14-10 16,5-3-7-16,6 1-1 0,29-17-5 16,-28 18-11-16,25-16 0 0,-26 16 0 0,1-1-6 15,-2 1-2-15,-9 7-7 0,-10 5 13 0,-1-3-15 0,-3 2 1 16,-3 5-4-16,-7 5-1 0,-3 0-5 15,-5 3 2-15,-1 2 13 0,-1 1-17 0,0-1-2 16,-2 3 4-16,-5 2-5 0,8-7-2 0,-8 7-3 16,6-2-14-16,-6 2-8 0,4-5-14 0,-4 5-28 15,0 0-27-15,0 0-33 0,0 0-13 0,0 0-12 0,9 11-26 16,-8-4-24-16,0 3-29 0,-1 8-214 0,-2-2-481 16,0 2 212-16</inkml:trace>
  <inkml:trace contextRef="#ctx0" brushRef="#br0" timeOffset="11601.06">22290 8647 246 0,'-4'5'246'0,"-1"-1"-16"0,5-4-12 0,-5 5-11 16,5-5-7-16,0 0-12 0,-4 7-20 0,4-7-4 0,0 0-17 16,0 0-8-16,-1 7-6 0,1-7-8 0,15 8-3 15,1-4 2-15,3 4-10 0,10 1-7 16,2-2-8-16,2-1-7 0,3 1 0 0,2 0-10 16,-1 0-6-16,2-2-11 0,-1 2-5 0,-1 0-4 15,3 1 5-15,11 3-18 0,-13-3-15 0,15 4-17 0,1 2-17 16,1 1-16-16,0 1-29 0,2-2-19 15,1 2-29-15,-1-2-39 0,-2 2-41 0,1-4-36 16,-5-3-47-16,-1 2-172 0,-12-5-470 0,2-3 208 0</inkml:trace>
  <inkml:trace contextRef="#ctx0" brushRef="#br0" timeOffset="12456.35">23260 7590 98 0,'0'0'286'0,"0"0"-16"15,0-12-18-15,0 12-12 0,0-8-11 0,0 8-5 16,0 0-16-16,0 0-13 0,0 0-15 0,-1-9-19 15,1 9-18-15,0 0-19 0,0 0-19 0,0 0-8 16,0 0-13-16,0 0-14 0,0 0-4 0,0 0-10 16,0 0-5-16,6 35-3 0,1-9-3 0,-2-1-4 15,1 3-5-15,-1 2-5 0,3-4-5 0,-2 4 1 16,3-1-1-16,-1-1-6 0,-2-11-2 0,-1 2 0 16,2 0-1-16,-1-2-3 0,-2-7 1 0,4 5-5 15,-2-5 0-15,0-2 5 0,-2-2-7 0,4 1 1 16,-1-3 4-16,0 0-7 0,3-2 9 0,-1-4-5 15,5-2 2-15,-3-1-1 0,6-7-1 0,-1 0 3 16,3-6-2-16,-2-2-3 0,0-2 0 0,-4 2 6 16,1-3-5-16,-4-5 2 0,-2-1-3 0,2 3-1 15,-2-3 3-15,-4-3-10 0,1 0 7 0,0 2-1 16,-1 0-1-16,-4 2-2 0,0 3 1 0,0 1-1 16,-1 5-6-16,-1 3 7 0,2 3-4 0,-1 5-1 15,0 0-10-15,1 8-16 0,-1-13-27 0,1 13-39 16,-2-8-39-16,2 8-54 0,0 0-50 0,0-9-51 0,0 9-172 15,0 0-496-15,0 0 219 0</inkml:trace>
  <inkml:trace contextRef="#ctx0" brushRef="#br0" timeOffset="12649.69">23834 7467 124 0,'10'0'168'0,"-10"0"-4"0,18-2-4 0,-2-3-7 16,1-5-11-16,4 5-12 0,9-5-11 0,-1-1-15 16,4 2-11-16,-1-1-12 0,0 0-11 0,0 2-36 15,-3-1-43-15,-10 5-41 0,3-2-46 16,-9 5-136-16,-2-1-250 0,-1 0 111 0</inkml:trace>
  <inkml:trace contextRef="#ctx0" brushRef="#br0" timeOffset="12849.16">24082 7393 25 0,'-5'2'225'0,"5"-2"-25"0,0 0-17 16,0 0-9-16,0 0-19 0,0 0-8 0,0 0-15 15,0 0-16-15,-7 5-15 0,7-5 13 0,2 11 6 16,-1 0 1-16,-2 6-6 0,1 4 1 0,0 4-7 16,-3 0-6-16,1 4-10 0,-1 4-6 0,1-2-10 15,-2-2-8-15,2 2-8 0,0-4-4 0,1-1-4 16,-1-7-5-16,2 7-4 0,0-1-10 0,2-1-12 15,0-7-44-15,-1 2-51 0,1-1-66 0,0-6-57 16,2 4-217-16,1-8-445 0,0 1 198 0</inkml:trace>
  <inkml:trace contextRef="#ctx0" brushRef="#br0" timeOffset="13082.24">24450 7400 103 0,'1'-10'350'0,"-1"-2"-26"0,2 7-21 0,-1-1-13 16,-1 6-30-16,1-12-33 0,-1 12-29 0,1-5-17 16,-1 5-21-16,0 0-22 0,0 0-14 0,0 0-2 15,4 20-9-15,-1-5-8 0,-2 5-10 0,2 8-8 16,3 0-1-16,-2 0-18 0,1 1-6 0,0-3-6 16,-4 2-6-16,6-3-3 0,-6 0-2 0,4-5-13 15,-1-5-9-15,0 5-22 0,-3-2-19 0,2-2-41 0,0 0-48 16,-1-1-56-16,-1-6-57 0,0 3-46 15,-1 4-204-15,-1-5-509 0,-3-2 226 0</inkml:trace>
  <inkml:trace contextRef="#ctx0" brushRef="#br0" timeOffset="13316.08">24462 7474 2464 0,'10'-30'37'0,"-5"1"32"0,-1 4-40 0,-1 6-11 16,4 2-4-16,-6 1 15 0,3 6 16 0,0 2 3 15,1-3-2-15,-5 6 1 0,0 5-4 0,1-8-4 0,-1 8-4 16,3-7-8-16,-3 7-9 0,0 0 0 0,0 0-5 16,0 0 1-16,0 0-2 0,14 10 2 15,-9-3-5-15,1 5 3 0,-1-2-4 0,1 1 3 16,-1 4-3-16,-1 1-4 0,1 1 4 0,1-2 0 0,-1 2-10 16,-4-1-12-16,1-2-26 0,0 2-39 0,0 1-39 15,-5-2-41-15,3 3-37 0,-4 0-228 0,-1-3-458 16,-3 2 203-16</inkml:trace>
  <inkml:trace contextRef="#ctx0" brushRef="#br0" timeOffset="13749.24">24183 8567 278 0,'-2'-7'345'0,"2"7"-27"16,-8-10-15-16,3 7-19 0,-1-2-8 0,6 5-24 15,-17-5-12-15,8 5-22 0,-4 1-24 0,1 2-17 16,-2 3-19-16,0 1-19 0,0 3-18 0,0 1-12 0,1 3-13 15,2 0-6-15,2 1-17 0,2 0-4 16,4 1-1-16,0-4-19 0,4 5-21 0,3 0-11 16,3 1-25-16,2-3-5 0,2-1 9 0,3 2-8 0,9 0 1 15,-1-2 3-15,-6-2 5 0,7 2-5 0,-6-2 1 16,-2-2 5-16,-4-3-3 0,0 0 1 16,-3-2 4-16,1 3-4 0,-4-4 1 0,0 0 2 15,-4 2 5-15,-1-6 1 0,3 10 3 0,-3-10-1 0,-9 16 3 16,-3-5-2-16,-4 2-10 0,-6 2-10 0,-2 1-7 15,-3-3-12-15,0-3-14 0,2-1-16 0,5-2-16 16,1 0-32-16,6-5-51 0,-2-1-53 0,5-1-67 16,-3-2-194-16,3-3-513 0,3-1 227 0</inkml:trace>
  <inkml:trace contextRef="#ctx0" brushRef="#br0" timeOffset="14083.82">24422 8510 90 0,'6'-3'338'0,"-1"2"-47"16,2-2-34-16,-1-4-25 0,1 4-24 0,2 0-17 16,1-1-22-16,0 0-20 0,-1 1-13 0,1 1-15 15,2-1-20-15,-2 0-26 0,3 0-34 0,-1 2-44 16,-1-1-42-16,1 1-39 0,-3 0-20 0,-1-2-24 16,1 1-7-16,-3-2-11 0,-6 4 5 0,12-3 12 15,-8-2 8-15,-4 5 25 0,7-6 28 0,-4 2 31 16,-3 4 28-16,0 0 24 0,-1-12 26 0,1 12 27 15,0 0 17-15,-7-9 20 0,7 9 16 0,-4-5 10 0,4 5 2 16,0 0-7-16,0 0-5 0,0 0-12 16,-5-7-15-16,5 7-11 0,0 0-11 0,0 0-13 15,0 0-8-15,0 0-1 0,0 0-7 0,0 0-2 16,5 26 1-16,-1-9 8 0,1 1-6 0,-2 1-6 16,3 7-3-16,-3 0 3 0,1-1-8 0,2 1-3 15,0-3 1-15,2 3-1 0,-3 0-29 0,-1-7-39 16,0 1-54-16,0-2-77 0,5-1-67 0,-6-1-180 15,1-4-453-15,1-2 201 0</inkml:trace>
  <inkml:trace contextRef="#ctx0" brushRef="#br0" timeOffset="14316.48">24988 8361 128 0,'1'-6'375'16,"-1"6"-40"-16,4-9-38 0,-4 9-30 0,4-8-22 15,-4 8-28-15,0 0-23 0,0 0-21 0,0 0-9 16,0 0-6-16,9 13-8 0,-5 0-17 0,2 5-8 16,2 10-15-16,-3 3-8 0,1 1-9 0,-1 1 4 15,1 0-21-15,-1-1-2 0,0-3-12 16,1 2-4-16,-2-2-9 0,1-3-9 0,-1-1-28 0,1-8-18 16,-2 1-25-16,3-3-39 0,-4-2-39 0,1-3-51 15,0-1-52-15,0 1-42 0,-3-3-228 0,0-2-523 16,0-5 232-16</inkml:trace>
  <inkml:trace contextRef="#ctx0" brushRef="#br0" timeOffset="14515.91">25097 8336 88 0,'13'-21'235'0,"0"6"-15"0,2 1-12 0,-3 0-3 15,1 3-1-15,-3 3-9 0,0 2-16 0,-1-2-16 16,-1 4-13-16,-1 1-1 0,0 2-17 0,-7 1-5 15,13 1-9-15,-13-1-5 0,10 7-9 0,-5 0-5 0,-3 2-2 16,-4 3-6-16,0 7-12 0,-8 6-17 0,-5-1-14 16,-4 2-32-16,-4 0-32 0,-1 2-44 15,-3-3-48-15,-14 8-65 0,11-13-55 0,-15 4-189 16,9-8-450-16,0 0 199 0</inkml:trace>
  <inkml:trace contextRef="#ctx0" brushRef="#br0" timeOffset="15649.69">24539 7447 12 0,'-3'-5'198'0,"3"5"11"0,-8-7-2 0,8 7 6 16,-5-6-3-16,5 6-12 0,-4-6-24 0,4 6-20 15,-4-6-11-15,4 6-8 0,0 0 0 0,-5-6-12 16,5 6-3-16,0 0-15 0,0 0-5 0,0 0-16 15,-3-6-10-15,3 6-6 0,0 0-10 0,0 0-9 16,0 0-8-16,0 0-4 0,0 0-5 0,0 0-4 16,0 0-7-16,0 0 7 0,0 0-10 0,-1 27 1 15,2-10-1-15,-2 8-5 0,4 5 1 0,-5-3-6 16,2 2 6-16,-2 3 0 0,2 1 0 0,0 2 4 16,1-2-5-16,-2-1 1 0,1-4-2 0,1 2 2 15,2-2-3-15,-1-2-2 0,1-7-1 0,1 1-1 16,0 4 3-16,-1-7-5 0,0-2 4 0,-2-2-3 15,3-3-1-15,1 0 0 0,-2-2 0 0,-1-1-1 16,1-1 2-16,-1 0 0 0,-2-6 3 0,4 8-2 16,-4-8-1-16,2 8-8 0,-2-8-13 0,0 0-14 15,0 0-15-15,2 5-30 0,-2-5-48 0,0 0-65 0,0 0-70 16,0 0-168-16,-17-20-460 0,12 11 204 0</inkml:trace>
  <inkml:trace contextRef="#ctx0" brushRef="#br0" timeOffset="15933.12">24488 7507 45 0,'3'-11'248'0,"-3"11"-12"0,0-8-11 0,0 8-20 16,1-10-22-16,3 5-16 0,2-1-20 0,2-1-13 15,0-3-17-15,2 2-12 0,5-2-9 0,-1 1-11 16,3 1-9-16,-2 0-11 0,-2 4-3 0,-1 1-14 15,0-1-1-15,-1 3-8 0,-4 1-3 0,-7 0-5 16,14 1-2-16,-7 3-2 0,-1 0-3 0,-2 1-5 16,0 0 3-16,0 1-4 0,0 1-1 15,-3 4-1-15,-4 0-1 0,-2 4 0 0,-1 0-2 0,-5 2-7 16,2 0-14-16,-2-2-12 0,-1-1-17 0,-2 4-22 16,2-2-25-16,0-2-29 0,-2-4-30 0,1 1-34 15,1 0-153-15,1 0-357 0,0-2 159 16</inkml:trace>
  <inkml:trace contextRef="#ctx0" brushRef="#br0" timeOffset="16483.07">25741 7319 10 0,'-1'-8'288'0,"-1"1"-21"0,2 7-11 15,-2-13-10-15,0 8-7 0,2 5-7 0,0-10-13 16,0 10-6-16,-5-9-22 0,5 9-22 0,0 0-9 16,0 0-22-16,-1-7-21 0,1 7-15 0,0 0-13 15,0 0-9-15,0 0-10 0,0 0-7 0,0 0 0 16,4 37-9-16,-4-20-3 0,4 8-9 0,-2-1 0 16,2-5-5-16,1 8-2 0,-1-9-6 0,-1 0-3 15,3-2-1-15,-1 0-1 0,4 0-3 0,-5-5-3 16,3 0-1-16,2-2-1 0,-2 0-6 0,2 0 6 15,1-3-1-15,2 1-3 0,-1-3 2 0,3-2 0 16,-3 1-5-16,0-3 0 0,3-1 11 0,-3-1-13 16,3-2 2-16,-3-3 1 0,0 1 1 0,1-3-2 0,-1-4-1 15,-1-2 13-15,-2-2-19 0,0-1 2 0,-1-6-4 16,0 0 0-16,-3 5 7 0,3-8-6 0,-6 0-1 16,1 3 3-16,-2 3 1 0,0 1-4 15,0 2 2-15,0 1-11 0,-2 1 0 0,2 6-7 0,0 2-15 16,0 0-26-16,0 8-33 0,-1-9-42 0,1 9-46 15,0 0-47-15,-2-7-25 0,2 7 0 0,0 0 1 16,-12 21-146-16,8-7-429 0,0 3 190 0</inkml:trace>
  <inkml:trace contextRef="#ctx0" brushRef="#br0" timeOffset="16799.43">26147 7487 14 0,'4'4'146'0,"-4"-4"-8"0,4 8-1 0,-4-8-11 15,5 5 2-15,-5-5-12 0,0 0-2 0,5 5-6 16,-5-5-4-16,0 0 3 0,0 0 3 0,0 0 4 16,0 7 18-16,0-7 14 0,0 0 12 0,0 0 8 15,0 0 9-15,0 0 10 0,0 0 1 0,0 0 4 16,0 0 1-16,0 0-5 0,0 0-23 0,0 0-20 16,0 0-20-16,9-25-25 0,-5 13-6 0,-4 0-11 15,2-7-13-15,5 2-10 0,0-7-19 0,-2 6-1 16,5-6-5-16,-3 8-8 0,3 0-5 0,-4 5-2 15,-3 3 3-15,3 0-9 0,-2 2-4 0,-2 2-5 16,-2 4-6-16,5-7-3 0,-5 7-4 0,0 0 7 16,10 0-6-16,-10 0 2 0,10 13 3 0,-3-4 1 15,0 8-7-15,0 1 6 0,-1-1-16 0,-3 2-32 16,3 8-31-16,-4-1-45 0,-2 0-50 0,-2 2-54 16,2-2-42-16,-2-3-259 0,0-4-576 0,6 1 255 15</inkml:trace>
  <inkml:trace contextRef="#ctx0" brushRef="#br0" timeOffset="17199.95">26506 7578 5 0,'3'-11'285'0,"5"-5"-18"0,-3 1 5 0,3-2-6 16,-2-1-16-16,4-5-22 0,-1-1-14 15,3 2-13-15,-5-4-10 0,3 0-18 0,2 3-14 16,-3-2-21-16,0-1-11 0,3 1-9 0,-4 1-15 15,-1 9 4-15,2-2-2 0,-2 2-12 0,-5 5 0 0,2 0 1 16,-4 2 3-16,3 0-3 0,-3 3 5 16,0 5-24-16,2-10-2 0,-2 10-11 0,2-8-24 15,-2 8-4-15,0 0-14 0,0 0-13 0,0 0 2 16,-31 13-7-16,17 1-20 0,-2-2-9 0,-4 4-12 16,5-1-8-16,0-1-13 0,5 1-12 0,1-1-17 15,3 1 2-15,2-3-12 0,7 0-9 0,0 4-6 0,5-2-4 16,3 0 2-16,5-3 1 0,2 1-5 15,7-2 19-15,0 0 12 0,2 0 10 0,0-3 1 16,-8 0 4-16,0 1 9 0,-1-3 9 0,-3 3 4 0,-4-5 10 16,1 1 5-16,-5 0 12 0,-1-2 11 0,-2 2 6 15,2 1 11-15,-2-1 11 0,-4-4 8 16,4 6 6-16,-4-6 3 0,-2 11-2 0,2-11 3 16,-9 15-2-16,2-9-4 0,-2 1-4 0,-1 1-16 0,0-3-31 15,-3 1-15-15,1 0-47 0,3-2-48 0,-2-1-40 16,0-2-148-16,11-1-347 0,-14 3 153 0</inkml:trace>
  <inkml:trace contextRef="#ctx0" brushRef="#br0" timeOffset="17732.12">27038 7082 2715 0,'5'-18'193'0,"-1"-2"-74"0,-2 8-51 15,0-1-24-15,0 5-11 0,-2 2-6 0,4-2 0 16,-4 8-3-16,0-11-5 0,0 11-2 0,2-7 5 15,-2 7-16-15,0 0-3 0,0 0 5 0,0 0 8 16,11 18-2-16,-9 7 2 0,2 0 3 0,1 5-11 16,-1-1 6-16,-4 0-3 0,3-1-3 0,-1-1 1 15,1-2-2-15,-3-1 3 0,4-5-2 0,-2 0-1 16,-2-3-2-16,0-3 3 0,4-2-1 0,-4-1 1 16,1 0-3-16,0-2 1 0,0-3-2 0,-1-5 3 15,0 10-1-15,0-10-2 0,2 8-4 0,-2-8-3 16,0 0-1-16,0 6 4 0,0-6-8 0,0 0 7 15,0 0 9-15,0 0-13 0,0 0-6 0,0 0 1 16,20-14-5-16,-5 3-5 0,-5-1 3 0,1 2-1 16,2 2-2-16,-3 0 7 0,1 3-1 0,1-1-1 15,-4 5-1-15,1-2 2 0,0 0-1 0,2 3 2 16,-4 0 0-16,-7 0 2 0,20 3 1 0,-11 0 2 16,4 0 4-16,-1-2-1 0,1 2 0 0,3-1 3 15,-1 0 2-15,4-1 1 0,-1-3 1 0,0-1 2 16,-1 0 1-16,-3 0-1 0,-1 0 4 0,-3-1 15 0,1 0 1 15,-3-3-2-15,-3-1-1 0,4 1-1 16,-4-3-3-16,-1 3 3 0,-2-5-2 0,1 2 2 16,-2 1-2-16,-1-1 2 0,0 3-1 0,0-3 1 0,0 10 3 15,-1-12 1-15,1 12-2 0,0-10 0 0,0 10-5 16,0 0-1-16,-1-7-2 0,1 7-3 16,0 0-5-16,0 0-2 0,0 0 1 0,0 0 2 15,-8 23-5-15,3-7 3 0,4-5-3 0,-4 4 0 16,2 3-3-16,1-3-30 0,0 2-29 0,1 0-33 0,0-1-49 15,1-2-42-15,1-3-68 0,-1 0-241 0,1-1-534 16,1 0 237-16</inkml:trace>
  <inkml:trace contextRef="#ctx0" brushRef="#br0" timeOffset="17889.36">27359 7032 14 0,'0'-7'261'0,"0"7"-30"0,-4-7-35 0,4 7-33 16,0 0-43-16,-2-6-28 0,2 6-31 0,0 0-39 15,0 0-51-15,13 15-68 0,-8-5-76 0,3 3-186 16,1 2 82-16</inkml:trace>
  <inkml:trace contextRef="#ctx0" brushRef="#br0" timeOffset="18184.93">27562 7318 61 0,'0'0'301'0,"6"3"-28"0,-6-3-22 0,9-2-4 0,-9 2 1 16,14-5-10-16,-5-1-12 0,0-2-17 0,0 1-16 15,4-7-16-15,1 0-22 0,-3 1-12 0,2-1-12 16,-1 0-16-16,-1-1-8 0,3-1-7 16,1-4-15-16,-4 6-7 0,0-4-6 0,-2 5-5 0,-2 2 0 15,-1 0 9-15,-2-2 4 0,-2 6-8 0,0-4 8 16,-2 5-2-16,0 6-4 0,2-16-5 0,-4 9-1 15,2 7 0-15,0 0-12 0,-4-11-13 0,4 11 4 16,-8-1-13-16,8 1 4 0,0 0-7 0,-19 12 2 16,9-2-19-16,-3 4 8 0,2 3-5 0,1 1-3 15,0-1-3-15,1 1 0 0,4 7-2 0,0-7-1 16,3 1 0-16,4 0-29 0,-2-3-25 0,6 1-15 16,0-3-13-16,4-2-38 0,-1-1-37 0,5-3-46 15,-3-1-61-15,10-3-34 0,-6-3-278 0,5 1-613 16,-1-6 272-16</inkml:trace>
  <inkml:trace contextRef="#ctx0" brushRef="#br0" timeOffset="18399.12">27972 6941 202 0,'1'-10'304'16,"-6"1"-3"-16,5 9-2 0,0-13-8 0,0 13-10 15,0 0-17-15,0-13-26 0,0 13-30 0,0 0-20 0,0 0-26 16,0 0-17-16,-2-7-19 0,2 7-13 15,0 0-9-15,0 29-10 0,0-9-5 0,0 5-10 16,2 1-8-16,-2 1-4 0,0-3-13 0,0 1 1 16,0 2-9-16,3-1 1 0,-3 1-28 0,0-3-44 0,1 0-60 15,-2-4-80-15,5-4-91 0,-3 5-297 0,0-6-599 16,-1 0 265-16</inkml:trace>
  <inkml:trace contextRef="#ctx0" brushRef="#br0" timeOffset="19015.54">28276 7114 150 0,'-3'-9'331'0,"3"9"-1"0,-1-9-5 16,1 9-6-16,0 0-5 0,0 0-33 0,-2-9-20 0,2 9-25 16,0 0-33-16,0 0-18 0,0 0-18 0,-19 12-22 15,12-1-18-15,-1-2-12 0,-4 8-13 0,7-3-7 16,-3 0-19-16,5-1 2 0,-1-3-10 15,2 3-12-15,2-1-2 0,0-1-10 0,2 0-9 0,0-2-16 16,2 2 3-16,1-5-4 0,2 1-7 0,4-1-2 16,-1-5-4-16,4 3-5 0,-4-4-3 0,1-1 9 15,1-2 1-15,-2-3-6 0,1-1 2 0,4-2 3 16,-9-1 0-16,3-5 6 0,0-2 10 0,-4 0 0 16,0-2-3-16,-2-1-5 0,0-3 5 0,-3-3 10 15,0-2 3-15,-2 2-2 0,0 0-5 0,-1 0 12 16,-1-1 5-16,2 2-14 0,-1 9 33 0,-1 1 3 15,1 4 17-15,3 2-1 0,-2 2-6 0,2 7-7 16,-2-8-4-16,2 8-12 0,-3-11-8 0,3 11-10 16,0 0-4-16,-1-7-14 0,1 7-3 0,0 0-2 15,0 0 6-15,0 0-8 0,-5 26-2 0,3-5 1 16,1 3 1-16,-1 3-6 0,3 0 2 0,-1-2-3 16,0-6 2-16,1 6-1 0,2-5 0 0,3-4 0 15,1 2 6-15,1-1-8 0,1-2 5 0,-1 1-1 16,6-5-5-16,1-1 5 0,1-4-14 0,2 0-3 15,3-5-12-15,1 1 2 0,0-2-2 0,0-3 2 16,6-3-5-16,-7 0 1 0,4-7 0 0,-2 2-4 16,-4 0 1-16,-6 0 2 0,1-4-1 0,0 2-15 15,-3-1 11-15,-3-4-5 0,-2 1 7 0,-1 2-3 16,-1 0 9-16,-2 3-1 0,-4 0 12 0,1 2-1 16,0 0 7-16,-2 4 12 0,3 6-4 0,-5-10-7 15,0 6-1-15,5 4 0 0,-11 0-1 0,11 0-8 16,-17 10 9-16,4 0 4 0,0 3 6 0,2 2-14 15,-1-1 1-15,2 1 3 0,4 1 5 0,2-1-9 0,0 2-23 16,5-5-31-16,2 1-38 0,2-1-31 16,3-2-37-16,1 0-36 0,7-2-27 0,2-4-23 15,12-1-21-15,-4-3-1 0,4-3 0 0,-2-3-147 16,2 1-464-16,-1-3 206 0</inkml:trace>
  <inkml:trace contextRef="#ctx0" brushRef="#br0" timeOffset="19384.43">28947 7097 812 0,'15'-9'21'0,"-1"-1"47"15,-3 5 23-15,-4-4 25 0,0 2 20 0,-1 0 15 16,-3-1 7-16,-2 1 5 0,1 3 16 15,-2 4-1-15,-1-13-5 0,1 13-1 0,-4-8-11 16,-1 4-2-16,5 4-7 0,-11-5-8 0,11 5-12 0,-12-2-8 16,3 2-10-16,0 4-10 0,2 2-13 0,-1-1-13 15,-1 2-5-15,0 0-5 0,1 0-6 0,1 2-5 16,4-3-10-16,-2 1-5 0,1 1-3 16,2-2-2-16,1 1-7 0,1-7-9 0,0 9-1 0,0-9-6 15,0 0-12-15,3 12 6 0,-3-12-6 0,9 1 2 16,-2 1-13-16,-7-2 13 0,15-3-2 0,-6-3-3 15,-3 3-1-15,2-3 21 0,0-4-16 0,-1 1 11 16,-2-2-7-16,1-6-12 0,-1-1 9 0,-1 0-4 16,-3-8 8-16,0 7-7 0,0 0-2 0,2-8 14 15,-2 2-10-15,0-3 8 0,-1 9 6 0,-2-5 19 16,2 7 19-16,-3 6 4 0,3-1 19 0,0 5 13 16,0 7-2-16,-1-13-7 0,1 13-14 0,0-7-8 15,0 7-10-15,0 0-9 0,0 0-13 0,0 0-2 16,0 0 2-16,0 0-8 0,4 30-1 0,-3-5 1 15,-1 4 0-15,1 4 2 0,-1 0 2 0,-1 1-8 16,2-1-27-16,-1 0-41 0,3 1-68 0,-2-5-83 16,-2 3-73-16,1-6-96 0,-5 2-327 0,0 0-756 15,-2-3 335-15</inkml:trace>
  <inkml:trace contextRef="#ctx0" brushRef="#br0" timeOffset="20119.91">26551 8311 99 0,'2'-8'331'0,"-2"8"-21"15,2-10-7-15,-2 10-3 0,2-6-2 0,-2 6-5 16,0 0-2-16,0 0-6 0,-2-12-15 0,2 12-18 16,0 0-29-16,-6-4-11 0,6 4-22 0,-9-3-21 15,9 3-20-15,-19 5-16 0,2 0-15 0,-1 4-5 16,-7 5-20-16,5 0-7 0,2 0-12 0,-1-1-9 15,6-2-10-15,3 3-23 0,0-1-1 0,1 0-20 16,5 3-6-16,2-4-14 0,4 0-17 0,4 4-7 16,3-1-5-16,3 0 13 0,7 3-23 0,0-6 6 15,4 1-7-15,2 0-5 0,-8-3 6 0,4-1 3 16,-2-2 10-16,-1 2 0 0,-5-2-1 0,-1 0 5 16,-3-1-3-16,0 0-6 0,0-2-6 0,-4 2 3 15,-1-1 4-15,-2 2-1 0,-2-7 14 0,-2 13 0 16,-7-5-1-16,-2-1 10 0,-5 5 0 0,-4-5-5 15,2 1-9-15,-2-1-11 0,1-1-14 0,4 0-15 16,1-3-29-16,3-1-36 0,-2 0-50 0,4-2-59 16,9 0-54-16,-11-6-150 0,7 0-487 0,4 6 215 15</inkml:trace>
  <inkml:trace contextRef="#ctx0" brushRef="#br0" timeOffset="20634.18">26781 8258 147 0,'2'-10'328'0,"0"0"-31"0,0 4-10 0,-2-2-1 16,4 3-13-16,-4 5-10 0,0-10-16 0,0 10-22 16,3-8-17-16,-3 8-26 0,0 0-22 15,0 0-22-15,2-6 2 0,-2 6-28 0,0 0-9 16,4 23-17-16,-2-8-1 0,-2 3-4 0,2 6-13 0,-2 4-4 16,0-2-14-16,3 4 5 0,0-2-5 15,1-5-8-15,0 3-5 0,-4-7-7 0,3 0 0 16,-1-3 10-16,-2-3-19 0,2-2-7 0,0 0-13 15,0-3-8-15,-2 0-6 0,2-2-6 0,-2-6-2 0,2 9-1 16,-2-9 2-16,1 8-2 0,-1-8-2 0,0 0 2 16,0 0-1-16,2 7-1 0,-2-7-7 0,0 0 1 15,0 0-9-15,0 0-6 0,16-23 5 16,-9 16 6-16,1-3 3 0,0 1 1 0,0 2 3 0,1 2 0 16,1-2 1-16,-1 1 3 0,-1 4 0 0,3 0 1 15,1 2 4-15,1 2 2 0,-1-1-3 0,-1 0 5 16,0 5 1-16,3-5 0 0,-2 4 3 0,3-2 3 15,-2-2 4-15,1 1 1 0,3 0-3 16,-1-2 7-16,0 0-2 0,4-3 3 0,-3-2-1 0,0-5 1 16,-2 4 6-16,1-4 7 0,-3 0-7 0,1 2 5 15,-7 0 11-15,1 0 9 0,0 0-6 0,-2-1-5 16,-1 0 13-16,-1-1-10 0,-2 0 12 0,1-1 1 16,-1 1-5-16,-2 1 1 0,0 9 8 0,0-14-4 15,0 10 12-15,0 4-9 0,0 0-8 0,0-13-3 16,0 13-6-16,0 0-8 0,0 0-7 0,0 0-6 15,0 0 0-15,0 0-1 0,0 0 4 0,0 0-5 16,2 26 5-16,-2-14-6 0,2 5-22 0,-2 0-40 16,0 0-32-16,2-2-33 0,-2 4-42 0,5-1-61 15,-2-4-52-15,-1 2-236 0,2-7-561 0,1 1 248 16</inkml:trace>
  <inkml:trace contextRef="#ctx0" brushRef="#br0" timeOffset="20786.06">27287 8193 5 0,'-4'-3'203'0,"4"3"-37"0,-2-8-54 16,2 8-29-16,0 0-25 0,0 0-34 0,0 0-35 16,0 0-96-16,13 18-116 0,-6-8 52 0</inkml:trace>
  <inkml:trace contextRef="#ctx0" brushRef="#br0" timeOffset="21049.1">27537 8363 73 0,'7'1'247'0,"-7"-1"-3"16,11-1-9-16,-11 1-4 0,9-4 1 0,-2 0-6 15,-1 0-5-15,-1-2-20 0,0 2-14 0,3-4-20 16,-3 0-9-16,-1-1-10 0,3 0-1 0,-4 3-25 16,1-3-13-16,-2-1-8 0,0-1-6 0,-2 1-4 15,-2 0-1-15,2 0-10 0,-2 0-17 0,-2 1 3 16,1 1-8-16,-2 0 1 0,1 2-6 0,1 1 11 15,-5 1-17-15,8 4-3 0,-9-4-13 0,9 4-6 16,-14 3-5-16,14-3 3 0,-15 13-1 0,3-2-4 16,2 3-1-16,-2 0 0 0,3 3 2 0,2 1-7 15,0-2-1-15,5 2-5 0,2 0-4 0,2 2-1 16,5-5-28-16,2 3-21 0,5-4-31 0,3-1-45 16,2-5-46-16,8 0-45 0,0-1-46 0,2-7-266 15,0 1-570-15,1-2 252 0</inkml:trace>
  <inkml:trace contextRef="#ctx0" brushRef="#br0" timeOffset="21265.89">27843 8077 193 0,'-1'-12'301'0,"-3"3"-1"16,4 1-3-16,0 8-11 0,-4-11-11 0,4 11-32 15,-2-9-25-15,2 9-25 0,0 0-24 0,-1-6-24 16,1 6-14-16,0 0-13 0,0 0-9 0,3 23-15 15,-5-5-3-15,4 6-9 0,-2-4-8 0,2 6-6 16,-2 0-6-16,2 0-11 0,-2-1-24 0,0-6-33 0,5 7-50 16,-4-7-59-16,2 7-59 0,1-10-58 15,-1 3-259-15,2-3-532 0,1-2 236 0</inkml:trace>
  <inkml:trace contextRef="#ctx0" brushRef="#br0" timeOffset="21865.97">28298 8177 14 0,'-6'-6'332'0,"0"2"-28"0,-2-2-17 0,1 3-6 15,7 3-9-15,-18-4-17 0,9 2-13 0,-1 2-26 16,-2 2-20-16,3 2-22 0,0-1-13 16,-3 6-18-16,0 2-16 0,3-2-11 0,-3 4-16 15,3 2-13-15,2-4-7 0,1 1-6 0,1 3-8 0,3-3-9 16,1-2-12-16,1 2-6 0,1-2-11 0,6-3 3 15,0 3-11-15,2-2-9 0,1-2-2 0,5-1-2 16,1-3 0-16,1 1-9 0,2-6 3 0,-5 1-4 16,-1-1 10-16,-3-1-2 0,1-3-1 0,0 1 12 15,-2-4 6-15,-4 0-7 0,3-8 5 0,-3 1 10 16,-2-2 7-16,1-8-17 0,-4 2 0 0,0-6-1 16,-2 1-4-16,2 1 2 0,-7-4-2 15,5 4-8-15,-2-1 8 0,1 2 3 0,1 9 12 0,-1 0 14 16,2 2 24-16,-2 5-5 0,2 2-3 0,0 0 2 15,-1 3-3-15,2 7-11 0,-2-10 0 0,2 10-17 16,0-7-3-16,0 7-8 0,0 0-12 0,0 0 2 16,0 0 0-16,0 0 1 0,-4 44-7 0,4-16 4 15,0 1-5-15,0 1-8 0,3-3 16 0,0 2-6 16,0-4-2-16,1 0-5 0,6-2 10 0,-3-5-6 16,2-2 5-16,1 3-6 0,1-8 4 0,3 2-4 15,1-2 1-15,2-2-16 0,-1 0-5 0,4-5 8 16,2-1-9-16,-1-3-7 0,1 0-3 0,0-3-7 15,0-1-6-15,0-2 0 0,-2-3 0 0,-2-1-1 16,5-3 0-16,-8 3-1 0,-3-4 3 0,0-1 4 16,-4 0 2-16,2 0 4 0,-4 1 7 0,-4 3-4 15,2-2 11-15,-4 4 4 0,-3-1 27 0,0 2-13 16,-1-1 11-16,0 3-2 0,-4 2 10 0,3 2-2 16,5 2-7-16,-20 0-4 0,11 3 0 0,-4 3-2 0,0 4 1 15,-4 3-5-15,2 2 6 0,3-1-5 16,4 1 3-16,0 0-1 0,3 1-18 0,2-4-26 15,5 1-30-15,0 0-36 0,3-1-36 0,4-1-49 16,6 1-34-16,3-5-36 0,9-3-35 0,3-2-176 0,0-2-513 16,5-4 226-16</inkml:trace>
  <inkml:trace contextRef="#ctx0" brushRef="#br0" timeOffset="22234">28991 8116 158 0,'2'-10'233'15,"-1"3"12"-15,-1 7 0 0,-3-13 3 0,-3 8-2 0,0-2-8 16,-2 1-2-16,-3 3 4 0,1 1-29 0,-2 2-12 15,-1 1-18-15,2 2-16 0,-3 0-8 0,1 1-13 16,0 3-10-16,-1 1-5 0,3 4-16 16,-3 0-6-16,3-1-20 0,4 0-5 0,-2-1-12 0,5-1-3 15,0 0-12-15,1 1 2 0,3-1-18 0,0-1-10 16,3-2 0-16,1 1-9 0,2 0-6 0,6 0-3 16,1-4-15-16,1-1-2 0,-2-2-6 15,7-2-2-15,-2-1 0 0,-3 0 4 0,2-4 0 0,-5 1 6 16,2-5-6-16,-4 3 7 0,-3-3 6 0,4-3 2 15,-6-4 11-15,0 1-4 0,-4-2-2 0,1-8 3 16,-2-1-4-16,-1 2-3 0,-1-3 6 0,-1 1-2 16,1-1 3-16,1-1-1 0,-2 3 6 0,2 8 19 15,0 0 1-15,0 3 12 0,1 4-3 0,-1 2 5 16,1 3-5-16,1 7-2 0,-1-13-11 0,-2 9-9 16,3 4-10-16,0 0-1 0,0 0-1 0,0 0-5 15,0 27 12-15,0-1 9 0,0 2-22 0,0 2 4 16,0 2 3-16,4 1-8 0,-3-2-11 0,2 1-23 15,3 0-31-15,-1-3-78 0,-1 5-70 0,0-4-94 16,0 1-369-16,2-2-725 0,3-6 321 0</inkml:trace>
  <inkml:trace contextRef="#ctx0" brushRef="#br0" timeOffset="22374.12">29357 8118 414 0,'2'-7'380'15,"-2"7"-41"-15,0 0-28 0,1-7-29 0,-1 7-31 16,0 0-32-16,0 0-44 0,0 0-55 0,-10-9-56 16,10 9-71-16,-18 6-82 0,6-2-84 0,-7 5-208 0,2 1-413 15,-13 4 182-15</inkml:trace>
  <inkml:trace contextRef="#ctx0" brushRef="#br0" timeOffset="22532.83">28024 8796 351 0,'0'0'357'0,"13"7"-36"0,17-11-31 0,26-5-30 15,34-16-55-15,9-5-44 0,7-6-51 0,-3-2-73 16,0-1-86-16,3-5-88 0,-9 7-181 0,0-7-344 16,1 5 152-16</inkml:trace>
  <inkml:trace contextRef="#ctx0" brushRef="#br0" timeOffset="22644.97">29615 8273 398 0,'11'-1'429'0,"-4"0"-29"0,-7 1-52 16,10-1-45-16,-10 1-8 0,8-3-24 16,-8 3-28-16,0 0-28 0,0 0-46 0,0 0-45 15,0 0-59-15,0 0-74 0,-24-10-110 0,14 6-125 16,-2 1-238-16,-2 1-521 0,-2-7 230 0</inkml:trace>
  <inkml:trace contextRef="#ctx0" brushRef="#br0" timeOffset="22796.39">29342 8205 164 0,'-9'4'317'16,"9"-4"-65"-16,-4 4-49 0,4-4-50 0,0 0-49 16,-5 4-62-16,5-4-81 0,0 0-161 0,0 0-215 15,0 0 95-15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23T09:07:25.80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20061 8927 32 0,'0'0'165'0,"10"0"-2"0,-10 0 0 16,0 0-8-16,0 0 4 0,0 0-8 0,0 0 1 15,0 0-8-15,0 0-5 0,0 0-12 0,0 0-3 16,0 0-9-16,8-1-4 0,-8 1-4 0,0 0-2 15,0 0-6-15,0 0-5 0,0 0-3 0,0 0-3 16,0 0-5-16,0 0-7 0,0 0 1 0,0 0-4 16,0 0-3-16,0 0 1 0,0 0 3 0,0 0-7 15,0 0 0-15,0 0-14 0,0 0-4 0,0 0-4 16,0 0-3-16,0 0-3 0,-10-17-5 0,10 17-8 16,-10-3-2-16,10 3-3 0,-10-3-5 0,2 1-4 15,-1 0 1-15,-3 2-1 0,0 1-4 0,-8-1 3 16,1 3-6-16,1 2 1 0,-3 1-8 0,-7 3 4 15,2 4-1-15,2 0-1 0,-2-1 3 0,-1 5-1 0,4 2-2 16,-1-1-2-16,2 2 3 0,2 2-3 16,0-1-1-16,0-2 4 0,2 4-2 0,7-1 2 15,-2 1-2-15,3 1-3 0,5-7 3 0,-2 2 3 16,5 0-8-16,-1-2 7 0,3 2-3 0,3-2 1 16,-1 0-3-16,3-2 3 0,-1-3-3 0,1-1 3 0,2 1-2 15,0-2 11-15,-2 2-10 0,5-2-2 16,-4-3 4-16,5 0-3 0,0 1-2 0,-1 0 6 15,5-2-3-15,2-1-3 0,-3-3-9 0,5 1-15 16,1-2-28-16,0-1-40 0,-1-1-26 0,3-4-39 0,7-4-37 16,0-1-29-16,2-3-208 0,-4 1-472 15,3-5 209-15</inkml:trace>
  <inkml:trace contextRef="#ctx0" brushRef="#br0" timeOffset="155.44">20366 9156 41 0,'0'0'185'0,"0"0"-29"0,0 0-18 0,15-1-11 16,-15 1-14-16,9-1-10 0,-3 0-9 0,-6 1-8 15,14-3-12-15,-4 2-12 0,1-1-25 0,1 0-43 16,1-2-37-16,0 2-46 0,0-1-91 0,-3-1-195 16,3 1 86-16</inkml:trace>
  <inkml:trace contextRef="#ctx0" brushRef="#br0" timeOffset="326.81">20455 9260 140 0,'0'0'147'0,"-4"4"-3"0,4-4-12 0,0 0-15 16,0 0-9-16,0 0-7 0,0 0-12 0,0 0-5 16,0 0-11-16,13 9-2 0,-2-8-17 0,1-1-16 15,8-3-21-15,1 0-40 0,9-2-33 0,2 0-29 16,3-4-108-16,-2 2-207 0,2-4 92 0</inkml:trace>
  <inkml:trace contextRef="#ctx0" brushRef="#br0" timeOffset="594.05">21256 8879 208 0,'-1'-7'267'0,"1"-2"1"16,0 9 0-16,-1-14-5 0,1 14-5 0,-2-10-18 15,2 10-21-15,-1-7-21 0,1 7-20 0,0 0-22 16,1-8-19-16,-1 8-4 0,0 0-31 0,0 0-12 16,0 0-6-16,0 0-11 0,0 0 6 0,3 34-20 15,-3-15-6-15,3 7-2 0,-5-1-10 0,4 3 10 16,-2 2-19-16,0-3 5 0,0 0-4 0,0-2-7 16,-2 0-3-16,4 0-3 0,-1 1 4 0,-1-6-7 15,0-3-14-15,-1 1-19 0,2-1-30 0,-2-2-24 16,1-2-23-16,-2-2-26 0,1 0-26 0,1-11-36 15,1 18-25-15,-1-11-26 0,-1 1-22 0,1-8-135 16,0 9-420-16,0-9 186 0</inkml:trace>
  <inkml:trace contextRef="#ctx0" brushRef="#br0" timeOffset="993.9">21233 8942 167 0,'5'-16'192'0,"-1"0"-12"0,0 6-5 0,2 1-2 15,-2 0-7-15,1 1-17 0,2 3-16 0,-2-1-14 16,3 3-13-16,1-2-8 0,1 1-14 0,0 1-8 16,-2 2-6-16,2 2-10 0,1 1-6 0,0 1-9 15,1 2-3-15,-1 0 10 0,0 3-2 0,-1-1-2 16,1 1-6-16,-4 2-2 0,2 2 1 0,-5-2-8 16,0 1-1-16,1 4-4 0,-4 1-3 0,-1-5-3 15,-1 0-5-15,-2 3-3 0,1-4-5 0,-1 1-12 0,-1 4-8 16,2-5-9-16,-2-1-3 0,3 0-10 15,0 0 0-15,1 1-8 0,0-2-2 0,1 1-4 16,1-2 3-16,5 2-4 0,-4 2 8 0,4-2 9 16,-2 0 0-16,1 0 1 0,3-1 4 0,-2 1 2 0,0 1 6 15,0-1 1-15,2 1 4 0,-4-2 0 0,0 1-3 16,0 0 10-16,-1-2-1 0,-1 1 2 0,-2-1 9 16,0-1 0-16,-1-6 7 0,-1 13 7 0,-3-8 8 15,1 1-1-15,0 0 6 0,-1-1-3 0,-3 0-5 16,-2 2 2-16,2-4-5 0,-2 3 1 0,-3-1 0 15,2-1-7-15,-3-2-3 0,-1 0-17 0,1 1-22 16,-3-1-28-16,-1 0-37 0,3-2-35 0,3 0-49 16,-2 0-109-16,-1 2-310 0,-3-4 138 15</inkml:trace>
  <inkml:trace contextRef="#ctx0" brushRef="#br0" timeOffset="1579.27">21839 8790 210 0,'0'-8'215'0,"0"8"-4"16,1-8-4-16,-1 8-4 0,0 0-8 0,3-9-9 15,-3 9-17-15,0 0-9 0,0 0-22 0,0-7-13 16,0 7-17-16,0 0-17 0,0 0-9 0,0 0-9 15,0 0-13-15,0 0-4 0,0 0-8 0,0 0 1 16,1 32-2-16,1-8 3 0,-2 3-7 0,0 0-2 16,-2 4-8-16,2-2 3 0,-1 3-8 0,0-2-1 0,1-2-1 15,-2 0-3-15,2 0-3 0,-1-1 0 16,1-6-5-16,-1-4 2 0,1 4-3 0,0-2-3 16,0-1-3-16,0-1 4 0,1 0-14 0,-2-6-22 15,1 3-30-15,0-2-35 0,1 0-32 0,0-4-48 0,1 1-31 16,-2-1-31-16,0-8-131 0,2 12-391 15,-2-12 174-15</inkml:trace>
  <inkml:trace contextRef="#ctx0" brushRef="#br0" timeOffset="2383.46">22031 9067 14 0,'1'-6'229'0,"-1"6"-14"15,6-7-18-15,-6 7-8 0,2-8-6 16,-2 8-10-16,0 0-14 0,2-7-14 0,-2 7-14 0,0 0-10 15,0 0-10-15,0 0-10 0,0 0-6 0,0 0-8 16,0 0-10-16,-5 35-5 0,4-27-6 0,-2 3-12 16,3 1-4-16,-1-4-8 0,5 3 1 15,0 0-9-15,-2-1-1 0,2-1-2 0,0 1-4 0,2-1-3 16,1-1 4-16,0 1-6 0,0-3-2 0,2 1 0 16,0-4 0-16,2 2-4 0,-1-1 3 15,3 0-2-15,-3-1-5 0,-1-3-2 0,-1 0 6 16,-8 0-5-16,17-4 2 0,-10 1-4 0,0 1 1 0,0-3-4 15,-2-2-2-15,-1 0-5 0,1-2-11 0,-3-2-9 16,-1 0 0-16,-2-1-5 0,-1 0 3 0,0 2 3 16,-2-1 1-16,-1-1 1 0,0 2 2 0,0 1 10 15,0-1 5-15,-1 4-1 0,1-2 1 0,1 2-1 16,4 6 0-16,-5-10-3 0,3 5 3 0,2 5 0 16,-5-6-3-16,5 6-4 0,0 0 1 0,-4-7-4 15,4 7-3-15,0 0 4 0,0 0-2 0,16-7 1 0,-4 7-1 16,10-3 4-16,6 1 1 0,0-2-4 15,1 0 5-15,1-1 0 0,-1 1-4 0,-2 0 2 16,-7 1 1-16,1 2-1 0,-4-3 5 0,-5 3 1 16,-3 0 0-16,-1 0 0 0,-2-1 2 0,-6 2-1 15,12 0 2-15,-12 0 1 0,9-2 4 0,-9 2 9 0,0 0 11 16,9-3 9-16,-9 3 13 0,0 0 5 16,0 0-3-16,0 0-5 0,0 0-8 0,0 0 3 15,0 0-4-15,0 0-2 0,0 0-5 0,-36 7-5 16,22 1 1-16,-1 2-6 0,0 0 2 0,0 0-1 15,1 2-2-15,1-2-6 0,2 2 3 0,2 0-2 16,1-3-2-16,2 3-1 0,2-5-4 0,0 2 2 16,3-2-2-16,1 0 1 0,0-7-4 0,1 12-10 15,2-5-3-15,1 1-3 0,-1-4-6 0,4 1 0 0,-2-3-7 16,2 3-2-16,1-3 5 0,1 1 0 0,1-3 1 16,-10 0 3-16,14-1 4 0,-5 1 3 0,0-3-1 15,-1-1 2-15,-2 2 5 0,1-2 0 0,-2-1 6 16,0 2 2-16,0-1 5 0,-1-1 2 0,-4 5 2 15,6-8-1-15,1 5 0 0,-7 3-4 0,3-6 1 16,-3 6-3-16,0 0-1 0,6-3-4 16,-6 3-2-16,0 0-5 0,0 0 8 0,0 0-8 0,9 9 3 15,-9-9 3-15,5 15 3 0,-2 0 4 0,0 0 1 16,-1 1 2-16,2 3 4 0,-1 1 2 0,-3-2 2 16,1-1 1-16,-2 3 4 0,1-2 5 15,0 2 1-15,-1-1 2 0,-2 0 0 0,-2-2-1 0,0 0 7 16,-1 2-1-16,-2-1 0 0,-5 3 1 0,0 2-9 15,3-6 0-15,-1 0 7 0,-1-1-15 0,-1-2-13 16,1-1-25-16,1-1-22 0,2-2-22 0,-2-1-28 16,1-3-24-16,1 1-42 0,0-1-34 0,2-1-35 15,2-2-186-15,5-3-449 0,-11 3 198 0</inkml:trace>
  <inkml:trace contextRef="#ctx0" brushRef="#br0" timeOffset="2710.39">22702 9199 131 0,'17'-6'187'16,"-4"3"-2"-16,1 0 4 0,0 2 0 0,-1 4-2 15,0-1-8-15,-1 1-7 0,-1 3-14 0,-1 0-9 16,-2 2-7-16,-2 0-13 0,2 1-6 0,-2 1-10 16,-2 0-2-16,-3 2-15 0,1 0-6 0,-5 1-5 15,-1-1-12-15,-2 3-4 0,-2-4-3 0,-1 3-10 16,0-4-3-16,2-1-4 0,-5 1-5 0,5-1-5 0,-2-1-2 15,-4-1-5-15,4-3 0 0,2 0-7 16,-3 2 3-16,4-4-3 0,0 1-5 0,0-1-5 16,6-2 2-16,-7 4-2 0,7-4-3 0,-9 4 4 15,9-4-5-15,0 0-3 0,-7 4-6 0,7-4 3 0,0 0-4 16,0 0 0-16,0 0-2 0,0 0 2 0,0 0-8 16,0 0-10-16,21 2-20 0,-11-4-19 15,8-1-26-15,3 0-29 0,0 0-31 0,7-2-30 16,2-2-28-16,-2-2-31 0,0 3-155 0,-1-5-417 0,1 3 185 15</inkml:trace>
  <inkml:trace contextRef="#ctx0" brushRef="#br0" timeOffset="2961.28">23163 8980 117 0,'0'-9'300'0,"0"2"1"16,0 7-6-16,0-13-14 0,0 13-7 0,0-9-21 15,0 9-12-15,0 0-21 0,0-7-25 0,0 7-21 16,0 0-28-16,0 0-13 0,0 0-17 0,0 0-14 16,0 0-12-16,0 0-7 0,0 0-12 0,4 28 1 15,-4-13-10-15,3 1-5 0,-2 3-8 0,1-1-1 16,2 1-3-16,-3 2-6 0,1 1-1 0,-1-3 0 16,1-2-14-16,0 2 8 0,-1-2-6 0,0-1-3 15,-1 0-21-15,2-4-15 0,-1-2-45 0,-1 0-40 16,-1 0-34-16,1-3-42 0,-2 2-51 0,2-9-24 15,-1 12-24-15,0-6-182 0,1-6-492 0,-4 7 218 16</inkml:trace>
  <inkml:trace contextRef="#ctx0" brushRef="#br0" timeOffset="3350.08">23172 9071 199 0,'1'-12'246'0,"-1"3"-1"0,0 1-6 15,0 8-10-15,-2-11-16 0,2 11-19 0,1-9-17 16,-1 9-13-16,0 0-20 0,0 0-16 0,0-9-13 15,0 9-13-15,0 0-6 0,0 0-9 0,0 0-10 0,0 0-6 16,0 0-8-16,18 15-6 0,-13-8-6 0,0-2-2 16,0 0-9-16,5 1-3 0,-1 1-3 15,-1-1-3-15,2 1-4 0,-1-4 2 0,-2 1-2 16,4-3 0-16,-1 2-4 0,1-2-3 0,0-1 2 16,-1 1-3-16,2-2 0 0,0-3-1 0,-2-1-2 15,0 0 2-15,0-1-6 0,-1-2 7 0,0 3-3 16,0-5-3-16,-2-1-5 0,0 0 6 0,1 0-4 15,-2-4-3-15,3 0 0 0,0-1 3 0,-4 6 6 0,0 1 12 16,0 0-2-16,0 2 10 0,-2 3-7 0,-3 4-1 16,5-9-6-16,-5 9-3 0,2-5-10 15,-2 5-2-15,0 0-2 0,0 0 0 0,0 0 4 16,0 0 20-16,7 21-10 0,-6-5-3 0,-1 3 20 0,2 7-9 16,-2 1-5-16,-3 2 0 0,3-1 14 0,-1 1-18 15,1 0-1-15,-2 0-5 0,1-3 0 0,0 0-11 16,-1-7-12-16,2 0-34 0,-1 1-41 15,1-3-56-15,1 2-66 0,2-2-55 0,1-1-274 0,-1-5-582 16,3-1 258-16</inkml:trace>
  <inkml:trace contextRef="#ctx0" brushRef="#br0" timeOffset="3790.46">23367 9413 13 0,'-5'4'142'0,"-2"-2"3"0,2 2 10 15,5-4 2-15,-8 5-2 0,8-5-4 0,-5 3-8 16,5-3-11-16,0 0 6 0,0 0 0 0,0 0 8 16,0 0 6-16,18 6 3 0,0-8 2 0,1-1-4 0,0 0-6 15,10 0-4-15,1-1-5 0,-3 0-11 16,1-1-6-16,0 2-3 0,-9 0-9 0,8-1-11 15,-7 0-7-15,1 2-7 0,-2 0-4 0,-3 0-7 16,-3-1-12-16,0 3-9 0,-3 0-1 0,-2-2-6 0,-8 2-6 16,14-1-4-16,-9-2 0 0,-5 3-7 0,0 0 0 15,13 0-11-15,-13 0-18 0,0 0-13 16,6-1-26-16,-6 1-40 0,0 0-38 0,0 0-59 16,0 0-61-16,0 0-67 0,0 0-192 0,0 0-538 0,0 0 238 15</inkml:trace>
  <inkml:trace contextRef="#ctx0" brushRef="#br0" timeOffset="3971.64">24074 9227 173 0,'5'-4'247'0,"-5"4"-9"0,0 0-8 15,0 0-15-15,5-3-19 0,-5 3-20 0,0 0-18 16,12-3-18-16,-2 0-27 0,2 0-34 0,2-2-40 15,2 2-60-15,5-4-56 0,4-3-70 0,-7 3-147 16,4 0-317-16,2-7 140 0</inkml:trace>
  <inkml:trace contextRef="#ctx0" brushRef="#br0" timeOffset="7817.83">25958 8754 203 0,'-4'-8'232'0,"4"8"-6"0,0-10-3 0,0 10-10 16,0 0-3-16,0-10-9 0,0 10-17 0,0 0-18 15,0 0-15-15,0-9-22 0,0 9-12 0,0 0-17 16,0 0-11-16,0 0-13 0,0 0-12 0,0 0-6 15,0 0 0-15,0 0-10 0,-4 29-1 0,3-12-7 16,-2 2-1-16,1 0-8 0,-2 5-3 0,-1 0 6 16,1-5-11-16,2-1-1 0,0-1-5 0,-2-5 3 15,3 0-4-15,1 0 0 0,-2-1 3 0,2 0-7 16,-2-3-8-16,2 1-21 0,0 0-19 0,0-9-37 16,0 10-21-16,0-10-34 0,0 10-19 0,0-10-18 15,0 0-20-15,-3 9 6 0,3-9-1 0,0 0-139 16,0 0-345-16,0 0 152 0</inkml:trace>
  <inkml:trace contextRef="#ctx0" brushRef="#br0" timeOffset="8213.11">25929 8745 195 0,'-2'-10'193'0,"2"-1"-3"0,0 4-8 0,0 7-8 16,0-11-13-16,0 11-14 0,0-9-18 0,0 9-14 15,0 0-15-15,2-10-14 0,-2 10-10 0,0 0-11 16,0 0-8-16,0 0-6 0,0 0-4 0,0 0-2 15,15 22-6-15,-7-13-8 0,-2 4-3 0,5 1 5 16,-1 0-8-16,1 1 0 0,-1-2-2 0,4-1-5 16,-5-4 2-16,0 2-5 0,1-3 3 0,1 0-3 15,-1-1-1-15,0 0 4 0,-2 0-2 0,-1-4-3 0,0 1 0 16,0 1-2-16,-2-4 2 0,-5 0-2 16,13 2-2-16,-5-2 3 0,-8 0 4 0,14-5 3 15,-5 0-5-15,0-2 1 0,0-1-1 0,0-2-1 0,2-1-1 16,-1-3 3-16,0 1-7 0,-1 0 6 15,3-1 1-15,-3 5 2 0,-5 1 5 0,3 0 2 16,-3 2 3-16,1 1 1 0,-2 0-2 0,-3 5-8 16,6-5-1-16,-6 5-8 0,4-5-1 0,-4 5-6 0,0 0 5 15,0 0 5-15,7 12 5 0,-7-2 3 0,0 8 2 16,0 0 2-16,-5 6-1 0,1 2-5 0,2 0-5 16,0-6 1-16,0-1-2 0,-1 5 1 0,-1 2 1 15,-1-7-13-15,5-1-27 0,0 6-30 0,0-6-45 16,0-1-52-16,0 0-58 0,0-1-198 0,5-3-441 15,-5 3 195-15</inkml:trace>
  <inkml:trace contextRef="#ctx0" brushRef="#br0" timeOffset="8379.2">26473 9023 59 0,'0'0'230'0,"6"-5"-20"15,-6 5-10-15,0 0-17 0,5-4-23 0,-5 4-14 16,6-3-14-16,-6 3-23 0,12-4-26 0,1 2-33 16,-2 0-48-16,9 0-48 0,8-2-48 0,1 1-40 15,2 2-81-15,1-4-234 0,1 2 104 0</inkml:trace>
  <inkml:trace contextRef="#ctx0" brushRef="#br0" timeOffset="8633.11">27135 8818 70 0,'0'0'257'0,"0"0"8"0,4-9-3 15,-4 9-18-15,0 0-12 0,2-6-25 0,-2 6-20 0,0 0-18 16,0 0-24-16,0 0-13 0,0 0-14 16,0 0-13-16,0 0-4 0,0 0-9 0,0 26-8 15,-2-16-7-15,2 6-10 0,0-2 1 0,0 3-12 16,-2 0 0-16,4-4-7 0,-6 3-9 0,4-1-4 0,0-2-2 15,0-2-2-15,0 3 0 0,-3-2-5 16,4 0-19-16,-3-3-20 0,1-1-34 0,-1 2-37 16,0 0-50-16,-2-2-43 0,4-2-38 0,0-6-43 15,-6 11-132-15,6-11-421 0,0 0 187 0</inkml:trace>
  <inkml:trace contextRef="#ctx0" brushRef="#br0" timeOffset="8831.48">27153 8814 140 0,'0'0'149'0,"0"0"-6"15,9-2-12-15,-9 2-13 0,0 0-14 0,15 6-11 16,-5-2-6-16,0 0-6 0,3-1-12 0,2 4-2 16,3-2-8-16,-1 0-15 0,2-2-26 0,-4 1-35 15,3-2-19-15,-2 1-41 0,-2-1-30 0,-1-1-71 16,-2 1-192-16,-1 0 84 0</inkml:trace>
  <inkml:trace contextRef="#ctx0" brushRef="#br0" timeOffset="9010.32">27472 8790 150 0,'0'0'205'16,"0"-8"7"-16,0 8 5 0,4-5-10 0,-4 5-10 16,0 0-13-16,0 0-18 0,0 0-21 0,0 0-18 15,0 0 0-15,0 0-11 0,0 0-1 0,0 0-2 16,0 0-5-16,-2 33-16 0,2-18-5 0,-2 2-9 15,0 2-7-15,2-2-9 0,-3 8-4 0,-1-8-9 16,2 2-1-16,0-3-15 0,0 0-24 0,-1 0-40 16,3-3-56-16,0 0-69 0,0-2-55 0,0 1-205 15,3-1-450-15,-3-1 200 0</inkml:trace>
  <inkml:trace contextRef="#ctx0" brushRef="#br0" timeOffset="9311.31">27679 8951 58 0,'0'0'190'0,"0"9"-7"0,0-9-15 0,0 11-19 16,0-5-13-16,2-1-11 0,-2-5-15 0,4 12-7 16,-1-6-5-16,1 0-19 0,0 3 0 0,4-3 0 0,-2-1-3 15,3 2 0-15,0-4 0 0,0 0 2 16,0-1-1-16,2-1-1 0,-2 0-3 0,0-1-1 15,-9 0 8-15,16 0 13 0,-9-2 9 0,1 0 0 16,-3-2-8-16,0 0-5 0,-1-1-8 0,0-4-11 0,1 3-3 16,-3-1-8-16,-1-3-5 0,-2-1-4 15,0 2-8-15,0-1-5 0,-4 0-6 0,3 2-4 16,0 3-11-16,-3-4-19 0,-1-1-14 0,0 6-19 16,-1-3-24-16,-3 2-33 0,-1 2-38 0,1 3-42 0,-3 0-47 15,1 0-201-15,0 3-455 0,1-1 202 0</inkml:trace>
  <inkml:trace contextRef="#ctx0" brushRef="#br0" timeOffset="9463.82">27958 8981 185 0,'5'4'202'0,"-5"-4"7"0,0 0 3 0,5 5-7 0,-5-5-6 15,0 0-25-15,0 0-21 0,0 0-17 0,5 3-26 16,-5-3-38-16,0 0-45 0,0 0-53 0,0 0-64 15,7 3-82-15,-7-3-94 0,0 0-289 0,0 0 128 16</inkml:trace>
  <inkml:trace contextRef="#ctx0" brushRef="#br0" timeOffset="10027.95">28265 8891 197 0,'-3'12'214'0,"3"-12"-2"0,-4 7-12 16,4-7-13-16,-1 10-18 0,1-10-14 0,-4 13-15 16,4-7-17-16,0-6-11 0,4 15-5 0,0-8-2 15,-2 3 1-15,2-3-5 0,2 1 1 0,2-1-12 16,-3-3-5-16,7 0 0 0,-3 1-10 0,0-2-10 16,2 1-1-16,-1-2-8 0,-2-1-2 0,-8-1-4 15,14 0-5-15,-7 0-3 0,-7 0-7 0,13-6-3 16,-6 1-3-16,-2-4-3 0,-3 1-2 0,0-2-3 15,2 0-1-15,-3-2 1 0,-1 0-9 0,-1 0 3 16,-3 0-5-16,4 0 11 0,-2 1 5 0,-1 3 6 16,0-2-3-16,0 4 1 0,3 6 1 0,-2-10 6 15,2 10-8-15,-4-9-6 0,4 9-1 0,-1-7-3 0,1 7-2 16,0 0-3-16,-2-8-5 0,2 8-4 16,0 0-13-16,0 0-1 0,0 0-1 0,0 0-1 15,15-3 4-15,-5 0-6 0,3 2-9 0,1-2 1 0,4-1-10 16,1-2 6-16,-1-1 4 0,-2 1 2 15,1-3 1-15,-3 2 6 0,-2-2-2 0,-3-1 4 0,1 2 2 16,-3-1 2-16,0-3-2 0,-1 1 6 16,-1-1 10-16,0 2 12 0,2-2-2 0,-3 2 1 0,-3 1 4 15,4-1-13-15,-1 2 4 0,-3 0 9 0,-1 8 0 16,3-10 4-16,-3 10-4 0,4-5-6 16,-4 5 1-16,2-6-12 0,-2 6-2 0,0 0-1 15,0 0 1-15,0 20 10 0,-1 8 3 0,-4 0 2 0,1 6 0 16,-5 12 3-16,4-1-1 0,-4 2 12 0,0-1-12 15,2-11-3-15,-4 10-1 0,2 0 0 0,3-13-6 16,1 1 1-16,-1 0 10 0,0-2-7 0,4-4-5 16,0-1-6-16,0-7-19 0,2-1-21 0,0-2-29 15,-2-4-39-15,4-2-52 0,-2 0-57 0,0-4-47 16,0-6-233-16,4 6-535 0,-4-6 237 0</inkml:trace>
  <inkml:trace contextRef="#ctx0" brushRef="#br0" timeOffset="10195.98">28546 9000 193 0,'0'0'293'0,"0"0"-33"15,1-8-18-15,-1 8-19 0,3-6-12 0,-3 6-24 16,0 0-11-16,0 0-24 0,2-6-11 0,-2 6-20 16,19-3-15-16,-6-1-14 0,15-1-26 0,2 0-40 15,0 0-57-15,2 1-56 0,4-4-74 0,-3 3-208 16,-1-3-399-16,3 1 177 0</inkml:trace>
  <inkml:trace contextRef="#ctx0" brushRef="#br0" timeOffset="10761.3">29104 8584 83 0,'0'0'276'15,"0"-10"-27"-15,0 10-17 0,0 0-13 0,0 0-21 16,0 0-11-16,0 0-24 0,1-9-20 0,-1 9-15 16,0 0-16-16,0 0-12 0,0 0-12 0,0 0-14 0,0 0 0 15,-1 39 4-15,-1-14-11 0,-2 6-9 16,0-1-1-16,0 3-8 0,-3-1 0 0,3 1-9 15,0-3-2-15,0 0 1 0,2-4-11 0,-1 6-3 16,1-9 3-16,-4 4-5 0,2-2 1 0,3-7-27 0,-1-1-38 16,-2 0-57-16,2-1-50 0,2-5-44 15,-1 3-50-15,-1-4-126 0,0-1-398 0,0 1 176 16</inkml:trace>
  <inkml:trace contextRef="#ctx0" brushRef="#br0" timeOffset="11094">29068 9054 105 0,'0'0'183'0,"8"-4"-21"0,1 0-1 0,1 0-5 15,-1 2-8-15,2-3-10 0,1 1-8 0,4-3-12 16,-2 2-8-16,5 0-15 0,1-3-9 0,4-2-3 16,-6 2-1-16,0 0-5 0,0 1-9 0,-6 1-3 15,2-3-8-15,-2 3 1 0,-1-1-5 0,-2 1 0 16,0-4-4-16,-3 3 3 0,0-1 5 0,-2 0-5 15,1 1-2-15,-1-1 1 0,-1 2 2 0,-3 6 1 16,2-12-3-16,-2 6 2 0,0 6 6 0,0 0-10 16,-5-12-2-16,5 12-9 0,-6-6-5 0,6 6-3 15,-10-2-3-15,10 2-9 0,-15 3 0 0,3 2-2 16,1 3-2-16,-5 4-3 0,3 2 0 0,-1-2-1 16,3 0-2-16,2 1 6 0,-2 2-8 15,4-1-1-15,3-4-1 0,0 2-1 0,3-1-10 0,1 1-20 16,2-1-28-16,1-1-33 0,2 1-55 0,4-3-36 15,1-1-39-15,4 1-185 0,-1-4-436 0,2 1 194 16</inkml:trace>
  <inkml:trace contextRef="#ctx0" brushRef="#br0" timeOffset="11679.27">29459 8865 179 0,'4'-7'187'0,"-4"7"-8"0,3-5-26 0,-3 5 3 16,0 0-2-16,0 0-12 0,0 0-3 0,11 15-4 16,-5-5-11-16,-3 2-9 0,5 4-7 0,-4-2-6 15,0 3-14-15,3-3-5 0,-3 2-10 0,1-2-5 16,-1-2-8-16,-1 0-3 0,2-2-8 0,-1-2-8 16,-2 2-1-16,3-2-6 0,-2-2-1 0,-2 1 0 15,-1-7-4-15,4 9 2 0,0-5-5 0,-4-4 1 16,0 0 2-16,4 7 20 0,-4-7 11 0,0 0 9 15,2 4 11-15,-2-4 3 0,0 0-6 0,0 0-7 16,0 0-11-16,9-15-9 0,-6 9-2 0,1-5-6 16,-1 0-10-16,7-5-13 0,-2 2-10 0,-3-1-1 15,3 0-3-15,0 4-8 0,-2 1-5 0,0 0 1 0,0 2-2 16,-3 1 3-16,4 3-3 0,-3-2 9 16,-4 6-5-16,6-8-4 0,-1 6 5 0,-5 2-3 15,9-3-2-15,-9 3 5 0,11-2 0 0,-3 1 0 16,-8 1-1-16,17-2 5 0,-6 0-3 0,2-1 1 0,0 1 2 15,0-1 3-15,1-1-2 0,2 0 1 0,-3 0 1 16,0-1-2-16,2-2 2 0,-2 1-2 0,-1-1-1 16,-1 2 2-16,-2 1 0 0,1-2 1 0,-1 0 3 15,-4 1-2-15,0-1-1 0,-1-2 9 0,0 3-8 16,-1-7 2-16,-2 8 5 0,-1 4 1 0,3-11 5 16,-3 11-1-16,0-8-1 0,0 8 6 0,0 0 5 15,-6-9-12-15,6 9-2 0,-10-4-3 0,-1 6-4 16,11-2 1-16,-20 5-1 0,4 3-2 0,2-2-1 15,-3 7-2-15,3-2 1 0,1 1 3 0,2-1-4 16,0 3 2-16,3 1-4 0,3-4 2 0,1 1 10 16,1-2-15-16,2 2 2 0,0 0 1 0,2 0 3 15,4 0-7-15,3 1-21 0,0-4-29 0,2 1-34 16,0-3-38-16,2-3-42 0,7 4-34 0,0-4-27 16,1-1-26-16,-2-3-144 0,1 2-434 0,-1-4 192 15</inkml:trace>
  <inkml:trace contextRef="#ctx0" brushRef="#br0" timeOffset="11892.94">30138 8614 238 0,'3'-11'257'0,"-1"4"2"0,-2 1-2 16,0 6-15-16,4-8-25 0,-4 8-23 0,0 0-23 15,1-8-14-15,-1 8-24 0,0 0 0 0,0 0-10 16,3 32 2-16,-3-13-4 0,-3 8-12 0,3 6-9 0,2 0-10 15,-5 0-7-15,0 0-4 0,2 1-5 16,-3-2-12-16,3 1-6 0,0-3-25 0,-2 1-37 16,2-4-44-16,0 1-51 0,1-3-41 0,1-4-52 15,-1-5-51-15,1 2-185 0,-1-2-464 0,0 1 206 16</inkml:trace>
  <inkml:trace contextRef="#ctx0" brushRef="#br0" timeOffset="12212.01">30265 9069 53 0,'14'-15'184'16,"5"-7"-10"-16,-1 0 0 0,1 2 5 0,0-1-2 16,-1 2 0-16,0-2-9 0,-5 0-11 15,3 0-12-15,1 1-13 0,-7 2 1 0,-2 2 1 16,-1 2-7-16,2 1 8 0,-7 3 3 0,1 1 0 16,0-1-8-16,0 4-7 0,-3-1-14 0,0 7-9 0,1-12-13 15,-1 12-11-15,0 0-8 0,-5-10-12 0,5 10-6 16,-12-3-11-16,12 3-9 0,0 0-8 0,-18 11-5 15,12-7-5-15,0 3-7 0,0 3-12 16,1-2-6-16,1 3-1 0,2 2-6 0,1-1-2 0,1 2 1 16,3 3-8-16,3 0 0 0,-1-1 6 0,-1-1-6 15,3 2 3-15,0 1 6 0,-4-1 0 0,4-2 3 16,-2-5 5-16,-2 2 0 0,-2 1-3 0,1-2-9 16,0 6 4-16,-1-6 5 0,-4 0-2 0,0-2 2 15,-1 3-12-15,-1-5-3 0,-2 2-15 0,1-2-17 16,-3 2-27-16,1-3-31 0,3-2-41 0,0-3-53 15,-4 2-167-15,9-3-411 0,0 0 182 0</inkml:trace>
  <inkml:trace contextRef="#ctx0" brushRef="#br0" timeOffset="12360.08">30737 8913 204 0,'0'0'219'0,"7"-3"-17"0,-7 3-14 0,0 0-14 15,6-4-17-15,-6 4-24 0,0 0-31 0,0 0-32 16,0 0-50-16,0 0-56 0,0 0-44 0,0 0-146 16,-24 19-245-16,9-13 110 0</inkml:trace>
  <inkml:trace contextRef="#ctx0" brushRef="#br0" timeOffset="12610.34">29139 9336 133 0,'-3'4'251'0,"3"-4"-19"0,0 0-12 0,41 5-10 16,-4-4-6-16,26-6-13 0,32-3-19 0,-1-2-10 16,8 5-11-16,2-4-16 0,0 0-12 0,3-1-15 15,-7 0-8-15,-1-1-10 0,-5 3-10 0,-31 1-10 16,-2 2-16-16,1-2-26 0,-4 1-38 0,-6 1-39 15,-15 1-39-15,-4 0-37 0,-2 3-50 0,-3-3-41 16,-10 4-127-16,1-4-369 0,-6 3 164 0</inkml:trace>
  <inkml:trace contextRef="#ctx0" brushRef="#br0" timeOffset="15679.24">31048 7321 222 0,'-3'6'218'0,"3"-6"-16"0,0 0-14 15,0 0-12-15,0 0-14 0,0 0-10 0,0 0-15 16,0 0-14-16,0 0-7 0,0 0-12 0,0 0-12 0,0 0-5 16,21-23-5-16,-12 12-16 0,4-1-11 0,2-2-8 15,-2-1-8-15,2-1-3 0,2-3-9 0,2 1-5 16,-9 1-9-16,2 4 3 0,-2-3-6 16,0 1-5-16,0 2 2 0,-1 0-3 0,-4 3-2 15,1-2 3-15,-3 4-1 0,4-1-1 0,-5 1 1 0,2 2-1 16,-4 6-3-16,5-10 4 0,-2 3-3 15,-3 7 0-15,1-5 5 0,-1 5-9 0,0 0 4 16,4-6-7-16,-4 6 0 0,0 0-8 0,0 0 0 16,0 0 2-16,0 0 1 0,0 0 0 0,-5 28 0 15,0-9 5-15,-3 6-2 0,-2 4 13 0,3 2 13 0,-3 1-11 16,-1-2 1-16,-1 5 3 0,-1-2 3 0,1-1-2 16,1 0 1-16,2 0 0 0,-1-2 3 0,2-3 1 15,2-1-4-15,0-1 3 0,-1 0 17 16,4-8 5-16,0 1-3 0,-1-2-4 0,0-4-3 0,3 0 0 15,-2 0 2-15,2-6-8 0,0 3-3 0,0-2 0 16,1-7-2-16,-2 11-3 0,2-11-1 0,0 9 0 16,0-9 4-16,0 0-1 0,0 8-1 0,0-8-1 15,0 0 0-15,0 0 0 0,-2 6-4 0,2-6 2 16,0 0-3-16,0 0-2 0,-12-1-4 0,12 1 4 16,0 0-4-16,-18-7-1 0,7 6 2 15,1-1-2-15,-3-2-1 0,-1 5 2 0,-5-5-1 16,1 2 3-16,-1-1-5 0,-1 1 2 0,3 0 1 15,4 0-1-15,1 1 1 0,2-1 1 0,2 1 5 16,8 1 4-16,-10 0-5 0,10 0-1 0,-8-1 2 0,8 1-2 16,0 0-4-16,0 0 3 0,0 0-2 15,0 0 1-15,0 0-3 0,43 0-6 0,-8 0-12 0,18-6-27 16,0 6-33-16,2 0-45 0,7-3-43 16,2-1-33-16,1 0-44 0,-8 2-131 0,5-3-402 0,-6-1 178 15</inkml:trace>
  <inkml:trace contextRef="#ctx0" brushRef="#br0" timeOffset="17891.93">30620 8344 18 0,'0'0'166'15,"0"0"-4"-15,0 0-4 0,0 0-9 0,0 0-2 16,0 0-13-16,0 0-10 0,0 0-16 0,0 0-12 16,0 0-7-16,0 0-14 0,0 0-10 0,0 0-8 15,0 0-1-15,0 0-10 0,0 0-4 0,0 0-6 16,0 0 1-16,0 0-3 0,11 11-4 0,-6-8 2 16,1 0-5-16,0 0-1 0,4 0-8 0,2 1 6 15,-1-2-8-15,3 2 9 0,0-2-6 0,5-2 5 16,-2 1-9-16,2 0 2 0,3 0-1 0,-3-2-1 15,4 0-1-15,-1-1-1 0,5-3-4 0,-8 1 2 16,0-1-3-16,3 1 2 0,-3-1-3 0,-1 1-3 0,-3-1 4 16,-1 1-5-16,-3-2 4 0,-2 3 0 15,-1-1 0-15,0 0-4 0,-3 1-2 0,-1-4 2 16,0 1-5-16,0 0 0 0,1-2 13 0,-5-1 0 16,0-2-5-16,1-1-8 0,-5-1-14 0,2-2 5 15,-1-3 0-15,1 2-4 0,-2-2 7 0,-1 3-1 0,-1-6-4 16,3 5 6-16,-4-1-3 0,1-2 2 15,0 3 4-15,0-2 10 0,0 5 7 0,2 2-8 16,-5-4 3-16,3-1-6 0,1 2 0 0,0 3 3 16,-2 1 4-16,4-1 0 0,0 0 0 0,2 4-1 0,-2 0-3 15,3 7 1-15,-1-14-3 0,1 14 3 0,0-10-4 16,0 10-1-16,0-11 0 0,0 11-5 16,2-7 2-16,-2 7-1 0,6-7 2 0,-6 7-2 15,6-7 1-15,-6 7-1 0,7-5-1 0,-7 5 2 16,6-5 1-16,-6 5-1 0,7-4-3 0,-7 4 3 0,7-2 1 15,-7 2 2-15,0 0-2 0,7-6 1 0,-7 6-2 16,0 0 1-16,5-2 1 0,-5 2 3 0,0 0-6 16,0 0 2-16,0 0 1 0,0 0-2 15,0 0-2-15,0 0 2 0,0 0 3 0,0 0 5 0,9-3-3 16,-9 3-4-16,0 0-2 0,0 0 2 0,13-1 1 16,-13 1-1-16,10 0 0 0,-10 0 2 0,18 0-4 15,-6-1-3-15,2-2 4 0,5 2 2 0,3 1-2 16,6-1 3-16,-6-1-4 0,6 1 2 0,0-1-2 15,-8 2 2-15,8 0-3 0,-8-4 2 0,0 5 3 16,0-2 1-16,-3 0-4 0,-3-1 2 0,-2 1 0 16,-1 2-1-16,-2-2-1 0,-9 1 4 0,13 1-3 15,-7 1-2-15,-6-2 0 0,10 0 5 0,-10 0-3 16,0 0 4-16,12 0-2 0,-12 0 0 0,0 0 0 16,8 0-1-16,-8 0 11 0,0 0-11 0,0 0 2 15,0 0-2-15,0 0-2 0,0 0 0 0,0 0 3 16,0 0-5-16,0 0-1 0,6 2 2 0,-6-2 4 15,0 0-4-15,0 0-2 0,0 0 3 0,0 0-1 16,0 0-2-16,0 0 11 0,0 0-7 0,0 0-5 16,0 0-1-16,0 0 6 0,5 5-6 0,-5-5 3 15,0 0 1-15,0 0 0 0,1 9-3 0,-1-9 1 16,-2 16 6-16,-1-5-2 0,2 4 1 0,1 4 4 16,-2 5 5-16,-4-5-2 0,5 7 5 0,-3-1-2 15,0 2-3-15,-2-2 2 0,0 4 1 0,2-2-2 16,-3-5-1-16,4-1 0 0,-1-4 3 0,0-1-7 15,-1 3 4-15,1-4 0 0,0-3 4 0,2 0-7 16,0-1 2-16,0-2-6 0,2 1 4 0,0-1-2 16,-3-1 0-16,-1-2 0 0,4-6-1 0,-2 12 2 15,2-12 1-15,-2 9-3 0,1-4-1 0,1-5 1 16,-1 9 2-16,1-9-3 0,0 0 1 0,-1 14 1 16,1-14 0-16,-3 10 0 0,3-10 2 0,0 11-5 15,0-11 0-15,1 11 2 0,-1-11 0 0,0 0-4 16,4 13 6-16,-4-13-2 0,4 8 3 0,-4-8 2 15,9 7 5-15,-3-3 3 0,3-1 9 0,4-1 8 16,6 2 1-16,-2-2-5 0,5 1 2 0,4 0-4 16,4-3 1-16,2-2-3 0,-2-2 1 0,1 2 1 0,0 1-5 15,-3 0 1-15,-9 1-4 0,2-2-2 0,-2 2 1 16,-3-1-4-16,-2 0 0 0,-2 0 6 16,-1 0 0-16,1 2-4 0,-4-2-1 0,-8 1 2 15,12-1 4-15,-4 0-1 0,-8 1 2 0,0 0 8 0,13-3 2 16,-13 3 4-16,0 0-1 0,8-1 0 15,-8 1 3-15,0 0-2 0,0 0-2 0,0 0-2 16,0 0 0-16,10 1-7 0,-10-1-2 0,0 0-5 16,0 0-2-16,0 0-5 0,0 0-12 0,0 0-27 0,0 0-36 15,0 0-58-15,0 0-73 0,0 0-72 0,0 0-154 16,0 0-459-16,0 0 203 0</inkml:trace>
  <inkml:trace contextRef="#ctx0" brushRef="#br0" timeOffset="20110.15">32284 7174 165 0,'0'0'211'0,"0"0"-7"0,0 0-15 16,0 0-14-16,0 0-19 0,0 0-12 0,-4-9-9 15,4 9-21-15,0 0-7 0,0 0-18 0,0 0-10 16,0 0-8-16,0 0-8 0,0 0 0 16,-22 13-4-16,15-7-5 0,-5 6-7 0,-1 1-4 0,3-1-1 15,0 1-7-15,1-2 1 0,4-1-8 0,-3 0-2 16,3 1-4-16,0-1-2 0,1-3-4 0,0 2 4 16,3-2 0-16,0 2-4 0,1 0 0 0,2-1-4 15,2-2 0-15,-1 0 2 0,0-1 0 16,4 3-1-16,-3-1 1 0,5-4 7 0,2 1-8 0,2 2 5 15,1-4-1-15,-1 2-7 0,2-3 0 0,-2 1-2 16,5-2 5-16,-4-2-4 0,4 0 0 0,-7-1-1 16,2-1 3-16,1 0-3 0,2 0 1 15,0-5-4-15,-6 2 4 0,6 0-1 0,-7-2-3 16,2-2-1-16,-1 1 5 0,-3-1-5 0,3-2-1 16,-5-1 0-16,3-1-2 0,-5 5-2 0,0-3 2 0,-2-1 1 15,1 5-1-15,-1 0-4 0,-4 0 3 0,2 2-6 16,-3-3-4-16,-1 4-14 0,-4-4-2 0,2 3-19 15,-6 3-18-15,-1-1-16 0,-6 4-33 16,-1 1-5-16,-7 1-17 0,1 7-22 0,-3 2-13 16,0 3-134-16,2 1-329 0,1 2 145 0</inkml:trace>
  <inkml:trace contextRef="#ctx0" brushRef="#br0" timeOffset="20910.28">31794 8419 86 0,'0'0'144'0,"0"0"-15"16,0 0-6-16,0 0-6 0,0 0 1 0,0 0-1 15,0 0-10-15,0 0 2 0,0 0-7 16,0 0-6-16,0 0-6 0,0 0-7 0,0 0-4 15,0 0-9-15,0 0-7 0,0 0 3 0,0 0-16 0,0 0-2 16,0 0 0-16,32 3 3 0,0-3-10 0,19 0-4 16,0-4 1-16,4 1-1 0,-2-5 0 15,3 5-2-15,2-2 0 0,-6 3 0 0,-2-5 1 16,-13 4 0-16,2 1 0 0,-5-2 1 0,-4 1 0 16,0 2 0-16,-2-2-3 0,-9 3 2 0,3-3-2 0,-4 3-2 15,-5-2 0-15,-2 1 3 0,2 1 0 16,-6 0 1-16,-7 0 0 0,12-1 2 0,-12 1 5 15,11-2 2-15,-11 2 3 0,0 0 0 0,9-1-1 16,-9 1-2-16,0 0-4 0,0 0-1 0,8-1-8 16,-8 1-1-16,0 0-6 0,0 0-4 0,0 0-5 15,0 0-10-15,0 0-16 0,9-3-25 0,-9 3-37 0,0 0-56 16,0 0-66-16,0 0-71 0,0 0-159 16,0 0-459-16,-41 0 203 0</inkml:trace>
  <inkml:trace contextRef="#ctx0" brushRef="#br0" timeOffset="22328.11">31147 7406 62 0,'0'0'49'0,"0"0"-21"0,0 0-18 0,0 0-36 15,0 0-26-15,0 0 12 0</inkml:trace>
  <inkml:trace contextRef="#ctx0" brushRef="#br0" timeOffset="24744.02">23621 8906 122 0,'0'0'173'16,"0"0"-15"-16,0 0-15 0,0 0-17 0,6-3-12 15,-6 3-12-15,0 0-4 0,0 0-15 0,0 0-9 16,0 0-12-16,0 0-5 0,0 0 0 0,0 0-6 16,0 0-7-16,0 0-4 0,0 0 0 0,0 0-2 15,0 0-1-15,0 0-4 0,0 0-3 0,0 0 0 16,0 0 2-16,6-2-3 0,-6 2-2 0,0 0 8 15,0 0-6-15,0 0 2 0,0 0-5 0,0 0-3 16,0 0 4-16,0 0-5 0,0 0-3 0,0 0-1 16,0 0 1-16,0 0-1 0,0 0-1 0,0 0-2 15,0 0-5-15,0 0 6 0,0 0-7 0,0 0 3 0,0 0-8 16,0 0 3-16,0 0 0 0,0 0-2 16,0 0 0-16,0 0-1 0,0 0-3 0,0 0 3 15,0 0 0-15,0 0-3 0,0 0-2 0,0 0 1 16,0 0 3-16,0 0-6 0,0 0 2 0,0 0 0 0,0 0-2 15,0 0 0-15,0 0 4 0,0 0-2 16,0 0 0-16,0 0 0 0,0 0-2 0,0 0 1 16,0 0 3-16,0 0-3 0,0 0 1 0,0 0 3 0,0 0-1 15,0 0-3-15,0 0 5 0,0 0 1 0,0 0 0 16,0 0 5-16,0 0-3 0,0 0 5 0,0 0 1 16,0 0 4-16,0 0 3 0,0 0 3 0,0 0-2 15,0 0 3-15,0 0-4 0,8-2 2 0,-8 2-4 16,0 0 0-16,12-5-1 0,-5 2-5 0,5-3 0 15,7-2-3-15,13-9-19 0,12-10-19 0,8-1-44 16,27-14-42-16,5-5-88 0,-1-5-131 0,13-3-362 16,0-6 161-16</inkml:trace>
  <inkml:trace contextRef="#ctx0" brushRef="#br0" timeOffset="42883.9">26461 9439 26 0,'0'0'41'15,"0"0"-3"-15,0 0-11 0,0 0-2 0,-7-11 3 16,7 11-7-16,0 0 3 0,0 0-7 0,-6-6-1 15,6 6 5-15,0 0-1 0,-12-3 2 0,12 3 2 16,-9 0-38-16,9 0-3 0,-13 7 18 0,6-4 39 16,2-1 2-16,5-2 11 0,-11 1-1 0,11-1 4 15,-10 3-9-15,10-3-1 0,-8 2 0 0,8-2 5 0,0 0 1 16,-6 2-1-16,6-2 12 0,0 0 0 16,0 0-1-16,0 0-2 0,0 0-11 0,0 0-2 15,0 0-2-15,27 7-8 0,-7-7-6 0,12 2 4 0,19 0-14 16,9-2-1-16,30-2 9 0,2 1-14 15,0-4-3-15,5 2 1 0,7 0 1 0,-1-4 4 16,7 2 1-16,-3 3-5 0,4 0-9 0,-6 0 1 0,5-1 4 16,-13 1-7-16,2 2 3 0,2 1-1 0,-5-1 1 15,0 0-1-15,-6 0-3 0,-26 1-1 0,-1-1 10 16,0 0-9-16,-3 0 1 0,-1-2-1 16,-5 3 2-16,1-3-4 0,-17 2 8 0,2-2 0 0,-2 2 1 15,0 0-5-15,-3-1-6 0,-4-1 2 0,-2 2 1 16,-1 0 4-16,-8 0-4 0,-1 0 1 0,0 0 1 15,-8 0-1-15,2 0 2 0,-3 0-2 0,0 0 7 16,-1 0-4-16,-9 0-3 0,12 0-3 0,-12 0-3 16,9 0 5-16,-9 0 9 0,0 0-3 0,10 0 1 15,-10 0 1-15,0 0-2 0,0 0 4 0,8 0-7 16,-8 0 6-16,0 0-5 0,0 0 0 0,0 0 0 16,0 0-2-16,0 0 0 0,0 0-1 0,0 0-5 15,0 0 6-15,0 0 0 0,9 0 0 0,-9 0 1 16,0 0 4-16,0 0-6 0,0 0-5 0,0 0 1 15,0 0 7-15,0 0-1 0,0 0-3 0,0 0 5 0,0 0-3 16,0 0-4-16,0 0 6 0,0 0 3 0,0 0-3 16,0 0 3-16,0 0 5 0,0 0-5 15,0 0-7-15,0 0 11 0,0 0 4 0,0 0-1 0,0 0-1 16,0 0 8-16,0 0-1 0,0 0 3 0,0 0 4 16,0 0-2-16,0 0-2 0,0 0 3 0,0 0-3 15,0 0-3-15,0 0 0 0,0 0-1 16,0 0-4-16,0 0 1 0,0 0-6 0,0 0 4 0,0 0-2 15,0 0 0-15,0 0-2 0,0 0-1 0,0 0-9 16,0 0 5-16,0 0 4 0,0 0-3 0,0 0-2 16,0 0 1-16,0 0-1 0,0 0 0 0,0 0 1 15,0 0-5-15,0 0 2 0,0 0 0 0,0 0 1 16,0 0-6-16,0 0 6 0,0 0-2 0,0 0 5 16,0 0 3-16,0 0 2 0,0 0-6 0,0 0 5 15,0 0-5-15,0 0 0 0,0 0-1 0,0 0-2 16,0 0 3-16,0 0 1 0,0 0-3 0,0 0-1 15,0 0-1-15,0 0-1 0,0 0-9 0,0 0 2 16,0 0-6-16,0 0-14 0,0 0-22 0,0 0-15 16,0 0-15-16,0 0-38 0,0 0-18 0,0 0-29 15,-27-7-129-15,14 6-314 0,-7 1 139 0</inkml:trace>
  <inkml:trace contextRef="#ctx0" brushRef="#br0" timeOffset="51708.07">19347 11865 34 0,'0'0'98'0,"-6"-5"-6"16,6 5-10-16,-4-5 0 0,4 5 5 0,0 0-12 16,-6-4-4-16,6 4-9 0,0 0 4 0,0 0-1 15,-5-5 3-15,5 5-10 0,0 0-5 0,0 0 1 16,0 0-7-16,0 0-3 0,0 0-3 0,-8-1-7 16,8 1 3-16,0 0-10 0,0 0-1 0,0 0 0 15,0 0-1-15,0 0 3 0,0 0-11 0,24-2-1 16,-16 2 4-16,3 0-5 0,0 0 0 15,1 0 0-15,10-2 0 0,-3 0-1 0,1 0 0 0,2 0 0 16,0 3 4-16,6-4-10 0,-1 2 5 0,0 1-2 16,-1-1-1-16,3 1 1 0,0-1 2 0,0 1-7 15,3 1 0-15,2 0-3 0,-1 0 7 0,0 2-4 16,5-2-2-16,-2 1-2 0,1 0 4 0,2 2-1 0,0-3 4 16,12 3-7-16,-11 0 5 0,11 0-5 0,-13-2 1 15,13 1-1-15,-13-1 4 0,1 1-4 0,12-2 2 16,-11 1-2-16,-2 2-1 0,2-2 3 0,12 0-3 15,-1 1 2-15,0 4-3 0,-12-5-2 0,0 1 6 16,13 0-1-16,-1 3-2 0,0-2-1 0,-13 0-1 16,12-1 1-16,1 0 4 0,0-1-7 15,-11 0 3-15,12 3 1 0,-2-4 2 0,-10 0 0 0,-1 1 2 16,12 4-1-16,-14-5-5 0,3-1 0 16,12 3 5-16,-14 0 3 0,14-3-6 0,-16 2 7 15,3-2-3-15,1 0-8 0,-1 1 1 0,0-1 2 0,-2 1 0 16,1-1-1-16,2 2 2 0,11 0 3 0,-11-3-5 15,-3 4 0-15,0-5 4 0,0 2 0 0,0 2 0 16,2-2-6-16,-1 0 4 0,-1-2-4 0,-1 5 5 16,2-3-2-16,-3-1 2 0,1 1-4 0,0 1 5 15,0-2 0-15,-1-1 2 0,-2 2-9 0,1 3 1 16,-2-3 3-16,-1 0 1 0,2 1-3 0,-1 0 2 16,-1 0-1-16,-2-2-1 0,3 1 0 0,1 0 2 0,-4-1 5 15,2 1-8-15,0-1-3 0,-2 0 1 16,1-1 2-16,-1 2 5 0,-3-2-8 0,3 0 5 15,-1-1 2-15,0 2-2 0,-6 1-5 0,5-3 3 0,1 2 0 16,-1-1-2-16,0 2-1 0,-4-1 5 0,5-2-7 16,1 0 0-16,-1 1 2 0,3 0 0 15,-2 2-5-15,-2-4 5 0,1 2-2 0,-6 1 3 16,5 0-5-16,-5 0 8 0,6-2-7 0,-2-2 6 16,-5 4-4-16,-1-2 5 0,2 1-5 0,6-1 4 0,-7 1-2 15,0 0 0-15,1 0 3 0,-1 0-1 0,0 0 3 16,-2 1 0-16,1-2-3 0,-2 2 2 0,-4 0-1 15,1-1 4-15,0 2-5 0,-1 0 8 0,-3-1-5 16,1-1-2-16,-1 2-4 0,-2-1 9 0,-2 0-6 16,-7 1 3-16,16-2 1 0,-16 2 0 15,11 0-1-15,-11 0-2 0,11 0 3 0,-11 0-1 0,8 0-1 16,-8 0 5-16,0 0-3 0,0 0 3 0,11 0 1 16,-11 0 0-16,0 0 0 0,0 0 3 0,7-3-3 15,-7 3 0-15,0 0-8 0,0 0 9 0,0 0 2 16,0 0-1-16,0 0-5 0,0 0 7 0,0 0-2 15,0 0-2-15,0 0 1 0,0 0 5 0,8-1-3 16,-8 1 1-16,0 0-5 0,0 0 0 0,0 0-5 0,0 0 4 16,0 0 2-16,0 0-2 0,0 0-4 15,0 0 8-15,0 0-4 0,0 0 7 0,0 0-9 16,0 0 9-16,0 0-7 0,0 0 2 0,0 0-1 16,0 0 2-16,0 0-3 0,0 0 0 0,0 0 1 0,0 0 0 15,0 0 2-15,0 0-1 0,0 0 1 16,0 0 0-16,0 0 2 0,0 0-2 0,0 0-1 15,0 0 1-15,0 0 2 0,0 0-5 0,0 0 6 0,0 0 2 16,0 0 1-16,0 0 1 0,0 0-4 0,0 0-3 16,0 0 7-16,0 0-4 0,0 0 1 0,0 0 5 15,0 0-6-15,0 0 4 0,0 0-7 0,0 0 1 16,0 0-2-16,0 0 1 0,0 0 4 0,0 0-1 16,0 0-3-16,0 0-2 0,0 0 2 0,0 0-2 15,0 0 1-15,0 0-1 0,0 0 1 0,0 0 2 16,0 0 0-16,0 0-6 0,0 0 8 0,0 0-4 15,0 0 1-15,0 0-1 0,0 0 0 0,0 0-2 16,0 0-1-16,0 0 3 0,0 0-1 0,0 0 1 16,0 0-1-16,0 0 1 0,0 0-1 0,0 0 6 0,0 0-1 15,0 0 2-15,0 0 1 0,0 0 2 16,0 0-1-16,0 0 2 0,0 0 0 0,0 0 1 16,0 0-2-16,0 0 2 0,0 0-4 0,0 0-1 15,0 0-3-15,4-6-2 0,-4 6 2 0,0 0 0 16,0 0-2-16,0 0-4 0,0 0 2 0,0 0 2 15,0 0-4-15,0 0 0 0,0 0-1 0,1-7 4 16,-1 7 0-16,0 0-1 0,0 0-4 0,0 0-1 0,0 0 2 16,0 0 2-16,0 0-2 0,0 0 0 0,0 0-3 15,0 0 3-15,0 0-5 0,-1-12 3 16,1 12-3-16,0 0-2 0,0 0-9 0,0 0-1 0,0 0-7 16,0 0-10-16,0 0-4 0,0 0-15 0,0 0-17 15,0 0-13-15,0 0-5 0,0 0-11 0,-6-6-2 16,6 6-6-16,0 0-7 0,0 0-14 0,0 0-9 15,0 0-76-15,0 0-227 0,-8-3 100 0</inkml:trace>
  <inkml:trace contextRef="#ctx0" brushRef="#br0" timeOffset="75096.99">27997 14183 109 0,'0'0'119'0,"0"0"-15"0,-6 3 0 0,6-3-7 0,0 0-1 16,0 0-6-16,0 0-3 0,0 0-3 0,0 0-14 16,0 0-4-16,0 0 1 0,0 0-6 0,0 0 4 15,-9-9-9-15,9 9 0 0,0 0-5 0,-7-4-6 16,7 4-8-16,-7-4-4 0,7 4 2 0,-6-3-5 15,6 3-2-15,0 0-3 0,-7-4 3 0,7 4-1 16,0 0-6-16,-5-5-3 0,5 5-4 0,0 0-1 16,0 0 5-16,-7-5-7 0,7 5 6 0,0 0-1 15,0 0-5-15,0 0 2 0,-4-4-1 0,4 4-1 16,0 0 0-16,0 0 3 0,-5-5-1 0,5 5 1 16,0 0-1-16,0 0-3 0,-9-6 0 0,9 6 2 15,0 0 5-15,-9-2-3 0,9 2 0 0,0 0-2 16,0 0-1-16,-9-4-3 0,9 4 2 0,-8-1-6 15,8 1 5-15,0 0-3 0,-5-4 0 0,5 4 1 16,0 0-3-16,0 0 3 0,0 0-4 0,0 0 0 16,0 0-2-16,-9-4-2 0,9 4-2 0,0 0-5 15,0 0 8-15,0 0-8 0,0 0 7 0,0 0-2 16,37 1-2-16,-16 1 13 0,13-2-13 0,7 1 5 16,15-4-4-16,2 5 5 0,8 0-12 0,-2-8-3 15,1 1 6-15,-1 3-6 0,-3-3 5 0,-3-2 1 16,-2 5-1-16,-2-3 4 0,-15 1-3 0,-2 2 4 15,1-2-3-15,-2 1 2 0,-2 0-2 0,-3 0 3 16,1 0 3-16,-6 1 0 0,-5 0-3 0,-2-1-1 16,-1 1 4-16,-3 1 1 0,-2-1 4 0,0 2-4 0,-1-2 2 15,-4 1-1-15,0-1-1 0,-8 2 8 16,13 0 3-16,-13 0-3 0,9-1 0 0,-9 1 3 16,7-1-5-16,-7 1 4 0,0 0-1 0,9-3-2 15,-9 3 6-15,0 0-11 0,0 0 5 0,0 0-5 16,0 0 3-16,0 0-10 0,0 0-1 0,8-1-7 15,-8 1-15-15,0 0-33 0,0 0-59 0,0 0-50 0,0 0-103 16,0 0-295-16,0 0 130 0</inkml:trace>
  <inkml:trace contextRef="#ctx0" brushRef="#br0" timeOffset="78927.2">18750 8996 11 0,'0'0'79'0,"0"0"-10"0,0 0 2 0,0 0-11 16,0 0 6-16,0 0-13 0,0 0-1 0,0 0-4 15,0 0 1-15,0 0-4 0,0 0-2 0,0 0-3 16,0 0 4-16,0 0-14 0,0 0 1 0,0 0-6 15,0 0-3-15,0 0 3 0,0 0-10 0,0 0-4 16,0 0 6-16,0 0-6 0,0 0 1 0,0 0-6 16,0 0 2-16,0 0-8 0,0 0 8 0,0 0-4 15,0 0 1-15,0 0-1 0,0 0-6 0,0 0 3 16,0 0-4-16,0 0 3 0,0 0 11 0,0 0-14 0,0 0 4 16,0 0-5-16,0 0 6 0,0 0-3 0,0 0 3 15,-22 9-4-15,22-9-2 0,-7 4 0 16,7-4-2-16,-8 2 2 0,8-2 3 0,-10 4 0 15,10-4 0-15,-10 2 2 0,4 0-5 0,6-2 4 0,-15 3 4 16,9-2-6-16,6-1 3 0,-14 1 5 0,6-1 6 16,8 0-14-16,-10 2 6 0,10-2-7 15,-11 2 1-15,4-1 2 0,7-1-3 0,-9 3 1 0,9-3 3 16,0 0-3-16,-13-1 0 0,13 1 4 0,-9 1-1 16,9-1 2-16,0 0 4 0,-11 1 2 0,11-1 1 15,0 0-3-15,-9 0-1 0,9 0-2 0,-9 0 11 16,9 0-7-16,-10 2 7 0,10-2-1 0,-9 0 0 15,9 0 7-15,0 0-11 0,-13 0 2 0,13 0 1 16,-8 0 1-16,8 0 3 0,0 0 0 0,-9 0-2 16,9 0 1-16,0 0-5 0,0 0 3 0,0 0-6 15,0 0 1-15,-9 0-4 0,9 0 2 0,0 0-1 16,0 0 1-16,0 0-1 0,0 0-6 0,0 0 4 16,0 0-2-16,0 0 0 0,25 10-1 0,-11-9 7 15,7 2-6-15,9-1 2 0,-3 1 4 0,3-3-4 16,-1 0-1-16,0-2 4 0,-2 1 0 0,1 1 0 15,-8 0-1-15,2-2-1 0,-2 0 1 0,2 1 1 16,-4 0-3-16,1-1 3 0,-1 0-1 0,-1 2-1 16,-2 0-3-16,-2 0 6 0,0-1-2 0,1 1-5 15,-4-1-2-15,0 1 7 0,-2 0-6 0,-8 0 3 0,13 0-2 16,-13 0 0-16,12 0-5 0,-12 0 9 16,8 1-8-16,-8-1 4 0,0 0 4 0,9-1-1 15,-9 1-4-15,0 0 1 0,0 0-2 0,0 0 1 0,8 2 1 16,-8-2-1-16,0 0 2 0,0 0 4 0,0 0-6 15,0 0 6-15,0 0-4 0,0 0 7 0,0 9-6 16,0-9 3-16,0 0-1 0,-7 11 4 0,7-11-2 16,-9 15 6-16,4-5-1 0,-3-1-1 0,0 1 4 15,0-2-3-15,0 3-4 0,-1-3 1 0,2 3-6 16,-2-3 5-16,1 1-8 0,-2-1 0 0,0 5-8 16,0-4 0-16,0 1-11 0,1-4-37 0,2 2-44 15,0 0-129-15,-2-2-248 0,4-1 111 0</inkml:trace>
  <inkml:trace contextRef="#ctx0" brushRef="#br0" timeOffset="79155.28">19020 9009 146 0,'-7'-10'211'0,"1"1"-9"15,-3-1-1-15,1 1-5 0,0-1 2 0,-2 1-1 16,1-1-15-16,-1 3-13 0,1-2-17 0,-1-1-15 15,2 2-15-15,-3 1-12 0,2-1-12 0,0 1-9 16,0 2-8-16,4-1-7 0,-1 2-11 0,0 0-5 16,6 4-13-16,-6-9-1 0,6 9-19 0,-7-5-13 15,7 5-18-15,-4-4-20 0,4 4-25 0,0 0-28 16,0 0-32-16,-7-4-54 0,7 4-30 0,-2-6-169 0,2 6-393 16,0 0 174-16</inkml:trace>
  <inkml:trace contextRef="#ctx0" brushRef="#br0" timeOffset="80062.36">13508 8693 30 0,'-5'-8'214'16,"1"0"-12"-16,2 2-15 0,2 6-5 0,-3-10-4 16,3 10-9-16,-4-9-11 0,4 9-11 0,-2-6-15 15,2 6-14-15,0 0-14 0,-4-5-12 0,4 5-13 16,0 0-10-16,0 0-9 0,0 0-9 0,0 0-5 15,0 0-9-15,-7 14 2 0,2-4-5 0,5 8-2 16,-4 0 1-16,-1 10-3 0,1 1-3 0,2 1-3 16,-3-3 2-16,1 1-6 0,0 1-1 0,-2-1-2 15,4-3-1-15,0-6 0 0,-2 0-3 0,1-7-3 16,1 6 3-16,0-1-4 0,0-1 1 0,-2 1-8 16,4-5 2-16,-1 1-13 0,-1-2-23 0,-3 3-30 15,3-4-26-15,-2-3-54 0,3 1-51 0,-1-2-162 16,-2-1-382-16,2 2 169 0</inkml:trace>
  <inkml:trace contextRef="#ctx0" brushRef="#br0" timeOffset="80295.05">13427 8757 76 0,'3'-11'213'0,"-3"11"-21"0,2-5-19 16,-2 5-20-16,0 0-18 0,0 0-13 0,0-9-17 15,0 9-8-15,0 0-12 0,0 0-9 0,6-4-7 16,-6 4 0-16,0 0-13 0,19 3-6 0,-8 1-5 0,3-1-2 16,3-2-2-16,1 2-10 0,1-2-3 0,2 5-8 15,6-3 4-15,-6 2-10 0,-2-2-13 0,2 1-15 16,0-1-20-16,0 1-25 0,-2-2-21 16,-1-1-22-16,0 1-16 0,2-2-24 0,-7 0-87 0,1-2-246 15,-1 1 109-15</inkml:trace>
  <inkml:trace contextRef="#ctx0" brushRef="#br0" timeOffset="80511.1">13871 8620 136 0,'-2'-6'162'15,"2"6"-4"-15,-6-10-10 0,4 6 2 0,2 4-4 16,-2-9-14-16,2 9-10 0,0 0-15 0,-2-7-17 16,2 7-9-16,0 0-17 0,-5-6-7 0,5 6-4 15,0 0-2-15,0 0-10 0,0 0 2 0,-2 30-3 16,0-11-6-16,-1 6-1 0,-2 4-3 0,3 3-2 15,-2-3-1-15,2 2-8 0,1-4 4 0,-1 1-2 16,0-1-5-16,2-9-4 0,2 1-12 0,0 0-19 16,1-1-20-16,-3 0-47 0,2-4-23 0,0 0-57 15,0-2-102-15,2-2-290 0,-2 0 128 0</inkml:trace>
  <inkml:trace contextRef="#ctx0" brushRef="#br0" timeOffset="80910.25">14038 8711 130 0,'0'0'154'0,"0"0"-12"0,0 0-6 0,0 0-12 0,0 0-18 16,-6 25-7-16,4-15-11 0,2 1-9 0,0-1-8 16,2-1-6-16,0 2-6 0,0-3-5 0,3 0-6 15,1 1-7-15,1-1-2 0,3 0-2 0,-2-3-3 16,3 1-5-16,3-4 2 0,-1 0-2 0,1-2-2 15,5-1-2-15,0-2-3 0,-1 0 2 0,0-2-1 16,0-1 1-16,-3 0 3 0,-4 0 6 0,-1-1 3 16,1 1 16-16,-2-1 11 0,0 1 4 0,-4 1-1 15,-1-1 1-15,0-2 9 0,-2 3-5 0,1-1-4 16,-1 0 1-16,-2 6-2 0,2-12-9 0,3 8-2 0,-5 4-3 16,0 0-4-16,0-10-5 0,0 10-8 15,0 0-4-15,0 0-9 0,0 0-1 0,0 0-3 16,0 0-4-16,0 0 4 0,-10 36-5 0,2-7 1 15,-1-1 1-15,0 2-2 0,-3 1 0 0,2 0 0 16,0 0-4-16,-1-1 1 0,3-1-1 0,-2 2-3 16,1-7 1-16,2 4-2 0,-1-11-1 0,2 9-1 15,2-5-10-15,-2-3-16 0,3-1-30 0,-3-3-40 16,4 1-49-16,0-3-31 0,2 0-61 0,-1-2-153 0,1-1-420 16,0-9 186-16</inkml:trace>
  <inkml:trace contextRef="#ctx0" brushRef="#br0" timeOffset="82270.84">14585 8797 202 0,'-4'-9'203'0,"4"9"3"0,-6-15-8 0,4 10-14 16,-1-2-10-16,3 7-13 0,-10-7-14 0,6 4-19 15,-4-1-11-15,8 4-19 0,-15 4-6 0,4 2-9 16,-1 1-10-16,-1 3-6 0,3-2-10 15,-3 6-6-15,4 0 0 0,0-4-7 0,0 5-10 16,7-4 0-16,0-2-3 0,2 1-3 0,-1-2-5 0,1-8-7 16,5 14 4-16,0-5-1 0,-1-4-1 0,1 0-4 15,1-1 0-15,3 0-5 0,-2-2 2 0,6 1-8 16,-6-3 3-16,-7 0-1 0,16-1 2 0,-9-2-5 16,0-1 4-16,-1 1-3 0,-6 3 4 0,11-5-7 15,-4 1 6-15,-4-2 0 0,-1 0-2 0,2 1 0 16,0-2 2-16,-2 0-2 0,1 2 0 0,-3 5 1 15,4-10-2-15,-4 10-5 0,0-8 2 0,0 8 5 16,2-8-5-16,-2 8-2 0,0 0 2 0,4-6-8 16,-4 6 1-16,0 0-4 0,0 0 7 0,0 0 7 15,-4 36-5-15,-2-17 1 0,1 9 2 0,-3 3 3 16,-4 2-3-16,4-1-2 0,-1-1 5 16,0-1-3-16,-1-2 4 0,2-4-5 0,3-6 1 0,0-1 0 15,1-2 0-15,-1-3 0 0,5-1 4 0,-4-1 3 16,4-3-2-16,-1-1 1 0,1-6 0 0,0 10-4 15,0-10 5-15,-3 8-2 0,3-8 1 0,0 0-2 16,-1 9 3-16,1-9-4 0,0 0 3 0,0 0-1 0,0 0 1 16,0 0-4-16,0 0 1 0,0 0-11 15,19-14-1-15,-6 1-9 0,-1-2-8 0,5-5-5 16,0 4-12-16,-1-4-14 0,3-2-11 0,-1-1-8 16,-2-2 2-16,1 2-2 0,1 3 8 0,-5-2 15 15,-3 3-7-15,-1 3 13 0,0-1 5 0,0-2 11 16,-2 4-2-16,-1-2 13 0,-1 3 9 0,-1-1 16 15,1 5 16-15,-1 0 6 0,-2 0 7 0,1 2 4 16,0-2 0-16,-3 5 2 0,2-1 3 0,-2 6 3 16,3-10-1-16,-3 10-1 0,3-7-1 0,-3 7-5 0,0 0-2 15,2-6-6-15,-2 6 1 0,0 0-6 16,0 0-5-16,0 0-5 0,4-8-1 0,-4 8-2 16,0 0-4-16,0 0-2 0,0 0 0 0,0 0 2 15,0 0 5-15,2 26 1 0,-2-17 5 0,-1 2-3 0,0 2-4 16,1-2 2-16,1 1 4 0,-1 0-7 15,0 0 1-15,0-3-3 0,0 1 1 0,1 0-4 16,2-3 0-16,-2-1-1 0,-1-6 1 0,4 11 0 16,1-7 0-16,-2 0-2 0,-3-4 1 0,9 7-2 0,-2-4 3 15,3 0-3-15,1-3 2 0,-1-2 3 0,4 0-1 16,-2-1 1-16,1-3 4 0,2-1-10 16,1 0 7-16,-4 2-6 0,-2-5 3 0,3 0-3 0,-3 1 0 15,-3 0 3-15,2-2 1 0,-2-2-2 16,2 3 0-16,-5-2-3 0,5 2-1 0,-6-3 1 0,1 1 0 15,0 1 0-15,-1 2 1 0,-1-1 2 0,0 4-3 16,-2 6-2-16,2-10 0 0,1 4 2 0,-3 6-4 16,0 0-4-16,0 0 4 0,1-8-7 15,-1 8 2-15,0 0-4 0,0 0 0 0,0 0 5 0,0 0-4 16,0 0 4-16,-3 31 0 0,3-15 1 0,2-4 2 16,-2-2-4-16,1 3 2 0,0-4-1 0,2 3 5 15,1-4-2-15,-2 0 1 0,1-2 0 16,-1 0 1-16,2 0 1 0,3 0 0 0,-3-3 1 0,4 1 3 15,-2 0-1-15,4-2-2 0,4 0 1 0,-4-5 0 16,1-2-2-16,3 1 4 0,-3 1-2 0,3-1 2 16,-4-2 1-16,3 0-2 0,-3 0-2 0,3-4 3 15,-4 2-2-15,-2-1 1 0,1-2-3 0,-2 1 2 16,1 1-1-16,-3-3 0 0,1 3 0 0,-3-1-2 16,1 1-2-16,-2 3 3 0,-1 6-2 0,3-10 3 15,-3 10-3-15,1-9 2 0,-1 9-4 0,0 0 0 16,0 0-2-16,0 0-2 0,0 0 0 0,0 0 1 15,0 0 3-15,0 0-2 0,0 0-1 0,-18 23 0 16,17-15 4-16,0 2-1 0,-1 0-3 0,0 0 3 16,2-1-2-16,0 1 2 0,1-1 3 0,2-2-3 15,-1 1 0-15,6-2 1 0,-2 2 4 0,2-3-2 16,1-1 3-16,1-1 1 0,1 0 2 0,2-4 4 16,5 0-5-16,3-2-2 0,-3-2 1 0,2-3 3 15,0 1-2-15,-2 1 2 0,1-2-5 0,-3-2 2 16,0 0 1-16,-3 2 0 0,-1 0-2 0,-2-2 3 15,0-2-3-15,-1 3 1 0,-1-1 0 0,-3 1-2 16,0-3 2-16,0 3-1 0,-2 1 2 0,-2 2 2 16,3-1 3-16,-4 7 2 0,2-8-5 0,-2 8-1 15,3-6-1-15,-3 6-1 0,0 0-2 0,2-6-2 16,-2 6-3-16,0 0 0 0,0 0-1 0,0 0 2 16,-7 20-4-16,3-7 1 0,0 0 3 0,0 3 7 0,-1-1-5 15,3 4-2-15,-1-2 1 0,-2 2 2 16,1-2-4-16,0-2 3 0,0 3 2 0,-1 1-2 15,1-3 0-15,1-5 4 0,-1 2-3 0,2-3 0 0,0 1 2 16,-1 0 1-16,-2-1-4 0,2 1-2 0,-1-3-2 16,-1 2-1-16,-2-3-10 0,2 2-23 15,-3-2-34-15,2-1-35 0,6-6-55 0,-12 8-43 16,7-4-203-16,-7-2-441 0,12-2 195 0</inkml:trace>
  <inkml:trace contextRef="#ctx0" brushRef="#br0" timeOffset="82435.17">15267 8615 118 0,'0'0'138'0,"0"0"-9"0,-4-7-13 16,4 7-17-16,0 0-32 0,0 0-13 0,0 0-12 15,0 0-44-15,0 0-71 0,0 0-42 0,25 10-124 16,-14-6 54-16</inkml:trace>
  <inkml:trace contextRef="#ctx0" brushRef="#br0" timeOffset="82680.24">15823 8526 45 0,'0'0'219'0,"-2"-13"10"0,2 13 5 15,0 0 1-15,-1-9-11 0,1 9-12 0,0 0-20 16,-2-8-15-16,2 8-21 0,0 0-21 0,0 0-16 15,0 0-11-15,0 0-6 0,0 0-1 0,-10 31-3 16,6-5 1-16,-1 4-5 0,0 0-10 0,-1 2-7 16,-3 1-5-16,0-2-10 0,1-1-8 0,3 2-4 15,-1-3-2-15,-2-1-3 0,3-2-8 0,0-1-8 16,1-5 0-16,1 0-7 0,-2-2-15 0,1-1-32 16,-1-2-71-16,-1 1-38 0,2-2-48 0,-1-2-54 15,0-1-218-15,-4 0-491 0,2-3 216 0</inkml:trace>
  <inkml:trace contextRef="#ctx0" brushRef="#br0" timeOffset="82833.91">15611 8801 160 0,'0'0'143'0,"2"-8"-7"15,-2 8-26-15,0 0-6 0,9-3-13 0,-2 1-9 16,6 2-25-16,4-1-42 0,2 0-28 0,2-3-33 15,8 0-95-15,-9 2-151 0,1-3 68 0</inkml:trace>
  <inkml:trace contextRef="#ctx0" brushRef="#br0" timeOffset="83060.56">16133 8587 98 0,'0'-6'172'0,"0"6"14"0,2-13 3 0,0 9 4 0,-2 4-8 16,1-9-11-16,-1 9-11 0,0 0-15 15,0-8-17-15,0 8-15 0,0 0-16 0,0 0-17 16,0 0-2-16,0 0-11 0,0 0 0 0,0 0-5 16,0 35 2-16,-3-11-7 0,1 2 0 0,-1 0-8 15,1 3-4-15,-5 1-6 0,7-2 0 0,-2-2-9 16,-1-7-3-16,2 0-1 0,-2 0-4 0,3 0 2 16,-2-1-5-16,-1-1-21 0,2-2-22 0,-2-2-39 15,1-1-58-15,-1-2-55 0,3 2-55 0,-1-4-133 16,1-8-390-16,-4 15 173 0</inkml:trace>
  <inkml:trace contextRef="#ctx0" brushRef="#br0" timeOffset="83481.66">16240 8506 152 0,'11'-13'172'0,"0"1"-5"0,-3 2-14 0,-1 6-15 16,-2-2-14-16,0 2-16 0,-1-1-7 0,-4 5-18 15,11-2-3-15,-11 2-10 0,13 0 1 0,-5 4-5 0,1 2-3 16,0-3-2-16,-3 5-4 0,2-2-4 0,-1 1-1 16,-2 2-5-16,1 1 0 0,-2 1-3 15,-2 1 0-15,-2 0-7 0,2 3-2 0,-5 2-6 16,-1-1 0-16,-2-2-1 0,1 4-2 0,-2-5-9 0,0 2-4 16,2-3-5-16,-2-1-10 0,3-1-7 0,-1 1-12 15,3-4-2-15,-2 1-5 0,3 3-6 0,-1-3-19 16,2-8 3-16,2 14 4 0,0-7 2 0,2-1 0 15,-1 0 1-15,0 0-2 0,1-1 4 0,4 4 13 16,-4-4 2-16,2 4 2 0,-2-3-2 0,2 2 4 16,-3-3 3-16,3-1 3 0,-3 2 2 0,-1 0 0 15,-2-6 5-15,6 7 10 0,-4-1 5 0,-2-6-1 16,4 7 12-16,-4-7 11 0,0 0-1 0,3 7 11 16,-3-7 3-16,0 0-1 0,0 0-2 0,0 0-4 15,-7 10-1-15,7-10-7 0,-10 6 0 0,1-3-7 16,0 2 0-16,-1 0-5 0,-2-3-11 0,1 4-20 15,0-3-44-15,1 3-49 0,-1-2-178 0,3-1-310 16,2 1 138-16</inkml:trace>
  <inkml:trace contextRef="#ctx0" brushRef="#br0" timeOffset="83665.95">16516 8865 115 0,'0'0'241'0,"0"0"-12"0,0 0-5 0,8-2-15 0,-8 2-13 16,0 0-16-16,0 0-16 0,0 0-19 0,0 0-15 15,0 0-16-15,0 0-12 0,0 0-23 0,0 0-24 16,0 0-34-16,0 0-41 0,0 0-52 0,9-2-56 16,-9 2-50-16,0 0-123 0,0 0-327 0,0 0 145 15</inkml:trace>
  <inkml:trace contextRef="#ctx0" brushRef="#br0" timeOffset="84232.31">16755 8623 137 0,'0'0'267'0,"0"-9"-4"0,0 9-7 16,1-10-12-16,-1 10-18 0,2-7-20 0,-2 7-19 0,0 0-19 15,0 0-22-15,0 0-16 0,0 0-18 0,0 0-12 16,0 0-14-16,0 0-4 0,0 0-12 16,0 0-5-16,-4 38-5 0,4-19-6 0,-1-2-3 15,1 2-6-15,0 6-3 0,0-8-5 0,1 0-2 16,1-6-6-16,-2 2-3 0,3-4-2 0,2 2-3 0,-2 1 5 16,2-5-9-16,-2-1 0 0,0-2 0 0,1 2-2 15,-4-6-2-15,6 8-2 0,-2-5-3 16,-4-3 2-16,12 4 9 0,-12-4-5 0,7 2-8 15,-7-2-2-15,12-2-3 0,-12 2-4 0,15-8-1 0,-7-1 3 16,1 2-5-16,1-2 0 0,-2-1-5 0,2-3-1 16,0-1-2-16,-2-1-4 0,-1 4 1 0,-1 2-6 15,0-3 6-15,2 4 5 0,-7 1-1 16,3 2 1-16,-3-1 1 0,-1 6-5 0,5-7 1 0,-5 7 0 16,4-6-2-16,-4 6-1 0,0 0 3 0,0 0 1 15,0 0 3-15,10 10 0 0,-6-3 0 16,-1 0 0-16,-1 0 4 0,3 1 1 0,-1-1 1 15,0-2 0-15,0 0 2 0,1 1 0 0,1-1 3 0,1-2-3 16,-2-1 4-16,1 0 1 0,3 0 1 0,-9-2 0 16,13-3 2-16,-5 1 1 0,2-2 0 0,-3-3 2 15,1 1 4-15,0 0 1 0,1-1 9 0,-4 0 6 16,0-3 10-16,-1 0-3 0,0 1 6 16,-2-1 4-16,2-1 0 0,-4 1-3 0,3-1 1 0,-5 0-5 15,2-1-11-15,-1 0 3 0,0 3-6 0,0 0-1 16,-1 2-7-16,2 7-8 0,-1-13-7 0,0 7-4 15,1 6-18-15,0 0-18 0,-3-10-33 0,3 10-54 16,0 0-62-16,0 0-61 0,0 0-226 0,0 0-514 16,0 0 227-16</inkml:trace>
  <inkml:trace contextRef="#ctx0" brushRef="#br0" timeOffset="84416.01">17393 8677 208 0,'0'0'219'0,"0"0"-5"0,0 0-17 0,0 0-18 15,0 0-17-15,8 1-20 0,-8-1-13 0,0 0-16 16,0 0-24-16,0 0-46 0,0 0-49 0,11-1-70 16,-11 1-66-16,0 0-104 0,8 2-265 0,-8-2 117 15</inkml:trace>
  <inkml:trace contextRef="#ctx0" brushRef="#br0" timeOffset="88477.42">20878 9001 95 0,'0'0'165'0,"0"0"-9"0,0 0-8 0,-14-7-8 0,14 7-4 16,0 0-8-16,-3-6-4 0,3 6 0 15,0 0 0-15,0 0-5 0,0 0 1 0,-5-6-2 0,5 6-11 16,0 0 0-16,0 0-6 0,-2-5 2 0,2 5-1 16,0 0-5-16,0 0-12 0,0 0-5 0,0-12-6 15,0 12-3-15,0 0-8 0,0 0-7 0,1-11-4 16,-1 11-4-16,0 0-8 0,1-8-2 0,-1 8-2 15,0 0-4-15,4-7-5 0,-4 7-4 0,8-4-2 16,-8 4-4-16,7-4-3 0,-1 1-3 16,-6 3 0-16,12-3-2 0,-3 3-1 0,-9 0-3 0,17 0 3 15,-6 1-3-15,-2 2 4 0,0 1-8 0,1 0-3 16,1 1 2-16,-1 0 2 0,1 4-3 0,-2-2 4 16,2 8 4-16,-4-1 7 0,1 1-7 0,-2 1 3 15,-1 2 2-15,-1 2-1 0,-1 0 6 0,-2 4 0 16,-2-3 2-16,-3-2-5 0,0 0 9 0,-1-1-6 15,1 0 2-15,-6 0-2 0,-4 3 0 0,-1 0 0 16,-2-1-3-16,-3-1 0 0,0-1-5 0,0 0-1 16,-2-2-2-16,4-6 11 0,-3 5-9 0,0-5-5 15,6-3 5-15,-3 3-2 0,4-3-2 0,0-3 1 16,4 0 0-16,1 0-5 0,-2 0 2 0,1-2-4 16,4-1 7-16,-1 1 4 0,7-2-3 0,-12 0-4 15,12 0-1-15,-8 1-1 0,8-1 3 0,0 0-1 16,-12 1-2-16,12-1 4 0,0 0-2 0,0 0-4 0,0 0-2 15,0 0-2-15,-5-7-2 0,5 7 3 16,0 0 0-16,0 0 10 0,13-14-8 0,-9 11-6 16,-4 3 9-16,10-6-7 0,-1 3 2 0,-3 2-2 15,3-1 0-15,0 1 5 0,-9 1-4 0,20 0-2 0,-9 4 0 16,2-1 0-16,-2 1 4 0,2 1-4 16,2 1 7-16,2 2-4 0,1-2 4 0,0 3-1 15,0-1-2-15,0 3 1 0,2-2 2 0,-5 1 0 16,11 2 3-16,-1 0-2 0,-5-5-16 0,5 5-30 0,1-1-47 15,-7-2-59-15,4 1-76 0,-6-1-253 0,-2 1-519 16,2 0 230-16</inkml:trace>
  <inkml:trace contextRef="#ctx0" brushRef="#br0" timeOffset="88877.23">20661 9840 53 0,'30'0'158'0,"4"-1"-7"0,20-1-15 0,4 0-14 0,8-4-10 15,33-6-7-15,2-1-15 0,-1 3-13 16,-1-3-30-16,0-3-58 0,-2 5-73 0,-5-1-76 16,-3-1-172-16,1 2 76 0</inkml:trace>
  <inkml:trace contextRef="#ctx0" brushRef="#br0" timeOffset="91831.79">19637 9465 16 0,'-26'4'24'0,"26"-4"-6"0,-10 3 1 15,10-3-1-15,-11 2 4 0,3 1-7 0,2-1 0 16,-6 0 0-16,5 0 0 0,0 0 2 0,-1 0-5 16,0 1 1-16,8-3 0 0,-13 3 2 0,5-2-6 15,0 2 5-15,8-3-6 0,-11 3 4 0,11-3-5 16,-12 3 1-16,6-3-7 0,6 0 2 0,-9 1 11 16,9-1-2-16,0 0 2 0,-9 2 2 0,9-2 1 15,-5 3-4-15,5-3 0 0,0 0-2 0,0 0-7 16,-9 1 8-16,9-1 0 0,0 0-1 0,0 0-2 15,0 0-3-15,0 0-6 0,0 0 3 0,0 0 3 16,-8 3-1-16,8-3 0 0,0 0-5 0,0 0 6 16,0 0 5-16,0 0-8 0,0 0-5 0,0 0 4 15,0 0-5-15,0 0 8 0,0 0 0 0,0 0 0 0,0 0-5 16,0 0-4-16,0 0 3 0,-5 6 3 16,5-6-7-16,0 0 4 0,-5 7-4 0,5-7 6 15,-5 9-3-15,0-7-7 0,5-2-4 0,-9 8-15 16,6-4 2-16,0 1-9 0,-3-1-32 0,6-4-72 15,-10 7 33-15</inkml:trace>
  <inkml:trace contextRef="#ctx0" brushRef="#br0" timeOffset="93710.18">19320 9597 39 0,'0'0'57'0,"0"0"-4"0,0 0 1 0,0 0-8 15,0 0-6-15,-6-9-3 0,6 9 3 0,0 0-12 16,0 0 1-16,-8-1-2 0,8 1-9 0,0 0 13 15,-9-1-12-15,9 1-4 0,0 0 1 0,-11-1 0 16,11 1 1-16,0 0 0 0,-11 1-6 0,11-1 7 16,-9 1-8-16,9-1 2 0,0 0-4 0,-11 1 1 15,11-1 1-15,-9 2-3 0,9-2-1 0,0 0 0 16,-10 0-1-16,10 0 3 0,0 0-3 0,0 0 1 16,-12 0-3-16,12 0 6 0,0 0-10 0,0 0-1 15,-6 2 9-15,6-2-5 0,0 0-6 0,0 0 5 16,0 0 2-16,0 0-2 0,0 0-5 0,0 0-10 15,0 0 15-15,0 0-5 0,0 0 4 0,0 0 0 16,0 0 10-16,0 0-9 0,20 7 6 0,-7-5 6 16,7 2 0-16,1-2-1 0,7 1 1 0,3 2 6 0,3-4-2 15,5 0 1-15,9 0-4 0,3 2 1 0,-12-2-2 16,12-1 5-16,-13 0-6 0,1-1 4 16,-1-1 3-16,-4 4-6 0,2-4 7 0,-3 2-5 15,-1-1-1-15,-2 2 4 0,-2-1 0 0,-2-1-9 0,-6 2 3 16,0-1 1-16,-1-1-4 0,-6 1 5 0,0 0-5 15,0 0-1-15,-6 0-2 0,1 0-3 16,-8 0 5-16,15 0 1 0,-15 0-1 0,11 0 2 0,-11 0-7 16,6 1-4-16,-6-1 3 0,0 0 5 0,9 2-7 15,-9-2 5-15,0 0-7 0,0 0-2 0,0 0 6 16,0 0-10-16,10-2 15 0,-10 2 0 0,0 0-3 16,0 0-1-16,0 0 0 0,0 0 1 0,0 0-1 15,0 0 1-15,0 0-2 0,0 0 3 0,0 0 2 16,0 0-11-16,0 0 8 0,0 0-2 0,0 0 1 15,-33 2 1-15,23-4 2 0,-4 4-4 0,1-2 2 16,-6 1-4-16,1-1 2 0,-3 2-3 0,0-2-7 16,-6 2 3-16,-1 0 2 0,0-1-8 0,-1 2 4 15,1 0 2-15,-2-2 4 0,0 2-13 0,1-1 0 16,7 0-3-16,-6 0 5 0,6 0-1 0,-5-2 5 16,6 3-5-16,-1-2 7 0,4 0-7 0,4 0 2 15,-3-1 4-15,0 0-4 0,4 1-2 0,0-1 5 16,4-1-2-16,1 2 10 0,8-1-9 0,-12 0-1 15,12 0-7-15,-8 0 15 0,8 0-1 0,0 0-3 0,-9 0 8 16,9 0-7-16,0 0 1 0,0 0 8 16,0 0-1-16,0 0 6 0,0 0-10 0,28-4 11 15,-9 3 0-15,9-2-4 0,3 2 1 0,-2-3 0 0,3 0-1 16,3 2-1-16,0-2-2 0,4-1 12 16,1 2-10-16,-2-3 4 0,13 0-6 0,-14 2 3 15,-2 1 0-15,-3 0 2 0,-4-1-4 0,0 3 7 16,-8-1-5-16,-2 0 3 0,-5 0 0 0,0 2-6 0,-3 0 4 15,1-2-6-15,-4 1 7 0,-7 1-5 0,13 0-7 16,-13 0 10-16,9-1 0 0,-9 1 2 0,0 0-9 16,7-1 2-16,-7 1 0 0,0 0 5 15,0 0-3-15,0 0 6 0,0 0-7 0,0 0 6 0,0 0-9 16,0 0 2-16,-38 1-4 0,20 0 3 0,0 2-1 16,-1-3 3-16,-3 2-14 0,2-1 7 0,-8 3-5 15,-1-2-6-15,7 0-2 0,-5 0 16 0,-3 2-4 16,2-4-2-16,1 3 0 0,7-2 2 0,-1 2-8 15,2-2 6-15,3 0 0 0,2-1 1 0,2 2 9 16,1-1-5-16,2 1-1 0,9-2-10 0,-13 1 3 16,8 0 7-16,5-1-10 0,0 0 4 0,-13 0 4 15,13 0 3-15,0 0 3 0,-9 0-10 0,9 0 6 16,0 0-5-16,0 0 4 0,0 0 0 0,0 0 22 16,28 1-8-16,-9-1-6 0,2 0-5 0,11 2 10 15,0-2 1-15,-2 0-7 0,4-2 14 0,-4 1-17 0,5-1 20 16,-3-1-1-16,-2 1-9 0,2-1-2 15,-5 0-2-15,-6 2 10 0,-1-1-4 0,-1 0 0 16,-1 1-9-16,-6 0 6 0,0-1-5 0,-1 1-2 16,-2-2 8-16,-9 3-8 0,12 0 4 0,-12 0 14 15,9 0-20-15,-9 0 2 0,0 0-1 0,9-1 3 16,-9 1 7-16,0 0-3 0,0 0 1 0,0 0-1 16,0 0-17-16,0 0 11 0,-38 1 2 0,21 1 2 0,-3-1-1 15,-2 2-5-15,2-1 2 0,-8 0 1 0,-2 1-2 16,-1 2-7-16,1-2 5 0,0 0-10 0,-2 0 2 15,2 1-13-15,-2 0 12 0,0-1-9 16,2-2 4-16,2 2 4 0,0 1-1 0,7-4 3 0,3 3 0 16,0-2 1-16,5 1-1 0,-1-1 3 0,5-1 1 15,-1 1 4-15,2 0-6 0,8-1 2 0,0 0 0 16,-13 1-1-16,13-1 4 0,0 0-16 0,-7 0 12 16,7 0 6-16,0 0 6 0,0 0-6 0,0 0 1 15,32 5 5-15,-16-6-5 0,6 1 13 0,6-2-6 16,3 1-1-16,-1-2 2 0,2-1-10 0,2 2 11 15,-2-1 0-15,-2 0 3 0,1-1-2 0,-3 1 1 16,0 0-2-16,-7 0 1 0,0 0-1 0,-3 1 1 16,-6-1-6-16,-1 1 0 0,-1 1 2 0,-2 1 1 15,-1-2 2-15,-7 2-16 0,11-2 13 0,-11 2-7 0,0 0 2 16,9 0 9-16,-9 0-7 0,0 0-6 16,0 0-5-16,0 0 26 0,0 0-19 0,0 0-3 15,-37 4 5-15,20-2-3 0,-2 0 5 0,-1 1-4 16,-8-1-2-16,1 2 8 0,0 0-4 0,0-1 2 0,8-1-22 15,-4 1 18-15,-4-2-3 0,5 3-3 16,-3-2-2-16,3 1 1 0,2-2 4 0,0 1-6 16,4 0 9-16,4 0-4 0,1-2-9 0,1 1 5 15,3 0 1-15,7-1 3 0,-10 1-8 0,10-1 2 0,0 0 1 16,-9 2 3-16,9-2-2 0,0 0 16 0,0 0-1 16,27-1 0-16,-7-1 8 0,0 0-12 0,8-2 10 15,2 1-7-15,0-1 3 0,-4 0-6 0,3 1 2 16,-8 0 13-16,-1-1-27 0,1 1 27 0,-2 0-8 15,-3-1 0-15,-1 1 3 0,-5 2-4 16,1-1 1-16,-4 1-3 0,-1 0-3 0,-6 1 4 0,12-3-2 16,-12 3-1-16,8 0-2 0,-8 0 0 0,0 0 2 15,0 0-2-15,9-2 1 0,-9 2-3 0,0 0 3 16,0 0-5-16,0 0 2 0,0 0 6 0,0 0-9 16,-31 0 4-16,21 1-5 0,-2 0 2 0,3 1-4 15,-3-1-1-15,-3 0-6 0,1 2 13 0,0-2-13 16,-3 1 3-16,4 0-4 0,-6 1 1 0,6 0 3 15,-3-1-5-15,4 0-7 0,0 0 18 0,2-1-8 16,2 0 1-16,2 1 0 0,6-2 2 0,-12 2 4 16,12-2-18-16,-7 2 17 0,7-2-5 0,0 0-5 15,0 0 7-15,0 0 1 0,-7 3 10 0,7-3 1 16,0 0 2-16,0 0-2 0,0 0 8 0,31-1-7 16,-18-1 10-16,-2 0-8 0,2 0 5 0,1 2 6 15,-1-4-10-15,0 1-4 0,-1 2-5 0,0-1-1 0,-2 1-1 16,0 1-3-16,-10 0-14 0,13-2-13 15,-13 2-28-15,12 2-86 0,-12-2-160 0,5 3 71 16</inkml:trace>
  <inkml:trace contextRef="#ctx0" brushRef="#br0" timeOffset="107335.68">18856 17448 3 0,'0'0'96'0,"0"0"7"0,0 0-13 16,0 0-5-16,0 0-17 0,0 0 4 0,0 0-31 15,0 0-4-15,9-3-24 0,-9 3-8 0,0 0-6 16,0 0-10-16,10 6-14 0,-10-6-11 0,7 1-6 15,-7-1-41-15,6 4-91 0,-6-4 41 0</inkml:trace>
  <inkml:trace contextRef="#ctx0" brushRef="#br0" timeOffset="107920.01">20049 17317 40 0,'0'0'70'16,"0"0"-10"-16,0 0-8 0,0 0-27 0,0 0-12 16,0 0-17-16,0 0-19 0,0 0-17 0,0 0-41 15,0 0 19-15</inkml:trace>
  <inkml:trace contextRef="#ctx0" brushRef="#br0" timeOffset="113726.63">25742 15531 33 0,'0'0'154'0,"0"0"-14"0,0 0-9 0,0 0-16 16,0 0-4-16,0 0-8 0,0 0-2 0,0 0-10 15,0 0-3-15,0 0-6 0,0 0-2 0,0 0 9 16,0 0-1-16,0 0 4 0,0 0 2 0,0 0 0 16,0 0-6-16,0 0-4 0,0 0-9 0,-6 21 2 15,8-14-9-15,-2-7-4 0,3 11-5 0,-1-2-8 16,2-5-5-16,-4-4-2 0,2 9-5 0,0-3-4 16,-2-6-4-16,3 10-2 0,0-5-1 15,5-3-2-15,-5 3-3 0,-3-5-1 0,6 7-1 0,0-5-2 16,-6-2-2-16,23-3-1 0,-7-2-9 0,8-7-8 15,8-4-19-15,8-13-30 0,7-4-48 0,25-28-64 16,5 9-68-16,-1-10-119 0,14-7-379 0,4-6 168 16</inkml:trace>
  <inkml:trace contextRef="#ctx0" brushRef="#br0" timeOffset="115583.06">23601 16129 39 0,'0'0'34'0,"4"9"-8"0,0-7-31 15,0 5-11-15,-2-1-17 0,1 1 8 0</inkml:trace>
  <inkml:trace contextRef="#ctx0" brushRef="#br0" timeOffset="116615.5">24132 16994 37 0,'0'0'97'0,"0"0"-14"0,10-6 0 0,-10 6-20 15,0 0-4-15,0 0-22 0,0 0-1 0,0 0-13 16,0 0-8-16,0 0-8 0,0 0-21 0,0 0-14 16,0 0-55-16,0 0-91 0,0 0 41 0</inkml:trace>
  <inkml:trace contextRef="#ctx0" brushRef="#br0" timeOffset="117481.43">19813 16744 19 0,'0'0'24'0,"0"0"-9"0,0 0-4 16,0 0-2-16,0 0-15 0,0 0-6 0,9 4-13 16,-9-4 5-16</inkml:trace>
  <inkml:trace contextRef="#ctx0" brushRef="#br0" timeOffset="117890.12">19844 16830 1 0,'0'0'54'0,"0"0"-5"0,0 0-4 0,0 0-3 16,0 0-5-16,0 0-2 0,0 0-11 0,0 0 8 15,0 0-19-15,0 0 7 0,0 0-6 0,0 0 4 16,0 0 2-16,0 0-8 0,0 0-10 0,0 0 7 16,0 0-2-16,0 0-4 0,0 0-10 0,0 0-4 15,0 0-14-15,0 0-12 0,0 0-23 0,0 0-64 16,0 0 28-16</inkml:trace>
  <inkml:trace contextRef="#ctx0" brushRef="#br0" timeOffset="118711.29">18390 17061 22 0,'0'0'47'16,"0"0"-8"-16,0 0-2 0,0 0-7 0,0 0 1 15,0 0-9-15,0 0 3 0,0 0-8 0,0 0 0 16,0 0-9-16,0 0-3 0,7 10-8 0,-7-10-14 0,0 0-11 15,0 0-14-15,5 3-46 0,-5-3 20 16</inkml:trace>
  <inkml:trace contextRef="#ctx0" brushRef="#br0" timeOffset="120560.38">18417 17288 181 0,'0'0'196'16,"-4"-7"-2"-16,4 7-1 0,0 0-3 0,-2-7-4 16,2 7-11-16,0 0-9 0,0 0-13 0,0 0-14 15,0 0-10-15,-4-7-15 0,4 7-11 0,0 0-15 16,0 0-9-16,0 0-12 0,0 0-6 0,0 0-6 16,0 0-13-16,0 0-4 0,0 0-3 0,0 0 0 15,0 0-5-15,-3 22 0 0,-2-9-4 0,2 2 4 16,-2 1-4-16,0 3-3 0,-3 0-1 15,-1-2-7-15,-1 6 2 0,4-8-5 0,0-3 3 0,0 4-9 16,0-3 3-16,2 3-1 0,0-6 1 0,2 3-1 16,-2-3 0-16,1 0-2 0,-1 3 0 15,0-4-3-15,1 2-4 0,-1-1-7 0,1 0-4 16,1-1-25-16,-1-2-15 0,2-2-17 0,1-5-29 0,0 0-17 16,-5 17-12-16,1-12-27 0,1 1-22 15,3-6-11-15,-7 7-129 0,7-7-341 0,-5 4 150 0</inkml:trace>
  <inkml:trace contextRef="#ctx0" brushRef="#br0" timeOffset="120828.38">18249 17602 379 0,'-1'-8'-13'0,"-4"0"21"0,4 1 11 0,1 7 15 16,-7-16 18-16,7 10 15 0,0 6 12 0,-3-12-4 15,3 12 9-15,-3-10 4 0,1 5 1 0,2 5 4 16,-2-7-13-16,2 7-4 0,0 0-6 0,-3-8-6 16,3 8-14-16,0 0-1 0,0 0-11 0,-2-7-1 15,2 7-10-15,0 0 2 0,0 0 1 0,0 0-1 16,0 0 1-16,0 0 0 0,-4 27 0 0,4-17-11 15,-1-1-1-15,-2 0 3 0,3-2-3 0,1 3-2 16,-2-1 5-16,1-9-8 0,1 14-2 0,-1-8-7 16,0-6 2-16,3 11 1 0,1-7-2 0,-4-4-1 15,5 10 2-15,-1-8 1 0,1 1-3 0,-5-3 2 16,11 5-1-16,-2-4 2 0,1-1 1 0,2 0-3 16,1-2 6-16,3-3-5 0,-2 2 0 0,3-4-19 15,-3 1-7-15,-2 3-24 0,0-1-33 0,0-2-32 16,-2 3-30-16,-4-1-121 0,-6 4-281 0,11-4 125 15</inkml:trace>
  <inkml:trace contextRef="#ctx0" brushRef="#br0" timeOffset="121728.41">15951 17803 57 0,'-9'-5'160'16,"-2"2"-6"-16,-2 1-12 0,-5 1-10 0,0-1-1 15,-4 4-19-15,3-2-4 0,0 2-10 0,5-1 32 16,-3 2-11-16,1 0-12 0,0 2-6 0,0 1-16 15,2 3-4-15,-1 0-8 0,2 3-8 0,-1 1-6 16,2-1-11-16,3 4 0 0,-1 1-7 0,4 2-4 16,2-3 2-16,0 2-9 0,4 0-3 0,0-1-4 15,0-17-4-15,0 0-1 0,6 47-26 0,-6-47-7 16,13 28 4-16,-13-28 4 0,0 0-1 0,17 31 3 16,-17-31 1-16,18 19-1 0,-18-19 3 0,0 0-3 15,28 24 1-15,-28-24 2 0,19 12-1 0,-19-12-8 16,0 0-5-16,35 15-21 0,-35-15-33 0,0 0-19 15,29 10-26-15,-29-10-19 0,0 0-6 0,0 0-10 16,31 6-85-16,-31-6-252 0,0 0 112 0</inkml:trace>
  <inkml:trace contextRef="#ctx0" brushRef="#br0" timeOffset="122134.19">15983 17862 7 0,'0'-22'147'0,"0"22"4"15,0-12 5-15,0 12-12 0,0 0 7 0,-1-17-13 16,1 17-12-16,0 0-15 0,0 0-13 0,0 0-9 16,0 0-15-16,0-14-6 0,0 14-6 0,0 0-3 15,0 0 4-15,0 0 1 0,9 33-4 0,-8-14-4 16,2 7-1-16,-3 0-6 0,1-1 1 16,0 1-7-16,-1-7-9 0,0-19 2 0,0 0-7 0,-2 54-4 15,2-54 1-15,0 0 0 0,0 43-5 0,0-43-2 16,0 0-2-16,0 0-2 0,0 33 2 0,0-33-5 15,0 0 1-15,0 0 1 0,0 0-2 0,0 0 1 16,0 0-2-16,0 0 1 0,0 0-6 16,0 0 8-16,0 0 0 0,-5 30-1 0,5-30 2 15,0 0 4-15,0 0-7 0,0 0-5 0,5-12 3 16,-5 12-2-16,0 0-1 0,18-32-2 0,-6 21 5 16,-4 2-4-16,0-2-6 0,5 0 2 0,-5 3-3 15,0 1 1-15,1-1-3 0,-2 5-2 0,-7 3 4 16,11-6-7-16,-11 6-2 0,11-1-1 0,-11 1 8 15,0 0-1-15,18 5 1 0,-11 0-8 0,-7-5-5 16,0 0-6-16,0 0-16 0,0 0-17 0,33 41-19 16,-33-41-27-16,14 18-23 0,-14-18-25 0,0 0-7 15,27 23-9-15,-27-23-96 0,23 11-281 0,-23-11 124 16</inkml:trace>
  <inkml:trace contextRef="#ctx0" brushRef="#br0" timeOffset="122493.88">16372 18084 60 0,'7'-8'23'0,"-1"2"12"0,-6 6 7 16,6-14 4-16,-5 7 4 0,-1-4 15 0,0 11 22 15,-2-21-6-15,-3 12 7 0,1-1-7 0,-2 1 16 16,-1 0 2-16,1 3 1 0,-3-2-1 0,1 2 3 16,8 6-6-16,-15-5-4 0,15 5-1 0,-17 0-6 15,17 0-8-15,-18 7-7 0,10 0-2 16,1 1-7-16,-2 0-6 0,2 2-5 0,2 1-3 16,5-11-8-16,0 0-5 0,0 0-3 0,0 0-3 15,-5 55-4-15,5-55-4 0,0 0 2 0,0 0-7 16,0 0-5-16,12 40 4 0,-12-40-3 0,0 0-5 15,0 0 3-15,17 18-1 0,-17-18-4 0,0 0 5 16,0 0-8-16,0 0 4 0,0 0-1 0,0 0-1 16,32 6 5-16,-32-6 0 0,0 0 0 0,0 0-3 15,0 0 2-15,18-18-1 0,-16 14 5 0,-2 4-2 16,5-9 2-16,-5 9-2 0,1-9-4 0,-1 9 9 16,0 0-6-16,4-9-4 0,-4 9 1 0,0 0-2 15,0 0-5-15,0 0 1 0,0 0-6 0,0 0 5 16,0 0 1-16,0 0-1 0,0 0 3 0,0 0-6 15,0 0-7-15,0 0-12 0,0 0-17 0,0 0-27 16,23 57-41-16,-23-57-41 0,0 0-35 0,9 29-109 16,-9-29-317-16,0 0 142 0</inkml:trace>
  <inkml:trace contextRef="#ctx0" brushRef="#br0" timeOffset="122881.19">16473 18063 20 0,'0'0'131'0,"0"0"-16"0,0 0-6 0,0 0-3 15,0 0-11-15,0 0-2 0,0 0-1 0,0 0-3 16,0 0-7-16,0 0-17 0,0 0 3 0,0 0-10 16,0 0-12-16,21 68 7 0,-21-68-7 0,0 0-1 15,0 0-5-15,0 0-8 0,0 0 7 16,0 0-6-16,5 28-1 0,-5-28 7 0,0 0 4 0,0 0 1 15,0 0 11-15,0 0 4 0,0 0-6 0,0 0-2 16,0 0-7-16,0 0-4 0,0 0-1 0,0 0-8 16,22-28 0-16,-15 18 0 0,-1-2-7 0,-1 2-3 15,3 0-3-15,-1-2-1 0,0 2 0 16,-1 1 2-16,-2 3 1 0,-4 6-6 0,7-11-3 16,-4 5 4-16,-3 6-9 0,9-5 1 0,-9 5-4 15,0 0 3-15,0 0-6 0,14-1 2 0,-14 1 4 16,0 0-1-16,13 9-2 0,-13-9 1 0,0 0 2 15,0 0-5-15,0 0-1 0,0 0 3 0,24 45-3 16,-24-45-19-16,0 0-19 0,11 29-40 0,-11-29-36 16,0 0-39-16,5 27-160 0,-5-27-339 0,0 0 151 15</inkml:trace>
  <inkml:trace contextRef="#ctx0" brushRef="#br0" timeOffset="123398.42">16728 18060 10 0,'0'0'135'0,"0"0"-13"0,0 0-4 0,0 0-11 0,0 0-14 16,0 0-5-16,0 0-13 0,0 0 2 16,0 0-14-16,0 0 0 0,0 0-6 0,0 0-7 15,0 0 1-15,0 0-4 0,0 0-2 0,0 0-5 16,0 0 0-16,0 0-12 0,0 0 4 0,0 0-4 15,0 0-8-15,0 0 0 0,0 0 0 0,0 0 3 16,21 63 0-16,-21-63-1 0,0 0 12 0,0 0 3 16,0 0 5-16,0 0-2 0,0 0 0 0,0 0-7 15,0 0-7-15,14-17-2 0,-14 17 2 0,0 0-8 16,11-16 1-16,-4 13 0 0,-7 3-8 0,9-6-8 16,-9 6 8-16,15-6-6 0,-15 6 5 0,10 0-5 15,-10 0 0-15,0 0-2 0,0 0-1 16,0 0 1-16,0 0 0 0,0 0 1 0,62 17 6 15,-62-17-6-15,0 0 4 0,34 6 13 0,-34-6 3 16,0 0 6-16,0 0 3 0,49-2 0 0,-38-2 11 0,2-1-5 16,-2 2-5-16,1-4 3 0,-2 1-4 0,-1 0-8 15,-1-1 4-15,-1 0-8 0,0 0-1 16,-7 7-1-16,7-12-2 0,-3 2 1 0,-4 10 3 16,4-13-5-16,-4 3-2 0,0 10 1 0,0-12 0 15,0 12-8-15,-2-13 6 0,2 13 7 0,-4-12-7 16,4 12 7-16,0 0 0 0,-7-9-7 0,7 9-3 15,0 0 1-15,-14 0-2 0,14 0-2 0,-15 12-2 16,10-1 2-16,-8 1-2 0,7-1-3 0,6-11 1 16,0 0-1-16,-19 43-11 0,19-43-16 0,0 0-20 15,-7 35-35-15,7-35-39 0,0 0-49 0,0 0-41 16,9 43-127-16,-9-43-363 0,0 0 161 16</inkml:trace>
  <inkml:trace contextRef="#ctx0" brushRef="#br0" timeOffset="123610.9">17156 17699 30 0,'0'0'288'0,"2"-19"-18"0,-2 19-25 16,0 0-23-16,1-14-35 0,-1 14-15 15,0 0-11-15,0 0-6 0,0 0 1 0,11 30-14 16,-6-4-8-16,-2 4-10 0,0 5-12 0,3 9-15 15,-8 4-9-15,0-12-18 0,2-3-36 0,0-33-38 16,-1 65-55-16,0-30-52 0,-1-7-71 0,2-28-207 16,-6 59-421-16,1-33 187 0</inkml:trace>
  <inkml:trace contextRef="#ctx0" brushRef="#br0" timeOffset="124082.1">17679 17840 69 0,'-11'-1'223'0,"11"1"-15"0,-16 2-11 0,6 5-11 0,1 2-16 16,-1 1-15-16,1 6-10 0,0 1-10 0,-1 2-16 15,2 3-10-15,0 0-11 0,3-2-9 0,5-20-7 16,0 0-12-16,0 55-8 0,0-55-6 0,7 36-3 16,-7-36-9-16,11 32-11 0,-11-32-21 0,15 25-40 15,-15-25-31-15,25 26-48 0,-25-26-30 0,24 13-22 16,-24-13-14-16,28 6-103 0,-28-6-298 15,0 0 132-15</inkml:trace>
  <inkml:trace contextRef="#ctx0" brushRef="#br0" timeOffset="124676.9">17864 18077 90 0,'7'-15'22'15,"-1"1"17"-15,-2-3 11 0,-3 6 10 0,-1-4 17 16,0 15 9-16,-2-25 19 0,-2 16 20 0,0 0 9 16,0 0-12-16,4 9-5 0,-7-14-2 0,3 10-1 15,4 4-1-15,-12-6-3 0,12 6-8 0,-14-3-5 16,14 3-2-16,-16 9-2 0,7-3-8 15,-2 6-4-15,-3 2-9 0,5 0-10 0,9-14-4 16,-20 32-7-16,20-32 2 0,-12 32-13 0,12-32-4 0,0 0-7 16,-5 39-2-16,5-39-2 0,0 0-5 0,0 0-5 15,9 39 4-15,-9-39-2 0,0 0-6 0,0 0-2 16,21 22 2-16,-21-22-4 0,0 0 1 0,0 0 3 16,32 6-5-16,-32-6 3 0,0 0 1 0,0 0-2 15,0 0 0-15,0 0-1 0,0 0-4 0,47-28 4 16,-47 28-4-16,9-16 3 0,-7 8 3 0,2-1-2 15,-4 9-3-15,2-11 3 0,-2 11 3 16,0-11 6-16,0 11-1 0,0 0-3 0,1-12 4 16,-1 12-2-16,0 0-8 0,0 0-3 0,0 0 0 15,0 0 0-15,0 0-3 0,0 0 7 0,0 0-7 16,0 0 1-16,0 0-1 0,0 0 0 0,0 0 1 16,0 0-3-16,0 0 3 0,0 0 1 0,0 0-2 15,0 0 2-15,0 0-1 0,43 46-2 0,-43-46 10 16,0 0-8-16,0 0-2 0,0 0 0 0,46-5 0 15,-35 0 4-15,-1 2-4 0,-1-3 2 0,-2-1 1 16,1 1 1-16,0-3-4 0,-2 0 3 0,1 1 2 16,-2-3 0-16,0 2 10 0,1-2-5 0,-3 1 14 15,-1 1 19-15,1-2 1 0,-2 2-6 0,-1 9 3 16,3-16 2-16,-3 16-2 0,1-11 2 0,-1 11 3 16,2-9-7-16,-2 9-4 0,0 0-1 0,2-12-9 15,-2 12-7-15,0 0 3 0,0 0-5 0,0 0-2 16,0 0 6-16,0 0 1 0,1 43-3 0,-1-43-4 15,0 0-1-15,-9 78 8 0,6-49-8 0,1 1 1 16,-2 2-1-16,4-32-2 0,-10 57 2 16,9-28 0-16,1-29-9 0,-5 53 0 0,3-27 2 15,2-26 1-15,-2 39-6 0,2-39-12 0,-3 43-11 16,3-43-30-16,-5 36-48 0,5-36-52 0,0 0-60 16,-8 35-63-16,8-35-186 0,0 0-500 0,-6 27 221 15</inkml:trace>
  <inkml:trace contextRef="#ctx0" brushRef="#br0" timeOffset="124915.21">18034 17998 17 0,'5'-9'185'15,"-5"9"-14"-15,9-15-18 0,-9 15-15 0,11-9-11 16,-11 9-23-16,11-7-7 0,-11 7-14 0,12 0-5 15,-12 0 2-15,0 0-1 0,15 11-10 0,-13-6 0 16,-2-5-6-16,3 19-8 0,-3-9-2 0,0-10-2 16,0 0-9-16,0 0 0 0,-18 58-2 15,18-58-10-15,-15 29-16 0,15-29-13 0,-17 26-12 16,17-26-40-16,-15 26-14 0,15-26-27 0,-14 19-45 16,14-19-111-16,0 0-268 0,-12 26 119 0</inkml:trace>
  <inkml:trace contextRef="#ctx0" brushRef="#br0" timeOffset="125294.26">18255 17966 96 0,'-7'-8'225'0,"7"8"-20"0,-9-3-8 15,9 3-12-15,0 0-11 0,-24 7-17 0,16 0-10 16,0 1-9-16,-2 0-19 0,2 2-14 0,1 0-8 15,-1-2-6-15,8-8-15 0,0 0-8 0,0 0-6 16,-19 39-8-16,19-39-4 0,0 0-7 0,0 0-6 16,0 0-5-16,1 41-9 0,-1-41-5 15,0 0-1-15,0 0-9 0,0 0-1 0,0 0-2 0,0 0-6 16,27 22 4-16,-27-22-5 0,0 0-1 0,0 0 3 16,0 0 1-16,31-12-3 0,-25 6 8 15,-6 6-7-15,11-10-3 0,-5 0 4 0,0 3 2 0,-1 0-2 16,0-1 1-16,-5 8 6 0,9-11 3 0,-9 11 6 15,5-9-2-15,-5 9-2 0,0 0-5 0,4-9 2 16,-4 9-5-16,0 0 1 0,0 0 1 0,0 0 1 16,0 0-4-16,0 0 6 0,0 0-3 15,0 0-2-15,0 0-4 0,0 0-7 0,0 0-19 16,12 64-33-16,-12-64-31 0,0 0-42 0,2 35-46 16,-2-35-167-16,0 0-372 0,5 31 166 0</inkml:trace>
  <inkml:trace contextRef="#ctx0" brushRef="#br0" timeOffset="125710.07">18387 17977 35 0,'-5'-12'257'0,"5"12"-9"0,-5-8-17 0,5 8-18 0,0 0-23 15,-4-8-16-15,4 8-21 0,0 0-16 16,0 0-7-16,0 0-14 0,-13 22-13 0,12-9-12 15,-2 1-12-15,3-14-4 0,0 0-9 0,0 0-7 16,2 64-5-16,-2-64-10 0,0 0-5 0,8 34 0 16,-8-34-7-16,0 0-2 0,13 30 5 0,-13-30-10 15,0 0-4-15,15 19 8 0,-15-19-3 0,0 0-3 16,0 0 2-16,30 9-4 0,-30-9 2 16,0 0 3-16,0 0-9 0,0 0 3 0,0 0-1 15,0 0-1-15,54-31 2 0,-46 25 5 0,-3-4-1 0,0 4-4 16,-1-5-1-16,-4 11-1 0,7-22-3 0,-5 10-1 15,-1 1 7-15,-1 11-9 0,4-19 1 0,-4 19 2 16,0-17 7-16,0 17 1 0,1-11 2 0,-1 11-5 16,0 0-2-16,0 0 0 0,0 0-15 15,-1-17 5-15,1 17-1 0,0 0 5 0,0 0-1 0,0 0 5 16,0 0-2-16,0 0-8 0,0 0-1 16,0 0 4-16,0 0-4 0,0 0-6 0,1 90-17 15,-1-90-28-15,0 0-26 0,3 32-38 0,-3-32-55 16,0 0-47-16,0 0-58 0,10 32-142 0,-10-32-445 15,0 0 197-15</inkml:trace>
  <inkml:trace contextRef="#ctx0" brushRef="#br0" timeOffset="125862.58">18496 17840 180 0,'-13'-10'192'0,"13"10"-25"15,-8-7-14-15,8 7-26 0,0 0-34 0,0 0-25 16,0 0-33-16,0 0-53 0,0 0-63 16,0 0-72-16,0 0-166 0,0 0 74 0</inkml:trace>
  <inkml:trace contextRef="#ctx0" brushRef="#br0" timeOffset="126094.39">18642 17770 20 0,'0'-16'236'0,"0"16"-8"0,0 0-5 0,0 0-10 16,0 0-22-16,0 0-19 0,-2-15-16 0,2 15-14 16,0 0-1-16,0 0 6 0,0 0-2 0,0 0-5 15,0 0 6-15,12 51-20 0,-10-34-13 0,1 2-3 16,-3 11-16-16,0-3-10 0,-2-1-5 0,2 3-7 16,0-4-10-16,0-25-7 0,-1 50-2 15,1-50-6-15,-2 38-15 0,2-38-23 0,-2 33-39 16,2-33-37-16,0 0-39 0,-3 35-51 0,3-35-40 15,0 0-48-15,0 0-161 0,-8 33-439 0,8-33 193 16</inkml:trace>
  <inkml:trace contextRef="#ctx0" brushRef="#br0" timeOffset="126664.09">18627 17980 118 0,'0'0'133'15,"6"-13"-7"-15,-6 13-4 0,0 0-21 0,11-5-3 16,-11 5-14-16,0 0-8 0,15-2-5 0,-15 2-5 16,13-2-3-16,-13 2-9 0,0 0-7 0,0 0-2 15,26 5-1-15,-26-5-3 0,14 4-12 0,-14-4 8 16,11 2 1-16,-11-2-1 0,13 3-8 16,-13-3-2-16,0 0 4 0,17 4-3 0,-17-4 2 15,10 1 1-15,-10-1-1 0,0 0 3 0,0 0 7 16,19 0 5-16,-19 0 2 0,0 0 10 0,9-3 11 15,-9 3 2-15,0 0 9 0,0 0 2 0,13-9-2 16,-13 9-3-16,0 0 1 0,4-10-1 0,-4 10 5 16,0 0-9-16,0 0 0 0,0 0-2 0,3-12-5 15,-3 12-9-15,0 0 2 0,0 0-8 0,0 0-10 16,0 0-1-16,0 0 2 0,0 0-2 0,0 0 3 16,0 0 0-16,7 41 2 0,-7-41-8 0,5 49 0 15,-5-49-4-15,5 56-7 0,-5-26 4 0,6-4-4 16,-6-26-9-16,7 55 5 0,-2-27-3 0,-1-1 0 15,-4-27-2-15,6 53 5 0,-2-26-3 0,-4-27-5 16,5 39 2-16,-5-39-6 0,1 38 3 0,-1-38 0 16,-1 33-3-16,1-33 0 0,0 0-2 15,-9 40-2-15,9-40 0 0,-11 21 0 0,11-21 7 0,0 0-7 16,-22 25 14-16,22-25-12 0,0 0 2 0,-24 16-3 16,24-16 4-16,0 0-5 0,0 0-1 15,-35 6-4-15,35-6 3 0,0 0-2 0,0 0-8 16,0 0-1-16,0 0-3 0,-37-34-12 0,37 34-2 15,-5-32 3-15,5 32-6 0,0-40-2 0,0 40 3 16,4-43 2-16,-4 43 2 0,16-48 3 0,-8 30-2 16,-8 18-1-16,22-41-2 0,-8 20-7 0,1 0-10 15,-15 21-13-15,30-36-21 0,-11 17-16 0,-19 19-22 16,28-27-41-16,-8 10-28 0,-4 3-42 16,0 1-188-16,4-5-447 0,4 0 198 0</inkml:trace>
  <inkml:trace contextRef="#ctx0" brushRef="#br0" timeOffset="127777.26">19811 17377 143 0,'0'0'148'16,"-10"-6"-4"-16,10 6-3 0,0 0-9 0,0 0-13 16,0 0 7-16,-9-8-9 0,9 8 4 0,0 0-7 15,0 0-3-15,0 0-9 0,0 0-10 0,0 0-12 16,0 0-8-16,0 0-1 0,0 0-8 0,0 0-12 15,0 0-7-15,0 0 3 0,0 0-10 0,-9-8-6 16,9 8 0-16,0 0 0 0,0 0-6 0,0 0-1 16,0 0 0-16,0 0-5 0,0 0-5 0,0 0 3 15,0 0-5-15,0 0 7 0,0 0-7 0,0 0 1 16,0 0 0-16,0 0 0 0,0 0 4 16,0 0 3-16,0 0-5 0,0 0 1 0,0 0 1 15,0 0-7-15,0 0 3 0,-8-11 2 0,8 11-8 16,0 0 2-16,-9-6 2 0,9 6-2 0,0 0 6 15,-9-7 0-15,9 7 4 0,0 0 3 0,0 0-2 16,0 0-4-16,-10-9 1 0,10 9 1 0,0 0-7 16,0 0 0-16,0 0-1 0,-10-7 0 0,10 7 2 15,0 0 3-15,0 0-2 0,0 0 7 0,0 0-3 16,0 0 0-16,-7-9-1 0,7 9-3 0,0 0-5 16,0 0 5-16,0 0-4 0,0 0-7 0,0 0 1 15,0 0 2-15,0 0-5 0,0 0-1 0,0 0 0 16,0 0-1-16,0 0-4 0,0 0 0 0,0 0 0 15,0 0 3-15,0 0-4 0,18 28 3 0,-6-13 2 16,-1 8-1-16,6 3 0 0,-3 1-1 0,0-1 0 16,3 0 2-16,-2 3 1 0,2-1-1 0,-3 1 0 15,1-2 1-15,-2 0 3 0,-1-3-1 0,1 0-2 16,2 0 3-16,-4-8-1 0,0 6-3 16,-2-6 2-16,1-1-1 0,0 2-2 0,-2-2 7 15,-1 1-4-15,-1-2 2 0,1-3-6 0,0 0 5 16,1 1 5-16,-4-3-6 0,1-1 1 0,-1 2 1 15,0-4-5-15,-4-6 5 0,7 11-3 0,-7-11 0 0,4 8 1 16,-4-8 2-16,5 6-2 0,-5-6 3 0,0 0 14 16,0 0 7-16,5 7 14 0,-5-7 7 15,0 0 3-15,0 0 3 0,0 0-3 0,0 0-8 16,0 0 0-16,0 0-5 0,0 0-4 0,0 0-8 16,14-22-4-16,-9 14 5 0,-2-2-8 0,2-2-4 15,-5 12 4-15,15-25-4 0,-7 16-5 0,-3-3 2 16,2 0-5-16,2-2-3 0,-4 4 3 0,3-1 0 15,-1-2-4-15,-2 3 0 0,2 2-2 0,-7 8-1 16,5-12-7-16,-5 12-2 0,7-9-8 0,-7 9-11 16,0 0-15-16,8-9-15 0,-8 9-21 15,0 0-23-15,0 0-23 0,0 0-27 0,0 0-30 16,0 0-15-16,0 0-23 0,0 0-134 0,-28 20-385 16,19-10 170-16</inkml:trace>
  <inkml:trace contextRef="#ctx0" brushRef="#br0" timeOffset="127947.22">20013 17807 100 0,'-9'-4'218'0,"-1"0"11"16,1 0 1-16,-2 1-7 0,1-2-5 0,1-1-20 15,0 1-18-15,9 5-14 0,-12-6-11 0,5 3-22 16,7 3-12-16,-13-6-12 0,6 2-18 0,7 4-12 16,-9-5-18-16,9 5-32 0,0 0-26 0,0 0-43 15,0 0-34-15,0 0-38 0,0 0-50 0,0 0-29 16,-22 10-137-16,17-1-354 0,1 4 156 0</inkml:trace>
  <inkml:trace contextRef="#ctx0" brushRef="#br0" timeOffset="128543.31">19838 18171 35 0,'0'0'229'0,"0"0"6"15,0 0-8-15,0 0-6 0,0 0-14 0,0 0-16 16,0 0-16-16,0 0-12 0,0 0-8 0,0 0-8 16,0 0-13-16,0 0-10 0,0 0-11 0,-4-56-15 15,4 56-7-15,0 0-12 0,0 0-6 16,0 0-8-16,0 0-8 0,0 0-4 0,0 0-6 0,0 0-4 15,0 0-4-15,0 0-7 0,0 0-5 0,0 0-1 16,0 0-3-16,0 0 0 0,0 0-3 0,0 0-6 16,0 0 1-16,0 0 0 0,0 0-6 0,0 0 4 15,0 0-3-15,0 0-6 0,0 0 4 16,0 0-2-16,0 0 0 0,0 0-4 0,0 0 4 16,0 0 2-16,0 0-4 0,0 0 1 0,0 0-5 15,0 0 3-15,0 0 1 0,0 0 2 0,0 0-2 16,0 0-2-16,0 0 2 0,0 0-2 0,0 0-3 15,0 0 2-15,0 0 2 0,0 0-4 0,0 0 0 16,0 0 3-16,0 0-3 0,0 0 8 0,0 0-5 16,0 0-2-16,0 0 6 0,0 0-1 0,0 0-2 15,0 0 1-15,0 0-4 0,0 0 0 0,0 0 1 16,0 0 0-16,0 0 2 0,0 0-6 0,0 0 0 16,0 0 1-16,0 0-6 0,0 0 2 0,0 0-1 15,0 0 1-15,0 0 1 0,0 0 0 0,0 0 2 16,0 0 0-16,0 0 4 0,0 0 0 0,0 0-3 15,-1 110-1-15,1-110-1 0,0 0 6 0,0 51-5 16,0-51 3-16,-2 27 3 0,2-27-4 0,0 0 7 16,-1 39-4-16,1-39-3 0,0 0-1 15,0 0 3-15,0 39-2 0,0-39-12 0,0 0-19 16,0 0-23-16,-4 30-41 0,4-30-43 0,0 0-27 16,0 0-29-16,0 0-28 0,0 0-172 0,0 0-427 15,-5 31 190-15</inkml:trace>
  <inkml:trace contextRef="#ctx0" brushRef="#br0" timeOffset="128960.26">19830 18192 56 0,'0'0'189'0,"0"0"-8"0,13-52-9 0,-9 41 0 16,2 2-12-16,-1-2-14 0,0 5-11 0,0 0-12 15,1-1-10-15,-6 7-7 0,13-6-12 16,-5 1-11-16,-8 5-5 0,13-3-8 0,-13 3-6 15,0 0-6-15,0 0-7 0,0 0 1 0,0 0-1 16,0 0 1-16,0 0 16 0,55 25-10 0,-55-25-7 16,0 0 2-16,8 28-3 0,-8-28-8 0,0 0-3 15,0 0 1-15,-11 52-12 0,11-52 1 0,0 0-8 16,-14 36-12-16,14-36-8 0,0 0-5 0,-10 31-9 16,10-31-10-16,0 0-8 0,0 0-11 0,-5 33-10 15,5-33-5-15,0 0 12 0,0 0 0 0,0 0 3 16,0 0 9-16,15 39 5 0,-15-39-2 0,0 0-4 15,16 18 12-15,-16-18 1 0,0 0 2 0,21 18 1 16,-21-18 1-16,0 0 4 0,18 20 1 0,-18-20 5 16,0 0 3-16,0 0 11 0,0 0 13 0,16 25 7 15,-16-25 4-15,0 0 4 0,0 0 6 0,0 0 1 16,0 0 6-16,0 0 1 0,0 0-9 16,-27 46-5-16,27-46-3 0,0 0-3 0,-23 20-3 15,23-20-1-15,0 0-11 0,-30 21-10 0,30-21-13 16,-18 14-25-16,18-14-44 0,0 0-52 0,-26 17-48 15,26-17-183-15,0 0-389 0,0 0 173 0</inkml:trace>
  <inkml:trace contextRef="#ctx0" brushRef="#br0" timeOffset="129153">20024 18404 87 0,'0'0'242'0,"0"0"0"0,0 0-12 0,0 0-14 16,0 0-20-16,0 0-20 0,0 0-17 0,0 0-21 16,0 0-22-16,0 0-26 0,0 0-30 0,0 0-35 15,0 0-40-15,0 0-50 0,0 0-51 0,0 0-61 0,0 0-91 16,0 0-289-16,0 0 127 0</inkml:trace>
  <inkml:trace contextRef="#ctx0" brushRef="#br0" timeOffset="129849.26">20153 18260 33 0,'0'0'281'0,"0"0"-4"15,0 0-7-15,0 0-14 0,0 0-8 16,0 0-16-16,0 0-24 0,0 0-11 0,0 0-21 16,0 0-18-16,0 0-18 0,0 0-12 0,0 0-23 15,0 0-7-15,0 0-9 0,0 0-15 0,0 0 5 16,0 0-10-16,0 0-8 0,0 0-2 0,0 0-9 15,0 0 1-15,0 0-10 0,0 0-1 0,0 0-6 16,0 0-3-16,5 92 1 0,-5-92-10 0,0 0 3 16,0 0-2-16,12 33-6 0,-12-33 4 15,0 0-6-15,0 0 5 0,14 21-9 0,-14-21 0 0,0 0 3 16,0 0-4-16,0 0-6 0,0 0 2 0,33 9-3 16,-33-9 0-16,0 0-1 0,0 0 2 15,0 0-4-15,0 0 0 0,0 0 5 0,0 0-4 16,46-41 0-16,-46 41 3 0,0 0 4 0,11-23-10 15,-11 23 6-15,0 0-3 0,0 0-1 0,7-38 0 16,-7 38 5-16,0 0-7 0,0 0 3 0,0 0-2 16,10-25-5-16,-10 25 3 0,0 0-5 0,0 0 0 15,0 0 2-15,0 0 1 0,0 0 6 0,0 0-9 16,0 0 6-16,0 0-4 0,0 0 2 0,0 0 0 16,0 0-2-16,0 0 0 0,0 0 3 0,0 0-1 15,0 0-1-15,0 0 4 0,35 59 2 0,-35-59-1 16,0 0-2-16,0 0 4 0,18 18 4 0,-18-18-7 15,0 0 4-15,0 0 4 0,0 0-5 0,0 0 3 16,38 1 0-16,-38-1-1 0,0 0 1 0,0 0 0 16,0 0 1-16,35-31-3 0,-35 31 7 15,0 0 13-15,16-25 2 0,-16 25 1 0,0 0-6 0,12-33 3 16,-12 33-6-16,0 0 1 0,6-39-6 16,-6 39 3-16,0 0-1 0,1-40-8 0,-1 40 4 15,3-31-10-15,-3 31-7 0,0 0-7 0,0 0-2 16,0-36-31-16,0 36-27 0,0 0-32 0,0 0-36 15,0 0-44-15,0 0-19 0,0 0-29 0,0 0-23 16,0 0-186-16,0 0-477 0,0 0 211 16</inkml:trace>
  <inkml:trace contextRef="#ctx0" brushRef="#br0" timeOffset="130013.52">20519 18280 51 0,'0'0'250'0,"0"0"3"0,0 0 7 0,0 0 4 0,0 0-10 16,0 0-14-16,0 0-5 0,0 0-29 0,0 0-18 15,0 0-13-15,0 0-26 0,0 0-9 16,0 0-16-16,0 0-13 0,0 0-13 0,0 0-19 0,0 0-31 16,0 0-34-16,0 0-58 0,0 0-58 15,0 0-55-15,0 0-78 0,0 0-199 0,0 0-470 16,0 0 208-16</inkml:trace>
  <inkml:trace contextRef="#ctx0" brushRef="#br0" timeOffset="131006.45">20028 18451 114 0,'0'0'257'0,"0"0"-4"0,0 0-10 0,0 0-9 16,0 0-11-16,0 0-11 0,0 0-7 0,0 0-16 15,0 0-12-15,0 0-11 0,0 0-7 0,0 0-15 16,0 0-8-16,0 0-13 0,0 0-12 0,0 0-8 16,0 0-11-16,0 0-7 0,0 0-7 0,0 0-6 15,0 0-7-15,0 0-10 0,0 0-5 0,0 0-4 0,0 0-5 16,0 0-3-16,0 0-1 0,0 0-8 15,0 0 5-15,0 0-10 0,0 0-11 0,0 0-17 16,0 0-23-16,0 0-38 0,0 0-35 0,0 0-44 16,0 0-49-16,0 0-41 0,0 0-43 0,0 0-184 15,0 0-500-15,0 0 222 0</inkml:trace>
  <inkml:trace contextRef="#ctx0" brushRef="#br0" timeOffset="131323.57">20657 18479 1965 0,'0'0'217'16,"36"-20"-127"-16,-36 20-52 0,0 0-14 0,26-14-7 16,-26 14 13-16,0 0 32 0,0 0 20 0,0 0 11 15,32-11 3-15,-32 11 3 0,0 0-4 0,0 0-2 16,0 0-3-16,0 0 2 0,0 0 12 0,0 0 5 15,0 0 2-15,0 0 11 0,0 0-1 0,0 0 5 16,27-8-7-16,-27 8 7 0,0 0 0 0,0 0-3 16,0 0-11-16,0 0-5 0,0 0-7 15,0 0-10-15,0 0-10 0,0 0-8 0,0 0-5 0,0 0-7 16,0 0-8-16,0 0-7 0,0 0-6 0,0 0-16 16,0 0-19-16,0 0-23 0,0 0-35 0,0 0-32 15,0 0-55-15,0 0-56 0,0 0-56 0,0 0-60 16,0 0-81-16,0 0-234 0,0 0-679 0,0 0 300 15</inkml:trace>
  <inkml:trace contextRef="#ctx0" brushRef="#br0" timeOffset="133894.22">24137 17083 80 0,'0'0'108'0,"-13"-13"-2"0,8 6 3 0,5 7 2 15,-9-9-2-15,9 9-6 0,-6-6-15 0,6 6-17 16,0 0-5-16,0 0 10 0,0 0 14 0,0 0 4 15,-17 21-8-15,13-4-9 0,0 0-1 16,2 10-9-16,-1 0-4 0,2 1-7 0,1 3-4 0,2 0-6 16,1 2-2-16,1-1-6 0,4 3-5 0,-2-2 2 15,4 2-6-15,-2-1 3 0,1-2-9 16,2 2 0-16,0-4-5 0,-1 0 4 0,3-2-4 0,1-1-4 16,2-2-2-16,-2-3 2 0,3-1-3 15,1-3 2-15,-3-4 29 0,2-3-10 0,3-1 3 16,-1-3-6-16,1 0-10 0,-3-4 3 0,3 3 3 15,0-6-6-15,0 0-2 0,-3-1-5 0,1 1 7 16,1-3-9-16,-7 1-1 0,-2 1 0 0,8-5-4 16,-7 1 4-16,2 0-8 0,0 1 4 0,-3-2 1 15,4 0-3-15,-6 3 2 0,1-3-2 0,-9 6 4 16,14-9-5-16,-10 5 0 0,-4 4 0 0,10-5-3 16,-10 5 5-16,6-5 0 0,-6 5-6 0,0 0 2 15,0 0-1-15,0 0 6 0,0 0 0 0,0 0-8 16,0 0 10-16,0 0-5 0,0 0 0 0,-19 30 3 15,5-16-3-15,1-1 5 0,2 1-2 0,-3 2-1 16,2 0-2-16,-1 0 3 0,-1 3-1 0,4-2-2 16,-4 4 0-16,4-5-17 0,0 2-39 15,1-3-23-15,2 0-30 0,1-3-34 0,1-2-41 0,-2 2-143 16,2-1-351-16,0-3 156 0</inkml:trace>
  <inkml:trace contextRef="#ctx0" brushRef="#br0" timeOffset="134068.04">24417 17566 1 0,'-14'-14'153'0,"6"4"-12"0,1-1-10 16,-1 3-12-16,8 8-11 0,-12-14-16 15,12 14-15-15,-5-5-28 0,5 5-36 0,0 0-66 16,0 0-86-16,0 0-150 0,0 0 66 0</inkml:trace>
  <inkml:trace contextRef="#ctx0" brushRef="#br0" timeOffset="134597.15">25253 17770 68 0,'0'0'174'15,"-7"-7"-10"-15,7 7-9 0,-14-5-18 0,14 5-9 16,-20-1-11-16,8 1-11 0,-1 3-7 0,-2 0-8 16,2 1-11-16,-2 4-7 0,1 0-9 0,4-1 0 15,1 2-14-15,2 1-5 0,0 1 0 0,4 0-6 16,3 0-4-16,0 2-4 0,4-1-1 0,4 4-9 15,-1-2 4-15,5 0-6 0,-3 0 2 0,5-1-4 16,-1-2-6-16,2 1 5 0,-4 1-4 0,-2-4-4 16,2-1 4-16,-1-1-5 0,-3 2-5 0,1-3 5 15,-3 1 2-15,0-3-1 0,-1-1-1 0,-4-3 0 16,4 7 5-16,-4-7 0 0,0 0-1 0,0 0-3 16,0 0 5-16,0 0-5 0,-51 36 2 0,51-36-2 15,-32 7-2-15,32-7 5 0,0 0-7 0,-47 10 0 16,47-10 2-16,-27 3-26 0,27-3-25 0,0 0-33 15,0 0-22-15,0 0-38 0,-37 0-24 0,37 0-101 16,0 0-284-16,-8-3 126 0</inkml:trace>
  <inkml:trace contextRef="#ctx0" brushRef="#br0" timeOffset="134811.07">25376 17905 174 0,'0'0'169'0,"0"0"-11"0,0 0-13 0,0 0-15 16,0 0-16-16,0 0-8 0,0 0-17 0,0 0-5 16,0 0-6-16,6 21-8 0,-8-12-10 0,2-9 1 15,-2 23-15-15,1-10-1 0,0 5-6 0,1-6-8 16,0-12 0-16,0 0-5 0,0 0-13 16,-2 69-21-16,2-69-34 0,4 32-44 0,-4-32-30 15,0 0-121-15,1 35-255 0,-1-35 113 0</inkml:trace>
  <inkml:trace contextRef="#ctx0" brushRef="#br0" timeOffset="135261.29">25586 17957 122 0,'0'0'184'0,"0"0"-11"16,-24-16-12-16,24 16-20 0,-17-5-7 0,17 5-13 15,-18-1-5-15,18 1-14 0,-14 1-10 0,14-1-5 16,-18 3-11-16,7 2-7 0,11-5-8 0,-9 8-6 16,4-3-8-16,5-5-4 0,-6 12-10 0,4-5 1 15,0 2-2-15,2-9-5 0,-2 16-3 0,2-16-2 16,0 0-2-16,0 0-2 0,0 0-4 0,17 46-1 16,-17-46 5-16,0 0-8 0,20 29 0 15,-20-29-1-15,11 20 0 0,-11-20-4 0,0 0-3 16,15 29 7-16,-15-29 1 0,0 0-7 0,10 26-1 15,-10-26 4-15,0 0 1 0,0 0-5 0,-2 39 1 16,2-39 0-16,0 0 1 0,0 0 0 0,-21 35-6 16,21-35-27-16,0 0-24 0,-19 26-36 0,19-26-39 15,0 0-47-15,0 0-103 0,-19 19-299 0,19-19 133 16</inkml:trace>
  <inkml:trace contextRef="#ctx0" brushRef="#br0" timeOffset="135480.22">25713 17995 152 0,'0'0'154'0,"0"0"-13"16,5-8-19-16,-5 8-13 0,0 0-7 0,10-2-15 0,-10 2-6 16,0 0-12-16,17 12-3 0,-9-6-9 15,-1 3 2-15,-7-9-17 0,0 0 7 0,0 0-9 16,20 51-3-16,-20-51-9 0,7 31 5 0,-7-31-6 15,4 32-1-15,-4-32-38 0,0 0-54 0,6 40-39 16,-6-40-112-16,0 0-234 0,8 29 104 0</inkml:trace>
  <inkml:trace contextRef="#ctx0" brushRef="#br0" timeOffset="135829.37">25996 17943 56 0,'0'0'208'0,"-15"-8"-15"16,15 8-9-16,-18-2-13 0,9 3-21 0,9-1-13 16,-19 7-9-16,9 1-12 0,3 1-13 15,-3 0-11-15,4 1-4 0,-1 2-15 0,3-2-7 16,4-10-7-16,0 0-5 0,0 0-4 0,0 0-13 16,0 57 0-16,0-57-4 0,0 0 1 0,0 0-12 15,15 34-4-15,-15-34-6 0,0 0 5 0,0 0 0 16,23 16-5-16,-23-16 1 0,0 0-1 0,0 0 1 15,0 0-3-15,0 0-1 0,0 0 2 0,35-9 0 16,-30 5 0-16,-5 4-4 0,4-10-1 16,-4 10 3-16,6-13 2 0,-6 13 5 0,2-10-4 15,-2 10 9-15,0 0-3 0,2-11 1 0,-2 11 3 16,0 0-6-16,4-8-4 0,-4 8-1 0,0 0-9 16,0 0 1-16,0 0 0 0,0 0-1 0,0 0 0 15,0 0-6-15,0 0-15 0,0 0-21 0,0 0-40 16,0 0-50-16,0 0-45 0,0 0-159 0,0 0-362 15,25 65 161-15</inkml:trace>
  <inkml:trace contextRef="#ctx0" brushRef="#br0" timeOffset="136060.53">26199 17795 247 0,'0'0'240'16,"-2"-15"-25"-16,2 15-21 0,0 0-23 0,0 0-22 0,0 0-11 16,0 0-14-16,0 0-14 0,0 0-10 0,0 0-4 15,4 50-13-15,-6-24-10 0,2-1-9 0,0 0-4 16,2 3-5-16,-4-4-5 0,2-24-9 16,0 50-5-16,0-50-18 0,0 39-41 0,0-39-51 15,0 43-86-15,0-43-175 0,4 35-362 0,-4-35 160 16</inkml:trace>
  <inkml:trace contextRef="#ctx0" brushRef="#br0" timeOffset="136310.25">26654 17615 15 0,'0'0'244'0,"0"0"-14"15,0 0-30-15,3-15-18 0,-3 15-17 16,0 0-8-16,0 0-2 0,0 0-3 0,0 0-21 16,-5 58-14-16,2-39-7 0,1 11-13 0,2-3-11 15,-2 2-7-15,-4-2-12 0,3 2-2 0,1-3-11 16,-2-6-4-16,4 4-13 0,-2-4-22 16,2 5-34-16,-2-7-48 0,2-1-52 0,0-1-64 0,-1-4-154 15,1-12-365-15,0 0 162 0</inkml:trace>
  <inkml:trace contextRef="#ctx0" brushRef="#br0" timeOffset="136647.85">26626 17835 40 0,'0'0'97'16,"15"-2"-9"-16,-15 2-12 0,0 0-1 0,20 1-16 15,-20-1-2-15,18 6-10 0,-18-6 7 0,16 7-24 16,-7-2 12-16,-1 1-9 0,-8-6 17 0,14 8-21 16,-7-3-2-16,-7-5-8 0,11 8 8 0,-11-8-1 15,14 7-1-15,-14-7-2 0,15 3 4 0,-15-3 0 16,12 4 7-16,-12-4 7 0,0 0 13 16,17 1-3-16,-17-1 10 0,0 0 3 0,18-4 13 15,-18 4-5-15,11-7 8 0,-11 7 17 0,7-8-3 16,-7 8-4-16,7-12-8 0,-7 12 2 0,3-16-5 15,-3 16 0-15,0-12-5 0,0 12-9 0,0-14-7 16,0 14-9-16,0 0-3 0,-10-19-9 0,10 19-4 16,-9-12-7-16,9 12-29 0,-11-7-27 0,11 7-35 15,-12-7-42-15,12 7-45 0,0 0-56 0,-23 11-116 16,23-11-350-16,-17 11 155 0</inkml:trace>
  <inkml:trace contextRef="#ctx0" brushRef="#br0" timeOffset="136914.03">27229 17589 18 0,'0'0'291'0,"2"-12"-18"0,-2 12-22 0,0 0-23 16,0 0-28-16,0 0-22 0,0-16-19 0,0 16-22 15,0 0-11-15,0 0-11 0,0 0-9 0,0 0-15 16,0 56-4-16,0-37-10 0,-2 0-8 0,2 0-6 16,0 1-9-16,2 3-5 0,-2-3-8 0,0 6-6 15,0-6-8-15,2-4-25 0,0 1-30 0,-2 0-44 16,0-5-63-16,0 0-57 0,0 0-183 0,0-12-407 16,-4 20 180-16</inkml:trace>
  <inkml:trace contextRef="#ctx0" brushRef="#br0" timeOffset="137110.07">27212 17643 19 0,'0'0'147'0,"8"-12"-19"15,-8 12-19-15,0 0-6 0,25 4-9 0,-25-4-13 16,24 4-9-16,-5 0-8 0,3-3-6 0,-2 3-12 15,2-3-13-15,-3 2-15 0,3-4-13 16,-2 2-25-16,1-1-31 0,-4 0-17 0,-17 0-72 16,23-3-152-16,-12 1 68 0</inkml:trace>
  <inkml:trace contextRef="#ctx0" brushRef="#br0" timeOffset="137294.32">27516 17638 371 0,'0'0'-21'0,"8"-8"8"16,-8 8 26-16,2-11 19 0,-2 11 12 0,2-14 5 16,-2 14 7-16,-2-17 13 0,2 17-2 0,0-15 14 15,0 15 4-15,-4-16 4 0,4 16 5 0,-6-13 6 16,6 13 3-16,-4-11 1 0,4 11-4 0,0 0-7 15,0 0-16-15,0 0-6 0,-4-11-10 0,4 11-9 16,0 0 1-16,0 0 2 0,0 0-6 0,-7 32-4 16,5-15-4-16,0 2-2 0,-1 10 0 0,-1-5-7 15,-1 0-4-15,3-3-1 0,0 3 1 0,1-5-9 16,1 1-10-16,1-1-19 0,1 0-38 0,-2-2-53 16,2-4-51-16,3 2-170 0,-5-4-348 0,5-2 153 15</inkml:trace>
  <inkml:trace contextRef="#ctx0" brushRef="#br0" timeOffset="137579.26">27631 17756 37 0,'0'0'226'0,"0"-13"-22"0,0 13-23 0,0 0-13 16,0 0-19-16,0 0-16 0,0 0-10 0,0 0-15 15,0 0-12-15,0 0-15 0,0 0-4 0,0 0-2 16,0 0-12-16,20 23-8 0,-20-23-2 0,10 5-4 15,-4-2-3-15,-6-3 4 0,12 3 0 0,-12-3 7 16,17 2 5-16,-17-2 7 0,0 0 5 0,20-6-1 16,-13 0 8-16,-7 6 4 0,14-9 11 0,-14 9 3 15,7-9-7-15,-7 9-13 0,7-15-6 0,-7 15-6 16,2-17-7-16,1 9-2 0,-3 8-3 16,-1-20-15-16,1 20-11 0,-2-19-8 0,2 19-1 15,-1-15-14-15,1 15-15 0,-6-11-29 0,6 11-51 16,0 0-49-16,-14-8-62 0,14 8-56 0,0 0-176 15,0 0-468-15,-26 9 207 0</inkml:trace>
  <inkml:trace contextRef="#ctx0" brushRef="#br0" timeOffset="137797.23">27925 17620 81 0,'0'0'209'15,"0"0"-22"-15,0 0-14 0,0 0-15 0,0 0-10 16,0 0-14-16,0 0-8 0,0 0-17 0,-6 47-3 16,3-34-9-16,3 3-14 0,-2 0-6 0,4 1-8 15,-2-2-10-15,0 2-6 0,0-5-10 16,0-12-9-16,3 22-36 0,-3-22-52 0,0 20-43 16,0-20-52-16,3 13-125 0,-3-13-298 0,3 11 132 15</inkml:trace>
  <inkml:trace contextRef="#ctx0" brushRef="#br0" timeOffset="137960.32">27874 17456 102 0,'0'0'111'0,"0"0"-19"0,0 0-10 0,0 0-21 0,0 0-34 16,0 0-42-16,22 48-62 0,-19-21-84 15,1 1 38-15</inkml:trace>
  <inkml:trace contextRef="#ctx0" brushRef="#br0" timeOffset="138510.12">28004 17825 197 0,'0'0'217'0,"10"-13"-13"0,-6 4-18 16,2-1-11-16,1 0-11 0,0-7-15 0,2 2-5 15,0-2-12-15,2-4-12 0,-1 5 1 16,-6 5 1-16,0-1-1 0,0 0 2 0,-4 12 3 16,4-19-2-16,-4 19 1 0,1-12-11 0,-1 12-10 15,0 0-8-15,0-16-11 0,0 16-13 0,0 0-7 16,0 0-11-16,-11-9 2 0,11 9-11 0,0 0-13 16,0 0-2-16,-31 24-7 0,24-13-4 0,-5 3-4 0,6 2-5 15,1 0-4-15,1-4-8 0,4 5-5 16,-2 0-1-16,6-1-5 0,-1 0-1 0,2 0-3 15,0 0 0-15,-1-4-3 0,4 1 7 0,-2-1 0 16,1-2 0-16,0 1 0 0,-1-1 2 0,2-1 4 16,-4-2-3-16,0 1 1 0,-4-8-1 0,6 12-2 15,-5-6 5-15,-1-6 0 0,4 10-6 0,-4-10-2 16,0 0-3-16,2 9-3 0,-2-9 0 0,0 0 0 16,0 0 4-16,0 0-3 0,1 12-2 0,-1-12-1 15,0 0 1-15,0 0 1 0,0 0 2 0,0 0-2 16,0 0 4-16,0 0 1 0,0 0-1 0,18-21 2 15,-14 15 8-15,5-3-4 0,-4-1-4 16,4-2 5-16,0 3 4 0,2-4-6 0,1-1 4 16,-2-1 4-16,4 1-2 0,-1 0 3 0,-4 0 2 15,5-2 1-15,-7 1 5 0,1-2 0 0,1 2 3 16,-4 0 4-16,-1-3-1 0,1 3 4 0,-5 4 10 16,4 0 0-16,-4 11 8 0,3-13 5 0,-3 13 2 15,0 0-4-15,-2-17-2 0,2 17-8 0,0 0-4 16,0 0-1-16,0 0-5 0,0 0-1 0,0 0 0 15,0 0-3-15,-24 27-2 0,16-11-5 0,4 0 4 16,-3 0 1-16,3 1-9 0,3 0-6 0,-2 1-22 16,3-7-35-16,1 4-54 0,2-2-72 0,-1-2-86 15,-2-11-144-15,13 16-454 0,0-10 201 0</inkml:trace>
  <inkml:trace contextRef="#ctx0" brushRef="#br0" timeOffset="139160.67">29265 18032 281 0,'0'0'277'0,"0"0"1"0,-1-19-17 0,1 11-14 16,0 8-20-16,3-21-25 0,-2 11-12 0,5-7-22 15,-2-1-16-15,0 4-14 0,2-5-9 0,-1 2-10 16,2-2-15-16,3-6-11 0,-5 6-2 0,0-1-12 16,0-6-7-16,2 1-10 0,-1-3-3 0,-2-2-8 15,0 3-1-15,-3 0-10 0,-2 3 2 0,-2 4-2 16,2 2-4-16,-2 2-2 0,-1 2-1 0,4 14-8 16,-11-22 4-16,6 15-7 0,-2 0 1 0,7 7-5 15,-13-12-8-15,13 12 4 0,-21-6 1 16,21 6-1-16,-32 5-6 0,14 2-4 0,-1 0-3 15,2 3-1-15,2 2 5 0,4-1-6 0,2-2-3 16,9-9 2-16,-11 23-1 0,10-9-5 0,1-14 1 16,6 27 0-16,1-11-5 0,2-2-1 0,2-1-2 15,3 1-1-15,4-3 1 0,-1 0-5 0,8 0-2 16,-7-3 3-16,3-1 0 0,-1-1 0 0,-2 0 5 16,-3-2-2-16,1 1 2 0,0-1 0 0,-5-2 0 15,-11-2 0-15,16 8 3 0,-9-3-1 0,-7-5 1 16,10 6 2-16,-10-6 4 0,10 10-7 15,-10-10 3-15,6 10 4 0,-6-10 0 0,6 13-5 0,-4-3 10 16,-2-10-6-16,3 15 1 0,-2-5 4 16,-1-10-4-16,1 17 1 0,1-8 4 0,-2-9 0 15,1 16-16-15,0-9-42 0,-1-7-37 0,1 13-32 16,4-4-43-16,-5-9-56 0,8 13-23 0,-4-7-152 0,-4-6-435 16,18 7 193-16</inkml:trace>
  <inkml:trace contextRef="#ctx0" brushRef="#br0" timeOffset="139527.43">29761 17699 36 0,'0'0'239'0,"-5"-11"-10"16,5 11-10-16,0 0-13 0,-8-14-20 0,8 14-18 16,0 0-11-16,0 0-9 0,0 0-16 0,-37 16-12 15,22-5-13-15,3 3-7 0,0-2-15 0,1 2-10 16,4 0-7-16,3-2-6 0,1 1-6 0,1-3-9 15,2-10-3-15,-2 26-3 0,2-16-11 0,0-10-7 16,7 21-8-16,-2-13-3 0,-5-8-7 16,12 11 0-16,-5-6-3 0,-7-5-6 0,16 5 2 15,-16-5 3-15,12 1 1 0,-12-1-1 0,0 0 5 16,0 0 0-16,21-10 0 0,-21 10 2 0,5-9 0 16,-5 9 6-16,6-13-3 0,-6 13-2 0,4-16 5 15,-4 16 2-15,3-13 2 0,-3 13 3 0,2-12 3 16,-2 12-1-16,0 0 2 0,0 0-6 0,1-14-3 15,-1 14-5-15,0 0-3 0,0 0-3 0,0 0-1 16,0 0-3-16,0 0-2 0,0 0 9 0,0 0-5 16,0 0 1-16,0 0-6 0,13 29-7 0,-13-29-13 15,7 20-27-15,-2-11-45 0,-3 2-50 0,2-3-48 16,3 1-207-16,-7-9-432 0,12 14 193 16</inkml:trace>
  <inkml:trace contextRef="#ctx0" brushRef="#br0" timeOffset="139828.89">30042 17445 108 0,'0'-13'259'16,"0"13"-1"-16,0-19-13 0,0 19-26 0,5-11-18 15,-5 11-25-15,0 0-20 0,2-13-19 0,-2 13-16 16,0 0-11-16,0 0-3 0,0 0-11 15,0 0 1-15,-3 60-8 0,-1-30-6 0,3 0-3 16,-3 3-1-16,2-1-7 0,-2 0-3 0,2 0 7 16,0-3 0-16,1-3-9 0,-1 0-3 0,4-7-7 15,-1-1-8-15,-2 0-7 0,2-2 0 0,0-3-3 0,-1-13-6 16,3 22-6-16,-1-13 0 0,1 1 0 16,0-2-6-16,-3-8-7 0,8 12-8 0,-3-7-9 15,-5-5-21-15,11 8-19 0,-11-8-37 0,11 4-46 16,-11-4-63-16,13-2-72 0,-13 2-190 0,14-9-488 15,-14 9 216-15</inkml:trace>
  <inkml:trace contextRef="#ctx0" brushRef="#br0" timeOffset="140160.34">29900 17617 168 0,'0'0'150'0,"0"0"-6"0,0 0-13 0,0 0-9 16,26-15-12-16,-7 13 1 0,9-1-17 0,0-2-4 16,2-1-5-16,-1 3-7 0,-2-5-8 0,2 3-1 15,2-2-3-15,-4 1-1 0,-9 3-9 0,0 0 1 16,-7-1 7-16,1 2 5 0,-12 2-1 0,15-1 2 16,-15 1 0-16,0 0 8 0,14-4-4 0,-14 4-12 15,0 0-9-15,0 0-2 0,0 0-7 0,0 0-4 16,0 0-8-16,0 0-3 0,17 4 1 0,-17-4 9 15,0 0 3-15,2 19-3 0,-2-19-5 0,2 25 1 16,-1-13 3-16,-1 0-8 0,1 0-5 16,-1-12-2-16,0 27-1 0,0-13-3 0,0-2-7 15,0 1 1-15,1 3-12 0,-1-6-22 0,4 6-27 16,-4-16-58-16,1 19-35 0,1-14-76 0,-2-5-174 16,0 0-421-16,3 14 187 0</inkml:trace>
  <inkml:trace contextRef="#ctx0" brushRef="#br0" timeOffset="140324.98">30315 17383 106 0,'0'0'131'0,"0"0"-36"0,0 0-32 16,0 0-38-16,0 0-57 0,0 0-33 0,0 0-71 15,0 0 32-15</inkml:trace>
  <inkml:trace contextRef="#ctx0" brushRef="#br0" timeOffset="140626.35">30522 17558 15 0,'0'0'222'0,"-3"25"-6"0,0-14-14 0,3-11-7 15,-5 23 1-15,1-9-16 0,3-2-13 0,1-12-18 16,-6 22-10-16,7-10-18 0,-1-12-14 0,0 0-9 15,5 22-8-15,-5-12-14 0,0-10-5 0,5 16-1 16,2-7 2-16,-7-9-3 0,14 9-2 0,-5-4 0 16,0-1-5-16,-9-4 3 0,20 4 0 0,-20-4 9 15,15-2 10-15,-15 2 0 0,14-7 1 0,-14 7 0 16,13-13-11-16,-13 13 3 0,9-18 2 16,-9 18-7-16,5-21-11 0,-2 5-4 0,-6-1-5 15,3 17-6-15,3-28-12 0,-7 13 2 0,2-1-2 16,2 16-5-16,-7-20 1 0,3 10-13 0,4 10-4 15,-9-15-4-15,9 15-9 0,-16-13-19 0,7 10-18 16,-4 1-48-16,13 2-52 0,-26 2-63 0,6 1-67 16,0 3-261-16,0 1-572 0,1 2 253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23T09:10:00.39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26312 8606 73 0,'0'0'107'15,"0"0"-6"-15,0 0-2 0,0 0 2 0,0 0-1 16,0 0 0-16,0 0 4 0,0 0-12 0,0 0-1 16,0 0-6-16,0 0-1 0,0 0-8 0,0 0 3 15,0 0-18-15,0 0-4 0,0 0-3 0,0 0-4 16,0 0-4-16,0 0-5 0,0 0-4 0,0 0-5 16,0 0-5-16,0 0-3 0,0 0 3 0,32 2-10 15,-18-2 7-15,5 1-6 0,9-2 3 0,5 1-3 16,2 2-2-16,3-2-3 0,13 0 0 0,3 0-1 15,-2 0-2-15,2 3-2 0,-5-2 2 0,7-1-4 16,-4 0 3-16,2 1-1 0,1 6-3 0,2-6 1 16,-3 3 1-16,5-2-5 0,-3 1 1 0,-5 2 2 15,3-1-2-15,3 1-2 0,1 0 1 0,-2 0-4 16,3 0 2-16,-4-1 2 0,4 0-1 0,-3 1-4 0,-2 1 2 16,4 1-2-16,1 1 5 0,-6-4-4 0,-1 3-4 15,-2-2 1-15,1 0 1 0,-1 1-8 16,2-2 5-16,-14 3 0 0,12-2-3 0,-10 2 3 0,-2-2-3 15,1 2 1-15,0 0 1 0,-1-3 0 0,0 2 0 16,-3 1-1-16,0-1-3 0,-2-2 5 0,-2 0 3 16,-4 1 2-16,2 1-1 0,-7-2 2 0,5 0-4 15,-3 0 9-15,-6 0-7 0,-4-2 0 16,-3-1-3-16,0 2 3 0,0-2-3 0,-3 2 4 0,-2-2 3 16,1 1-2-16,-7-2-3 0,11 1 5 0,-11-1-4 15,8 1-2-15,-8-1-13 0,5 2-5 0,-5-2-10 16,0 0-11-16,0 0-8 0,0 0-21 15,0 0-22-15,0 0-22 0,0 0-108 0,0 0-244 0,0 0 108 16</inkml:trace>
  <inkml:trace contextRef="#ctx0" brushRef="#br0" timeOffset="2153.55">13668 9387 88 0,'-7'-3'97'0,"7"3"-2"0,-16-1-9 16,8-1-7-16,8 2-6 0,-14-3-11 0,7 1-7 15,7 2-6-15,-15 0-7 0,9-2 1 0,6 2-6 16,-13 0-4-16,13 0-5 0,-13 0 2 0,4 2-4 15,9-2-2-15,-9 0-11 0,9 0 1 0,-9 1 3 16,9-1 1-16,-10 1-2 0,10-1-2 0,-10 1-6 16,10-1 0-16,-7 3 1 0,7-3-6 0,-6 2-2 15,6-2 2-15,-14 3-2 0,14-3 9 0,-9 1-1 16,5 1-3-16,4-2 2 0,-12 3-4 0,12-3-3 16,-11 2 1-16,6 0-2 0,-1 1-5 0,6-3 7 15,-14 5-2-15,7-3 1 0,1 1 1 0,-4 0-2 16,4-1 3-16,-5 2 0 0,4 0-4 0,-2-1 1 0,4-1-5 15,-3 1 7-15,-1-1-1 0,1 1 6 16,0 0-3-16,3 0-3 0,5-3-5 0,-11 4 9 16,2-2-3-16,2 0-2 0,7-2 2 0,-13 4 2 15,6-3-2-15,7-1-5 0,-9 3 23 0,9-3-9 16,-9 5-3-16,9-5 2 0,-6 2 8 0,6-2-12 16,0 0 9-16,0 0-5 0,0 0-5 0,-10 3 7 15,10-3-9-15,0 0 7 0,0 0 2 0,0 0 2 0,0 0-1 16,0 0-1-16,0 0-9 0,0 0 15 0,0 0-2 15,0 0 3-15,0 0-1 0,19 9-1 16,-11-8-6-16,4 0 4 0,1 1 1 0,5 0-2 0,0-1 17 16,2 1-24-16,3 1 14 0,6-2-12 0,-3 0 11 15,6 1 0-15,2-1 5 0,0 2-1 0,4-1-4 16,0-1 4-16,2 0-7 0,12 1 3 16,-14 2-4-16,14-3-2 0,0 0-3 0,1 0 3 0,-1 2-3 15,0-3-3-15,-16 1 1 0,18 0-4 0,-16 2 1 16,-2-2 2-16,18 2-3 0,0-5 9 0,-3 2-7 15,1-1 6-15,-12 0-6 0,14 3-8 0,-1-4 7 16,-3 4 3-16,2-3 2 0,-12 2-4 0,13-2-1 16,-13 1 2-16,10 0-7 0,2 0 2 0,-12 1 0 15,11 1 0-15,0-2-3 0,-11 3 4 0,13-2 2 16,1-1-1-16,1 1 5 0,-4 1-8 0,0 1-9 16,-10 0 10-16,10 1 0 0,2-1 5 0,-1 0-7 15,-14-1 1-15,1 1-2 0,13 1 3 0,-14 0 1 16,14-4 2-16,-14 1-4 0,0 3-1 0,2-2 0 15,-2 2 1-15,-1-5-1 0,14 4 4 0,-12 0-4 16,11 0-2-16,-12 0 2 0,0 2 3 0,1-2-4 16,-2 2-3-16,3-1 7 0,-4 0-3 0,1 2 0 15,-1-2 6-15,0-1-5 0,2-1-7 0,-5 0 0 16,3 1 7-16,-2-1-2 0,0 1 1 0,1-1-2 0,-2 2 5 16,0-1-6-16,0 1 4 0,3-2-1 15,-5 0 2-15,2 0 0 0,1-1-6 0,-2 0 4 16,0-2-1-16,0 1 4 0,-4 1-6 0,3 1 2 15,-2-1-3-15,1-1 3 0,-3 1 1 0,0 0-3 16,-6-1 4-16,2 0-5 0,4 1 4 0,0-1 0 0,-5 0-4 16,-2 1 4-16,2-1-3 0,-2 1 3 0,1 2-4 15,-1-3 3-15,-1 1 3 0,1 1-3 0,1-1 2 16,-1 1-10-16,0-1 9 0,2 2 1 0,-3-3 1 16,0 1-4-16,-2 1 2 0,2-2-4 0,1 1 0 15,-2-1 2-15,3 2 3 0,-4-2-3 0,3 2 6 16,1-2-4-16,0 0 3 0,-1 1 3 0,1 0-9 15,-3 0 2-15,-1 2-1 0,0-2 3 0,0 2 2 16,-3-3-2-16,-3 1 2 0,2-1 1 0,0 3-4 16,-4-3 1-16,1 0-2 0,-1 1 5 0,-1 1-1 15,-8-2 2-15,12 0-4 0,-4 0 7 0,-8 0-5 16,10 2 0-16,-10-2-2 0,7 0 1 0,-7 0 2 16,0 0-3-16,10 0 0 0,-10 0 1 0,0 0 3 15,0 0-4-15,9 0 1 0,-9 0 3 0,0 0-3 16,0 0 4-16,0 0-6 0,0 0 1 0,0 0-3 15,0 0-5-15,0 0 2 0,0 0-4 0,0 0-8 16,0 0-23-16,0 0-22 0,0 0-28 0,0 0-27 16,0 0-26-16,0 0-126 0,0 0-290 0,0 0 129 15</inkml:trace>
  <inkml:trace contextRef="#ctx0" brushRef="#br0" timeOffset="6602.5">17731 10847 15 0,'0'0'25'0,"0"0"-4"15,0 0-7-15,0 0-16 0,0 0-4 0,0 0-6 16,0 0-12-16,0 0 6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23T09:10:52.94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19457 6907 19 0,'0'0'40'0,"0"0"-12"0,0 0 3 0,0 0 3 16,0 0-6-16,0 0-1 0,0 0-6 0,0 0-2 0,-12 2-4 15,12-2 4-15,0 0-6 0,0 0-4 16,0 0 0-16,0 0-1 0,0 0 2 0,0 0-2 15,0 0-6-15,0 0 4 0,0 0-4 0,0 0 3 16,0 0-1-16,0 0-3 0,0 0 2 0,0 0 1 0,0 0-2 16,0 0 2-16,0 0 2 0,0 0 2 0,0 0-8 15,0 0 0-15,0 0-3 0,0 0 3 16,0 0 0-16,0 0 0 0,0 0-5 0,0 0 2 16,0 0 2-16,0 0 2 0,0 0-3 0,0 0-4 0,0 0 3 15,0 0 3-15,0 0-5 0,0 0-2 0,0 0 10 16,0 0-5-16,0 0 1 0,0 0 4 0,0 0-3 15,0 0 12-15,30 1-8 0,-30-1 5 0,9 0 0 16,-9 0-2-16,12 4-1 0,-5-3-1 0,-1 0 5 16,-6-1-4-16,14 2-1 0,-6-2-5 0,3 0 7 15,-2 0-2-15,2 0 0 0,0 0-1 0,-2 1-1 16,0-1 2-16,1 1-7 0,2-1 2 0,-2-1 4 16,3 0 1-16,-4 2-1 0,1-1 0 0,0 1-1 15,0-1 1-15,1 0 5 0,0 0-5 0,-1 2 0 16,1-2-1-16,0 0-1 0,-1 2-1 0,-1-1 1 15,3-1 7-15,-5 2 0 0,-7-2-4 0,16 2 1 16,-7-2-6-16,-2 2-1 0,-7-2 2 0,14 3-2 16,-3-3 1-16,-1 1 3 0,0 2-3 0,3-3 5 15,-2 1-1-15,3-1 6 0,-2 2-5 0,2-1 2 16,-1 1 10-16,0-2-15 0,0 2 7 0,-1-2-3 16,7 3 1-16,-2-2-3 0,1-1-2 0,0-1 5 15,0 2 0-15,1-1 0 0,-1 0-1 0,-1 1 6 16,0 1-2-16,1-4-2 0,-1 4-6 0,-3-2 8 15,2 1 6-15,-3 1-9 0,5-1 0 0,-5-2 7 16,3 4-10-16,-2-2 4 0,1-1 6 0,-2 0 0 16,4 1-7-16,1-1 3 0,0 0-4 0,1 2 2 15,-1-1 6-15,-5 0-7 0,5-1 3 0,-4 0 4 16,0 2-8-16,0 0 3 0,-1-2-11 0,2 0 10 16,2 1-1-16,-1-1-3 0,3 0 7 0,-5 0-9 0,4 0 2 15,0 0 5-15,1 0 4 0,2 0-4 16,-3 2 1-16,2-1 0 0,-2 0-3 0,0 0-1 15,1 1 2-15,-2-1 3 0,2 0-2 0,-1 2 1 16,1-2-3-16,1 2 2 0,-2-1-5 0,1 0 10 0,-1 0 4 16,2-1-18-16,-8-1 11 0,7 2 13 15,1-1-11-15,-4 0 6 0,-2 1-4 0,4-2-3 16,-4 0 4-16,3 2-2 0,1-1 3 0,0 2 0 16,2-5-6-16,-1 2 10 0,-1 3-10 0,4-3 2 15,-3-1 1-15,0 2 2 0,3-1-8 0,-2 3 3 0,1-3 5 16,1-3-9-16,-2 3-6 0,1 3 13 15,7-2-5-15,-7 0 4 0,6-1-2 0,-6-1 1 16,2 2-6-16,3 0 12 0,3 0-4 0,-1 0 7 0,-7-1-12 16,0 1 4-16,6 0-1 0,1-3 4 0,-8 4-11 15,1-2 12-15,6 2-4 0,-4-2 10 0,-2 0-5 16,-1 0-2-16,9 0 12 0,-10 0-12 0,3 0-1 16,-2 0 1-16,-1 0 3 0,-1 0-1 0,3 0-2 15,-1 0-5-15,-3 0-2 0,2 0 6 0,1 0-8 16,-2 0 6-16,1 0-3 0,2-2 4 0,1 4-7 15,-2-2 7-15,2 0 2 0,-3 1 4 0,1-1-13 16,0 0 3-16,1 2 0 0,2-1 2 0,-2-1-6 16,1 2 4-16,-1-2 2 0,2 1-3 0,-4-1 2 15,8 0-2-15,-5 0 3 0,-2-1 3 0,7 1-5 16,-6 0 6-16,0 0-4 0,1-2-2 0,4 1-3 16,-3-1 3-16,-2 2-4 0,1-1 5 0,-3-3 1 15,3 3-6-15,5 2 2 0,-8-3 2 0,4 2 0 16,-3-1 3-16,2-4-7 0,-1 5 2 0,-1-3 0 15,-1 2-4-15,4 0-1 0,-1-1 3 0,5 0-1 16,-7 1 5-16,2-2-6 0,-2 1 5 0,2 1-2 16,5 0 3-16,-5-2-3 0,-1 0 0 0,1 3 0 15,5-2 0-15,0-5-3 0,-4 6 2 0,-3-2 0 16,8 0 3-16,-7 1-9 0,7 1 9 0,-8-2-1 0,9 2 0 16,-9 1 5-16,2-4-4 0,-1 3-1 0,0-1-2 15,1-1 1-15,-2 2 1 0,-1-1 3 16,2 2-7-16,-2-3 0 0,-1 3-2 0,0-1 5 0,-2-1-6 15,0 0 4-15,-3 1 2 0,6-2-2 0,0 2-2 16,-3-1-1-16,2 1 0 0,-5-1 4 0,5 0-6 16,0 0 3-16,0-1-4 0,0 1 2 15,1 0 4-15,-1 0-1 0,0 1-2 0,1 1 3 0,-3-3-7 16,4 1-1-16,-1-1 6 0,-1 2 2 0,1 0-2 16,-5-2 2-16,5 1-2 0,0-1 1 0,2 2 1 15,-1 0 1-15,2-3-3 0,0 2 4 0,6 1-1 16,-2-1-1-16,3-1 0 0,-3-2 3 0,-4 6-5 15,5-6 0-15,-4 3 2 0,-1 0 1 0,-1 0-2 16,0 1-3-16,1-1 5 0,-1 0-1 0,0 0-1 16,-1-2-1-16,2 3-1 0,-3-1 4 0,2-1-1 15,0 2 2-15,-3 1-1 0,3-2-1 0,-2 2 3 16,-3-1-2-16,-3 2-6 0,1-2 4 0,-2 1-3 16,2-1 2-16,0 0-1 0,0-1 1 0,5 3-5 15,0-3 3-15,2 0 3 0,-2 0-4 0,3 1 3 0,1-1-4 16,-3-2 2-16,2 5 3 0,-1-2-2 15,1 1-2-15,-3 0 2 0,1-2-1 0,-1 1-3 16,0 1 6-16,1-4-4 0,0 4 4 0,0 0-1 16,2-2 2-16,-1 2-2 0,-1 1-3 0,1-2 4 15,-4 1 1-15,2-2 0 0,-2 1-5 0,1-1 4 16,-2 0 3-16,2 1-2 0,-6 1 1 0,1-1-3 16,-2 1 2-16,3-2-1 0,-3 1 1 0,2 1 3 15,-1 0-1-15,-1 0-6 0,1-1 5 0,-1-1 0 16,1 2 4-16,0-1-3 0,-3 0-1 0,-9 1-4 15,15 0 6-15,-7 0-1 0,0-1 1 0,-8 1-3 0,17-2 2 16,-7 1-2-16,-1-1 2 0,-3 0 0 16,4 1-1-16,1 0-1 0,0-1-1 0,-1 2 1 0,3-1-1 15,-4 1 0-15,3 0-4 0,-2-3 1 0,2 3 4 16,-3-1-5-16,1 2 3 0,-3-1-2 0,3 0-2 16,1-1 8-16,-1 0-7 0,-10 1 1 0,19-1-3 15,-10 0 4-15,0 1-1 0,-9 0-2 0,14-2 3 16,-8 1-2-16,-6 1-1 0,12 0 6 0,-12 0-8 15,11-1-2-15,-11 1 9 0,8-2-6 0,-8 2 2 16,0 0 3-16,10 0-5 0,-10 0 4 0,0 0-4 16,0 0-2-16,0 0 4 0,9-1-1 0,-9 1 2 15,0 0-1-15,0 0 3 0,0 0-3 0,0 0 2 16,0 0-4-16,0 0 3 0,0 0-1 0,0 0-3 16,0 0 2-16,0 0 1 0,0 0 3 0,7 3-3 15,-7-3 0-15,0 0 0 0,0 0-2 0,0 0 1 16,0 0 1-16,0 0-2 0,0 0 2 0,0 0 1 15,0 0 0-15,0 0-1 0,0 0 0 0,0 0 1 16,0 0-2-16,0 0 4 0,0 0-6 0,0 0 6 16,0 0-5-16,0 0 1 0,0 0 2 0,0 0-1 15,0 0-1-15,0 0 1 0,0 0 1 0,0 0-2 16,0 0 2-16,0 0 0 0,0 0-1 0,0 0 5 0,0 0-6 16,0 0 1-16,0 0-1 0,0 0 2 0,0 0-3 15,0 0 1-15,0 0 1 0,0 0-2 16,0 0-1-16,0 0 3 0,0 0 1 0,0 0 0 15,0 0-2-15,0 0 1 0,0 0-1 0,0 0 0 0,0 0 0 16,0 0 4-16,0 0-4 0,0 0-2 0,0 0 3 16,0 0 1-16,0 0-1 0,0 0 2 15,0 0-3-15,0 0-1 0,0 0 3 0,0 0 0 16,0 0 2-16,0 0-6 0,0 0 3 0,0 0 0 0,0 0 3 16,0 0-4-16,0 0 2 0,0 0-1 0,0 0 0 15,0 0 0-15,0 0-2 0,0 0 4 0,0 0-2 16,0 0 0-16,0 0-1 0,0 0 5 0,0 0-4 15,0 0 0-15,0 0 3 0,0 0-3 0,0 0 1 16,0 0 3-16,0 0-4 0,0 0-1 0,0 0 2 16,0 0-1-16,0 0-2 0,0 0 7 0,0 0-3 15,0 0-1-15,0 0 1 0,0 0 0 0,0 0 0 16,0 0-2-16,0 0 2 0,0 0 2 0,0 0-2 16,0 0 4-16,0 0-3 0,0 0-1 0,0 0 1 15,0 0 0-15,0 0-1 0,0 0-1 0,0 0-1 16,0 0 3-16,0 0-1 0,0 0 0 0,0 0-2 15,0 0-1-15,0 0 0 0,0 0 0 0,0 0 2 16,0 0-3-16,0 0 1 0,0 0 2 0,0 0-7 16,0 0 6-16,0 0-3 0,0 0-2 0,0 0 0 15,0 0 0-15,0 0-2 0,0 0 4 0,0 0-3 0,0 0 4 16,0 0-3-16,0 0 2 0,0 0-1 16,0 0 1-16,0 0-3 0,0 0 1 0,0 0 2 15,0 0 1-15,0 0-2 0,0 0 1 0,0 0 3 16,0 0-2-16,0 0 1 0,0 0-1 0,0 0-3 0,0 0 3 15,0 0-3-15,0 0-4 0,0 0 7 0,0 0-10 16,0 0-6-16,0 0-15 0,0 0-20 16,0 0-22-16,0 0-26 0,0 0-35 0,0 0-29 15,0 0-21-15,0 0-3 0,0 0-108 0,0 0-321 0,0 0 142 16</inkml:trace>
  <inkml:trace contextRef="#ctx0" brushRef="#br0" timeOffset="9908.81">26194 7893 76 0,'0'0'94'0,"0"0"-11"16,-7-6-4-16,7 6-9 0,-5-3-2 0,5 3 2 15,0 0-8-15,-8-2-3 0,8 2-8 0,0 0 4 16,0 0-10-16,0 0 13 0,-7-4-22 0,7 4 1 15,0 0-2-15,0 0 4 0,-10-2-2 0,10 2-2 16,0 0-1-16,0 0-3 0,-6-3-2 0,6 3-5 0,0 0-3 16,0 0 3-16,-9-2-13 0,9 2 4 15,0 0-1-15,-8-2 3 0,8 2-4 0,0 0 4 16,-8-2-2-16,8 2-4 0,0 0-4 0,0 0 2 16,0 0 6-16,0 0-4 0,0 0-1 0,0 0-1 0,0 0-4 15,-11 0 1-15,11 0-3 0,0 0 1 0,0 0 1 16,0 0-5-16,0 0 2 0,0 0 1 15,0 0-2-15,0 0 10 0,27 4-13 0,-16-4 7 0,6 3-6 16,4-1 3-16,11 1 0 0,2-3 0 0,4 3 11 16,13-6-5-16,3 4-11 0,0 3 17 15,3-2-3-15,3-2-3 0,-1 0 1 0,-4 0 2 0,4 0 1 16,1-2-3-16,3 2 4 0,0-4-1 0,3 2-9 16,23 0 13-16,-25 0-5 0,25 2 1 0,-23 0-10 15,-1-3-4-15,0 3 13 0,29 0-3 0,-31 0-2 16,2-2 6-16,2 0 1 0,-2 2 7 0,27 0-9 15,-29-2 0-15,0 4 0 0,0-2 3 0,3 0-8 16,23 0-3-16,-28 0 4 0,2 0 1 0,0 0-4 16,-4 0 0-16,1 2-2 0,-2-2 4 0,1-2-9 15,-4 2 3-15,-3 0 2 0,-1 2 10 0,2-2-16 16,-16 2 2-16,3-2-8 0,-1 0 14 0,-1 2-8 16,2-1 1-16,-1-2-7 0,1-1 9 0,-3 2 0 15,2 2-2-15,-1-1-5 0,-3-1 4 0,-1 0 2 16,-1 2 1-16,-2-2 0 0,-3 2-7 0,0-1 5 15,-1 2 6-15,1-3-10 0,-6 0 3 0,-2 1 0 16,0 0 3-16,1-1-1 0,-1 2-1 0,2-2-2 16,0 1 2-16,0 2-10 0,-3 0 1 0,-1-3-10 15,1 2-4-15,-2-1-9 0,-5 2-4 0,0-5-27 16,-2 4 0-16,3-2-12 0,-7 0-17 0,2 0-18 16,-8 0-79-16,10 4-207 0,-10-4 91 0</inkml:trace>
  <inkml:trace contextRef="#ctx0" brushRef="#br0" timeOffset="11970.86">6000 8867 7 0,'-5'-4'99'0,"5"4"-6"0,-9-8-12 0,4 7-9 0,5 1-2 15,-9-5 3-15,5 1 0 0,4 4 6 0,-10-6 9 16,10 6-1-16,-7-2-9 0,7 2-9 0,-8-5 2 15,8 5-8-15,-7-3-6 0,7 3-4 0,-9-5-7 16,9 5-8-16,-5-4 5 0,5 4-14 0,0 0-2 16,-9-2 5-16,9 2-8 0,0 0 6 0,-9-1-11 15,9 1 6-15,0 0-6 0,0 0 1 0,-9-4-2 16,9 4 3-16,0 0-10 0,0 0 0 0,0 0 1 16,0 0 0-16,-4-4-1 0,4 4-3 0,0 0-6 15,0 0 1-15,0 0-5 0,0 0 6 0,0 0-2 16,0 0-1-16,0 0 0 0,0 0-9 0,0 0 3 15,0 0 7-15,0 0 2 0,27 4-5 0,-19-2-1 16,3-2 3-16,1 4 2 0,5-3-3 0,1 1 1 16,3 1 4-16,7 0-3 0,0-3 4 0,1 0-2 0,2-2-6 15,1 0-1-15,1 0 6 0,1-3-3 0,0 1 6 16,-1 1-2-16,2 0 1 0,-1-1-2 16,2 0 5-16,0 0-2 0,0 0-2 0,-2 1-2 15,2-1 3-15,-1 1-4 0,4 0 3 0,-3-1 4 0,2 3-3 16,1-1 1-16,1-1 0 0,-1 0-4 15,0 1 2-15,0-2 7 0,2 2-4 0,9-1-4 16,-11-2 0-16,-1 3-1 0,1 0-1 0,-2-2 3 16,0 1-5-16,2 0 8 0,0 0-3 0,-1 2-7 0,-1-2 11 15,3 0-4-15,-1 1 4 0,0-2-2 0,2 0-2 16,-2 2-3-16,-2 0 6 0,-1 0 3 0,1-2-7 16,0 2-1-16,-1-1 4 0,0 0-5 15,1 1 3-15,0-1 7 0,3-2-4 0,-5 4 2 16,4-3-1-16,-3 3 0 0,-1-1 0 0,1-2-6 0,-3 2 5 15,0-2-1-15,1 3-1 0,-2 0-1 0,0-3 1 16,-3 1 2-16,-7 1 0 0,0-1-2 0,7-1 4 16,-1 2-4-16,-8 2 1 0,1-3-3 15,-1 0 6-15,1 2 1 0,-2 0 2 0,-1 1-9 0,1-2 3 16,-1 2-1-16,0-4 4 0,-5 4-1 0,2 0 2 16,-4 0 0-16,1 0 0 0,1 0-2 0,-3 0-1 15,-1 0 1-15,0 0 2 0,-9 0 2 0,14 0-3 16,-14 0 0-16,11 0-1 0,-11 0 4 0,9-2-3 15,-9 2 7-15,0 0-3 0,11 2 0 0,-11-2-5 16,0 0 8-16,0 0-1 0,9 0 4 0,-9 0-6 16,0 0-4-16,0 0 4 0,7 0 1 0,-7 0 2 15,0 0-7-15,0 0 0 0,0 0-1 0,0 0-2 16,0 0 4-16,0 0-3 0,0 0 2 0,0 0-2 16,0 0 1-16,0 0-2 0,0 0 0 0,0 0 1 15,0 0-1-15,0 0 0 0,0 0-1 0,0 0 2 16,0 0 1-16,0 0-2 0,0 0-1 0,0 0 0 15,0 0-4-15,0 0 4 0,0 0-1 0,0 0-3 16,0 0 1-16,0 0 3 0,0 0-1 0,0 0 0 16,0 0-3-16,0 0 2 0,0 0-6 0,0 0 7 15,0 0-5-15,0 0 3 0,0 0-2 0,0 0 1 16,0 0 1-16,0 0-1 0,0 0-5 0,0 0 5 16,0 0-2-16,0 0 2 0,0 0-2 0,0 0-2 15,0 0-2-15,0 0-1 0,0 0-6 0,0 0-4 16,0 0-9-16,0 0-12 0,0 0-11 0,0 0-11 15,0 0-12-15,0 0-19 0,0 0-15 0,0 0-13 0,0 0-20 16,0 0-24-16,0 0-109 0,0 0-291 16,0 0 129-16</inkml:trace>
  <inkml:trace contextRef="#ctx0" brushRef="#br0" timeOffset="23928.83">9786 12408 33 0,'0'0'133'16,"0"0"-7"-16,-6-3-5 0,6 3-8 0,0 0-4 16,-6-5-2-16,6 5 5 0,0 0-11 0,0 0-5 15,-5-7-3-15,5 7-8 0,0 0-8 0,0 0-4 16,-6-4-8-16,6 4-4 0,0 0-7 0,0 0-4 15,0 0-4-15,0 0-6 0,0 0-4 0,0 0-2 16,0 0-7-16,0 0-4 0,0 0-3 0,0 0 0 16,0 0 0-16,0 0-6 0,0 0 0 0,0 0 0 15,0 0-3-15,0 0-4 0,0 0 6 0,0 0-10 16,0 0 3-16,0 0-4 0,0 0 2 0,0 0 4 16,0 0-4-16,0 0-2 0,27 1 0 0,-19-1-1 15,5 1 3-15,-2-1-3 0,2 0 1 0,6 2 0 16,0-4 2-16,1 5 0 0,8-4 6 0,1 1 0 0,0 0-6 15,1 0-3-15,-3-2 4 0,3-1-2 0,1 2 1 16,0 0 5-16,-2 0-8 0,4-1 2 16,2 2 0-16,-1 2-1 0,1-4 8 0,1 1-9 15,2-3 8-15,-1 3-5 0,0-4 0 0,0 2 0 0,0 0 4 16,0 1-7-16,-1 0-1 0,-1 0 4 0,-1 1 0 16,-1-3 0-16,2 3-4 0,-1-1-7 0,2 0 10 15,1-1-2-15,-1 1 4 0,2 0 0 0,-3-1 0 16,4-1-5-16,-3 3 0 0,0-1 3 0,0 1-3 15,0-1 3-15,-1 0-3 0,2-2 2 0,-3 1-1 16,0-1 0-16,-1 1 1 0,-1 2 3 0,-1 1-5 16,1 0 0-16,-1-4-2 0,-2 4 3 15,0-1-1-15,-1 1-1 0,1 0 0 0,-9 0 1 16,2 0-6-16,8 1 2 0,-1 1 6 0,-1 1-4 0,2 0 4 16,-3-2-2-16,2 2 5 0,0-2-5 0,-4 0 3 15,6 0-1-15,-4 1-1 0,-6-1-3 0,8 2 5 16,-2-1-6-16,0 1-1 0,2-1 4 15,-7 1-2-15,7-2 3 0,-6 1 1 0,-3 2-4 0,10-2 2 16,-1-1 4-16,-7 1-4 0,3-2 3 0,-3 0-4 16,6 2 2-16,-7-2-4 0,7 0 2 0,0-1 1 15,-5 2-1-15,4 0 1 0,-1 1 1 0,-5-1 0 16,2 0-1-16,-3 2-2 0,7-3 3 0,-5 0 0 16,5 3 2-16,0-2-2 0,-6-1-4 0,8 2 1 15,0 1 5-15,-9-2-2 0,7 0-2 0,-4-1 3 16,4 2-4-16,2-1 3 0,0 0-2 0,0-1 1 15,-9 1-4-15,3 0 10 0,4 2-12 0,-4 0 2 16,-4-2 7-16,8 2-4 0,-4-2 1 0,-2-1-2 16,-2 1 8-16,2 2-2 0,1-2-3 0,-4-1 0 15,4-1 4-15,-1 3-4 0,-1 0-1 0,4-2 0 16,-5 3 4-16,3-3-5 0,-2 3 3 0,3 0 2 16,-3-2-5-16,0 1 4 0,-2 0-1 0,2 0 0 15,-2 1-3-15,0-2 0 0,4 0 1 0,1 2 5 16,0-2-2-16,-3 0 1 0,-2 1-5 0,5-1 1 15,-2 1 0-15,0-1 3 0,0 0-3 0,-2 0-2 16,4 0 3-16,-3 1 1 0,0-1-3 0,2 0 0 16,-1 3 2-16,1-2 0 0,-2-2 1 0,3 0-1 15,-5 0 0-15,4 0-3 0,1 0 8 0,-2 3-4 16,-2-3-2-16,0 0-1 0,0 0 2 0,1 0 0 16,-1-2-3-16,-2 2 1 0,-3 2 4 0,2-2-6 0,-2 0 7 15,3 0-4-15,-3 0-3 0,-3 0 2 16,2 0-2-16,-1 0 5 0,1 0 2 0,-1 2-4 15,-1-2 0-15,2 0-6 0,1 1 8 0,-4-1 3 16,3 1-7-16,-1 0 0 0,1 1-1 0,-1-1 3 16,1 1 3-16,0 1 1 0,-1-2-2 0,-1 1-4 15,3-1 6-15,1 1-6 0,-1-2 7 0,-1 3-7 16,4-3-1-16,-4 1 1 0,1 1 3 0,-1 0 4 16,1 0-7-16,-1-2 6 0,7 2 1 0,-4 0-8 0,0-2 6 15,-1 0-3-15,3-2 2 0,-2 2-4 0,2 2 3 16,0-4 1-16,-4 4 3 0,-1-2-2 0,-1 0-2 15,1 0 1-15,1 0-1 0,-1 2 0 0,0-4 2 16,5 2-2-16,-1 0 3 0,0 2-3 0,-2-4 2 16,-3 2-3-16,6 2-1 0,0-4 2 0,-1 4-1 15,-5-2 3-15,6 0-4 0,-3 0 0 0,3 0-1 16,-5 1 6-16,2-1-3 0,-3 0 1 0,1 0-2 16,-1 0 1-16,0 0-1 0,1 0-4 0,-1 0 5 15,0 0-4-15,5 0 5 0,-5-1 1 0,1 1 0 16,-1-2-3-16,2 2-1 0,-3 2 6 0,2-4-9 15,2 2 1-15,-4 0 5 0,1 0 0 0,0 0 0 16,-2 0-2-16,4-2 6 0,-6 0-8 0,6 2 4 16,-1 0-3-16,0 0 4 0,1 0 0 0,1 0-4 15,-3 0 5-15,1 0-5 0,1 0 1 0,-1-2-2 16,-1 4 2-16,2-4 2 0,-1 1 1 0,-2 1 0 16,2 0-5-16,-2 0 3 0,1 0-4 15,-1-1 1-15,1 1 5 0,-3 0-5 0,-9 0 6 0,18-2-3 16,-10 4-7-16,-1-2 6 0,-7 0 3 0,19 0-7 15,-13 1 4-15,1 0-2 0,3 1 4 0,-1-2-6 16,1 0 6-16,-2 0 0 0,1 0 2 0,-9 0-1 16,19 0-1-16,-7 0 0 0,-2 2-1 0,1 0-1 15,2-2 5-15,-3 0-2 0,2 3 0 0,-1-3-3 16,1 2 4-16,-2-1 1 0,3-1 1 0,-3 0 0 16,0 1-3-16,2-1 2 0,-3 1-1 0,-1 1 1 15,2-2-3-15,0 0-1 0,0 1 1 0,-1-1-2 16,-1 1 6-16,1-1-4 0,-2 1 2 0,-7-1-2 15,18-2-4-15,-11 3 4 0,-7-1 1 0,15 0-3 16,-9 1 0-16,-6-1 0 0,14-1 2 0,-6 2 1 16,0-1 0-16,-8 0 3 0,13 0-8 0,-6 0 4 15,-7 0-2-15,12 0-1 0,-12 0-2 0,10 2 7 16,-10-2-4-16,11 1 1 0,-11-1-4 0,0 0 2 16,13-1 0-16,-13 1 0 0,8 0 1 0,-8 0 0 15,0 0-4-15,14 0 7 0,-14 0-2 0,7-2 0 16,-7 2-3-16,0 0 2 0,11 0 4 0,-11 0-5 0,0 0 4 15,11-1-2-15,-11 1-1 0,8 1-1 0,-8-1 2 16,0 0-1-16,10-1 2 0,-10 1-1 16,0 0-3-16,0 0 3 0,10-1-2 0,-10 1-1 15,0 0 1-15,0 0-1 0,0 0 5 0,8-1 3 0,-8 1-2 16,0 0-5-16,0 0 1 0,0 0-3 16,0 0 11-16,0 0-2 0,0 0 4 0,0 0 8 15,9 1-1-15,-9-1 2 0,0 0-1 0,0 0 2 0,0 0-7 16,0 0 2-16,0 0 0 0,0 0 0 0,0 0 0 15,0 0 0-15,0 0-3 0,8 1 1 0,-8-1-3 16,0 0 4-16,0 0-5 0,0 0 2 0,0 0 0 16,0 0 0-16,0 0-1 0,0 0 1 0,0 0-1 15,0 0 1-15,0 0 2 0,0 0-3 0,0 0 2 16,0 0 2-16,0 0-1 0,0 0-1 0,0 0-1 16,0 0 1-16,0 0 1 0,0 0-3 0,0 0 1 15,0 0-2-15,0 0 2 0,0 0-1 16,0 0-2-16,0 0 1 0,0 0-2 0,0 0 3 0,0 0-4 15,0 0 1-15,0 0 1 0,0 0 1 0,0 0 1 16,0 0 5-16,0 0 0 0,0 0-6 0,0 0-2 16,0 0 2-16,0 0 4 0,0 0-3 0,0 0 0 15,0 0 1-15,0 0-3 0,0 0-1 0,0 0 1 16,0 0-2-16,0 0 1 0,0 0-3 0,0 0 4 16,0 0-3-16,0 0 2 0,0 0-2 0,0 0-1 15,0 0 1-15,0 0-3 0,0 0 3 0,0 0-3 16,0 0 7-16,0 0-5 0,0 0 0 0,0 0-1 15,0 0 3-15,0 0-3 0,0 0 2 0,0 0-2 16,0 0 3-16,0 0 0 0,0 0 2 0,0 0-7 16,0 0 5-16,10-2-2 0,-10 2-1 0,0 0 0 15,0 0-1-15,0 0-1 0,0 0 1 0,0 0-2 16,0 0 1-16,0 0 1 0,0 0 1 0,0 0-5 16,0 0 4-16,0 0-2 0,0 0 4 0,0 0-4 15,0 0 3-15,0 0-3 0,0 0 4 0,0 0-4 16,0 0 2-16,0 0-3 0,0 0 3 0,0 0-4 15,0 0 5-15,0 0-3 0,0 0 1 0,0 0-1 16,0 0 3-16,0 0-5 0,0 0 2 0,0 0-1 16,0 0 6-16,0 0-5 0,0 0 1 0,0 0-3 15,0 0 2-15,0 0-2 0,0 0 5 0,0 0-7 16,0 0 2-16,0 0 1 0,0 0-2 0,0 0 3 0,0 0 1 16,0 0-5-16,0 0 5 0,0 0-3 0,0 0 0 15,0 0 3-15,0 0-2 0,0 0-2 16,0 0 1-16,0 0 0 0,0 0 2 0,0 0-4 15,0 0 3-15,0 0 0 0,0 0 1 0,0 0 1 0,0 0-3 16,0 0 1-16,0 0 2 0,0 0-1 0,0 0 0 16,0 0-3-16,0 0 1 0,0 0-1 0,0 0 3 15,0 0 0-15,0 0-2 0,0 0 1 16,0 0 3-16,0 0-3 0,0 0 3 0,0 0-1 16,0 0-2-16,0 0 2 0,0 0 0 0,0 0-3 0,0 0 5 15,0 0-1-15,0 0-2 0,0 0-1 0,0 0 2 16,0 0-1-16,0 0 0 0,0 0 0 15,0 0 0-15,0 0-2 0,0 0 2 0,0 0 0 16,0 0 3-16,0 0-4 0,0 0-3 0,0 0 7 0,0 0-2 16,0 0-3-16,0 0 2 0,0 0 0 0,0 0 1 15,0 0 0-15,0 0 2 0,0 0-3 0,0 0-2 16,0 0 1-16,0 0-1 0,0 0-1 0,0 0 5 16,0 0-2-16,0 0-2 0,0 0 0 0,0 0 2 15,0 0 1-15,0 0-1 0,0 0 0 0,0 0-2 16,0 0 1-16,0 0 2 0,0 0 1 0,0 0-2 15,0 0-2-15,0 0 3 0,0 0 0 0,0 0 0 16,0 0-3-16,0 0 3 0,0 0 0 0,0 0-2 16,0 0 2-16,0 0 0 0,0 0 3 0,0 0-6 15,0 0 3-15,0 0 0 0,0 0 1 0,0 0 0 16,0 0 0-16,0 0-2 0,0 0 3 0,0 0 2 16,0 0-4-16,0 0 2 0,0 0-2 0,0 0 11 15,0 0-14-15,0 0 4 0,0 0 3 0,0 0-3 16,0 0 2-16,0 0-4 0,0 0 9 0,0 0-8 15,0 0 1-15,0 0 1 0,0 0-1 0,0 0 0 16,0 0-2-16,0 0 0 0,6-5 2 0,-6 5 0 16,0 0 1-16,0 0-4 0,7-3 5 0,-7 3-2 15,0 0-5-15,0 0 5 0,6-2 2 0,-6 2-3 16,0 0 1-16,0 0 3 0,0 0-7 0,8-4 4 16,-8 4 2-16,0 0-3 0,7-4 2 0,-7 4 4 15,0 0-1-15,0 0-2 0,7-4-3 0,-7 4 0 0,0 0 2 16,0 0 3-16,0 0-1 0,6-2 1 15,-6 2 1-15,0 0-4 0,0 0 3 0,0 0-1 16,0 0-1-16,0 0-2 0,0 0 1 0,0 0 0 16,0 0 0-16,0 0 4 0,0 0-4 0,0 0 1 15,0 0-2-15,0 0 2 0,0 0-5 0,0 0 1 16,0 0 0-16,4-5 0 0,-4 5-7 0,0 0-3 16,0 0-6-16,0 0-11 0,0 0-37 0,0 0-38 15,0 0-32-15,0 0-32 0,0 0-29 0,-12-10-35 0,12 10-173 16,-7-2-435-16,7 2 193 0</inkml:trace>
  <inkml:trace contextRef="#ctx0" brushRef="#br0" timeOffset="33796.92">22579 13869 1 0,'0'0'55'0,"0"0"-10"15,0 0-6-15,-10 0-5 0,10 0-5 0,0 0-4 16,-7 3 0-16,7-3-3 0,0 0 5 0,0 0-10 15,0 0 1-15,-7 3-2 0,7-3-2 0,0 0-7 16,0 0 3-16,-5 4 2 0,5-4-6 0,0 0 5 16,0 0-8-16,-7 6-1 0,7-6-1 0,-4 5 6 15,4-5-4-15,-4 5-1 0,4-5 3 0,0 0-2 16,-5 6 2-16,5-6-10 0,0 0 5 0,0 0 2 16,-5 4-4-16,5-4-1 0,0 0 3 0,0 0-2 15,0 0 1-15,0 0 1 0,0 0-7 0,2 10 2 16,-2-10 5-16,0 0-2 0,0 0 4 0,0 0-2 15,0 0 8-15,7 6 1 0,-7-6-2 0,0 0 9 16,0 0-7-16,0 0 0 0,0 0 5 0,0 0-7 16,0 0 4-16,0 0 2 0,0 0 7 0,0 0 3 15,0 0-8-15,0 0 2 0,0 0 3 0,0 0-5 16,0 0 7-16,0 0-6 0,5 3 10 0,-5-3-1 16,0 0-5-16,0 0-7 0,0 0 1 0,0 0 1 15,0 0-5-15,0 0 5 0,0 0 2 0,0 0 0 16,0 0-2-16,0 0-2 0,8 2 5 0,-8-2-6 15,0 0 1-15,9 4-2 0,-9-4 5 0,9 0-7 16,-9 0-2-16,9 2-5 0,-3 0 8 0,2-2 1 16,1 2-1-16,-9-2-5 0,18 1 6 0,-9-1 1 15,1 2-8-15,2-2 3 0,1 1 10 0,-1-1 0 16,3 1-4-16,-1 1 1 0,3-4-11 0,2 4 9 16,3-2-22-16,0 1 20 0,-3-1-9 0,3-1 4 15,-2 4 3-15,1-5-1 0,0 4 5 0,7-2 3 0,-6 1 2 16,-1-2-6-16,7 1-5 0,0 1 2 15,-7-1 6-15,9 0-4 0,-1 0 3 0,2-1 1 0,-2 3-12 16,1-1 13-16,0 2-1 0,1-5 0 0,1 2 0 16,0 0-3-16,1 0 6 0,2-1-6 0,-3 0-8 15,2 2 12-15,-1-1-5 0,1-1-1 0,0 1-4 16,3 0-1-16,0-1 11 0,0 2-4 0,2-1 0 16,-2 0-2-16,3 0 7 0,12-1-3 0,-13 2 2 15,11-1 2-15,-10-1-1 0,10 1 1 0,-12-1-4 16,14 1 4-16,1 1 0 0,-15-2-2 0,14 3 1 15,-12-2-3-15,12 0-2 0,0 1 6 0,-1-1-9 16,-11 1 3-16,12 4 3 0,3-3 0 0,-2-1-4 16,-1 3 0-16,1-3 7 0,1 3-8 0,1-2-1 15,0 1-7-15,0-2 5 0,0 5 2 0,-2-3-6 16,-1-1-4-16,0 0 12 0,5 2-7 0,-2-5 6 16,3 3-1-16,-1-1-3 0,0 2 1 0,1-2 0 15,1 1-1-15,1 1 4 0,-1-3-6 0,2 0-3 16,-1 1 0-16,3 1 3 0,-7-1-2 0,3 1 0 15,-2-2 0-15,0 1-2 0,4 2 1 0,-1-3 2 16,3 2-4-16,-3 0 3 0,1 1-2 0,0-1 4 16,0-1-3-16,1 0 0 0,1-1 2 0,0 4-8 15,-2-3 9-15,-1 2 1 0,1 1 2 0,2-1-7 16,-2-3 4-16,-5 3-3 0,7-2-2 0,-5 4 4 16,3-3 4-16,0-1-5 0,-3 3-5 0,5-4 7 15,-4 3-3-15,-1-3 7 0,0 2-11 0,0 4 4 16,-4-1 1-16,2-2-3 0,1 1 0 0,1-3 6 15,-6 4-5-15,5-2 4 0,-2-2 0 0,-1 0-9 16,1 2 6-16,-2 0 10 0,2-4-1 0,0 0 0 16,-1 1-1-16,-1 1-2 0,-3 0 0 0,2 0-1 15,-1 0 7-15,-12 2-10 0,-1-3 5 0,18 1-2 16,-6 0-1-16,-10 0 1 0,11-1-6 0,-13 0 7 16,3 4-7-16,-4-4 5 0,3 0 1 0,-1 3 0 15,-2-3-2-15,1 1-1 0,-4-1 2 0,1 0-1 16,-2 2 0-16,-2-2 3 0,-3 1-1 0,1-1 1 0,-9 2-3 15,0-2 0-15,0 2 4 0,0-2-3 0,-1 0 1 16,-2 1 6-16,-4-1-5 0,0 1-2 16,0 1-3-16,-1-2 3 0,-1-2-2 0,-1 4-2 15,-1-2-2-15,-3 1 2 0,-6-1-4 0,13 0 4 0,-13 0-8 16,11 0 2-16,-4 0-19 0,-7 0-14 0,0 0-18 16,0 0-26-16,10-3-47 0,-10 3-152 15,0 0-306-15,0 0 135 0</inkml:trace>
  <inkml:trace contextRef="#ctx0" brushRef="#br0" timeOffset="34725.73">10166 14899 18 0,'-1'10'18'0,"1"-10"-6"0,-2 9 1 0,2-9-8 16,0 9 1-16,0-9-2 0,-1 13-1 0,1-13-2 15,-2 11-3-15,2-4 5 0,0-7-4 0,-4 11-1 16,2-7 0-16,0 3-11 0,2-7 15 0,-6 10-1 15,3-5 1-15,3-5 0 0,-8 9-6 0,6-4 1 16,2-5 4-16,-4 6-3 0,-1-2 1 0,0 2-10 16,0-1-11-16,-3 0 6 0</inkml:trace>
  <inkml:trace contextRef="#ctx0" brushRef="#br0" timeOffset="35424.93">10047 15083 2 0,'-6'3'26'0,"6"-3"-1"0,0 0-5 0,0 0 2 15,-4 3 0-15,4-3-4 0,0 0 2 0,0 0-6 16,0 0 8-16,0 0-5 0,0 0-1 0,0 0 2 15,0 0 4-15,0 0-4 0,0 0 4 0,14 8-2 16,-6-7-1-16,-8-1 0 0,12 3-2 0,-1-3 3 16,0 0 10-16,2 1-6 0,1 0-6 0,4-1 4 15,2-1 5-15,-2 0 3 0,10 1 0 0,-6 0-2 16,6-2 0-16,2 2-2 0,-2 0-7 0,1 2 2 16,2 0 2-16,-2-1-3 0,3 3-1 0,0-1-6 15,-3-2-2-15,3 2 8 0,-2 0-8 0,0 1 10 16,1 1-2-16,0-1 10 0,-2 2 3 0,2-2-1 15,-1 2 5-15,4-1-9 0,-2 1 9 0,1 1-15 16,3-1 14-16,-2 3 4 0,0-4-10 0,-1 3 7 16,0-1-12-16,3-3 1 0,-2 0-1 0,-1 0 6 15,3 1-2-15,0 0 3 0,-3 0-3 0,2 2 1 16,-1-4 6-16,-2 1-14 0,2-1 7 0,-5 0-11 16,3 4 0-16,-4-7 1 0,-1 7-1 0,2-5-5 15,1 1-6-15,-9 1 12 0,6 1-7 0,-6-3 11 16,6 2-9-16,-6 0-2 0,1-3-2 0,6 3 6 15,-7 0 1-15,-1-2-7 0,8 1 5 0,-6 0 0 16,-2 0 0-16,7 0 4 0,0 2-5 0,-6-2 2 16,9-1-8-16,-1-2 1 0,-3 2-7 0,2-4 6 15,0 4-1-15,3-4 3 0,-3 2-2 0,3-3 1 16,-2 3-2-16,2 0-6 0,-1-6 4 0,-1 5-3 16,0-2 1-16,2-2-2 0,-5 3 6 0,5-1-4 15,-2 1 0-15,1-2-3 0,1 0 8 0,0 2-6 16,1-1 4-16,1 0 0 0,-1 2-3 0,2-3 1 15,1 1-3-15,-1 0-1 0,1 2 1 0,2-1-4 16,-1-2 10-16,0 2-2 0,-1-1-1 0,-1 2 2 16,4-2-4-16,-3-2-1 0,-2 1 5 0,3 4-3 15,-5-1 4-15,-1-4 1 0,1 3-8 0,1-3 2 16,-3 4 1-16,2-1 0 0,-2-1-4 0,-7 0 1 16,8 1 4-16,3-4-2 0,0 3 1 0,-2-2-2 15,3 2 0-15,-3 0-3 0,3-1 1 0,-3-1 4 16,2 1-4-16,-1 1 4 0,-1-2-3 0,1 2 1 15,-1 0-1-15,-1-1 1 0,1 0-3 0,-4 1 7 16,2 2-15-16,0-3 13 0,-2 0 0 0,-9 1-4 16,5 1 2-16,-6-2 3 0,4 4-4 0,-3-3-2 15,2 5 8-15,0-4-6 0,-2 1-5 0,-5 1-8 16,-1 0-3-16,2 0-11 0,-1 0-11 0,0 0-23 16,-2 0-22-16,-11 0-12 0,21 4-4 0,-10-4-4 15,0 4-12-15,0-2 2 0,-2 1-80 0,2 1-209 16,-1 0 92-16</inkml:trace>
  <inkml:trace contextRef="#ctx0" brushRef="#br0" timeOffset="36914.75">18388 15370 44 0,'0'0'70'16,"0"0"-2"-16,0 0-6 0,0 0 3 0,0 0-4 16,11 2-2-16,-11-2-12 0,0 0-5 0,0 0-5 0,0 0-1 15,0 0-2-15,0 0 0 0,0 0-4 0,0 0-7 16,0 0-7-16,0 0-4 0,0 0 4 16,0 0 2-16,0 0-10 0,0 0 3 0,0 0 0 15,0 0-7-15,0 0 10 0,0 0-5 0,0 0-4 16,0 0 2-16,0 0-7 0,0 0 9 0,0 0-8 15,0 0 9-15,0 0-10 0,0 0 3 0,0 0-5 16,0 0 2-16,-26-14-3 0,26 14 1 0,0 0-4 0,0 0 0 16,0 0-4-16,0 0 5 0,0 0-6 15,0 0 0-15,0 0-2 0,0 0 9 0,0 0-8 16,0 0 2-16,0 0-7 0,13-17 3 0,-13 17-5 16,0 0 1-16,4-7-3 0,-4 7-6 0,0 0 1 15,0 0-4-15,-4-16-1 0,4 16-2 0,-7-10-3 16,7 10 1-16,-10-10-2 0,5 2 7 0,-1 1 4 15,-1 0 3-15,-2 0 7 0,-1-1 2 0,1 0 10 16,0 0-1-16,-2 0 4 0,2-1 10 0,0 2 3 16,-6-3 2-16,6 2-2 0,1 2-4 0,-1-2 3 15,1 2-5-15,2-1 2 0,-1 1-3 0,2 1-1 16,-1-1-4-16,1 0-2 0,1 0 1 16,-2-1 2-16,2 1 6 0,0 0 5 0,-1-1 0 0,5 7 5 15,-5-12 25-15,5 12-17 0,-7-8 2 0,7 8-4 16,-3-8 1-16,3 8-2 0,0 0-6 0,-7-8 0 15,7 8 7-15,0 0-6 0,0 0-2 0,-5-8-2 16,5 8 13-16,0 0-15 0,0 0-3 0,0 0-2 16,0 0 2-16,0 0-1 0,0 0-3 0,0 0 2 15,0 0 6-15,0 0 0 0,0 0-2 0,21-4 10 16,-21 4-2-16,15 2 12 0,-15-2-6 0,19 2 4 16,-6 1-28-16,1-1 12 0,0 0 11 0,4-1 6 15,2 0-5-15,2 2 2 0,6-1-1 0,0 2-8 16,-1-4 0-16,4 3-4 0,0-3-1 0,0 3-4 15,3-3 7-15,1-2 2 0,1 2-3 0,0-1 0 16,2 1-5-16,1 0-1 0,12-1 9 0,0-1-15 16,-12 2 10-16,15-4 0 0,-3 3 9 0,3 1-14 15,-2-4-4-15,-13 4 9 0,18 0-3 0,-2 0-1 16,-2 0-1-16,-2-1 8 0,4 2 7 0,1-2-6 16,-1 1 1-16,0 0-3 0,1 0 2 0,3 1-6 15,-2-1 3-15,1 2 4 0,1 0-8 0,-2 2 2 16,1-5 0-16,1 2 1 0,1 2-1 0,-2-1-4 15,5-2 0-15,0 2 3 0,1-5-2 0,-1 4 1 16,1-1-2-16,0 3-2 0,0-1-1 0,1 2 1 16,-1-3-1-16,1 2 4 0,-3 1-7 0,3-4 2 15,-5 2 0-15,5 1 3 0,-5 1-1 0,4-6 1 16,-1 6 2-16,-1-4 1 0,2 1-4 0,0 2 1 16,-1-2-2-16,4 1 3 0,-7 1-2 0,-1 0 0 15,0-5-11-15,1 2 10 0,-2 0 0 0,2 2 1 16,-3-1 0-16,-1-1 2 0,1 0 7 0,-2 4 2 15,0-4 11-15,-4 2-9 0,1-2 1 0,-1-2 2 16,-11 2-1-16,11-2 3 0,-13 0-9 0,15 2 5 16,-16-3 2-16,4 2 3 0,-4 1 0 0,0-3-2 15,13-1-3-15,-15 2 1 0,2 2 2 0,-1 1-3 16,-2-1 0-16,1-1-4 0,2 1 0 0,-2 0-3 16,-3-1 1-16,1 0 2 0,-4 1 0 0,2 0 1 15,0 0-3-15,-1 0-3 0,1 2 3 0,-3-1-4 16,3 1-4-16,-4-2 11 0,-7 1-5 0,8 1-4 15,-6-2 1-15,-2 0-1 0,7 0 0 0,-5 0 3 16,-2 3-1-16,1-3-2 0,1 0 3 0,-1 0-3 16,0 0-2-16,4 0 3 0,4 0-4 0,-9 0 6 15,0 1-5-15,1-2 3 0,1 4 1 0,-5-5 4 16,4 4 1-16,7-1-1 0,-8-1 5 0,-2 0-2 16,2 0-5-16,-1 0 1 0,-3-1-2 0,2 1-3 15,-5-2 1-15,0 1 3 0,-2 1-4 0,2-3 2 16,-2 1 0-16,0 1-4 0,-3 1 2 0,-8 0 0 15,16-1 0-15,-11 0 3 0,-5 1 1 0,9-1 10 16,-9 1-6-16,0 0 8 0,13-1-3 0,-13 1-1 16,0 0 0-16,0 0-4 0,9-1 4 0,-9 1-5 15,0 0-1-15,0 0-5 0,8-1-1 0,-8 1-7 16,0 0-5-16,0 0-15 0,0 0-17 0,0 0-21 16,0 0-30-16,0 0-40 0,0 0-32 0,0 0-30 15,0 0-158-15,0 0-375 0,0 0 167 0</inkml:trace>
  <inkml:trace contextRef="#ctx0" brushRef="#br0" timeOffset="39280.75">8167 16034 9 0,'-5'4'13'15,"5"-4"1"-15,0 0-4 0,0 0 8 0,-6 6-1 0,6-6 7 16,0 0-5-16,-5 1 10 0,5-1-1 16,0 0-2-16,0 0 3 0,0 0-10 0,0 0 10 15,0 0-4-15,0 0-2 0,0 0-3 0,0 0 5 16,0 0-6-16,0 0-2 0,-4 6 4 0,4-6 1 15,0 0-3-15,0 0-5 0,0 0-4 0,0 0-1 16,0 0 6-16,0 0-1 0,0 0-3 0,0 0-5 16,0 0 5-16,0 0 2 0,0 0 3 0,0 0 5 15,0 0 8-15,19 2 11 0,-19-2-2 0,14 3-3 16,-8-3 0-16,6 2-7 0,1-1-1 0,-1 1 1 16,6 0 0-16,-1 1 2 0,3 1-4 0,1-4 2 15,1 1-2-15,8 1 2 0,-8 1-13 0,7 1 0 16,1-1 6-16,0 0-2 0,1 1 1 0,0-2 4 15,-1 1-1-15,1 1-2 0,2-1 0 0,-1-2 1 16,2 3 4-16,-4 0-3 0,5 1 0 0,-2-2-3 16,-2 0 7-16,-1-3-9 0,1 3 7 0,0-2 2 15,-2 4 0-15,2-3-5 0,-1 1 0 0,2 1-3 16,0 0 0-16,-1 0 7 0,0 0-7 0,2-4 0 16,-2 5-2-16,2-3 0 0,-2-1 6 0,-1 1-7 15,3 2-7-15,-1-1 3 0,-1 3 2 0,5-5-5 16,-4 2 1-16,0-2 8 0,1 5-6 0,0-4 2 15,0 0 2-15,-1 3 2 0,1-3-2 0,2-1 2 16,1-1 8-16,-3 0-10 0,4 3 1 0,-3-5-5 16,0 4 6-16,-1-4 4 0,3 2-1 0,-2-1-3 15,2 1 0-15,0-2-1 0,1 1 2 0,1 0-1 16,1-3-3-16,0 2 1 0,2-3 2 0,-3 3 5 16,1 1-1-16,12-2-2 0,-14 1-6 0,0-3-3 15,1 4 4-15,1-3 0 0,-3 0-6 0,2 1 4 16,-1 0-7-16,0 3 5 0,-3-4-6 0,2 1 6 15,0 0-5-15,2-1 6 0,3 6-5 0,9-2-4 16,-10-4 2-16,-3 3 0 0,1 1 0 0,2 0 0 16,12-2-3-16,-11 1 6 0,-2 0-4 0,12 0 0 15,1-2 0-15,-2-3 0 0,-12 4-2 0,0-1 3 16,16-4-3-16,-5 0 3 0,-10 2 0 0,1 1-2 16,12 0 2-16,-13-2-1 0,14 1 2 0,-16-1-4 15,0 2 6-15,1-1 0 0,-3 1 0 0,-5 0-2 16,5-1 1-16,-4 0 0 0,2 2 2 0,-1 1 0 15,-1-1-4-15,0 0 1 0,-2 3-6 0,1-3 7 16,-2-2-4-16,1 4 3 0,0-1-3 0,3 0 1 16,-5 2 1-16,2-3-3 0,-2 2-2 0,2 1-3 15,-1 0-5-15,-8-2-23 0,2 2-9 0,7 0-18 16,-10 0-29-16,3 0-37 0,-4 2-18 0,4-1-35 16,-2-1-130-16,-2 1-330 0,1 1 146 15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23T09:11:42.31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17224 8168 9 0,'-11'-5'89'0,"5"3"-3"0,6 2-9 0,-11-6 2 16,6 5 1-16,5 1 0 0,-9-8 8 0,4 4-5 16,5 4-3-16,-9-4 1 0,4 1-13 0,5 3-3 0,-8-6-8 15,8 6-5-15,-6-5-10 0,6 5 6 16,-5-4-10-16,5 4-2 0,0 0-5 0,0 0-3 15,-7-5-3-15,7 5-4 0,0 0-2 0,0 0 1 16,0 0 0-16,0 0-3 0,0 0-3 0,0 0 11 0,0 0-14 16,26 10 15-16,-14-4 11 0,7-4-3 15,2 1 4-15,9 0 7 0,2 1 1 0,2 1-4 16,4-2 2-16,2-3 2 0,14 3-4 0,2-3-5 16,0 3 0-16,3-5 2 0,1 2-3 0,3 2-6 0,2-5 1 15,0 1-7-15,28 1-1 0,-3-3 1 0,-25 3-5 16,28-2-3-16,-29 3 0 0,31 2 0 15,-2-2-7-15,-29-2 4 0,30 4-1 0,-32-2-3 0,2 0-1 16,-2 2-4-16,-3 0 4 0,-1 0-2 0,-3 1-2 16,-2-3 2-16,-14 0-4 0,-2 1 6 0,0 1-8 15,-3-1 8-15,2-1-5 0,-5 0 2 0,-1 0 1 16,-8-1 0-16,-3-1-5 0,0 2 3 0,1-1-5 16,-6 1 2-16,-1 0 7 0,-2 0-6 0,-3 0-2 15,-8 0 4-15,11 0 0 0,-11 0-4 0,12 0 4 16,-12 0 0-16,6 0-1 0,-6 0-1 0,0 0 0 15,10 0-6-15,-10 0 1 0,0 0 3 0,0 0-9 16,0 0-25-16,9 1-24 0,-9-1-22 0,0 0-12 16,6 4-2-16,-6-4-5 0,4 8-32 0,0-4-30 15,1 1-108-15,-1 2-289 0,4 0 129 0</inkml:trace>
  <inkml:trace contextRef="#ctx0" brushRef="#br0" timeOffset="899.83">21456 8272 185 0,'-12'-4'198'15,"12"4"-20"-15,-6-3-13 0,6 3-19 0,0 0-13 16,0 0-14-16,-8-2-11 0,8 2-14 0,0 0-11 16,0 0-13-16,0 0-1 0,0 0-10 0,0 0-1 15,0 0-13-15,27 1-1 0,-10 2-6 0,4 0-3 16,11 0-5-16,4 2-1 0,16 1-4 0,1 1 0 15,1-1-7-15,0-2 5 0,4 1-7 0,1-2 1 16,5 3 0-16,0-2-3 0,26 2 0 0,-26-3-1 16,27 2-4-16,-26-3-2 0,28-1 1 0,-26-2 1 0,25 7-3 15,1 0-1-15,-26-2 3 0,31-4-3 16,-4 7 1-16,-2-4-1 0,3 0 1 0,1 2 0 16,0-5-4-16,-4 2 2 0,-26-2-1 0,26 2 8 15,3-1-7-15,-4-4-4 0,-27 3 1 0,30 3 0 0,1-4 3 16,-4 1-3-16,-26 0 3 0,30-4 0 15,-3 4 0-15,3 0-1 0,-2-1 6 0,-1 2-1 16,-1-5 2-16,-3 3-2 0,2 0 1 0,-23-1-2 16,30 4 0-16,-6-2 0 0,1 0 2 0,0-2 2 0,-29 5-3 15,26-2-1-15,-25-1 4 0,30-1-2 0,-29 2 2 16,27-2-3-16,-27 2 4 0,0 2-1 0,2 0 1 16,23-3 0-16,-27 6-3 0,29-9 4 0,-31 6-3 15,4-1 5-15,2 2-7 0,25-1-1 0,-31-3 2 16,7 4-5-16,21-1 2 0,-28 0 0 0,1-2-2 15,-3-1 2-15,6 2-2 0,1-2 4 0,-3 2-4 16,2-3 1-16,25 1 3 0,-28 0-3 0,1 0 2 16,-2-1-2-16,4 2 0 0,-4-1-1 0,1-3 0 15,-1 6-1-15,0-2 0 0,0-2-1 0,-1 0 5 16,1 1-2-16,-2-3-3 0,-4 0-1 0,4 2 2 0,-1-1-2 16,0-2 1-16,1 0 4 0,-5 3-7 15,0-3 4-15,-1 2-3 0,-1-2 2 0,-1 2 1 16,-12 0-2-16,11 0-2 0,6 1 1 0,-2 0 3 15,-3-3-2-15,-13 3-4 0,14 1 3 0,0-3-2 16,-13 3 1-16,11 1-5 0,-9-4-3 0,9 1 5 16,-12 1-2-16,0 2-2 0,-2 1-4 0,-1-2-2 15,-3-2-9-15,-3 2-15 0,-1 0-22 0,-9 2-15 0,2-4-16 16,-10 2-19-16,3-1-24 0,-5 0-33 0,-1 1-137 16,-8 0-328-16,9-5 145 0</inkml:trace>
  <inkml:trace contextRef="#ctx0" brushRef="#br0" timeOffset="2483.79">5669 9323 43 0,'0'0'106'0,"0"0"3"0,0 0-4 16,0 0 0-16,0 0 1 0,-9 1-7 0,9-1-4 15,0 0 0-15,0 0-8 0,0 0-5 0,0 0-7 16,0 0 0-16,0 0-9 0,0 0-7 0,0 0 0 16,0 0-1-16,0 0-7 0,0 0-1 0,0 0-7 0,0 0-1 15,0 0 3-15,0 0-8 0,0 0-9 16,0 0-3-16,0 0 0 0,0 0-2 0,0 0-6 16,0 0-16-16,0 0 11 0,0 0-1 0,0 0-4 15,0 0-4-15,0 0 2 0,0 0-3 0,0 0 3 0,0 0 1 16,0 0 3-16,20 9 0 0,-6-7-3 15,-1 1 0-15,8 0-1 0,-1-2 1 0,11 2 5 0,3-1 2 16,3 1-6-16,3 1 1 0,12-4 4 16,4 3-4-16,2 0-2 0,1 2-5 0,-3-2 3 0,3 1 2 15,1-2 2-15,-1 1-7 0,1-1 4 0,-2 0-2 16,4 1-1-16,0-3 1 0,0 3 9 0,2-4 4 16,26-3-4-16,-27 3 2 0,1-1-2 15,1 1 0-15,27 0 6 0,-32-2 0 0,3 3 0 0,0-2-2 16,2 1 3-16,-3-1-1 0,5 2 0 0,-1-2 0 15,-1-1 3-15,2 2-6 0,24-1 4 0,-30 1-3 16,3 0-1-16,-2 0 4 0,2 0-7 0,-2 1-2 16,2-3 6-16,1 3 0 0,24 0 2 0,-26-3-4 15,1 1 0-15,2 2-1 0,2 1-1 0,-3-4-1 16,0 2 1-16,0 1-3 0,-1-1 1 0,-1-1-1 16,0-1 3-16,-3-1-5 0,1 3 2 0,0-3 2 15,-1 1 0-15,3 3-2 0,2-2 2 0,-1 2-3 16,0 0 4-16,-1-4 1 0,1 0 4 0,-3 3-3 15,0 0 0-15,-3 0-7 0,-3 0 3 0,0 0-2 16,2 1 0-16,-2 2 2 0,-1 0 1 0,-1-2-4 16,4 2 5-16,-2 1-8 0,-2-4 5 0,1 2-3 15,0-1-2-15,1 1 1 0,-17-1 0 0,2 0-2 16,-1-1 2-16,1 0-2 0,-2-1 0 0,-1 0-1 16,-1 1-2-16,0 0 0 0,-4-1 3 0,0 2-5 15,-3-3 4-15,-1 3-5 0,-6-1 3 0,6 1-3 0,-6-2-6 16,-6 1-18-16,2 1-10 0,-3-1-5 15,-1 0 1-15,-4 1-11 0,2 1-13 0,-5 1-22 16,-7-2-34-16,13-1-13 0,-13 1-21 0,10 0-21 16,-10 0-128-16,0 0-330 0,0 0 146 0</inkml:trace>
  <inkml:trace contextRef="#ctx0" brushRef="#br0" timeOffset="3789.75">5963 5474 106 0,'0'0'125'15,"0"0"-5"-15,0 0-7 0,0 0-7 0,0 0 3 0,0 0-6 16,0 0-1-16,0 0-8 0,0 0-8 0,0 0-13 15,0 0-2-15,0 0-10 0,0 0-7 0,0 0-3 16,0 0-5-16,0 0-9 0,0 0-6 16,0 0-4-16,0 0 1 0,0 0-4 0,9 8-2 15,-3-3-2-15,2 0-1 0,2 2 0 0,5 2 1 0,2 1-1 16,2-1-2-16,9 4-3 0,3-2 0 0,1 1 0 16,4-1 3-16,3 0-2 0,16 0 1 15,-1 0 1-15,5-1 2 0,3-3-1 0,3-2-1 16,35 0 0-16,-5-2-1 0,-5 3-2 0,4-7 3 15,0 1-3-15,3-1 0 0,-6 1 0 0,5 1-4 0,0-5-2 16,2 3 5-16,3 1-3 0,1-3-1 0,7 3-2 16,1-5 1-16,0 3 0 0,0-1 1 15,1 2 3-15,5-4 4 0,-1 4 1 0,7-2 4 16,-2-1 5-16,1 4 5 0,-1-1 2 0,2-2 0 0,4 3 0 16,5-2-4-16,4 0 5 0,-1 2-7 0,1 0-1 15,2 3 0-15,-4-6-1 0,9 3 0 0,-1 3-2 16,1-2-1-16,-2 3-2 0,3-3-2 0,-1 0 2 15,1 1 1-15,7-2-7 0,-1 0 2 0,-2-2-3 16,3 4-5-16,-4-5 1 0,6 1 1 0,-6 0 5 16,-1 1 0-16,-3 0-3 0,1 0-3 15,-2-1 2-15,2-2-2 0,-3 1-1 0,-1 1 1 0,-2 0-1 16,-9-2-2-16,4 0 3 0,-4 0-2 16,-2 2 1-16,-2 0-1 0,-8 1 1 0,-1 1 1 15,-9 0 1-15,-1-3 1 0,-5 2-1 0,-4 2-2 0,-31 1 5 16,27-2-2-16,-29 1 1 0,0-2-2 0,0 1 1 15,-5-2-1-15,-2 2 3 0,-4 0-5 0,-16 3 7 16,-2-2-8-16,-3-1-1 0,2-1 2 0,-3 1-2 16,-7 0-1-16,-4 0-1 0,0-1 1 0,-5 2-2 15,-2-1 0-15,-1-1 4 0,1 1-5 0,-5 0 2 16,-7 0-4-16,12 0-17 0,-12 0-19 0,9-2-29 16,-9 2-42-16,0 0-56 0,9 0-59 15,-9 0-179-15,0 0-433 0,0 0 191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23T09:12:26.88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16920 10009 93 0,'0'0'136'0,"6"-4"-4"16,-6 4-9-16,0 0-7 0,0 0-8 0,0 0-12 15,0 0-8-15,0 0-15 0,0 0 0 16,0 0-11-16,0 0-5 0,0 0-9 0,0 0-4 0,0 0-4 16,0 0-3-16,0 0-6 0,0 0-6 0,0 0-3 15,0 0-3-15,5-4-1 0,-5 4 0 0,0 0-11 16,0 0 1-16,0 0-1 0,0 0 0 0,0 0 1 15,0 0-5-15,0 0-3 0,0 0 4 0,3 16 6 16,0-11-4-16,-3-5-7 0,3 10 6 0,-1-3-5 16,-1 0 8-16,2 1-3 0,-1-1-1 0,-1 1-4 15,2 0 3-15,1 0 1 0,-2 1-3 0,2 1 5 16,-1 0-1-16,-1-2-2 0,0 2 2 0,-1-3-4 16,3 1 2-16,-2 3-3 0,0-5 4 0,0 1-2 15,-1 0 1-15,-1-7-3 0,3 12 2 0,1-5 2 16,-3-1-2-16,1 0 3 0,1 0-5 0,-3-6 0 15,4 9 0-15,-3-4 2 0,-1-5 9 0,3 7-3 16,-3-7 2-16,0 0 4 0,2 7 3 0,-2-7 3 16,0 0 6-16,0 0-2 0,0 0 6 0,0 0 5 0,6 4-8 15,-6-4 4-15,0 0-1 0,21-8 3 16,-2 0-2-16,9-6-2 0,6-6-3 0,14-9-2 16,31-20-7-16,1-6-1 0,4 3-3 0,2-2-11 15,2 3-13-15,6-5-27 0,5-1-42 0,2-1-42 0,5 3-181 16,-5-2-329-16,0 4 145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23T09:12:46.20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23049 7573 12 0,'0'0'29'0,"-18"-1"-3"15,7 2 0-15,1-1 4 0,-3 0 7 0,0-1-10 16,3-1-3-16,-2 5-60 0,1 0 9 0,4-1 55 0,0 1 26 16,-2-2 12-16,9-1-10 0,-15 0-2 15,8 0-11-15,7 0 2 0,-13 0-8 0,13 0 0 16,-12 0-7-16,12 0 2 0,-8 1-7 0,8-1-1 16,0 0-5-16,-10 0 1 0,10 0-4 0,0 0 1 0,0 0-2 15,0 0-1-15,-8 0 4 0,8 0-6 0,0 0-8 16,0 0 0-16,0 0 1 0,0 0-1 15,0 0 0-15,0 0-1 0,0 0-2 0,0 0 1 16,0 0-8-16,0 0 11 0,0 0-4 0,0 0 0 0,0 0 4 16,22 7-1-16,-22-7-2 0,16 2 1 15,-4-1-4-15,-1 2 5 0,3-2 0 0,3 2-2 16,1-2 0-16,2 1 4 0,2-2-2 0,6 2 3 16,0-1-6-16,0-1 4 0,2-1 0 0,-1 1 5 0,1 1-8 15,2-1 1-15,-2 0 2 0,3 0 5 0,1 3-11 16,-1-6 4-16,1 3 1 0,1-1 0 15,0-1-1-15,-1 2 2 0,6-3 2 0,-5 3-2 0,4-1 0 16,0-2 0-16,1 0 1 0,10 1 0 0,-12 1-2 16,-1-1 1-16,2-3-1 0,-1 4 3 0,13-3-1 15,-13 2 1-15,2 0-6 0,12 1 5 0,-13-2 0 16,0 1-1-16,0-2-3 0,-1 1 2 0,-1 3 2 16,1-1-3-16,1 0-3 0,0 1 5 0,0-2-2 15,12 0-2-15,0 1 5 0,-13-2 1 0,2 2-4 16,12 0 6-16,0-1-8 0,-14 0 9 0,14 1-4 0,-1-1 1 15,-11-1-6-15,12 2 9 0,-12-1-6 16,12 1 1-16,0-1-7 0,-12-2 2 0,-2 4 1 16,1-4 9-16,13-1-5 0,2 4-9 0,-3 0 6 15,0-2 5-15,-11 1 0 0,11-5 4 0,0 6-6 16,1-4 4-16,-1 4-9 0,1-2 8 0,-2 2-8 0,1-3 2 16,1 1 2-16,-14 0 2 0,16 0-8 15,-2-1 9-15,-12 3-1 0,10-2-1 0,1 1-7 0,3 0 12 16,-4 0-7-16,-12 1-6 0,14 1 4 15,-3-3 2-15,-11 4-5 0,3-2 8 0,10 0-2 0,3 1 5 16,-4-2-1-16,1 4-2 0,-10-4-3 16,10 2 2-16,1 0 9 0,2 0-5 0,-5 0 0 0,-10 0 4 15,16 0-4-15,1 0 0 0,1 0-1 0,-1 0 4 16,0-1-4-16,1 1-2 0,-4-3-2 16,3 3 3-16,2 0-2 0,-3 0 5 0,3 3-3 0,-2-2-8 15,-2-1 8-15,0 0-4 0,0 2 0 0,3-2 0 16,-2 1 2-16,-1 2 3 0,2-2-5 0,0 1-6 15,-1 0 1-15,2-4 12 0,0 4-8 0,-1-2 0 16,0 1 7-16,0 2-9 0,1-2 7 0,-4 0-4 16,1-1 0-16,-2 1-6 0,-3 1 6 0,-8-1 2 15,10 2 0-15,3-3-1 0,-16 1-3 0,16-2-3 16,-17 2 10-16,1 0-4 0,2-1-7 0,-1 0 6 16,0 1 3-16,-2 0-3 0,2 0-6 0,-3 2-2 15,0-3 7-15,-1 0 1 0,-3 0-17 0,-3 2 11 16,2-2 9-16,-2 0-1 0,-1 0-7 0,-6 0 10 15,-3 1-12-15,1-1 8 0,1 0-4 0,-4 0 0 16,-4 0 3-16,-2 1 1 0,-1-2-8 0,1 1 4 0,-3 0 4 16,2 0-6-16,-10 0-9 0,14 0 6 15,-14 0-11-15,9-1-25 0,-9 1-18 0,8 1-11 16,-8-1-15-16,0 0-18 0,0 0-80 0,0 0-197 16,0 0 88-16</inkml:trace>
  <inkml:trace contextRef="#ctx0" brushRef="#br0" timeOffset="1810.21">5759 8619 30 0,'-7'0'51'0,"7"0"-7"0,-14-1 10 0,14 1-3 15,-13 0 3-15,13 0-5 0,-9 0-7 16,9 0-2-16,-9 1-10 0,9-1-1 0,0 0-5 0,-9 0-2 16,9 0-10-16,0 0 8 0,0 0-14 0,0 0 7 15,0 0-1-15,0 0-2 0,-9 0-1 0,9 0 1 16,0 0-14-16,0 0 7 0,0 0-6 0,0 0 1 15,0 0-3-15,0 0 4 0,0 0-8 0,0 0 6 16,0 0 0-16,16 12 8 0,-16-12-7 0,10 4-6 16,-4 0 7-16,-1-1 2 0,2-2-1 0,-1 3 0 15,2 0 3-15,2-1 1 0,0 1 11 0,2-4-9 16,-1 3-1-16,1 0-7 0,6 0 7 0,1-1-4 16,-1 0 13-16,2 1-5 0,2 0 4 0,5-5 5 15,1 5-6-15,1-3 0 0,2 0-2 0,2-3 9 16,-1 3 0-16,1-1 2 0,0-2 3 0,1 0-5 15,-1 2-1-15,-1 1 0 0,-2-2 1 0,4 1 0 16,-5-2 3-16,2 3-8 0,-2 0 6 0,-1 0-1 16,2-1-10-16,-3 1 9 0,2 0-12 0,-1 1 7 15,2-2 7-15,-2-1-5 0,0 2-3 0,2 0 4 16,1-2-8-16,1 4 8 0,1-2 12 0,1 0-19 16,-3-2 16-16,4 0-5 0,1 2-9 0,-3 0 14 15,1-2-16-15,1 2 5 0,1-2 1 0,-3 1-5 16,2 1 7-16,-2-2-10 0,2 2 6 0,-4-1 0 15,0 0-2-15,2-1-1 0,-4 1 1 0,2-2 2 16,-3 3-9-16,5 0 7 0,-1-2 1 0,4 0-5 16,-3 0 2-16,2 1 0 0,-2-3 2 0,2 1-2 15,2 0-6-15,0 1 5 0,-2 0-9 0,1-2 0 16,1 0 1-16,-1 2 12 0,0 0-6 0,2 0-1 16,-2 1-3-16,1-2 1 0,-2-1 5 0,1 1-6 0,-2 1 4 15,5 0-9-15,-4-1 6 0,1-1-3 0,2 1 0 16,-1-1 3-16,13 0 3 0,-13 1-2 15,16-1 7-15,-14 1-8 0,2-2-1 0,12 3 0 16,-14 1 1-16,12-1 0 0,3-1-1 0,-2 2 6 0,-13 2-5 16,0 1 4-16,14-2-5 0,-15 5-5 0,2 1 1 15,-1 0-1-15,11 2 3 0,-10-2 0 0,8 0 0 16,-11-1 0-16,2 3 3 0,-2-2-3 16,2 2-2-16,0 0 2 0,0-2-1 0,12 1 6 0,-1 0 2 15,-13-2-4-15,-1-1 2 0,5 0 8 0,-4-1-10 16,1 0 11-16,1-1 3 0,-1-2 3 0,-2 1 2 15,-3-1 5-15,0-1-7 0,-3 1 4 16,-2-2-6-16,0 1 2 0,-8 1-1 0,2-2 0 0,1-1-1 16,-4 2 5-16,2-2 5 0,-3-1-2 0,-6 3-9 15,-1-2 4-15,3 3-1 0,-3-1 6 0,-1 0-4 16,-3-1-2-16,0 2 2 0,-7 0-2 0,12 0-6 16,-12 0 1-16,10-2 0 0,-10 2 2 0,8-2-5 15,-8 2-3-15,0 0-11 0,0 0-20 0,10 0-31 16,-10 0-23-16,0 0-19 0,8 4-24 0,-5-1-23 15,1 2-19-15,-4-5-83 0,11 11-262 0,-6-4 116 16</inkml:trace>
  <inkml:trace contextRef="#ctx0" brushRef="#br0" timeOffset="3449.68">11608 8886 50 0,'-8'-2'93'0,"-2"1"-6"0,1-1 5 0,0-2 4 15,2 0 1-15,-1 2-2 0,0-2-4 0,8 4-2 16,-13-6 3-16,8 3-12 0,-3 0-7 0,8 3 3 16,-11-6-8-16,6 4-2 0,5 2-9 0,-12-5 0 15,8 2-9-15,4 3 0 0,-10-4-8 0,10 4 1 16,-8-6-9-16,8 6 2 0,-5-3-4 0,5 3-3 15,0 0-5-15,0 0-3 0,0 0-5 0,-4-4-8 16,4 4 2-16,0 0-2 0,0 0-5 0,0 0 4 16,0 0-1-16,0 0 2 0,0 0-5 0,0 0 4 15,0 0-2-15,27 2-2 0,-20-1 1 0,5 0 1 0,0 2 0 16,2-3 1-16,-1 3-1 0,6 0 0 16,-6-2 1-16,5 0-5 0,0 1 2 0,1-2 4 15,5 2-5-15,2 0 6 0,2 0-6 0,-6 0 0 16,7-1 7-16,0-1-3 0,1 0 2 0,-1 1 3 15,2-2-1-15,1 1-1 0,3 0 0 0,4 1-2 16,12 0 0-16,0-2-3 0,-14 1 3 0,3 1 1 16,12 0-5-16,-14-1 4 0,16-2-5 0,-16 3 5 0,1-1 3 15,17 1-12-15,-18-2 11 0,20 1-4 0,-3 1 0 16,-2-2 2-16,0 1 4 0,-1 3 0 16,3-3 3-16,1 0 1 0,0-3-7 0,-2 4 4 0,2-2 2 15,-2 0-1-15,0 1-2 0,2 0 0 0,-2-1 4 16,2 1-4-16,-2 1-1 0,5-2 3 0,-1 1 2 15,1 0 2-15,0 0-6 0,0 1-5 0,2 0 8 16,-3-2-4-16,0 3 2 0,-3-3-2 0,5 2 6 16,-5 2 0-16,-2-3 3 0,3 1-3 0,-2 2-3 15,1 0 2-15,3-1 1 0,3-2 2 0,-2 4 1 16,0-4 8-16,-3 2-6 0,3 0-1 0,1-2-1 16,-1-3 2-16,1 3-5 0,-4-1 1 0,-5 3 0 15,4 1-3-15,-1-4 0 0,-14 1-1 0,10 1 2 16,-10-1-2-16,14 0 7 0,-2 0-7 0,0 1 4 15,-12 0-2-15,-1-1-6 0,16 3 1 0,-5-1-3 16,-10 1 2-16,-1-2 1 0,11 1 0 0,-12 0-1 16,0 3-5-16,1-3 6 0,-2 1 3 0,3 0-6 15,-1-2 0-15,-2 1 5 0,1-4-8 0,1 4 4 16,-1-1-2-16,0 1 1 0,-2-2 4 0,2 2-1 16,-2 0-5-16,0-1 0 0,0-1 0 0,1 2 1 0,-4-2-1 15,2 0 0-15,0 2 3 0,-1-1-2 16,-1 2-1-16,0-3 5 0,0 3-2 0,1-3 1 15,-4 1-4-15,2-1 2 0,1 2 1 0,1 0 0 16,-4-1-2-16,-2 3-2 0,4-3 3 0,0-1 0 0,0 2 0 16,-1 2-2-16,1-1 1 0,1 0 5 15,0-3-3-15,-1 1 2 0,0 2 2 0,1-3-1 16,1 2-3-16,-2 1 5 0,2-1-5 0,-1 0-1 16,-1 1 0-16,2-1 2 0,-1 0 2 0,1 0 0 0,0-2-4 15,-2 0 2-15,1 0-1 0,2-2 1 0,-1 4-5 16,-1-4 5-16,1 1-2 0,0 0 0 15,-1-1 2-15,0 2-3 0,0 0 0 0,2 0 2 16,2 0 0-16,-1-1-4 0,1-1-1 0,0 2 1 0,15 0 2 16,-16-3 2-16,1-1-4 0,3 3 0 0,12-4-2 15,-13 2 5-15,14 2 0 0,-2-4-3 0,-11 2 1 16,0 2 2-16,12 0-2 0,1-3-2 0,-3 2 4 16,-10 0-2-16,11-1-1 0,0 2 1 0,0-2 0 15,-12 2 2-15,13 2-7 0,-2 2 4 0,0-3 2 16,1 1 2-16,0 1-5 0,0 1 3 0,-11-2-3 15,9 0 4-15,3-1-2 0,-13 1-3 0,1 0 2 16,12-1 2-16,-2 2-2 0,3 0 1 0,-4 0 3 16,4-2-1-16,0 1-2 0,0-2-1 0,-1 1 7 15,2 1-9-15,-3-2 3 0,4 2 1 0,-4-2-2 16,0 3 5-16,-11-3-3 0,14 4 2 0,-3-3 5 16,-14 0-6-16,15 0 1 0,-14 0-3 0,15 2 2 15,-1-2 4-15,2 1 0 0,-2-1 1 0,-2 0 3 16,1 0-1-16,3 0-1 0,-2 0 0 0,2 0 5 15,1 0 0-15,0 0-5 0,-1-1 0 0,-2 2-1 16,3 1 3-16,0-4-4 0,-1 5-2 0,-1-6 0 16,1 3 1-16,-3 2 2 0,-1-2-1 0,-10 0-1 15,15 1-2-15,-2-1-2 0,1 1 3 0,1-1-2 16,-4 1 0-16,1-2 1 0,3 2-1 0,-6 1 1 16,-11 0 1-16,13-2 2 0,-12 3-2 0,12-3 0 0,1 1 5 15,-12 0-7-15,11 3-1 0,-13-1-3 16,2-2 15-16,1 3-11 0,-3-4 4 0,0 1-4 15,2 1 2-15,-2-2 5 0,-2 4-6 0,-1-1 9 16,-3-3 5-16,-2 2-1 0,1-1-5 0,-4-1 2 0,-7 1-2 16,-1 0 1-16,1 1-6 0,-4-2 4 15,-3 0 8-15,-3 0-2 0,1 1 6 0,-3 0-3 16,-8-1 6-16,12 0 1 0,-7 1-3 0,-5-1 5 16,9 2 0-16,-9-2-6 0,0 0 1 0,10 0 0 0,-10 0 4 15,0 0-11-15,0 0-1 0,0 0-1 0,0 0-4 16,10-3-2-16,-10 3-9 0,0 0 1 0,0 0-15 15,0 0-25-15,0 0-50 0,0 0-69 16,0 0-92-16,0 0-330 0,0 0-626 0,0 0 277 0</inkml:trace>
  <inkml:trace contextRef="#ctx0" brushRef="#br0" timeOffset="29777.64">23835 4027 12 0,'0'0'172'0,"0"0"-5"0,0 0-6 0,0 0-2 16,0 0-4-16,0 0-3 0,0 0-8 0,0 0-2 16,0 0-9-16,0 0-5 0,0 0-9 0,0 0-9 15,0 0-3-15,0 0-7 0,0 0-12 0,0 0-5 16,0 0-8-16,0 0-7 0,0 0-4 0,0 0-10 16,0 0-9-16,0 0-2 0,0 0-6 0,7-25-6 15,-6 16-1-15,2-1-2 0,-1 6-2 0,1-7-7 16,-1 4 4-16,1-3-6 0,-1 0-1 15,1 1-2-15,-1-2 0 0,1 1-4 0,-2 1-2 0,2 3 0 16,-1-5-3-16,1 1-1 0,-2 4 1 0,1-1 0 16,-2 7-5-16,1-12 3 0,0 5 0 0,3 1-3 15,-4 6 1-15,0-9 1 0,0 9-1 0,0 0-4 16,0 0 2-16,2-8 0 0,-2 8 0 0,0 0-3 16,0 0 2-16,0 0-4 0,0 0 3 0,0 0 0 15,0 0-3-15,0 0 1 0,0 0 2 0,0-8-4 16,0 8-4-16,0 0 0 0,0 0 1 0,0 0 2 15,0 0 0-15,0 0 1 0,4 22 1 0,-3-11 4 16,1 0 2-16,-2 6-3 0,0 1 0 0,0 6 1 16,-2-3 1-16,4 4 4 0,-4 1 0 0,4 2-9 15,-4-4 5-15,4 1 0 0,-1 2 4 0,0-3-1 16,-2-5-1-16,1 0-2 0,3-1 4 0,-3-1-3 16,1 2 2-16,0-3-2 0,2-1 2 0,-1 2 0 15,0-6 1-15,-2 2-1 0,2-3 1 0,-1 3 0 16,2-2 4-16,1-1-3 0,-2 0-1 0,-2-1-2 15,2-1-2-15,0 1 2 0,-2-4-3 0,0-5 2 16,3 11-2-16,-3-11-1 0,1 10 1 0,-1-10-4 16,1 7 0-16,-1-7 0 0,0 0-2 15,0 0-3-15,-1 8 2 0,1-8 0 0,0 0 2 0,0 0-5 16,0 0 4-16,0 0 4 0,-4 7 0 0,4-7-3 16,0 0-4-16,-9 3 2 0,9-3 2 0,0 0 1 15,-13 0 1-15,6 0 0 0,7 0-2 0,-15 0-4 16,4 1 5-16,3-1 0 0,-3 1-2 0,0-2 3 15,-1 1-4-15,12 0 1 0,-19-1 5 0,9 1-1 16,2 1 1-16,8-1-1 0,-13 1 0 0,13-1 0 16,0 0 0-16,-10 2-1 0,10-2-1 15,0 0 0-15,-10 0-5 0,10 0-3 0,0 0-1 0,0 0 1 16,0 0 0-16,0 0-1 0,0 0-11 16,29 3-12-16,-8-2-31 0,5-1-16 0,8-3-53 0,3 0-36 15,2 0-135-15,14-5-333 0,-2 2 149 0</inkml:trace>
  <inkml:trace contextRef="#ctx0" brushRef="#br0" timeOffset="34709.33">24633 4255 32 0,'23'0'42'16,"2"0"1"-16,5 0-10 0,-3-2-1 0,-6 4-1 15,1-4-4-15,-4 0-3 0,2 2-4 0,-6 0-3 16,-1 0 4-16,-2-1-7 0,0 2 0 0,-5-1 3 16,-6 0-7-16,11 0 6 0,-11 0-7 0,8 2 0 15,-8-2 5-15,0 0-1 0,6 2 3 0,-6-2 1 16,0 0-4-16,0 0 8 0,0 0-10 0,0 0 7 16,0 0 0-16,0 0 10 0,-11 17 10 15,3-10-3-15,-2-1 4 0,-3 7-3 0,-2-1-3 0,1 2-5 16,-2-1 5-16,-1 0-5 0,3-2-11 0,0 3 5 15,2-2-8-15,0 1-4 0,1 1-10 0,2-1-19 16,2-3-14-16,-1 3-29 0,2-4-18 0,2 1-41 16,-4-1-129-16,3-1 58 0</inkml:trace>
  <inkml:trace contextRef="#ctx0" brushRef="#br0" timeOffset="34927.83">24888 4016 22 0,'-2'-15'153'0,"1"5"14"0,-2 1-3 0,1 2-5 16,0-2-19-16,2 9-13 0,-3-10-17 0,3 10-14 16,-2-9-6-16,2 9-9 0,-3-5-28 0,3 5-35 0,0 0-27 15,0 0-35-15,0 0-11 0,0 0-4 0,0 0-17 16,0 0-30-16,-7 19-67 0,7-8-185 15,3-1 83-15</inkml:trace>
  <inkml:trace contextRef="#ctx0" brushRef="#br0" timeOffset="35277.62">25406 4098 41 0,'0'0'154'0,"0"0"-14"0,4 4-14 0,-4-4-12 16,-7 17-7-16,3-7-5 0,-4 4-14 0,4 3-11 0,-3-3-7 16,4 3-17-16,0-1 9 0,1 1-18 0,0 0 3 15,4 1-8-15,0-5 0 0,2 0 1 0,5 4-9 16,1-3-4-16,0-2 2 0,3 1 3 0,1-3-5 16,2-2-8-16,4-1-2 0,-1-3-6 15,-2-1 12-15,4-2-3 0,0-2 3 0,-2-3-6 16,-1 1 2-16,0-2 11 0,-2-1 0 0,-3-4 1 15,-3 3-1-15,-1-3 7 0,-1-1 0 0,-2-4 1 16,2-2-10-16,-8-2 0 0,2-1-5 0,-4-5-2 16,0 5-5-16,-5-4 1 0,2 4-3 0,-1 4-2 15,-1 2 1-15,-3-1-6 0,-2 3-3 0,3 4-12 16,-4 3-18-16,-4 3-31 0,-5 4-34 0,-10 2-27 0,-5 11-36 16,-16 12-113-16,1 0-289 0,-3 0 128 0</inkml:trace>
  <inkml:trace contextRef="#ctx0" brushRef="#br0" timeOffset="36263.87">26465 4223 10 0,'-9'-2'136'15,"9"2"-1"-15,-6-4-3 0,6 4-9 0,0 0-13 16,0 0-8-16,-9 0-14 0,9 0-7 0,0 0-6 16,0 0-6-16,0 0-10 0,0 0-15 0,0 0 4 15,0 0-5-15,0 0-6 0,0 0-3 0,0 0-6 16,0 0-4-16,0 0-6 0,0 0-3 0,0 0 5 15,0 0 0-15,0 0 0 0,32 0-6 0,-19 0-2 16,3-3-1-16,-3 3 0 0,6 1 1 0,-6-2-3 16,7 0-2-16,-7 2-8 0,1-4 12 0,-1 3-1 15,0-1-5-15,1 1 0 0,-1-1-1 0,1 1 0 16,-1-1 0-16,-2 1-1 0,3-1 1 0,-5 0-2 16,1 1-2-16,1-1 4 0,-1 1-5 0,-10 0 8 15,14 0-8-15,-9-2 1 0,-5 2-3 0,13 2 0 16,-13-2 1-16,6 1 1 0,-6-1-1 0,0 0-1 15,0 0 3-15,10 1 3 0,-10-1-9 0,0 0-3 16,0 0 4-16,0 0-4 0,-2 12 7 0,-6-4 3 16,2 2-2-16,-7 3-2 0,1 3 8 0,-8 3 2 15,2 0-13-15,-5 1 1 0,4-1-5 0,0-2-19 16,2-3-38-16,3 0-38 0,-6 4-121 0,0 0-244 16,4-4 109-16</inkml:trace>
  <inkml:trace contextRef="#ctx0" brushRef="#br0" timeOffset="36453.24">26746 4011 91 0,'-11'-13'212'0,"2"0"-19"16,1 3-21-16,-2 1-15 0,5 0-18 0,-5 1-11 15,5 3-20-15,-2-1-30 0,5 2-41 0,2 4-66 16,-7-7-61-16,7 7-110 0,0 0-215 0,0 0 95 16</inkml:trace>
  <inkml:trace contextRef="#ctx0" brushRef="#br0" timeOffset="36909.35">27223 3917 13 0,'4'-4'139'0,"-4"4"1"0,4-5-7 0,-4 5-13 0,5-3-14 16,-5 3-9-16,0 0-15 0,5-7-5 15,-5 7-10-15,0 0-1 0,0 0-25 0,0 0 2 0,0 0-10 16,0 0 1-16,0 0-12 0,4 22 8 0,-4-10-10 15,0 5 9-15,0 8 1 0,-2 2 1 0,0-3-16 16,-4 6 9-16,4-2 0 0,-2 0-6 16,-2-2 3-16,5-1-4 0,-3-6-2 0,0 0 2 15,0-2-9-15,2 2-1 0,-4-4 3 0,4 0-3 16,0-2-4-16,1-4 3 0,-1 2-4 0,0-5-3 0,0 0-14 16,2-6-7-16,-2 10-9 0,2-10 0 0,-2 11-3 15,2-11 4-15,-2 6 2 0,2-6-4 16,0 0 15-16,-5 8 1 0,5-8-35 0,-9 1 12 15,9-1-4-15,-13-2-5 0,13 2 6 0,-14-3 4 16,14 3 5-16,-11-2 11 0,11 2 8 0,-9-1 6 0,9 1-3 16,0 0-6-16,-8-1 10 0,8 1 1 15,0 0-5-15,0 0 0 0,0 0-3 0,0 0 11 16,0 0-4-16,0 0-2 0,0 0 0 0,30 2 1 16,-8-1-8-16,12-1-20 0,5 2-42 0,12 1-41 15,3-2-128-15,2-2 57 0</inkml:trace>
  <inkml:trace contextRef="#ctx0" brushRef="#br0" timeOffset="55579.31">6879 10958 6 0,'-12'-2'56'0,"12"2"1"0,-14 0-10 16,6 0 0-16,8 0-7 0,-17 2-9 16,8-1 5-16,-1-1-9 0,-1 3-5 0,-1-1 3 0,1-1-2 15,1 2-7-15,-1 1 3 0,-1-1-10 0,2 1 6 16,-3 0-4-16,2-1 2 0,-1 0-1 0,3 0-3 15,2 1-2-15,-2-1 3 0,0-1-2 16,4 0-1-16,-3 0-1 0,1 1 5 0,7-3 4 0,-11 3-2 16,11-3 3-16,-6 2-3 0,6-2 7 15,0 0 6-15,-9 2-14 0,9-2 26 0,0 0-13 0,0 0 4 16,0 0-1-16,-8 2 0 0,8-2 8 16,0 0-8-16,0 0 1 0,0 0 5 0,0 0-9 15,0 0 10-15,0 0-7 0,0 0 4 0,0 0-11 0,-11-4 3 16,11 4-2-16,0 0-4 0,0 0-7 0,0 0 4 15,0 0-4-15,0 0 0 0,0 0 0 0,0 0-7 16,0 0-5-16,0 0 10 0,0 0-7 0,0 0 11 16,0 0-13-16,0 0-1 0,0 0 3 0,0 0 8 15,0 0-12-15,0 0 6 0,0 0-5 0,0 0 3 16,0 0-5-16,0 0-1 0,0 0 1 0,0 0 1 16,0 0-1-16,0 0 5 0,0 0-16 0,0 0 13 15,0 0 5-15,0 0-1 0,26 4-1 0,-26-4-1 16,9 2 1-16,-9-2 4 0,12 2-1 0,-6-1-10 15,2 2 8-15,0-2-3 0,2 0 0 0,0 1 5 16,3 2-1-16,-2-1-2 0,1-2 1 0,3 1 0 16,-2 1-4-16,6-1 1 0,-2 0-5 0,2 1 14 15,-1-1-5-15,-4 1-3 0,5-1 2 0,-1 0-8 16,2 1 10-16,1-1-5 0,-1-1 4 0,2 0 0 16,1 1-1-16,-3 0-1 0,3 1 1 0,6 0-3 15,-3-3-14-15,-4 2 24 0,6-1-5 0,0-1 0 16,1 2 1-16,-1-1-1 0,0 0-6 0,0-1 3 15,-1 1 1-15,3-2 0 0,-2 0-1 0,4 0 7 16,0-1-3-16,2 2 0 0,-1 0-3 0,1-1 4 16,0-1-3-16,-2 0 4 0,3 1-2 0,-3 1-3 0,4-1 5 15,-3-1-3-15,3 4 4 0,0-4-1 16,0 0-3-16,-1-1 0 0,2 2 0 0,-1 0 7 16,0 0-11-16,-2 1 5 0,1-2 0 0,-2 1 0 15,1 1-6-15,0 0 1 0,-1-2 2 0,0 0 3 16,-1 2-5-16,3-1 2 0,-1 1 2 0,1-3-5 0,-1 0 6 15,2 2-6-15,-3 0 1 0,1-1 0 16,1 2-2-16,1-1 5 0,-3-1 2 0,1 2-2 16,-1 2-8-16,-1-4 10 0,1 2-6 0,-1-1 5 15,1 1-1-15,-1 0 1 0,4 0-5 0,-4-2 2 0,4 1 5 16,-2 0-7-16,-1-2 4 0,2 1 0 0,1 2-2 16,1-1-5-16,2 0 5 0,-3-1 2 0,1-1-7 15,0 3 2-15,0-2 2 0,0 1 1 16,-1 0 4-16,1 0-4 0,-1 0 0 0,-1-2 3 0,2 3-1 15,-4-3 3-15,3 2 1 0,-2-1-12 0,-2 2 5 16,0-1 3-16,0 2 0 0,0-2 2 0,-1 1-1 16,-3 1-3-16,2-1 9 0,4 0-7 0,-8 2-2 15,4-3-1-15,-3 2-1 0,2 0-4 16,-3 2 6-16,-5-2-1 0,7 1 0 0,-1 0-2 0,1 0 2 16,-7 0 0-16,1 1 1 0,6-2 0 0,0 1 1 15,-7-1 2-15,10 2 3 0,-4-3-2 0,0 3-9 16,1 0 8-16,0-3-5 0,0 1 4 15,2 2 0-15,-1-1-4 0,-1-1 4 0,-1 2 1 0,1-1-4 16,0 0 5-16,-7-1-4 0,7 0 1 0,-8 0-3 16,2 1 3-16,6-2-4 0,-9 0 3 0,0 0 2 15,1 0-5-15,-1 0 8 0,-1 1-2 0,0-1-2 16,-1 2-4-16,-4-2 3 0,1 1-4 0,-1-1 9 16,0-1-1-16,0 2-3 0,-4-2 0 0,3 1 2 15,-1 1-5-15,-4-1-6 0,1 1 1 0,1 0-4 16,-9-1 3-16,11 3-13 0,-5-2-28 0,-6-1-12 15,12 4-29-15,-6-1-13 0,-3 2-27 0,1 2-79 16,-1 0-224-16,1 2 101 0</inkml:trace>
  <inkml:trace contextRef="#ctx0" brushRef="#br0" timeOffset="56203.21">11456 11246 58 0,'0'0'131'0,"0"0"-3"0,-8-3-8 0,8 3 5 0,0 0-12 16,0 0-1-16,0 0-2 0,0 0-3 0,-5-4-1 16,5 4 1-16,0 0-10 0,0 0-6 0,0 0-1 15,0 0-12-15,0 0 2 0,0 0-10 0,0 0-9 16,0 0-5-16,0 0-11 0,0 0-4 0,0 0-4 16,23-6-6-16,-11 8 1 0,7-2-4 0,11-2-7 15,5 1-1-15,4 1-3 0,20 0-1 0,2 1 1 16,4-1-2-16,29-1-2 0,-29 1-2 0,30-1-3 15,-3 2-1-15,-3-1-2 0,-25-1 0 0,25 2-4 16,-24 0 1-16,25 1-4 0,-29-4 2 0,1 1-3 16,-1 0-2-16,0 2 0 0,-5 0 1 0,-2-2 4 15,0 0-1-15,-18 1-4 0,4-1 3 0,-4 1 4 16,-4-1 1-16,1-2-5 0,-6 1 4 0,-7 2-3 0,-2-1 5 16,-5 1-4-16,-1-1 0 0,-1 1 6 15,-4 0-4-15,-7 0 0 0,11-2 2 0,-11 2 0 16,9-1-2-16,-9 1 0 0,0 0-3 0,0 0 2 15,9 0-12-15,-9 0-16 0,0 0-28 0,0 0-32 0,0 0-29 16,0 0-40-16,0 0-139 0,0 0-317 0,0 0 141 16</inkml:trace>
  <inkml:trace contextRef="#ctx0" brushRef="#br0" timeOffset="57671.62">14805 10120 2 0,'0'0'97'0,"0"0"-2"0,0 0-11 0,-5-5-4 16,5 5-13-16,0 0-4 0,0 0-8 0,0 0-7 15,0 0-9-15,0 0-2 0,0 0-2 0,0 0-10 16,0 0 1-16,0 0-2 0,0 0 2 0,0 0-2 15,0 0-7-15,0 0 1 0,0 0-1 0,0 0-6 16,30 10 5-16,-18-8-7 0,5 0 5 0,2 4 0 16,2-4-4-16,-1 1 5 0,0 1 3 15,15 1-8-15,-3 0-10 0,-2-1 7 0,1-1-2 0,3 1 13 16,3-1-3-16,-2 4 0 0,1-5-1 0,2 2 3 16,-1 1-9-16,4-3 6 0,13 2 2 0,-2 0 4 15,2 0 0-15,-3-1 2 0,3-1-5 0,-2 2-1 16,3-3 10-16,-4 2-6 0,4-3 1 0,2 3 1 15,1-1 5-15,5 2 2 0,1-3-4 0,-2 0-2 16,0-2-3-16,1 4-1 0,1 0 3 0,2 0-2 16,-3-2 6-16,5-1-6 0,-5 0-3 0,2 0-1 15,-1 0-3-15,-2 3 4 0,2-3 4 0,3 3-8 16,-5-1 4-16,2-1-2 0,-1 2-2 0,-2-1 0 16,2 1-1-16,-3-2-2 0,-1 0 2 0,-2 0-7 0,-2 3 8 15,-2-1-2-15,-1-2-4 0,2-2 4 16,-16 3-5-16,2 0 4 0,0 1-8 0,0-1 7 15,-1 0-3-15,1-2 2 0,-1 1-4 0,-2 2 2 16,0-1 1-16,-1 0-1 0,2 0 4 0,-4 0-13 0,1 1 7 16,0-2-2-16,-2 0 6 0,-1 1-8 15,0-1 6-15,0 1 0 0,-3-1-7 0,3 0 2 16,-3 0 6-16,1 2-9 0,-2-3 10 0,0 2-4 16,1 1-1-16,1 0 6 0,2-5-8 0,-2 4 3 0,2-2-1 15,0 2 1-15,2-2-4 0,-6 1 3 0,1 1-3 16,0-1 0-16,1-1 2 0,2-1-4 0,0 1 8 15,2-2-4-15,1 2 5 0,1-1-3 0,-1-1-1 16,4 4-2-16,-2-2 1 0,-2 0 2 0,0 0-3 16,-2 1 0-16,-1-1-4 0,1 0 9 0,-2 0-3 15,-4 2-3-15,1-1 2 0,0-4-2 0,0 2 0 16,4-1 4-16,-1 2-2 0,1 0 3 0,-3-2-5 16,2 1 1-16,0 0 3 0,-2-2-7 0,0 0 4 15,-1 3 0-15,0 0 4 0,1 0-5 0,-1-2 3 16,-3 2-2-16,4-4 3 0,-3 3-6 0,-4 1 2 15,-3 0-2-15,2 0 5 0,-2-2-1 0,0 2 4 16,0 0-10-16,0-2 4 0,-5 2-1 0,0-1 2 16,-3-1-3-16,0 1 4 0,1 2 1 0,-6-1-6 15,-6 0 3-15,14-1 0 0,-14 1 0 0,12-1 3 0,-12 1-6 16,9 0 3-16,-9 0 2 0,0 0-1 16,10-2 2-16,-10 2-3 0,0 0 0 0,0 0-6 15,0 0-12-15,9-1-15 0,-9 1-28 0,0 0-18 16,0 0-37-16,0 0-28 0,0 0-112 0,0 0-278 0,0 0 123 15</inkml:trace>
  <inkml:trace contextRef="#ctx0" brushRef="#br0" timeOffset="82742.35">30090 10733 133 0,'0'0'136'0,"0"0"-4"0,3 6-9 16,-3-6-8-16,0 0-7 0,0 0 0 0,0 0-3 16,0 0-4-16,0 0-4 0,0 0-5 15,0 0-2-15,0 0-7 0,0 0-2 0,0 0-6 0,0 0-4 16,0 0-1-16,0 0-3 0,0 0-2 0,0 0-6 16,0 0-2-16,0 0-7 0,0 0-4 0,0 0-2 15,0 0-6-15,0 0-5 0,0 0 1 0,0 0-3 16,0 0-3-16,0 0 0 0,0 0-2 15,0 0-1-15,0 0 3 0,0 0-1 0,0 0-3 0,0 0 1 16,0 0-8-16,13-12 2 0,-13 12-2 0,3-5-2 16,-3 5-4-16,6-8 5 0,-3 1-7 0,2 1 2 15,-5 6 1-15,8-10-4 0,-2 4 3 0,-2 2-10 16,2-6 1-16,0 1 2 0,2 0 1 0,0-2-2 16,-1 0-4-16,1 2 6 0,0-1-2 0,1 1 0 15,-2-1-3-15,1 0 6 0,-1 1-2 0,1-1-4 16,-1 0 0-16,-1 2 0 0,3-2 0 0,0 2-1 15,-1-1 0-15,-4 4 4 0,1 0-2 0,0 0 1 16,-3 0-1-16,-2 5-2 0,8-8 1 0,-8 8 0 16,5-5-2-16,-5 5-1 0,4-5-2 0,-4 5 2 15,0 0-1-15,0 0 2 0,4-6 1 0,-4 6-4 16,0 0 0-16,0 0-2 0,0 0 0 0,0 0-4 16,0 0 2-16,0 0 1 0,0 0 0 0,0 0 1 15,0 0-1-15,0 0 3 0,0 0-2 0,0 0 2 16,0 0-1-16,-3 24 3 0,3-16-2 0,-1 1 1 15,0-1 0-15,1 4 4 0,-2-1-4 0,1-1 2 16,-2 4-1-16,2-3 3 0,0 6-6 0,-2-6 8 16,2 6-5-16,-1-3 2 0,0 3 1 0,1-2-1 15,0 4 0-15,0-3 0 0,1 3 1 0,-3-4-5 0,3 2 7 16,0 1-2-16,1-5 3 0,-1 2-3 0,2 1-3 16,-2-4 4-16,1 0-2 0,0 5 2 15,-1-7-3-15,3 1 3 0,-1 0-2 0,-1-1 3 16,2-1-6-16,-2 1 1 0,0-4 6 0,1 2-3 0,-2 0 0 15,1-2 3-15,0 2 0 0,2-2-1 0,-3-6-1 16,0 10-4-16,0-10 3 0,0 11 3 0,0-11-3 16,0 8 0-16,0-8 0 0,0 10 4 0,0-10-7 15,1 7 5-15,-1-7 0 0,0 0 1 0,0 0-4 16,0 9 2-16,0-9 4 0,0 0-5 0,0 0 4 16,0 0-4-16,0 0 2 0,0 0 2 0,0 0-5 15,0 0 4-15,0 0-1 0,0 0-1 0,-2 8 4 16,2-8-1-16,0 0-4 0,0 0 5 0,0 0-5 15,-9 1 0-15,9-1 1 0,0 0-2 0,0 0 4 16,-13-1-1-16,13 1-2 0,0 0-3 0,-13-1 1 16,13 1 2-16,-11 0-1 0,11 0-1 0,-11-1 0 15,11 1 0-15,-9-1 3 0,9 1-4 0,-12 0 3 16,12 0 0-16,-12 0-4 0,12 0 6 0,-11 0-3 16,11 0 2-16,-9-2-1 0,9 2 1 0,0 0-1 15,0 0-1-15,-10 2-2 0,10-2 0 0,0 0 2 16,0 0 1-16,0 0 2 0,-9 0-3 0,9 0-2 15,0 0 1-15,0 0-1 0,0 0 0 0,0 0-1 16,0 0 4-16,0 0-2 0,0 0 2 0,0 0 3 16,0 0-7-16,0 0 2 0,0 0-1 0,0 0 2 15,0 0 3-15,0 0-3 0,0 0 3 0,0 0-2 16,0 0 1-16,0 0-3 0,0 0 1 0,0 0 3 16,0 0-4-16,0 0 4 0,0 0-7 0,0 0 6 15,0 0-5-15,0 0 1 0,0 0 4 0,0 0-2 16,0 0-1-16,0 0 3 0,0 0-1 0,0 0 2 15,0 0 3-15,25 3-5 0,-25-3-2 0,16 1 0 0,-4 0 3 16,5-2-3-16,2 1-3 0,0-1 3 16,8 0-11-16,5-1-12 0,0-1-36 0,0 2-41 15,4-2-50-15,2 0-203 0,-1-1-382 0,-1 1 169 16</inkml:trace>
  <inkml:trace contextRef="#ctx0" brushRef="#br0" timeOffset="87343.4">29721 12422 28 0,'0'0'50'0,"0"0"11"0,-7-3-3 16,7 3-3-16,0 0 8 0,0 0-13 0,-12-2-2 15,12 2 4-15,0 0 1 0,-9-3 1 0,9 3 2 16,-10-2 2-16,10 2 2 0,-11-2-2 0,11 2-4 16,-9-2-2-16,9 2 0 0,-11-1-1 0,11 1 3 15,-9-2-1-15,9 2 7 0,-8-4-8 0,8 4-3 16,-9-1-2-16,9 1-3 0,0 0-6 0,-9-2 4 16,9 2-4-16,0 0 6 0,0 0-4 0,0 0-3 15,-10-3 2-15,10 3 0 0,0 0-4 0,0 0 0 0,0 0-5 16,0 0 1-16,0 0-4 0,-9-1 0 15,9 1-3-15,0 0-1 0,0 0 1 0,0 0-1 16,0 0 5-16,0 0 1 0,0 0 3 0,0 0-1 16,0 0 3-16,0 0-2 0,0 0-9 0,0 0 4 0,0 0 1 15,0 0-7-15,0 0-2 0,0 0-2 0,0 0 0 16,0 0 0-16,0 0-2 0,31-1-4 16,-20-1 2-16,-1 1-2 0,1 0-5 0,2 0 4 15,-3 0-1-15,2 2-2 0,1-2-1 0,-3 0 2 0,4 1 0 16,0-1-6-16,-1 1 2 0,6-2 1 0,-1 1 1 15,-5 0-1-15,3-1-2 0,-2-1 0 16,-1 3 1-16,1-3-3 0,-1 5 5 0,5-4-4 0,-5 0 3 16,1 0-2-16,-3 2-4 0,1 0 5 0,0-1 0 15,-1-1-2-15,1 2 2 0,-4-2-1 0,2 2-1 16,-1-2-1-16,0 2-1 0,-9 0 3 0,14-2-2 16,-7 4 0-16,-7-2 2 0,15 0-4 0,-15 0 4 15,13-2-7-15,-6 1 4 0,-7 1 1 0,13 0 3 16,-13 0-10-16,12 0 7 0,-3 0-2 0,-9 0 3 15,14 0-3-15,-8 0 0 0,-6 0 4 0,15 0 0 16,-7 0-1-16,-8 0 0 0,13 0-3 0,-13 0 6 16,13-1-4-16,-13 1 1 0,11 0 1 0,-11 0-1 15,10 1 1-15,-10-1-2 0,8-2-2 0,-8 2 3 16,0 0-1-16,9-2-3 0,-9 2 1 0,0 0 4 16,0 0-1-16,0 0-6 0,0 0 7 0,0 0 2 15,10-1 2-15,-10 1 0 0,0 0 2 0,0 0 4 16,0 0-1-16,0 0-1 0,0 0 0 0,0 0 6 15,0 0-3-15,0 0 4 0,0 0-1 0,0 0 4 16,8-2-2-16,-8 2 0 0,0 0 1 0,0 0 2 16,0 0-3-16,0 0 2 0,0 0-3 0,0 0 2 15,0 0 0-15,0 0 1 0,0 0-3 0,0 0-2 16,-3-12-4-16,3 12-1 0,0 0-2 0,2-10 1 16,-2 10-2-16,0 0 2 0,-2-12-4 0,2 12 3 15,0-10-1-15,0 10-3 0,0-10 0 0,0 10-1 16,-1-12-2-16,1 12-4 0,-1-11 2 0,-2 0 3 15,3 2-3-15,0 9 6 0,-1-14-6 0,0 8 5 16,1 6 4-16,0-15-8 0,0 6 0 0,0-1 0 16,1 1 4-16,-2-1-2 0,1 0-4 0,0 10 4 15,1-16-3-15,0 6 0 0,2 0 1 0,-2 0-1 16,-1-1-1-16,1 3 1 0,1-4 0 0,-1 2 3 16,-1 0 3-16,1-3-6 0,0 3 0 0,2 1 1 15,0-4-2-15,-3 1 1 0,0 2 1 0,1-1 2 16,0 0-4-16,2 0 4 0,-2 1-3 0,-1 0-1 0,1-1 4 15,-1 0-3-15,2 0 0 0,-2 0 0 16,1 1 1-16,-2-1 1 0,1 0 0 0,1 0 0 16,-1-1 0-16,0 2 1 0,0-1 0 0,-1-1 1 15,1 1 2-15,-2 0 5 0,2 1-4 0,0 0 2 0,0-2 1 16,-2 5 0-16,2 7-2 0,-3-16 2 16,3 7-1-16,0 0 2 0,-1 2 0 0,1 7 3 15,-3-14-5-15,3 4 2 0,0 3-3 0,0 7 1 16,-2-14 2-16,2 7 0 0,0 7 1 0,-2-11-3 15,2 11-1-15,-1-9 3 0,1 9-3 0,-1-9 1 0,1 9-5 16,0 0 2-16,-1-14-1 0,1 14-2 0,-2-9-1 16,2 9 9-16,0-12-7 0,0 12 0 0,0-9-4 15,0 9 5-15,0-10-2 0,0 10-2 0,0-11 0 16,0 11 1-16,2-10 0 0,-2 10 4 0,0 0-2 16,0 0 0-16,0-7-1 0,0 7 5 0,0 0-5 15,1-9-2-15,-1 9 4 0,0 0 3 0,0 0-7 16,-3-8 1-16,3 8 1 0,0 0 3 0,0 0-4 15,2-10 0-15,-2 10 3 0,0 0-1 16,0 0 1-16,-3-9-3 0,3 9-2 0,0 0 0 0,0 0-2 16,3-10 6-16,-3 10-1 0,0 0-5 0,0-8 4 15,0 8 0-15,0 0-4 0,1-8 2 0,-1 8-1 16,0 0 1-16,0 0-2 0,0 0 11 0,0 0-12 16,0 0 1-16,0 0 1 0,0 0 2 0,0 0-7 15,0 0 5-15,0 0 0 0,0 0-3 0,0 0 4 16,0 0 0-16,0 0 3 0,0 0-3 0,0 0-1 15,0 0-2-15,0 0 2 0,0 0-5 0,0 0 3 16,-5-8 2-16,5 8-3 0,0 0 0 0,0 0 4 16,0 0-5-16,0 0 0 0,0 0 3 0,0 0-8 15,0 0 8-15,0 0-1 0,0 0 0 0,0 0 9 16,0 0-11-16,0 0-2 0,0 0 8 0,0 0-3 16,0 0 0-16,18 3-1 0,-18-3 3 0,10-1 0 15,-4-1 3-15,-6 2-9 0,14-2 3 0,-6 1 1 16,3 1-1-16,0-2 0 0,0 1 3 0,3 1-9 15,-1-1 12-15,0-1-6 0,0 4 1 0,1-4-1 16,-1 2-1-16,2 0 0 0,-2-1 3 0,6 0-1 16,-8 1-1-16,2 0 2 0,1 0-1 0,-1-1 0 15,5 1 2-15,-8-1 0 0,3-1-4 0,-3 1 4 16,0 1-1-16,3-3 0 0,0 3 1 0,0 0-1 16,-1-1 3-16,1 0-5 0,0-1 4 0,0-1-5 15,-2 3 0-15,2-3 3 0,-1 3 2 0,0-2-3 16,0 2 1-16,-1-3 0 0,3 3 5 0,-3-2-8 15,0 1 3-15,1 0-2 0,-1 0 2 0,1 1 2 16,-3-2-7-16,-2 1 6 0,5 0 0 0,-5-1-3 16,-7 2 3-16,15 0-3 0,-15 0 4 0,13-2-2 15,-13 2 1-15,11-1-2 0,-11 1 1 0,9 0-2 0,-9 0-1 16,10-1 11-16,-10 1-4 0,0 0-3 16,9-3-5-16,-9 3 3 0,0 0 4 0,8-1-5 15,-8 1 4-15,0 0-2 0,0 0-1 0,0 0 3 16,10 0-2-16,-10 0 1 0,0 0-1 0,0 0 1 15,0 0 3-15,0 0-1 0,0 0 1 0,0 0-3 0,0 0 1 16,0 0-1-16,0 0 2 0,0 0 1 0,0 0-3 16,0 0 3-16,0 0 0 0,0 0 0 15,0 0-7-15,0 0 3 0,0 0 3 0,0 0-2 16,0 0 2-16,0 0-4 0,0 0 4 0,0 0-5 16,0 0 4-16,0 0-2 0,0 0 0 0,0 0 0 15,6 4 0-15,-6-4-4 0,0 0 3 0,0 0-2 16,0 0 2-16,0 0-1 0,0 0 3 0,0 0-3 15,0 0 10-15,0 0-10 0,0 0 1 0,0 0-1 0,0 0-1 16,0 0-1-16,0 0 1 0,0 0-1 0,0 0 0 16,0 0 1-16,0 0-1 0,0 0 2 0,0 0-2 15,0 0-2-15,0 0 11 0,1 8-6 0,-1-8 0 16,0 0-2-16,2 7 3 0,-2-7-2 16,0 8 2-16,0-8 2 0,1 9-2 0,-1-9-4 0,-1 12 6 15,2-5-1-15,0 0-3 0,-1-7 8 0,0 13-4 16,0-6-2-16,0 2 3 0,2 2 0 0,-4 0-6 15,4 0 2-15,-1-2 4 0,0 1-4 16,-2 1 2-16,1 0 24 0,-3-3-6 0,5 4-2 0,-2-2-1 16,-2 0-3-16,4 1 2 0,-2-1-4 0,0 0 1 15,0-1-2-15,-2-1-1 0,4 1 2 0,-5 3-2 16,2-4 1-16,1-8 0 0,0 16 3 16,1-6-2-16,-1 1 7 0,0-1-7 0,0-1-2 0,-1 1 1 15,-1 1-2-15,1-1 0 0,2 0-2 0,-2-1-1 16,2 0 4-16,-1 0-3 0,0-2-2 0,0 3 3 15,-1-1-2-15,2-1 2 0,-1 1-3 0,0 1 2 16,0 0 2-16,0 1-1 0,0 0-2 0,0-1 0 16,-2-1 0-16,2 2 3 0,-2-2 3 0,1 2-3 15,1-1-1-15,-1-1 5 0,0 3-4 0,-1-2-2 16,-1 3 3-16,3-3-1 0,-2 0 0 0,0 0-1 16,-1-1 3-16,3-1-4 0,0 2 2 0,-1-2 6 15,1 2-11-15,-1-1 4 0,1 1-3 0,-2-2 1 16,2 3-4-16,0-11-2 0,-1 12 3 0,0-5 7 15,1-7-8-15,0 13 0 0,0-4-2 0,0-9 4 16,0 12-4-16,0-4 1 0,-1-1 5 0,1 3-1 16,0-10 1-16,-2 14 1 0,1-10-7 0,1-4 1 15,-1 14 1-15,1-14 4 0,0 11-4 0,1-4 1 16,-1-7-3-16,0 9 3 0,0-9 0 0,-1 11-2 16,1-11 4-16,0 10-5 0,0-10 3 0,0 13 4 15,0-13 0-15,1 9-5 0,-1-9-2 0,0 10 6 16,0-10-5-16,0 7 4 0,0-7-2 0,0 0 2 15,0 10-3-15,0-10 0 0,1 5 1 0,-1-5 1 16,0 0 0-16,0 9-1 0,0-9-4 0,4 5 0 16,-4-5 3-16,0 0-3 0,0 0 4 0,-1 9-2 15,1-9 2-15,0 0-5 0,0 0 7 0,0 9-3 16,0-9-3-16,0 0 6 0,0 0-5 0,0 0 1 16,0 0-2-16,0 0 2 0,0 0 0 0,1 7-2 15,-1-7 7-15,0 0-3 0,0 0 1 0,0 0-7 16,0 0 5-16,4 6 2 0,-4-6-4 0,0 0 2 15,0 0 1-15,0 0 1 0,0 0-1 0,0 0-2 16,0 0 2-16,0 0 0 0,0 0 2 0,0 0-2 0,1 8 0 16,-1-8 1-16,0 0 2 0,0 0-5 15,0 0-2-15,0 0 3 0,0 0 0 0,0 0 3 16,0 0-3-16,0 0 0 0,0 0 6 0,0 0-3 16,0 0-4-16,0 0 4 0,0 0-6 0,0 0 7 15,0 0-4-15,0 0 2 0,0 0-4 0,5 4 3 16,-5-4 3-16,0 0-2 0,0 0-5 0,0 0 0 15,0 0 2-15,0 0 4 0,0 0-3 0,0 0 0 16,0 0 0-16,0 0 3 0,0 0-2 0,0 0 2 16,0 0-2-16,0 0 5 0,0 0-7 0,0 0 6 0,0 0-4 15,0 0 1-15,0 0 4 0,0 0-3 0,0 0 4 16,0 0 1-16,0 0 7 0,0 0-3 16,0 0 1-16,0 0-1 0,0 0 3 0,0 0-2 15,0 0-5-15,0 0 5 0,0 0-6 0,0 0 3 16,0 0-2-16,0 0 3 0,0 0-6 0,0 0 1 0,0 0 2 15,0 0-1-15,0 0 3 0,0 0-12 0,0 0 7 16,0 0-2-16,0 0 4 0,0 0-7 16,0 0 4-16,16-4-1 0,-16 4 0 0,0 0-1 15,11-1 4-15,-11 1-7 0,12-2 3 0,-12 2 0 16,11-2-1-16,-3 0-1 0,1 1 2 0,0-1-5 0,0 0 9 16,2 2-4-16,-1-1-7 0,1-1 3 15,0 0 7-15,-1 0-5 0,3 0-3 0,-1 1 2 16,0-2 0-16,8 2 2 0,-9 0 5 0,7-3-11 15,-5 2 5-15,2 2 6 0,-2-3-7 0,5 0 1 0,-3 3 2 16,3-1-4-16,-5-1 0 0,-2 1-1 0,5 1 3 16,-5 0-1-16,2-3 2 0,-2 3-1 15,2 0 1-15,-3-2-2 0,-1 2 1 0,3-1 0 16,-12 1 5-16,16-1-2 0,-8 0-3 0,1-1-2 16,-9 2-1-16,13 0 1 0,-5-1 1 0,-8 1-3 0,14-1 11 15,-8 0-10-15,-6 1 3 0,12-2 3 0,-12 2 10 16,12 0-18-16,-12 0 2 0,9-1 3 0,-9 1 2 15,8-2-1-15,-8 2 8 0,0 0-15 0,0 0 3 16,10-2 2-16,-10 2 3 0,0 0 4 0,0 0-12 16,0 0 11-16,0 0-2 0,0 0 5 0,0 0-2 15,0 0-4-15,0 0 1 0,9 2 5 0,-9-2-7 16,0 0-1-16,0 0-1 0,0 0 3 0,0 0 0 16,0 0 2-16,0 0 0 0,0 0-7 0,0 0 6 15,0 0-2-15,0 0 4 0,0 0 6 0,0 0-15 16,0 0 2-16,0 0-2 0,0 0-6 0,0 0-7 15,0 0-15-15,0 0-17 0,0 0-33 0,0 0-39 16,0 0-42-16,0 0-56 0,0 0-56 0,0 0-241 16,0 0-559-16,-13-17 247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23T09:14:54.67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29851 13305 12 0,'0'0'89'0,"0"0"-11"0,2-7-2 16,-2 7-9-16,0 0-121 0,0 0 23 0,0 0 57 15,0 0 47-15,0 0 27 0,0 0-4 16,0 0-5-16,0 0-16 0,0 0-6 0,0 0-9 0,0 0 2 16,0 0-11-16,0 0-6 0,0 0 0 0,0 0-7 15,0 0-6-15,0 0 4 0,0 0-7 0,0 0-2 16,0 0-2-16,0 0 3 0,0 0-5 15,0 0 7-15,0 0-7 0,0 0 2 0,0 0-3 0,0 0 1 16,0 0 2-16,0 0 17 0,0 0-16 16,0 0 1-16,0 0-3 0,0 0 4 0,0 0-2 15,0 0 4-15,0 0-5 0,-17 0 3 0,17 0-1 0,0 0-1 16,0 0-3-16,0 0-3 0,0 0-2 16,-6-5 0-16,6 5-4 0,0 0-1 0,0 0 0 0,-7-3-2 15,7 3 0-15,0 0-1 0,0 0 0 0,-8-3 2 16,8 3-7-16,0 0 3 0,0 0 0 0,0 0-3 15,0 0-1-15,-9-2 0 0,9 2-2 0,0 0 1 16,0 0 1-16,0 0-3 0,0 0 1 16,0 0 0-16,-9-3 0 0,9 3-4 0,0 0 3 0,0 0 4 15,-9-1-6-15,9 1 3 0,0 0-3 0,-10-2 3 16,10 2 0-16,0 0 2 0,-9 0 2 16,9 0 3-16,0 0-3 0,0 0 5 0,0 0 1 15,0 0 0-15,0 0-5 0,-9-2 1 0,9 2-3 16,0 0-1-16,0 0 1 0,0 0-2 0,0 0-3 0,0 0 1 15,0 0 2-15,0 0-3 0,0 0 0 0,0 0-1 16,0 0 1-16,0 0 1 0,0 0-3 0,0 0 6 16,0 0-6-16,0 0 2 0,0 0 0 15,32-1 0-15,-25 1 0 0,5 0 0 0,-2-1-1 0,3-1-2 16,0 2 4-16,5 2-3 0,0-4 13 0,-1 2-11 16,4-1-3-16,-3 0 1 0,0 1-1 0,-2 0 1 15,2-2 1-15,0 2 2 0,1 0-3 16,-6 0 1-16,1-1 0 0,0 1-4 0,0-2 7 15,-2 0 0-15,2 1-6 0,-2 2 7 0,-1-1-4 16,0 0 0-16,-2-1 0 0,-1 2 3 0,-8-1-2 0,15-1 0 16,-15 1 0-16,12-1 5 0,-12 1-3 0,7-2 2 15,-7 2 1-15,0 0-1 0,12-1 0 0,-12 1 0 16,0 0 2-16,0 0-1 0,0 0-2 0,8-1 5 16,-8 1-1-16,0 0 3 0,0 0-1 0,0 0-2 15,0 0-1-15,6-5 1 0,-6 5 0 0,0 0 4 16,3-6-9-16,-3 6 9 0,0 0-7 0,0 0 3 15,0 0 4-15,1-11-8 0,-1 11 5 0,0-6 5 16,0 6-11-16,1-9 2 0,-1 9-3 0,1-10 0 16,2 4-5-16,-3 6 2 0,2-13 1 0,0 7-1 15,-1-4 2-15,1 2 8 0,0-2-10 0,-1 5 3 16,-1 5-3-16,1-13 4 0,1 6 2 0,-2 0-4 16,1-4-2-16,-1 11 3 0,1-14 0 0,-1 3 1 15,1 2-5-15,1-1 5 0,-2 2-2 0,0-1-2 16,0-1 0-16,0 10 4 0,0-19-2 0,0 9 1 15,0 4 10-15,0-3-11 0,0 0 1 0,0 0 1 16,-2-1-2-16,1 1 1 0,1 9 0 0,1-13 0 16,-1 4-1-16,0 1 0 0,0 8 2 0,0-14 1 15,0 9-5-15,0 5 0 0,0-14 4 0,0 14-2 16,-1-11 1-16,1 11 1 0,-1-11 0 0,1 11-4 16,1-9 4-16,-1 9-4 0,-1-10 1 0,1 10 3 15,0-9-4-15,0 9 9 0,0 0-4 0,0-11 8 16,0 11-10-16,-3-6 3 0,3 6-4 0,0 0 6 15,0-11 1-15,0 11 6 0,0 0-2 0,-1-8 5 16,1 8-2-16,0 0-4 0,0 0 3 0,0 0-4 16,-1-10-1-16,1 10-3 0,0 0 3 0,0 0-1 15,0 0-2-15,-3-8 1 0,3 8 2 0,0 0-5 16,0 0 0-16,0 0-1 0,0-9 2 0,0 9-1 16,0 0-1-16,0 0 4 0,0 0-5 0,-2-8-1 15,2 8 1-15,0 0 2 0,0 0-3 0,0 0 1 16,0 0-2-16,-2-8 3 0,2 8 3 0,0 0-9 15,0 0 4-15,0 0-3 0,0 0 1 0,0 0-1 16,0 0 5-16,0 0-3 0,0 0 0 0,0 0-1 16,0 0 1-16,0 0 1 0,0 0 0 0,0 0 0 15,0 0-1-15,0 0-1 0,0 0-4 0,0 0 3 16,0 0 4-16,0 0-1 0,0 0-4 0,0 0 1 16,0 0 0-16,0 0-4 0,0 0 1 0,0 0-1 15,0 0-4-15,0 0 4 0,0 0 1 0,0 0 0 16,0 0 1-16,8-5 2 0,-8 5-5 0,0 0 1 15,12 0 3-15,-12 0-2 0,0 0 6 0,15 2-4 16,-9-3 2-16,-6 1-1 0,14 0 0 0,-5-1 1 16,-9 1 1-16,14-1-1 0,-7 1-1 0,2-2 3 15,-9 2-5-15,14-1 4 0,-14 1 0 0,11 0 2 16,-2 0-5-16,-9 0 8 0,10 0-7 0,-10 0 4 16,8-2-4-16,-8 2 6 0,0 0 5 0,0 0-9 15,11 2 2-15,-11-2-3 0,0 0-1 0,0 0 3 16,0 0 4-16,0 0 3 0,10 0-11 0,-10 0 5 15,0 0-3-15,0 0 3 0,0 0-3 0,0 0 0 16,0 0-2-16,0 0 1 0,0 0 2 0,0 0-3 16,0 0 4-16,0 0-1 0,0 0 0 0,0 0 2 15,0 0-6-15,0 0 3 0,0 0 1 0,0 0-3 16,0 0-2-16,0 0 6 0,0 0 2 0,0 0-5 16,0 0-4-16,0 0 6 0,0 0-5 0,0 0 3 15,0 0-2-15,0 0-1 0,0 0 1 0,6 1 2 16,-6-1-3-16,0 0 9 0,0 0-7 0,0 0 2 0,0 0-1 15,0 0 1-15,3 6-4 0,-3-6-1 16,0 0 5-16,0 0 1 0,3 6-1 0,-3-6 3 16,0 0-4-16,3 7 2 0,-3-7 0 0,0 0-1 15,2 8-2-15,-2-8 6 0,2 10 1 0,-2-10-6 0,2 8 5 16,-2-8-4-16,3 10 1 0,-2-5 4 0,0 2-5 16,1 0 1-16,0-1-1 0,-2-6 5 15,3 13-4-15,-2-5 2 0,-1-1-1 0,1 0 0 16,1 0 0-16,-2-7-3 0,1 12 2 0,-1-6 5 0,1 2-2 15,-1-8-1-15,0 11-2 0,2-5 0 16,-2-6 2-16,0 13 0 0,1-8-1 0,-1-5 3 16,0 12-3-16,1-7 1 0,-1-5 1 0,4 12-3 15,-3-8-1-15,0 3 1 0,-1-7 2 0,2 8-1 16,-2-8 3-16,1 11-3 0,1-5-3 0,-2-6 3 0,2 11 1 16,-1-7-2-16,-1-4 1 0,1 13 1 0,1-8 0 15,-2-5-2-15,1 9 6 0,-1-9-1 16,0 12-3-16,0-12 5 0,0 10-3 0,0-4-1 15,0-6-2-15,0 9 0 0,0-9 1 0,1 10 1 16,-1-10-2-16,-1 8 3 0,1-8-3 0,2 7-3 0,-2-7 1 16,0 8 4-16,0-8-1 0,0 0-1 15,0 10-1-15,0-10 2 0,0 0-3 0,4 6 0 16,-4-6 0-16,0 0 4 0,0 0-2 0,0 7 0 16,0-7 0-16,0 0-2 0,0 0 5 0,3 8 0 15,-3-8-2-15,0 0-4 0,0 0 2 0,0 0 2 0,1 5-3 16,-1-5 0-16,0 0 2 0,0 0 3 15,0 0-4-15,1 7 4 0,-1-7-8 0,0 0 4 16,0 0-3-16,0 0 3 0,0 0 1 0,3 9-1 16,-3-9 5-16,0 0-4 0,0 0 0 0,2 7 2 15,-2-7-4-15,0 0 3 0,0 0-2 0,3 7 4 0,-3-7-1 16,0 0-1-16,1 6-2 0,-1-6 1 0,0 0 3 16,0 0-2-16,2 10-1 0,-2-10-4 0,0 0 3 15,0 0 0-15,0 7 4 0,0-7-1 16,0 0 0-16,0 0-4 0,3 6-1 0,-3-6 2 15,0 0 0-15,0 0 0 0,0 0-1 0,0 0 2 0,0 0 1 16,2 9 1-16,-2-9 0 0,0 0-3 0,0 0 5 16,1 6-4-16,-1-6 0 0,0 0 0 0,0 0 0 15,0 0 0-15,5 4-2 0,-5-4 1 0,0 0-1 16,0 0 12-16,1 8-11 0,-1-8 0 16,0 0 0-16,0 0 2 0,0 0-1 0,0 0 0 0,3 8 6 15,-3-8-8-15,0 0 2 0,0 0-2 16,4 5 0-16,-4-5 5 0,0 0-5 0,0 0 3 0,6 4-1 15,-6-4-1-15,0 0 2 0,0 0-2 16,0 0 2-16,5 2 3 0,-5-2-4 0,0 0 8 16,11 2-5-16,-11-2-1 0,10 0 1 0,-10 0-1 0,9 0 0 15,-9 0 8-15,7-4-12 0,-7 4 5 0,9-3-1 16,-9 3-2-16,13-5 0 0,-7 3 3 0,0-1-5 16,-1-1 6-16,-5 4-2 0,11-5 3 15,-5 2-7-15,-6 3 3 0,11-4-1 0,-6 1-2 16,-1-1 0-16,-4 4 2 0,11-8-1 0,-6 6 2 0,-5 2 10 15,9-4-11-15,-3 3-2 0,-6 1 1 0,8-6 2 16,-8 6 0-16,8-5-1 0,-3 3 2 0,-5 2-4 16,9-3 2-16,-9 3-4 0,10-4 8 0,-10 4-1 15,8-2-3-15,-8 2-4 0,6-3 5 16,-6 3-1-16,7-4-1 0,-7 4 0 0,0 0 1 0,10-3 0 16,-10 3 0-16,6-1-3 0,-6 1 2 0,0 0-3 15,9-2 2-15,-9 2 0 0,0 0 2 0,8-1-2 16,-8 1 1-16,0 0 0 0,10 0 0 15,-10 0-2-15,0 0 0 0,0 0 3 0,0 0 3 16,0 0-1-16,0 0-1 0,0 0 1 0,9-2 0 0,-9 2-1 16,0 0-1-16,0 0 3 0,0 0 3 0,0 0-4 15,3-10 1-15,-3 10 1 0,0 0-2 0,1-8 2 16,-1 8-2-16,1-10-5 0,-1 10 4 0,2-8-3 16,-2 8 3-16,0-12-2 0,0 12 1 0,-2-11-6 15,2 11 2-15,-1-14-1 0,0 3 7 0,1 4-1 16,0 7 3-16,0-14-3 0,-2 8-2 0,2 6-1 15,-2-13-3-15,1 7 5 0,1 6-1 0,-3-11-2 16,2 4 3-16,1 7 0 0,-3-12 2 0,3 12-2 16,-2-9 0-16,-1 1 0 0,3 8-3 0,0-10 0 15,0 10-2-15,-1-11 11 0,1 11-9 0,0-11 2 16,0 11 0-16,-3-9 2 0,3 9-3 0,-2-9 4 16,2 9-2-16,0 0 3 0,1-10-4 0,-1 10 0 15,0 0 1-15,0 0-2 0,0-10 1 0,0 10 3 16,0 0-3-16,-1-8-2 0,1 8 0 0,0 0 0 15,0 0 1-15,0 0 0 0,0-11 1 0,0 11 1 16,0 0 0-16,-3-9-3 0,3 9 1 0,0 0-3 16,0 0 6-16,-1-8-6 0,1 8 1 0,0 0-4 15,0 0 5-15,0 0-1 0,-4-8 2 0,4 8-3 16,0 0-1-16,-4-4 1 0,4 4 2 0,0 0 2 16,0 0-4-16,0 0 1 0,0 0 1 0,0 0 3 15,0 0 1-15,-1-10-5 0,1 10 2 0,0 0-1 16,0 0 1-16,0 0-1 0,0 0-2 0,0 0 5 15,0 0-8-15,0 0-7 0,0 0-4 0,0 0-6 16,0 0-1-16,5-7 3 0,-5 7-1 0,0 0 5 16,13-2-3-16,-7 1-2 0,-6 1 8 0,16-1-1 15,-6 1-1-15,-1-1 3 0,2-2 3 0,2 1-12 16,-1 1 5-16,0 0-4 0,1-2 0 0,0 3 6 16,0-1-2-16,-2 0-2 0,3 0 7 0,-2-1-2 15,-1 1 4-15,2-2-3 0,-3 3 5 0,1-3-4 16,-3 3 6-16,0-1 1 0,-8 1-3 0,14-3 1 15,-6 3 2-15,-8 0 1 0,9-3 0 0,-9 3-2 16,7-2 8-16,-7 2-4 0,8-3 6 0,-8 3 4 16,0 0-1-16,9-1-1 0,-9 1 0 0,0 0-1 15,0 0 5-15,0 0-3 0,5-3-2 0,-5 3-1 0,0 0 2 16,0 0-4-16,0 0 8 0,0 0-10 16,5-4 8-16,-5 4-10 0,0 0 3 0,0 0 5 15,0 0-4-15,0 0 4 0,0 0-5 0,0 0 4 16,0 0 0-16,0 0 0 0,0 0 2 0,0 0-2 15,0 0-1-15,0 0 1 0,0 0-1 0,0 0 0 16,0 0 0-16,0 0 1 0,0 0-3 0,0 0 2 16,0 0 1-16,0 0-2 0,0 0-4 0,0 0 1 15,0 0 1-15,0 0-2 0,0 0 6 0,0 0-10 16,0 0 2-16,0 0 3 0,0 0 1 0,0 0-4 16,0 0 4-16,0 0-6 0,0 0 4 0,1 16-2 15,-1-16 4-15,0 7-1 0,0-7 3 0,-1 9 0 16,1-9-1-16,-2 11 3 0,2-11 1 0,-2 12-3 15,0-3 0-15,2-1 1 0,-3-2 1 0,2 1 0 16,-2 5 0-16,2-6-1 0,0 1 8 0,-2 2-8 16,1 1 2-16,2-1-3 0,0-9 0 0,-3 16 13 15,3-11-7-15,-1 5-2 0,0-3-6 0,1-7 1 16,1 14 3-16,-1-7-4 0,1-1 7 0,-1 4-5 16,0-10 1-16,0 14 2 0,2-7-4 0,-2-7-1 15,0 14 1-15,1-8 0 0,-1-6 1 0,1 13-4 0,-1-13 7 16,0 11-3-16,1-7 4 0,-1-4-5 15,4 12 1-15,-4-7-3 0,0-5 9 0,1 7-6 16,-1-7 2-16,0 10-5 0,0-10 2 0,0 7 2 16,0-7-6-16,2 8 2 0,-2-8-4 0,1 8 7 15,-1-8-1-15,0 0 0 0,0 8 4 0,0-8-4 0,2 5 0 16,-2-5 2-16,0 0-6 0,0 0 3 16,3 9 2-16,-3-9 1 0,0 0-2 0,0 0-5 15,0 0 8-15,0 0-8 0,0 0 7 0,0 0-6 16,1 6 5-16,-1-6-1 0,0 0 1 0,0 0 1 0,0 0 0 15,0 0 0-15,5 5-3 0,-5-5 1 0,0 0 4 16,0 0-2-16,8 4 3 0,-8-4-1 16,8 1 2-16,-8-1-7 0,7 1 6 0,-7-1-4 15,11 0 6-15,-11 0-4 0,10-1-3 0,-10 1 2 16,14 0-1-16,-8-1-4 0,-6 1 2 0,14-1-4 0,-7-1 2 16,-7 2 11-16,13-2-4 0,-7 0-5 15,4 2 3-15,-10 0-3 0,14-1 3 0,-6 1-4 16,3 1-1-16,-2-2 3 0,-1 0-3 0,-8 1 3 15,19 0-3-15,-12-1 3 0,-7 1-1 0,15-1-3 16,-10 0 1-16,-5 1 3 0,13 1-1 0,-13-1-1 0,9 1 2 16,-9-1 2-16,0 0 1 0,10-1-4 0,-10 1 2 15,0 0-1-15,0 0 4 0,0 0-4 16,9 0 6-16,-9 0-5 0,0 0 5 0,0 0 0 16,0 0 2-16,0 0-4 0,0 0 1 0,0 0 4 15,0 0-1-15,0 0-2 0,0 0 2 0,10 0-1 0,-10 0-1 16,0 0-2-16,0 0-2 0,0 0 0 15,0 0-5-15,0 0-1 0,0 0 0 0,0 0-12 16,0 0-14-16,0 0-32 0,0 0-43 0,0 0-33 16,0 0-112-16,0 0-271 0,0 0 121 0</inkml:trace>
  <inkml:trace contextRef="#ctx0" brushRef="#br0" timeOffset="5973.66">30107 14077 34 0,'0'0'33'0,"0"0"-4"0,0 0-1 15,0 0-1-15,0 0 1 0,0 0 2 0,0 0-5 16,0 0-2-16,0 0 0 0,0 0-7 0,0 0 7 15,0 0-4-15,0 0 6 0,0 0-3 16,0 0-3-16,0 0 7 0,0 0-10 0,0 0-2 16,0 0 1-16,0 0-5 0,0 0 3 0,0 0-2 0,0 0-2 15,0 0 7-15,0 0-7 0,0 0-13 0,0 0 8 16,0 0 4-16,0 0-5 0,0 0 2 16,0 0-9-16,0 0 4 0,0 0 2 0,0 0-4 15,0 0 6-15,0 0-4 0,0 0-2 0,0 0-4 16,0 0 9-16,0 0-3 0,0 0 2 0,0 0-4 15,0 0 5-15,0 0-7 0,0 0 8 0,0 0-3 0,0 0-2 16,0 0 3-16,0 0 0 0,0 0-5 0,0 0 4 16,0 0-6-16,0 0 4 0,0 0 5 0,0 0-4 15,0 0 3-15,0 0 0 0,0 0-3 0,0 0 0 16,0 0-3-16,0 0 3 0,0 0-4 16,0 0 3-16,0 0 5 0,0 0-3 0,0 0 2 15,0 0-11-15,0 0 5 0,0 0-3 0,0 0 3 0,0 0-4 16,0 0-4-16,0 0-5 0,0 0-12 0,0 0-13 15,0 0-33-15,0 0-79 0,0 0 35 16</inkml:trace>
  <inkml:trace contextRef="#ctx0" brushRef="#br0" timeOffset="7148">30307 13953 77 0,'0'0'125'0,"0"0"-7"0,0 0-9 0,0 0-8 15,0 0-1-15,-7-4-8 0,7 4-7 0,0 0-7 16,0 0 14-16,0 0-15 0,-6-3-7 0,6 3-1 15,0 0-3-15,0 0-3 0,0 0-1 0,0 0-7 16,0 0-5-16,0 0-1 0,0 0-8 0,-10-2-4 16,10 2-1-16,0 0-1 0,0 0-7 0,0 0 4 15,0 0-2-15,0 0 0 0,0 0 6 0,0 0-3 16,0 0 1-16,0 0 3 0,0 0-14 0,0 0-4 16,0 0 1-16,15-18-3 0,-7 13-5 0,-2-3 1 15,4 0-3-15,-1 1-3 0,0-1 3 0,0 0-7 16,3 2 4-16,-3-4-2 0,0 2-4 0,1 0-3 15,-1-1 5-15,0 2 4 0,1 0-9 0,-1-1 4 16,-4 3-2-16,2-4 1 0,-1 4-3 0,-1 0 1 16,-1 1 7-16,0-1-4 0,-4 5-3 0,5-6 5 15,-5 6 2-15,0 0 4 0,6-5-5 0,-6 5-3 16,4-3 1-16,-4 3 0 0,0 0-1 0,0 0 0 16,0 0-3-16,0 0 4 0,0 0-5 0,0 0 0 15,6-6 2-15,-6 6-1 0,0 0-5 0,0 0-1 16,0 0-1-16,0 0 2 0,0 0 7 0,3 15-5 15,-3-15-5-15,0 13 7 0,-1-6 3 0,2 3-5 16,-2 0 4-16,2 0 2 0,-1 0-3 0,0 2 1 16,1 0-1-16,-1 2 2 0,1-2-4 0,1 1 2 15,-2 0 1-15,1-3-2 0,-1 3 2 0,0-1 0 16,1-2 2-16,1 0-7 0,-4 0 5 0,2-2 0 0,2 0-3 16,-2-8 6-16,2 11 1 0,-3-5-4 15,1-6 2-15,0 11 0 0,0-11 3 0,0 10-7 16,0-10 3-16,1 7 2 0,-1-7 2 0,0 0-3 15,0 0 1-15,0 0-3 0,0 8-6 0,0-8 6 16,0 0-4-16,0 0 4 0,-8 6-5 0,8-6 1 16,-9 1 1-16,9-1-9 0,-11 0 12 0,11 0-5 15,-10-1-2-15,10 1 5 0,-14 1-1 0,14-1-4 16,-14 0-2-16,14 0 4 0,-11-1 1 0,11 1 1 16,-11 1 6-16,11-1-9 0,-6 1 7 0,6-1-1 15,0 0 0-15,0 0-3 0,-12-1 0 0,12 1 3 16,0 0-4-16,0 0 3 0,0 0-1 0,0 0-2 15,0 0 1-15,0 0-2 0,0 0 2 0,0 0 1 16,0 0 2-16,22-9 1 0,-11 7-6 0,1 1-9 16,-1-2-12-16,3-1-13 0,-2 2-18 0,8-1-26 15,-7 0-33-15,5 0-27 0,0 1-111 0,-7 2-275 16,2-1 122-16</inkml:trace>
  <inkml:trace contextRef="#ctx0" brushRef="#br0" timeOffset="7749.28">30703 14028 70 0,'0'0'135'16,"1"-7"-8"-16,-1 7-9 0,3-8-7 0,-3 8-12 16,2-9-5-16,-2 9-13 0,4-10 1 0,-2 5-5 15,-2 5 0-15,6-10 2 0,-5 4-5 0,-1 6-9 16,5-11-4-16,-2 4-7 0,-2 0-3 0,-1 7-5 15,4-16 1-15,-2 10-3 0,1 1 7 0,-2-2 0 16,-1 7-9-16,3-16 0 0,-2 7-3 0,-1 2-7 16,0 7-1-16,2-13-2 0,-2 7-3 0,0 6 1 15,0-11 2-15,0 11 1 0,1-8-8 0,-1 8-2 16,0 0 0-16,1-10-2 0,-1 10 0 0,0 0-3 16,0 0-3-16,0 0 1 0,0 0-9 0,1-7 6 15,-1 7-13-15,0 0 10 0,0 0-6 0,0 0-3 16,0 0 2-16,0 0 1 0,0 0 1 0,0 0-3 15,0 0 0-15,-5 23 1 0,5-23 4 0,0 10 2 16,0-10-6-16,3 9 4 0,-3-9-2 0,6 10-1 16,-3-6 1-16,0-1-1 0,1 2-2 0,1 0 4 15,1-1-3-15,0-2 4 0,2 1-5 0,-8-3 9 16,12 3-5-16,-6-3 2 0,-6 0-2 0,12 1 0 16,-12-1 0-16,12-4-3 0,-12 4-1 0,8-4-4 15,-2-1-1-15,-6 5 5 0,6-7 3 0,-2 3 0 16,-1-2 5-16,-1-1-5 0,2 1-4 0,-4 6 2 15,4-11-2-15,-3 6 1 0,-1 5 0 0,3-11-3 16,-3 11 0-16,3-8 3 0,-3 8 0 0,3-5 0 16,-3 5 0-16,0 0-1 0,0 0 2 0,1-9-4 15,-1 9 0-15,0 0 4 0,0 0-6 0,0 0 0 16,0 0 3-16,0 0-4 0,0 0 5 0,0 0 0 16,0 0 2-16,-6 27-1 0,5-21 1 0,1 3-9 15,0-9 8-15,-2 16-1 0,2-6 2 0,-1-2-1 16,1-8-1-16,0 12-4 0,0-4 0 0,0-8-14 15,4 12 1-15,-2-5-24 0,1 0-16 0,1-2-22 16,1 0-37-16,1-1-18 0,1 0-17 0,3-1-100 16,-4-1-274-16,2-2 122 0</inkml:trace>
  <inkml:trace contextRef="#ctx0" brushRef="#br0" timeOffset="8081.07">31093 13801 15 0,'0'0'163'0,"0"0"4"0,-4-8-11 16,4 8-13-16,0 0-10 0,-5-3-18 0,5 3-14 16,0 0-6-16,0 0-9 0,0 0-15 0,-18 9-1 15,10-6-8-15,3 2-3 0,0 1-10 0,0-2-3 16,1 5-2-16,-1-1-12 0,2-2-1 0,-2 1-4 16,5-7-3-16,-2 12-4 0,1-5-1 0,1-7-2 15,-2 11-3-15,2-5 0 0,0-6-2 0,5 11 3 16,-5-11-5-16,5 10-7 0,-2-5 9 0,1-1-7 15,0 2 1-15,-4-6-1 0,6 11 4 0,-1-7-9 16,-5-4 10-16,4 9-13 0,1-6 5 0,-5-3 2 16,4 6 2-16,-4-6-5 0,5 7-3 15,-5-7 6-15,1 7 0 0,-1-7 0 0,-4 13 2 16,1-7-1-16,-4 1-2 0,-2 2-4 0,0 1-3 0,-6 0-24 16,2 0-15-16,0 0-18 0,-1 0-30 0,0 0-27 15,0 0-28-15,1 0-88 0,-2-2-253 0,4-2 112 16</inkml:trace>
  <inkml:trace contextRef="#ctx0" brushRef="#br0" timeOffset="8247.04">30564 14193 45 0,'0'0'163'0,"0"0"-13"0,0 0-16 0,0 0-5 15,24 1-16-15,-2-3-11 0,13-2-15 16,20-1-23-16,3 1-39 0,2 0-29 0,3-4-67 0,-3 3-86 16,0 1-168-16,0-2 74 0</inkml:trace>
  <inkml:trace contextRef="#ctx0" brushRef="#br0" timeOffset="14003.58">29742 13547 12 0,'0'0'47'0,"-10"0"-3"0,10 0-3 0,0 0 3 15,0 0-2-15,0 0 1 0,0 0-7 0,0 0 4 16,0 0-1-16,0 0-8 0,0 0 0 0,-8-6 3 16,8 6-5-16,0 0 1 0,0 0-5 0,0 0 3 15,0 0 0-15,0 0-6 0,0 0 2 0,0 0-6 16,0 0 6-16,0 0-2 0,0 0-2 0,0 0-19 15,0 0 10-15,0 0 7 0,0 0-6 0,0 0 2 16,0 0-3-16,0 0 0 0,0 0 1 0,0 0-3 16,0 0 1-16,0 0-5 0,0 0 5 0,0 0 6 15,0 0-4-15,0 0-3 0,37 0 14 16,-37 0-18-16,18-1-2 0,-8 0-1 0,-10 1 4 0,23 1 0 16,-12-2 4-16,1 1-4 0,0-2-11 0,2 1 8 15,-14 1-2-15,23 0 6 0,-11 0-1 0,0-1-5 16,1 2 1-16,-2-1 3 0,1 0-7 0,-1 0 2 15,1-1 5-15,-2 1-6 0,1 1-3 16,1-2 4-16,1 0 1 0,-2 0-3 0,0 1 4 16,1 0 4-16,-1 2-4 0,0-3-1 0,0 0 0 0,1 2 1 15,1-2-6-15,-3 1 0 0,2 0 8 0,0 1-5 16,0-1 1-16,-1-1-1 0,1 2 0 0,-1-1 2 16,2 0-7-16,-1 1 6 0,-2-1 5 0,1 1-8 15,0-1 5-15,0 1 7 0,2-2-13 16,-3 1 13-16,2-1-14 0,-1 1 3 0,-11 0-2 15,23 0 3-15,-15 0 8 0,1 0-8 0,-9 0 5 0,20 0 1 16,-20 0-6-16,18-1 8 0,-8 0-12 0,-10 1 7 16,21 0-9-16,-11 0 12 0,-10 0 0 15,21 0-3-15,-11 0-4 0,-10 0 6 0,15 0-5 16,-15 0 1-16,20 0-1 0,-9-2 2 0,-11 2 5 0,20 0-5 16,-10 0-3-16,-10 0 2 0,16 0 0 15,-16 0 6-15,18 0-5 0,-8-1 2 0,-3 1-7 16,-7 0 3-16,16 1 7 0,-6-1-2 0,0 0-2 15,-1 0-12-15,3 2 8 0,-3-2 1 0,0 0 1 0,-2 0 0 16,2 1 1-16,-1 0-2 0,-8-1 7 16,18-1-2-16,-11 2 1 0,1-1-5 0,-8 0-2 15,19 0 8-15,-11 0-11 0,-8 0 10 0,18-1-4 16,-8 1 2-16,-2 0 3 0,-8 0 6 0,15 0-6 0,-7 0-3 16,-8 0 1-16,14-3-6 0,-7 5 3 0,1-4 10 15,-8 2-6-15,14 0 1 0,-6-1 0 16,-8 1-3-16,14 0 4 0,-14 0 1 0,13 0-9 15,-6 0 3-15,-7 0 1 0,14-3 8 0,-6 4-11 16,-8-1 6-16,15 0-1 0,-7 0 0 0,1 0 6 0,-9 0 1 16,18 0-5-16,-8-1-4 0,0 2 1 0,-1-1-7 15,-1 0 7-15,3-1-2 0,-2 1-1 0,2 0-3 16,-11 0 10-16,16-1-2 0,-16 1-7 16,13 0 2-16,-6 0-5 0,-7 0 5 0,15-2 5 15,-9 4 0-15,2-2-10 0,-8 0 12 0,15 1 3 16,-8-1-2-16,-7 0 0 0,14-1 1 0,-8-2-18 15,2 2 17-15,-8 1-3 0,13-1 18 0,-6 1-17 16,-7 0 6-16,17-2-3 0,-10 2 6 0,5-2-11 16,-4 2 4-16,-8 0-2 0,16-1 0 0,-10 1 2 15,2-2-4-15,-8 2 3 0,17 0-1 0,-11 0-1 16,2-2 1-16,-8 2 1 0,15 2-3 0,-5-2 2 0,1-2 1 16,-11 2 0-16,15 0-3 0,-7-1-3 0,-8 1 4 15,13 0-1-15,-6 0 0 0,3 0-2 0,-2 0 8 16,-8 0-5-16,17-2-6 0,-6 2 4 15,-1 0-3-15,-1 0 5 0,2-1-8 0,-1 1 4 16,-1 1-1-16,-9-1 4 0,16-1 5 0,-8 2-6 0,-8-1 7 16,17-1-5-16,-17 1-4 0,12-1-3 0,-3-1 8 15,-9 2-1-15,16-1-3 0,-9 1 4 16,-7 0-4-16,17 0-5 0,-9-2 16 0,-8 2-14 16,14-2 4-16,-7 2-1 0,-7 0-2 0,15-1 0 15,-8 1 3-15,-7 0-1 0,14-1-3 0,-7 1 6 0,-7 0-4 16,12-1-6-16,-4-1 4 0,-8 2-3 0,14-1 7 15,-6 1-1-15,-8 0 0 0,12-2 1 16,-12 2 2-16,13 0-1 0,-5-1-2 0,-8 1 6 0,11 0 1 16,-4-1-11-16,-7 1 8 0,13-1-1 0,-13 1-1 15,12-2-1-15,-12 2 1 0,11-2 1 0,-11 2-1 16,11 0-4-16,-11 0 4 0,10-2 4 16,-10 2-11-16,9-1 7 0,-9 1 0 0,14-1 7 0,-14 1 2 15,13-1-6-15,-5 0-1 0,-8 1-2 0,13-3-3 16,-13 3 6-16,11 0-2 0,0-1 2 0,-4 1-2 15,-7 0 5-15,15-3-5 0,-3 2 2 0,-2 1-2 16,-1-2-9-16,1 2 9 0,-2-1 2 0,2-1-4 16,1 0 0-16,-1 1-3 0,0 1 2 0,0-1-3 15,0 0 6-15,2-1-5 0,-2 2 5 0,0 0-3 16,2-1-1-16,-1 1 1 0,2-1-2 0,-3 1 4 16,2-1-7-16,1 1 2 0,-2 0 7 0,2-1-1 15,-1 0-8-15,-1 0 4 0,-1-1-3 0,4 1-3 16,-4 1 8-16,2-1-5 0,0-1 0 0,-1 2 4 15,0-2-5-15,2 2 3 0,-3-1 3 0,2 0-1 16,-1 1-1-16,-2-2-1 0,4 2 2 0,-3-1-2 16,1 0 3-16,-3-1-4 0,1 2 1 0,2 0-2 15,0-3 2-15,1 2 1 0,-5 0-3 0,3 1 7 16,1-2-6-16,-1 0 1 0,1 1 2 0,0-1 2 16,-1-1-2-16,3 1 0 0,-6 0 20 0,5-1-2 15,-2 2 0-15,-2 0-3 0,2-1-2 0,-4 2-2 16,3-2-1-16,-1 1-1 0,-2-2 2 0,2 1-4 15,-8 2 2-15,15-5 2 0,-7 5-1 0,-3-3-8 16,4 0 6-16,-1 0-4 0,-8 3 0 0,15-5 2 16,-6 2-5-16,-1-1 5 0,-1 2-3 0,2-2 0 15,3-1-3-15,-3 1 1 0,0 1-3 0,1-2 5 16,-10 5-4-16,0 0-2 0,0 0 3 0,43-20-2 16,-43 20 1-16,0 0 1 0,28-11 0 0,-28 11-1 15,0 0 2-15,0 0-4 0,34-15 3 0,-34 15-1 16,0 0 0-16,0 0-3 0,27-15-1 0,-27 15 6 15,0 0-2-15,0 0-4 0,26-16 4 0,-26 16-1 16,0 0-4-16,22-13 6 0,-22 13-3 0,0 0 0 16,0 0 3-16,26-17 2 0,-26 17-7 0,0 0 13 15,20-17-5-15,-20 17-12 0,0 0 9 0,22-16-1 16,-22 16-4-16,0 0 3 0,0 0-1 0,25-24 2 16,-25 24-5-16,0 0 5 0,18-18 1 0,-18 18-3 15,0 0-2-15,0 0 4 0,21-26-5 0,-21 26 3 16,0 0 0-16,0 0 0 0,18-21 0 0,-18 21 6 15,0 0-4-15,0 0 0 0,0 0 0 0,15-27 1 16,-15 27-4-16,0 0 5 0,0 0 2 0,0 0 3 16,10-29 2-16,-10 29-4 0,0 0 6 0,0 0-7 15,0 0 0-15,0 0 0 0,2-35 1 0,-2 35-3 16,0 0-1-16,0 0 0 0,0 0 0 0,-2-38-3 16,2 38 2-16,0 0 1 0,0 0 0 0,0 0 0 15,-6-43-2-15,6 43 2 0,0 0-1 0,0 0 2 16,-7-32-3-16,7 32 1 0,0 0 3 0,0 0-3 15,-7-31 0-15,7 31-1 0,0 0-2 0,-12-26-3 16,12 26 2-16,0 0 0 0,-10-28-3 0,10 28 5 16,0 0 0-16,-17-35-1 0,17 35 0 0,-14-24 2 15,14 24-8-15,-19-24 3 0,19 24 5 0,-15-22-5 16,15 22 2-16,-17-20 2 0,17 20-3 0,-18-23-2 16,18 23 7-16,-21-28-3 0,21 28-1 0,-22-23 1 15,22 23-2-15,-23-26 4 0,23 26-3 0,-27-24 1 16,14 12 2-16,-1-1 0 0,0 2 1 0,0-1-2 15,-1 0-2-15,-2 2 1 0,1-4-5 0,-1 5 6 16,-1-3-9-16,1 2 2 0,-1 0 6 0,2-1 1 16,-3 3-3-16,1-3-1 0,0 5 2 0,0-2-2 15,3 1 3-15,-2-1-2 0,-1-2-4 0,0 4 3 16,2-3 0-16,-1 3 1 0,-2-1-4 0,2 0 6 16,-3 1-4-16,-1-1 0 0,-7 1 2 0,9 2-1 15,-6-3-1-15,2 3-3 0,-3-3 4 0,0 3-3 16,-2-1-1-16,7 1 7 0,-8-2 1 0,3 2-6 15,-1 0 1-15,2-4 3 0,2 6-3 0,-3 2 0 16,-4-4 1-16,7 4 3 0,-5-3-3 0,6 3 0 16,-5 0-1-16,6 0 0 0,-1-2-5 0,2 0 6 15,-2 2 5-15,0-1-6 0,2-2 3 0,-2 3-2 16,-1-2 1-16,4 2 4 0,-9-1-5 0,7 0 6 16,1 1-3-16,20 0 0 0,-37-2-5 0,18 1 6 15,-7 2-2-15,4-3 1 0,3 3 2 0,0-3 1 16,19 2-6-16,-41 0 3 0,22 0 0 0,-2 0-1 15,21 0-1-15,-37 0 5 0,16 1-4 0,3-1 2 16,-4 2 1-16,2-2 1 0,-1 0-5 0,2 2 0 16,-3-1 2-16,3-1 1 0,-3 1-1 0,2-1 0 15,1 0 0-15,-3 1 1 0,-1 0-2 0,5 0 2 16,-2 1 6-16,-1-2-8 0,2 1 4 0,-3 1-4 16,2-1 0-16,2-1 2 0,-1 3 10 15,1-3-14-15,0 3 0 0,18-3 4 0,-33 3-2 0,19-1 0 16,-4 0 0-16,4 3-2 0,14-5 3 0,-35 4 0 15,17-3 4-15,1 2-3 0,1 3-1 0,-4-2-1 16,1 1 0-16,2-1 1 0,-3 1 1 16,2-1-3-16,-2 0 3 0,6-1-2 0,-4 4 3 0,1-4 0 15,0 3 0-15,-1-3-3 0,3 2 5 0,-3-2-2 16,0 2 0-16,-3-4 0 0,5 4-1 0,-2-1-1 16,-1-1 0-16,0 1 1 0,-1 0-5 0,1-1 4 15,-2-1-1-15,0 2 2 0,-8-1 0 16,2 3 0-16,5-3-3 0,0-2 5 0,-4 5-3 0,-3-2 6 15,7-1-8-15,1 0 3 0,-6-1 1 16,7 1 3-16,-7 1-4 0,7 0 1 0,0-1 0 0,-1 0-2 16,0 0 0-16,2 0 1 0,-8 1 0 0,7-1 3 15,-1 1-3-15,5-2-2 0,-6 1 3 16,4 0-2-16,1 0 6 0,5 1-8 0,12-4 1 0,-30 7 0 16,15-4 2-16,3 2 0 0,12-5-4 15,-29 10 4-15,17-6-1 0,-3 1 1 0,15-5-1 16,-24 10 2-16,12-6 0 0,0 1 0 0,12-5-2 15,-22 12 1-15,8-7-2 0,4 1 1 0,-3 0-2 16,1 2 3-16,-1 2 6 0,1-3-6 0,2 1-3 0,-5 0 0 16,1 2 1-16,0-1 2 0,3-2-3 15,1 0 3-15,-6 2 0 0,5-2 1 0,-3 4-5 16,1-4 3-16,-1 1-1 0,-1 2 3 0,2-2-4 16,-4 4 0-16,3-1 4 0,-1-1-2 0,2 0-2 15,-2 2 8-15,2-3-7 0,3-1 1 0,-2 1-1 16,2 0 1-16,-2 1-2 0,1-1 4 0,-1 2-3 15,0-1 4-15,3-1-3 0,9-9 0 0,-18 19-3 16,9-11 1-16,-1 6 0 0,2-5 1 0,0 1 2 16,-2 3-2-16,3-4 2 0,7-9 2 0,-15 19-2 15,13-10-1-15,2-9-2 0,-9 20 4 0,5-11 6 16,4-9-8-16,-3 19 2 0,3-19-2 0,-2 21 1 16,2-21 1-16,2 20-5 0,-2-20 1 15,2 21 1-15,-2-21 0 0,5 22 0 0,-4-12 1 16,-1-10 3-16,8 19 1 0,-2-7-3 0,-1 0-3 15,1 2-2-15,-6-14 3 0,10 19 2 0,-4-8 3 0,0 0-6 16,2 0 3-16,-2-3 2 0,0 2-3 0,0-1 1 16,2 1 1-16,-8-10 0 0,11 15 0 0,-6-8-1 15,2 2 4-15,0-2-5 0,-7-7 5 0,12 13-8 16,-7-7 4-16,-5-6 0 0,11 9 2 0,-3-5-5 16,-8-4 2-16,12 11 0 0,-12-11 1 0,11 12 0 15,-11-12 1-15,9 8-1 0,-3-4-4 16,-6-4 6-16,11 10-2 0,-11-10 1 0,12 7-5 15,-4 0 5-15,1-2-1 0,0 1-2 0,-9-6 4 0,17 11-2 16,-10-5 3-16,3-2-4 0,-10-4-2 0,20 9 3 16,-9-4-1-16,-1-1 0 0,1 0 0 15,0 0 2-15,-11-4 1 0,22 8 0 0,-9-4-1 0,3 1-3 16,2 0 2-16,-6-2 3 0,2 1-3 16,2-3 0-16,-2 1 1 0,-2 1-2 0,2 0-2 15,-14-3 2-15,28 5 0 0,-11-2 6 0,0 0-3 16,-17-3 1-16,34 4-2 0,-16-1 0 0,3-2 0 0,0 0-2 15,-3 1 2-15,3-1 2 0,1 2-6 0,-3-2 3 16,2-1 1-16,-1 1 1 0,1 1 0 16,0 0-1-16,-1-1 1 0,0 0-1 0,1 2 7 15,-2-2-8-15,0 1 0 0,0-1-3 0,1 0 3 16,-2-1 3-16,3 2-3 0,-3 0 3 0,2 0-5 16,-2-2 1-16,0 1-2 0,2-1 6 0,2 3-4 15,-3-3 2-15,3 0-4 0,0-1 4 0,-2 2 1 16,8-2-2-16,0-1 0 0,-1 2 1 0,0-1 0 15,-5 1 2-15,0-2-6 0,-2 1 4 0,3 0-1 16,5-1 1-16,-7 2-2 0,-1 0 3 0,0-1 0 16,1 0 0-16,1 0 0 0,-2 0-5 0,1 0 2 15,0 0 2-15,0-1 1 0,-3 1-3 0,2-2 2 16,0 2 0-16,0 0 1 0,3-1 0 0,-3-2 1 16,1 4 1-16,-1-3 1 0,-1 2-4 0,-2-2 5 15,2 1-2-15,-6-1-3 0,1 1 2 0,-14 2-1 16,22-4 3-16,-11 2-3 0,-11 2 2 0,17-2-8 15,-17 2 6-15,14-3-7 0,-14 3-6 0,0 0-27 16,0 0-50-16,19-1-62 0,-19 1-156 0,0 0-331 16,0 0 147-16</inkml:trace>
  <inkml:trace contextRef="#ctx0" brushRef="#br0" timeOffset="46429.04">25391 14903 23 0,'0'0'56'0,"-6"2"1"0,6-2-6 0,-9 0-6 0,9 0-2 15,-11 4-5-15,4-2-5 0,0 2-7 0,-1-2 6 16,8-2 0-16,-14 3 0 0,7-1-4 0,-2 1-1 16,-3 2-2-16,1-1 11 0,3-2-6 0,0 2 8 15,-2-1-9-15,5 1 9 0,-4-1-11 0,3 0 9 16,-5-1-4-16,4 2-6 0,0-2 0 0,1 0 4 15,-2 1 6-15,2 0 4 0,1-2-2 0,5-1 5 16,-11 3-7-16,11-3 8 0,-10 4-3 0,10-4 4 16,-6 2-5-16,6-2-3 0,0 0-3 0,-9 3 4 15,9-3-7-15,0 0 2 0,0 0 5 0,0 0-2 16,0 0 0-16,-6 1 4 0,6-1-8 0,0 0 2 16,0 0-10-16,0 0 13 0,0 0 5 0,0 0 0 15,0 0 14-15,24-6 0 0,-13 1-4 0,7 2 0 16,1-5-1-16,8 1-2 0,4-3-7 0,0-2-2 15,3 0-6-15,2 1 1 0,12-4-1 0,2 6-8 16,-11-1-16-16,-3 1 4 0,0-2-3 0,-2 4 2 16,2-1-2-16,-3 3-4 0,6-3 2 0,-4 2 0 15,-1 0 5-15,2-1-8 0,0 3-1 0,1-4-1 16,1 4 0-16,-1-2-1 0,-3 1 1 0,0-1-1 16,-3 3-2-16,0 1 3 0,-4-1-3 0,-6 2 2 15,3-1-1-15,-4 0 1 0,-1 2-1 0,-4-3-2 16,-1 3-5-16,-1 0 2 0,-2-1 5 0,1 1-3 15,-1 0 2-15,-5 1 0 0,-6-1 1 0,12-1 1 16,-12 1 0-16,13-1-2 0,-13 1 0 0,9-2 1 16,-9 2 1-16,0 0 3 0,8 3 0 0,-8-3 6 15,0 0 6-15,0 0-4 0,0 0 5 0,10 0 2 16,-10 0 2-16,0 0-5 0,0 0 1 0,0 0-7 16,0 0 3-16,0 0-3 0,0 0 0 0,0 0-2 15,7 1 1-15,-7-1-2 0,0 0-1 0,0 0-4 16,0 0 2-16,0 0 0 0,0 0-1 0,0 0-7 15,0 0 7-15,0 0-1 0,0 0 3 0,0 0-2 16,0 0 0-16,0 0-3 0,0 0 3 0,0 0-5 16,0 0 4-16,0 0-2 0,0 0 0 0,0 0-10 15,0 0-10-15,0 0-20 0,4-7-21 0,-4 7-20 16,0 0-30-16,0 0-19 0,0 0-23 0,0 0-8 16,0 0-10-16,0 0-141 0,0 0-337 0,0 0 149 15</inkml:trace>
  <inkml:trace contextRef="#ctx0" brushRef="#br0" timeOffset="46781.08">25632 14896 90 0,'0'0'98'0,"0"0"-7"0,0 0-20 0,0 0 0 16,0 0-1-16,0 0-19 0,0 0 8 0,0 0-16 16,36-16-2-16,-7 8 6 0,6-2-8 0,0-3-2 15,17-3 0-15,-1 0 1 0,1 0-9 0,-1-2 5 16,-14 7-16-16,14-3-3 0,-5-5 6 15,-6 8-2-15,-5 0 4 0,-1 1-4 0,-3-2-6 16,1 4-1-16,-3 1-4 0,0-1 9 0,-2 3-4 16,-6 1-6-16,-3 0-23 0,0 1-16 0,-3 1-14 0,-3 1-23 15,1 2-15-15,-1-1-64 0,-6 2-159 0,3 1 70 16</inkml:trace>
  <inkml:trace contextRef="#ctx0" brushRef="#br0" timeOffset="47049.51">25545 15116 60 0,'0'0'108'0,"0"0"-16"15,0 0 3-15,0 0-5 0,18-11-9 0,9-1-2 0,4 1 3 16,3-4-8-16,16-5 0 0,1 0-8 0,3-3-6 16,2 2-4-16,-4-1-9 0,3 1-3 0,-5 2-8 15,-5 1-4-15,-8 6-2 0,0 0-26 16,-5 0-15-16,4 4-9 0,-5-2-22 0,-2 5-28 16,-2 0-23-16,-6 2-70 0,-4 2-176 0,-3 1 79 0</inkml:trace>
  <inkml:trace contextRef="#ctx0" brushRef="#br0" timeOffset="47282.09">25650 15305 87 0,'0'0'130'0,"34"-16"-10"16,-7 3-17-16,18-10-3 0,4 3-16 0,3-10-13 16,3 2-9-16,4 3-4 0,-3-3-20 0,26-8-19 15,-26 13-11-15,-1 0-22 0,4 0-21 0,-5 0-28 16,0 4-65-16,-5 4-139 0,-17 4 61 0</inkml:trace>
  <inkml:trace contextRef="#ctx0" brushRef="#br0" timeOffset="47531.21">25726 15393 127 0,'-6'0'191'0,"6"0"-21"0,0 0-16 0,0 0-14 15,16-20-21-15,8 1-12 0,22-5-9 0,6-4-16 16,5-2-14-16,26-12-12 0,-26 12-19 0,30-11-29 16,-30 14-18-16,25-6-30 0,-32 13-47 0,4 1-27 15,-3 4-71-15,-16 5-199 0,-2 1 88 0</inkml:trace>
  <inkml:trace contextRef="#ctx0" brushRef="#br0" timeOffset="47714.55">25979 15466 111 0,'0'0'142'0,"0"0"-14"16,0 0-22-16,17-17-12 0,6 3-12 0,8-3-18 15,9-9-23-15,8 2-26 0,-3-3-40 0,6 1-41 16,-4-2-50-16,-1 3-124 0,2 3 55 0</inkml:trace>
  <inkml:trace contextRef="#ctx0" brushRef="#br0" timeOffset="51047.56">12556 16188 17 0,'54'-9'22'0,"2"3"6"15,0-2-1-15,2-2 12 0,3 2-5 0,-5 0 1 16,5 0-3-16,-4 1 3 0,0 4 0 0,-3-2 1 16,0 2 4-16,-14 2-3 0,12-4-7 0,-14 3 1 15,14 2 0-15,-12-2 6 0,-2 4-8 0,1-5 7 16,-5 1-8-16,2 2 7 0,-7-1-3 0,0 4-4 16,-9-6-2-16,0 4 5 0,1-2 0 0,-6 2 0 15,-1-1-4-15,-1 0 0 0,-1-1 0 0,-12 1-2 16,15 0-12-16,-15 0 8 0,11 0-4 0,-11 0-3 15,0 0-1-15,14-1 0 0,-14 1-2 16,0 0 2-16,0 0 4 0,0 0-7 0,13 0 1 0,-13 0-2 16,0 0-10-16,0 0 5 0,0 0-7 0,0 0-3 15,12 4-10-15,-8-3-25 0,-4-1-22 0,11 4-23 16,-4-3-66-16,3 3-164 0,-10-4 73 0</inkml:trace>
  <inkml:trace contextRef="#ctx0" brushRef="#br0" timeOffset="51267.6">14452 15731 8 0,'-3'-9'144'0,"3"9"-15"15,0 0-8-15,-4-11-14 0,4 11-16 16,-3-7-7-16,3 7-12 0,0 0-2 0,-8-11-7 15,8 11-11-15,-6-5-2 0,6 5-5 0,0 0-14 0,0 0 0 16,-6-7-14-16,6 7-9 0,0 0-28 0,0 0-19 16,0 0-12-16,0 0-12 0,0 0-12 15,0 0-72-15,0 0-157 0,0 0 70 0</inkml:trace>
  <inkml:trace contextRef="#ctx0" brushRef="#br0" timeOffset="60565.38">10400 14808 9 0,'0'0'21'0,"-8"-3"2"16,8 3 1-16,-6-3-6 0,6 3-4 0,-7-3 4 15,7 3-1-15,-6-4-4 0,6 4-5 0,0 0 6 16,-6-4-1-16,6 4-5 0,-8-5-1 0,8 5 3 15,0 0-1-15,-6-3 5 0,6 3 0 16,0 0 5-16,-7-4-1 0,7 4 12 0,0 0-8 0,-8-4-4 16,8 4 3-16,-5-3 4 0,5 3-10 15,0 0 2-15,-8-4 0 0,8 4-3 0,-7-4-5 0,7 4 5 16,-6-2 0-16,6 2 0 0,0 0 1 0,-8-4-11 16,8 4 2-16,0 0 10 0,-8-4-7 0,8 4-2 15,0 0 1-15,-6-4 2 0,6 4-1 16,0 0 5-16,-6-2 0 0,6 2 0 0,0 0-10 15,0 0 15-15,0 0-7 0,0 0 9 0,0 0 1 16,0 0 1-16,0 0-10 0,-8-4 8 0,8 4-5 0,0 0-4 16,0 0 5-16,0 0 4 0,0 0-7 0,0 0-5 15,0 0 1-15,0 0-7 0,0 0 6 0,0 0 0 16,0 0 6-16,0 0-6 0,0 0 10 16,0 0-3-16,0 0 19 0,0 0 11 0,0 0-8 15,0 0 8-15,0 0-7 0,24-1-8 0,-24 1 2 16,13-2-6-16,-4 1 7 0,2 0-10 0,-2 1 5 0,2 0-8 15,0-2-3-15,-1 0 3 0,4 0 0 16,-1-1 2-16,-1 1-4 0,-1 1 1 0,2 0-9 16,1-2-1-16,4 2 2 0,-5-1 3 0,5 0-4 15,-3 1 1-15,0-1-4 0,2-1-3 0,1 2 4 16,0-2-3-16,-2-3 5 0,2 4-4 0,1-2-1 0,0 2-1 16,-1-2 5-16,-1 0-4 0,1 0-3 0,1 1 5 15,-1 0-5-15,0-4 5 0,0 4-7 0,-2-1 0 16,1 1-2-16,-3 1 5 0,4-1 7 15,-4 2-8-15,4-2-2 0,-2 0-1 0,1 0 0 16,1 0 3-16,-1 2 0 0,-3 0-1 0,-1 1 2 16,0-2-8-16,0 2 9 0,5 0-4 0,-4 0-2 15,0 0 5-15,4 0-1 0,-4 0-3 0,-1 2-2 0,6-4-2 16,-1 2 7-16,-4 0-3 0,3 0 8 16,1-1-14-16,-2-1 5 0,2 2 5 0,0 0-6 15,-1 0 1-15,0-1 2 0,0-1-1 0,0 2 1 16,-4 0-2-16,2 0 6 0,2 2-7 0,0-1 6 15,1-1-2-15,0 0-5 0,-4 0 2 0,4 2 4 0,0-2 0 16,-1 1 1-16,0-2-2 0,-4 2 3 16,4-1-10-16,0 2 5 0,-3-2 0 0,5 2 1 15,-1 0-5-15,-2 0 4 0,2-3 3 0,3 2-3 16,-3 1-2-16,-5-2 4 0,9 3 0 0,-5-1 1 16,2-1-1-16,-1-1-6 0,2 1 7 0,0-1 2 0,-1 0-2 15,1 0-11-15,-3 2 5 0,5-2 8 16,-5 0-4-16,3 1 4 0,-1 0-5 0,2-2 0 15,-1 1-2-15,-1 0 3 0,-1 1 2 0,2-1-2 16,-1 0 2-16,2-1-3 0,-2 1 4 0,1 1 0 16,-2-1-8-16,4-2 8 0,-4 2-4 0,2 0-1 15,-2-2 2-15,0 2-1 0,-1 0 2 0,2 0-3 0,-1-1 3 16,-3 1 2-16,-1 1 1 0,5-1-3 0,-6 0-7 16,0 0 12-16,5 0-11 0,-7 0 6 15,9 2-2-15,-6-1 0 0,2-2-3 0,-3 1 6 16,3 1 0-16,-3 1-4 0,4 0 0 0,-4-1 1 15,3 0 2-15,-3 1-2 0,1-1-3 0,5 0 2 0,2 0 0 16,-1 0 3-16,2 0 2 0,-1 2-5 16,0-1-2-16,6 0 4 0,-8-2-2 0,4 0-1 15,-1 2 4-15,6-2 1 0,1 0-6 0,-3-2 3 16,3 2 1-16,-6 0 0 0,4 0 0 0,2 0 1 16,0 0-3-16,-1 4 3 0,-5-3 4 0,4 2-7 15,-6 1 8-15,6-3-12 0,-4 1-1 0,4 2 3 0,1-2 5 16,-5 2 1-16,-3-1 0 0,7 3-5 15,3-3 4-15,-11 1-6 0,4 0 6 0,-4 0-4 16,8 0 2-16,-4-1 0 0,7 1 3 0,-1-2-6 16,4 0 6-16,-5 2-6 0,1-1 9 0,-2-1-12 15,4-2 8-15,-2 3-3 0,-1-1 2 0,1 0 0 16,2-1-2-16,-1 0 2 0,-1-1-1 0,2 3 3 16,-1-2-1-16,1 0 2 0,-4 2-10 0,4-3 3 15,-1 1 2-15,-2 0 0 0,1-1 3 0,0 3-2 16,-1-3 1-16,-1 0-3 0,4 1-1 0,-2 1 1 15,2 0 5-15,-3-2-1 0,1 2-4 0,-2 0 3 16,4 0 2-16,-3 0 2 0,1-1 2 0,2 3-11 16,1-3 3-16,-3 1 1 0,3-1-3 0,-1 3 3 15,-2-3 1-15,2 2 4 0,-2-3-7 0,3 2 3 16,-2 1 2-16,-1 1-16 0,-1 0-3 0,-6-2-16 16,6 3-33-16,-1-2-22 0,0 2-8 0,-6 0-29 15,0 0-101-15,-1 0-242 0,1-1 108 0</inkml:trace>
  <inkml:trace contextRef="#ctx0" brushRef="#br0" timeOffset="61300.16">16617 14802 29 0,'0'0'92'15,"0"0"-9"-15,-13-16-6 0,13 16 5 0,0 0-7 16,-6-7 1-16,6 7-1 0,0 0 13 0,-8-4-20 16,8 4-8-16,0 0 1 0,0 0-7 0,0 0-5 15,-11-3-10-15,11 3 7 0,0 0-7 0,0 0-4 16,0 0 2-16,0 0 1 0,0 0-5 0,-7-6-3 16,7 6-1-16,0 0-19 0,0 0 6 0,0 0-3 15,0 0-2-15,0 0 3 0,0 0-2 0,0 0-8 16,0 0-5-16,0 0 9 0,0 0-5 15,0 0-2-15,0 0 0 0,0 0 0 0,0 0 1 0,0 0-2 16,0 0 0-16,28 0 6 0,-28 0-6 0,23 2 2 16,-10-2-4-16,5 1 2 0,1-1 0 0,3 3 0 15,6-6 6-15,-5 4-3 0,8-2-10 0,-3 0 6 16,8 1-3-16,-3-2 9 0,3 2-1 0,0-3-1 16,-1 1-6-16,4-1 1 0,-1 2 7 15,14-2-5-15,-12-1 6 0,12 4-8 0,-13 0 3 16,12-2-1-16,1-3-3 0,-13 3 3 0,14 1 0 15,0-2-2-15,-1 3 1 0,1-3-2 0,-2-1 7 0,2-1 1 16,1 2-6-16,0-1 0 0,3 3 2 0,-1-2 1 16,3 1-5-16,-1 1 0 0,3-1-3 0,-2 1 1 15,1 1 10-15,0-3-3 0,-1 0-1 16,3-1-5-16,0 4-1 0,2-7-6 0,3 5 5 0,-2 2 9 16,27-3-14-16,-28 2 9 0,0-2 0 15,2 3-5-15,0 0 6 0,-2 0 5 0,29 1-12 0,-33-1 2 16,5 3-13-16,-1-2 19 0,26 6-3 0,-29-6-3 15,1-2 11-15,3 1-13 0,25 5 2 16,-29-2-1-16,4 0 5 0,1 3 0 0,0-6-7 16,26 4-2-16,-28-2-11 0,2 1 8 0,-1-1-12 15,26 2-4-15,-31 0-15 0,30-4-8 0,-26 0-10 16,0 0-11-16,1 3-16 0,2-1-54 0,-5 2-155 0,2-4 68 16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23T09:16:18.24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20751 7427 17 0,'0'0'18'0,"0"0"0"0,0 0-6 15,0 0-4-15,0 0-5 0,0 0-6 16,0 0-10-16,0 0-12 0,0 0 5 0</inkml:trace>
  <inkml:trace contextRef="#ctx0" brushRef="#br0" timeOffset="8904.85">23761 10705 59 0,'0'0'103'16,"1"-13"-9"-16,-1 13-5 0,2-9-7 0,-2 9-11 0,0-8-1 15,0 8-8-15,0 0-4 0,2-10-3 0,-2 10-11 16,0 0-6-16,0 0 0 0,-1-9-8 0,1 9 0 16,0 0 1-16,0 0-2 0,0 0-1 0,0 0 3 15,0 0-4-15,0 0 2 0,0 0-6 0,0 0-3 16,0 0 11-16,0 0-7 0,0 0 10 0,0 0 1 16,0 0 3-16,0 0-4 0,0 0-1 0,0 0-4 15,4 28 12-15,-4-22-4 0,1 1-1 0,-1-7-4 16,3 12-1-16,-2-2 0 0,-1-3-4 0,1 4 2 15,-1-6-2-15,0 4-4 0,1 1 2 0,1 0 12 16,-1-3 1-16,-1-7-4 0,1 13-2 0,-1-13-3 16,2 12-7-16,-1-6 2 0,0-1-2 0,-1-5-4 15,4 12-1-15,-3-8 4 0,-1-4-7 0,5 7 0 16,-5-7 0-16,4 8-2 0,-4-8-4 0,4 4 1 16,-4-4-2-16,8 3 6 0,-8-3-5 0,10-1 3 15,1 0-3-15,5-6-2 0,11-3-8 0,2-4-10 0,17-13-2 16,1-2-22-16,27-19-29 0,-22 12-30 0,27-19-23 15,-2 0-35-15,-4-5-125 0,4-5-299 0,0-4 133 16</inkml:trace>
  <inkml:trace contextRef="#ctx0" brushRef="#br0" timeOffset="20271.21">24643 15987 51 0,'0'0'60'0,"1"-8"-11"0,-1 8 1 0,4-7 4 15,-4 7-7-15,0 0-1 0,0 0 1 0,0-9-4 16,0 9 1-16,0 0-9 0,0 0 2 0,0 0 1 16,0 0-2-16,-4-10-6 0,4 10 0 0,0 0-1 15,0 0-4-15,0 0 1 0,-2-8-7 0,2 8 2 16,0 0-5-16,0 0 1 0,-3-7 5 0,3 7-5 15,0 0 9-15,0 0-4 0,0 0 14 0,-1-10-2 16,1 10 2-16,0 0 7 0,0 0-12 0,-3-6 1 16,3 6 8-16,0 0-5 0,0 0 3 0,0 0-5 0,0 0 0 15,0 0-1-15,-4-6-4 0,4 6 0 16,0 0-3-16,0 0 1 0,0 0-2 0,0 0 1 16,0 0-4-16,0 0 3 0,0 0-2 0,0 0 1 15,0 0 3-15,0 0-9 0,0 0-1 0,0 0 0 0,0 0 3 16,0 0 3-16,0 0 1 0,0 0-3 15,0 0 2-15,0 0-2 0,0 0 0 0,0 0-4 0,0 0 5 16,0 0 4-16,0 0-1 0,0 0 5 16,0 0 2-16,0 0 0 0,0 0 2 0,0 0-1 0,9 18-4 15,-9-18-6-15,3 6 0 0,-3-6 1 0,3 7-5 16,-3-7 1-16,0 0 2 0,2 7-1 16,-2-7 7-16,4 7 4 0,-4-7 1 0,4 9-2 15,-3-6 3-15,-1-3-1 0,3 8-7 0,-3-8 6 16,5 6-8-16,-5-6 1 0,6 7-1 0,-2-2 1 15,-4-5 3-15,8 6 1 0,-8-6-5 0,8 4-1 16,-4-2-2-16,-4-2 0 0,5 7-4 0,-5-7 1 16,0 0-2-16,6 4-2 0,-6-4 2 0,0 0 0 15,0 0-3-15,0 0 0 0,5 5 0 0,-5-5 0 0,0 0-2 16,0 0-1-16,0 0 0 0,0 0 2 0,0 0-1 16,20-16-1-16,-1-5-1 0,1-4-5 0,15-15-7 15,2-6-13-15,22-20-15 0,-4 0-25 0,5-5-33 16,-3 2-42-16,2-5-44 0,5-5-43 0,-13 2-148 15,7-2-397-15,-3-12 176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23T09:17:21.55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28102 8909 90 0,'0'0'112'0,"0"0"-18"0,0 0-1 0,0 0-11 16,4-6 8-16,-4 6-4 0,0 0-1 0,0 0 1 15,0 0 8-15,0 0-1 0,0 0-3 0,0 0-4 16,0 0-4-16,0 0-8 0,0 0-8 0,0 0-7 16,0 0-5-16,0 0-9 0,0 0-4 0,0 0-7 15,0 0-4-15,0 0-1 0,0 0 1 0,10 11-3 16,-10-11-4-16,0 0-2 0,0 0-3 0,3 6-2 15,-3-6-1-15,0 0-2 0,4 8 9 0,-4-8-3 16,0 7 2-16,0-7-4 0,4 7 0 0,-4-7-7 0,1 7 3 16,-1-7-1-16,2 6 1 0,-2-6-1 15,2 6-2-15,-2-6 4 0,5 6-5 0,-5-6-1 16,2 6 0-16,-2-6 4 0,4 5-1 0,-4-5-1 16,0 0-3-16,5 7-2 0,-5-7 4 0,0 0-3 0,4 5 2 15,-4-5-2-15,0 0-1 0,4 3 0 0,-4-3 4 16,0 0-8-16,10 3 4 0,-10-3-2 15,9-2 0-15,-9 2 0 0,19-4 4 0,-5-1-2 0,7-3-8 16,8-5-18-16,5-1-18 0,10-10-17 0,6-3-23 16,-1-5-31-16,26-18-56 0,-25 14-120 15,24-19-308-15,-3 3 137 0</inkml:trace>
  <inkml:trace contextRef="#ctx0" brushRef="#br0" timeOffset="3461.14">21654 9376 19 0,'0'0'71'0,"0"0"-6"0,0 0 6 0,0 0-10 0,0 0-2 15,0 0-4-15,-7-4-9 0,7 4 0 0,0 0-6 16,0 0-4-16,0 0-7 0,-7-1 1 16,7 1-5-16,0 0 4 0,0 0-11 0,-10-3-2 15,10 3 5-15,-7-3-4 0,7 3 3 0,0 0-3 0,-12 0 2 16,12 0-1-16,-8-2-2 0,8 2 12 0,-9-4-15 16,9 4 0-16,-9-2-2 0,9 2 3 0,-9-3 3 15,9 3-6-15,-9-3 9 0,9 3-10 16,0 0 11-16,-9-1 3 0,9 1-4 0,0 0 1 0,-8-3-1 15,8 3 2-15,0 0-8 0,0 0 0 0,0 0-5 16,-9-2 0-16,9 2-10 0,0 0 7 0,0 0 5 16,0 0-6-16,0 0-3 0,0 0 5 0,0 0-7 15,0 0 7-15,0 0-7 0,0 0-1 0,0 0 4 16,0 0-3-16,0 0-1 0,35 2-3 0,-28-2 5 16,4 3-4-16,0-2 11 0,1 0 0 0,2-2-1 15,4 2-3-15,-2-1 4 0,3 0-4 0,2 0 4 16,7-1 4-16,0 0 0 0,-7 0 5 0,8-2-3 15,2 0-1-15,-2 1-6 0,2 0 1 0,3 1-2 16,-1-2 2-16,1 3-7 0,0 0 10 0,-2-3-5 16,2 0-3-16,1 2 13 0,-2 1 9 0,3-4-15 15,1 3 8-15,-1-1-9 0,2-1 1 0,1 2 3 16,-1 0 1-16,-1-1-1 0,1-2-2 0,-1 3-4 16,0-2 2-16,1 2 3 0,-3 0-3 0,1 0-2 0,-4-1 0 15,0 2-1-15,1-2 8 0,3 2-16 16,-4 1 5-16,0-2 7 0,-3 1-6 0,1 1-1 15,-4-1-1-15,-5 0 1 0,1-1-6 0,-1 3 6 16,0 0-4-16,-1-1 6 0,1 1-4 0,-2 1 2 0,3-3-1 16,-1 2 5-16,1 1 3 0,-1-2-2 0,2-1-3 15,5 0 1-15,0 0 4 0,-8 0-4 0,8-2 1 16,-6-1-6-16,5 2 0 0,1-3 4 0,-9 3 3 16,3 0-2-16,5-5-12 0,-7 3 6 0,-2 1 7 15,4 0 0-15,-2 2-4 0,-2-3 3 0,3 1-6 16,-1 0 5-16,1 0-2 0,-4-1 3 15,6 3 2-15,-2-3-2 0,-1 2 2 0,1 0-3 0,-1-1-4 16,1 4 5-16,-1-2-6 0,-1 1 2 0,0-1 6 16,1 1-7-16,0-1-3 0,-1 0 2 0,-1 0 5 15,1 2-5-15,-1-1 5 0,1-1-4 0,-2 0-2 16,0 0-1-16,0 2 3 0,0-1-4 0,2 0 7 16,-2 0-9-16,2-1 5 0,0 2 3 0,-2-1-5 15,2 1 2-15,-6 0 0 0,1 0 4 0,3-2-18 16,-2 1 14-16,-2 0 3 0,1-1-1 0,-2 2 2 15,1-1-7-15,1-1 3 0,-2 3 6 0,2-2-3 16,-1 1-6-16,-1-1 4 0,0 0-3 0,1 0 0 16,-1-1-1-16,-1 0 0 0,-1 0 1 0,1 1 7 15,1 1-8-15,-1-1 1 0,0-1 5 0,1 0-4 0,0 0 4 16,-2 1-6-16,2-1 6 0,0 0-1 16,-1-1-3-16,1 1 0 0,0 0 1 0,0-3-3 15,1 3 6-15,0-1-3 0,0 0 1 0,0 0-2 16,-2-2-1-16,2 2 3 0,0 0 1 0,-1-1-2 0,-1 1 0 15,2-1 1-15,5 0-7 0,-4 0 3 0,-2 2 1 16,-1-3 2-16,3-1-5 0,-2 3-1 16,-1 0 2-16,0-2 5 0,-1 2-7 0,1-2 4 0,0 0 1 15,-2 1-6-15,-1 0 6 0,1 0-4 16,-2 0-2-16,4 0 8 0,-4-1-1 0,3 3 0 0,3-3 0 16,-5 0-7-16,2 0 7 0,-1 0-1 0,0-1 1 15,1 4-1-15,-1-5 1 0,3 3 4 0,-6-1-1 16,4 0-4-16,-3 1 4 0,-1 1 0 0,-6 1-7 15,15-4 0-15,-7 2 4 0,-3 0 4 0,3-2-5 16,-1 1 3-16,1 1-4 0,2-1-1 0,-4 1 3 16,-6 2-15-16,14-4 15 0,-9 1-1 0,3 0-6 15,-8 3 12-15,12-4-6 0,-7 0 2 0,2 1 0 16,-1-1 2-16,-1 2 3 0,-5 2-2 0,13-6-2 16,-8 2 0-16,2 1-4 0,-2-3 4 0,3 3 1 15,-5-2-7-15,-3 5 5 0,10-7 0 0,-6 3-5 16,1 0 4-16,-5 4-5 0,9-9 7 0,-4 3 0 15,0 1-1-15,1 0-2 0,0-2-3 0,0 0 9 16,-2 2 0-16,1 1-5 0,1-1-3 0,-3 0 3 16,1 0 3-16,0 1 1 0,1-3-1 0,-1 3 2 15,1-1-3-15,-1 0-3 0,0 0 11 0,1-1 0 16,-1 2 3-16,1-2-2 0,-5 6 7 0,7-10 4 0,-4 5-2 16,-1-1 1-16,2 1-4 0,-4 5-2 15,5-8 1-15,-2 2-7 0,-3 6 6 0,6-9 5 16,-6 3 2-16,0 6 1 0,2-11 1 0,0 3-2 15,-2 8-3-15,0-13-5 0,0 7 1 0,0 6 9 0,1-13-5 16,1 6-5-16,-1 0-2 0,-1 7 4 0,-1-14-2 16,2 5-2-16,-1 1 4 0,0 8 0 0,-1-15-6 15,-1 5 6-15,1 5 0 0,1-5 2 0,0 0-8 16,0 0 3-16,0 10 10 0,-2-12-1 0,0 4-2 16,2 0-5-16,-2-3 2 0,-2 3-5 15,4-2-2-15,-3 2 4 0,2 0-6 0,-1 1 2 0,2 7 0 16,-4-17 1-16,1 8-1 0,-1-1-1 0,2 1 4 15,-2 0 0-15,1 2 3 0,-2-2 7 0,3-1 2 16,-5 1 1-16,3 0-9 0,-1-1 3 0,0 1-2 16,-1 1 2-16,0 1-6 0,1-4-2 0,-1 3-2 15,1-1-2-15,-1 1 5 0,1-1 11 0,2 0 5 16,-5 2-6-16,3-2-5 0,1 2 0 0,-1-1-4 16,0 0 1-16,-1-1-2 0,-1 1-3 0,1 1-2 15,1-2 2-15,-5 1-1 0,2-1 0 0,2 3-1 16,-2-2-2-16,-1-2-6 0,0 3 4 0,-2 0 0 15,1 0-1-15,-2-2-3 0,-3 0 0 0,-1-1 3 16,-1 1-3-16,-2-2-3 0,0 2 4 0,-6 0-8 16,0-2 7-16,0 1-5 0,-2 4 4 0,5-2-4 0,-4 0 2 15,-4-1-2-15,3 3 1 0,1-2-2 16,1 2 2-16,-2-1-4 0,6 2 5 0,-6-1-1 16,7 3-1-16,0-2-4 0,0 3 1 0,0-1-2 0,0-2-3 15,-1 0 0-15,1 2 0 0,-2 1 0 0,1 0 2 16,-5-2-2-16,4 1 0 0,1 1-1 0,-7 0 2 15,0-1 1-15,-2 2 2 0,-1 0-4 0,1-2 2 16,-2 3 1-16,-1 0 0 0,-2 0-2 0,1-1 2 16,-2 1 3-16,-1 1-2 0,1-1 2 0,-1 0-1 15,-13 3 1-15,12-2 3 0,1 2-2 0,0-1 1 16,1-1-2-16,2 1 2 0,-1-2-2 0,-2 3 3 16,2-2-2-16,2 2-2 0,-3 0-2 0,0 1 1 15,0 1-6-15,-2-2-1 0,0 1-1 0,-2-1-1 16,3 2 4-16,-4 2-3 0,-9-2 1 0,13 1 1 15,0-2-3-15,-2 1-5 0,2-2 5 0,0 2-6 16,-2 0 2-16,1-1 3 0,1 0-2 0,1 1 6 16,-1 1-4-16,0-1-1 0,3 0 0 0,-4 1-5 15,3 4 3-15,-1-5-7 0,1 2-5 0,-2 0 1 16,4 0-2-16,0-3 5 0,-2 2-4 0,2-1 9 16,0 1-11-16,2 3 9 0,-1-3 5 0,4 5 2 15,-1-4-2-15,2 4 7 0,-1-3-3 0,-2 4-3 16,5-3 1-16,-3 4 6 0,1 0 6 0,1-3-4 15,1 5 4-15,1-2-13 0,-2 1 11 0,0 2 2 16,2-1 2-16,1 1 1 0,0 1-9 0,5-6 9 16,-2 7-3-16,-3-3 6 0,7-1 5 0,0 0-12 15,0-2 5-15,0 2 2 0,-2 4-3 0,3-2-2 16,0-4 3-16,2 2 4 0,-3-1 3 0,1 1-1 16,-1-1-6-16,1 0 3 0,-3 4 5 0,2-3-6 0,1-1 0 15,2 0 4-15,0 0 2 0,-1-1 3 16,2 1-5-16,2 0-5 0,-1-2-1 0,0 2 8 15,5-4-2-15,-2 1-1 0,1 0-11 0,1 0 5 16,-1-1 3-16,1 0 1 0,1 1-1 0,-2 0 4 0,2 2 0 16,1-4-13-16,0 3 17 0,-1 0-7 0,0-2 2 15,1 1-1-15,0 1 2 0,2 0 0 0,-2 1 3 16,2-2 1-16,0 1-1 0,1-4 0 0,1 3-3 16,-3 1 5-16,3 0-4 0,-1-2-2 0,1 1 1 15,1 1 5-15,-1-1-6 0,1 0 1 0,-1 1 2 16,2 0 4-16,-1 0-5 0,0 2-3 0,2-2-3 15,-1 0 2-15,1-1 3 0,1 1-1 16,1-2 1-16,-1 1-13 0,1 0 13 0,0-2-3 0,0 3 6 16,1-2-8-16,3 0 2 0,-1 1 3 15,1-3 1-15,2 0-4 0,2 3 7 0,1-1-2 0,2 0 0 16,1-2-5-16,1 1 5 0,3-2-4 16,-2 1 1-16,1-2 1 0,2 1-1 0,-1-2 0 0,2 0 0 15,3-1 1-15,-4 1-5 0,0-2-9 0,6 1-21 16,-6-1-25-16,5 1-27 0,2-1-29 0,-1-2-115 15,-6 2-248-15,6-2 111 0</inkml:trace>
  <inkml:trace contextRef="#ctx0" brushRef="#br0" timeOffset="4528.97">25085 8364 119 0,'0'0'142'0,"0"0"0"16,-6 5-1-16,6-5 0 0,0 0-4 0,0 0-7 15,0 0-17-15,0 0-9 0,0 0-15 0,0 0-15 16,0 0-5-16,21-13-6 0,-1 4-6 0,4-3-6 16,4-1-7-16,5-2-4 0,-1 1-7 0,5-1 2 15,0 0-8-15,8-4-6 0,-8 6 1 0,-1-3-5 16,1 6-1-16,-3-5-4 0,-1 3-2 0,-1 1 1 15,-3-2-7-15,0 4 7 0,-2-1-3 0,-9 3-5 16,2-1 0-16,-3 3 5 0,-6 0-5 0,2 0 0 16,-1 3-6-16,-6-2 14 0,2 1-8 0,-8 3 3 15,13-3-3-15,-13 3 2 0,6-4 4 0,-6 4 1 16,6-2-2-16,-6 2 8 0,0 0-1 0,0 0 4 16,0 0 0-16,9-1-5 0,-9 1 0 0,0 0-1 0,0 0-3 15,0 0-3-15,0 0 0 0,0 0-4 16,0 0 6-16,0 0-7 0,0 0 1 0,0 0-1 15,0 0-2-15,0 0 3 0,0 0 0 0,-15 25-5 16,9-16 4-16,-2 2-2 0,-1 1 0 0,-1 2 0 0,1-1-3 16,3-2 3-16,0 0-12 0,-1 0-15 15,0 0-25-15,3 1-32 0,-1 0-17 0,0-2-18 16,1 1-18-16,2 1-127 0,-2-1-285 0,0-1 127 16</inkml:trace>
  <inkml:trace contextRef="#ctx0" brushRef="#br0" timeOffset="4720.43">25724 8110 157 0,'-9'-11'172'0,"-1"-1"-15"16,0-1-19-16,-3 2-6 0,2-1-9 0,-3 0 1 16,1 2 11-16,3 3-9 0,-3-5-6 15,2 5-10-15,0-3-14 0,2 4-6 0,2 1-9 16,-1 1-12-16,2-1-8 0,0 2-12 0,6 3-21 0,-5-6-36 15,5 6-54-15,-8-6-45 0,8 6-35 0,0 0-134 16,0 0-297-16,0 0 133 0</inkml:trace>
  <inkml:trace contextRef="#ctx0" brushRef="#br0" timeOffset="6261.09">26381 7777 25 0,'0'0'217'15,"-4"-7"0"-15,4 7-1 0,0 0-9 0,-4-10-7 0,4 10-8 16,-2-4-13-16,2 4-16 0,0 0-14 15,0 0-17-15,0 0-13 0,-4-6-15 0,4 6-14 16,0 0-11-16,0 0-12 0,0 0-7 0,0 0-8 0,0 0-8 16,0 0-3-16,0 0-14 0,0 0 0 0,0 24-1 15,-3-15-4-15,3 5-6 0,3 1 0 16,-3 0-3-16,0 3 1 0,0-2-3 0,0 1 2 16,0-5-3-16,0 1-5 0,0-2 4 0,0 2-1 15,0-4 1-15,0 0-4 0,0-3 1 0,2 0 0 0,-2-6-1 16,0 10 4-16,0-10-4 0,0 0 1 0,0 7-3 15,0-7 5-15,0 0-2 0,0 0 2 0,-2 12-3 16,2-12 4-16,0 0 2 0,0 0-2 0,0 0 2 16,0 0 10-16,0 0 7 0,0 0 13 0,0 0-4 15,0 0-5-15,0 0-6 0,0 0-7 0,0-36-9 16,0 21 4-16,4-5-3 0,-2 1-4 16,-2 1 3-16,8-6-4 0,-2 5-2 0,1-5-5 0,-1 6-2 15,4 2 2-15,-3-3-3 0,3 5-1 0,-1-1 3 16,-1 5-1-16,-2 1-3 0,0 2 3 0,3 1-9 15,-1-1 0-15,-4 3 3 0,1 2-7 0,-5 2-1 16,12-3 0-16,-12 3 4 0,14 5-1 0,-5-1 2 16,-2 2 1-16,3 1-1 0,-2 1 2 0,-1 3 2 15,-1-4 1-15,1 5-2 0,2-2 6 0,-2-1-4 16,-1 1 2-16,-3-1-1 0,1-2 1 0,1-1 0 16,-3-1 3-16,-2-5-4 0,5 9 7 0,-1-5-1 15,-4-4 1-15,2 8 0 0,-2-8 1 0,0 0 0 16,2 4 4-16,-2-4-4 0,0 0 3 0,0 0 3 15,3 5-4-15,-3-5 4 0,0 0 0 0,0 0 0 16,0 0 1-16,0 0-2 0,0 0 5 0,0 0-6 16,0 0-12-16,8-14-1 0,-4 4-1 0,0 2-5 15,2-4 1-15,1-2-6 0,0 3-2 0,4-5 0 16,-4 6 6-16,2 2-5 0,-3 0-2 0,4 1-1 16,-6 3-2-16,3-4-4 0,-3 4 1 0,0 1 2 0,-4 3-3 15,12 0 1-15,-12 0 8 0,11 2 0 16,-4 1-3-16,0-1 3 0,-1 4 2 0,-1-3-4 15,1 2 9-15,1 2-4 0,3 0 7 0,-2-3 3 16,1 2-1-16,1-1 3 0,-2 1-1 0,3-2 0 16,1 0 3-16,-3-2-1 0,4-1 0 0,1-1 3 15,3-4 2-15,0 2-5 0,-4 0 3 0,5-7 2 0,-1 1-1 16,-1 1-1-16,-3-2 1 0,0 3-3 0,1-3 5 16,-5 1-3-16,5-3 1 0,-7-1-2 15,0 5 1-15,-2-6 2 0,4-2-4 0,-3 4-1 0,-2-3 4 16,0 1-1-16,-3 3-3 0,-1-4-3 15,0 2-16-15,0 0 4 0,-1 1 3 0,0 2 3 0,-2-1-2 16,1 5-2-16,2 5 3 0,-2-13 2 16,0 7 1-16,2 6 0 0,0 0-2 0,-7-8 2 0,7 8 1 15,-4-5 1-15,4 5-3 0,0 0 2 0,0 0-1 16,0 0-2-16,-14 8 3 0,12-1 2 0,-3 3 0 16,1 2 2-16,0 4-1 0,4-4 1 0,-6 4 1 15,4-3 0-15,0-1-6 0,2 1 5 0,0-2 2 16,2-1-2-16,0-1-4 0,1 0 9 0,-3-2-2 15,3 0 3-15,1-2 0 0,0 0 0 0,1-1-2 16,-1 2 1-16,-4-6 5 0,10 4 1 0,-4 0 1 16,1-3 0-16,-7-1 4 0,11-1 7 0,-11 1 1 15,14-7-3-15,-8 4 6 0,1-5-6 0,-7 8 2 16,14-11 0-16,-10 0-2 0,1 2-3 0,-1-2-1 16,0-4-1-16,1 3-3 0,0-4 1 0,-1 0-2 15,-1 1-1-15,-1-2-9 0,4 1 1 0,-4 5-2 16,3 0 2-16,-3 1-2 0,0 3 3 0,0-1-3 15,-2 8 0-15,5-8-3 0,-5 8-2 0,1-6-4 16,-1 6 1-16,0 0 1 0,0 0 2 0,0 0 3 16,10 18-2-16,-8-5 5 0,-1 5-5 0,0 7 4 15,0 0 2-15,-1-1 0 0,-2 2 2 0,2-11-3 16,0 2-3-16,0-5 1 0,1-2 3 0,0 1 0 16,1-1-1-16,-2-2 2 0,0-8-2 0,0 9 2 15,0-9 6-15,0 10-6 0,0-10 5 0,0 0 2 16,0 7 2-16,0-7 4 0,0 0 5 0,0 0 9 0,0 0 16 15,0 0 1-15,0 0-4 0,0 0 0 16,14-16-5-16,-5 2 1 0,3-3-8 0,-2 1-2 16,1-8-1-16,2 2-3 0,1-2-7 0,-5 2 0 15,5-4-6-15,-3 0 0 0,2 0-4 0,-1 1-3 0,-1 2 1 16,-3 5-3-16,0 0 4 0,-2 6-4 0,-2 3 2 16,-1 2-2-16,-1-2 0 0,2 3 0 15,-4 6-2-15,1-9 2 0,-1 9-3 0,4-5-7 16,-4 5 2-16,0 0 4 0,0 0-2 0,0 0-1 0,0 0 3 15,0 0-2-15,-11 23 0 0,8-10 5 0,-3 2-3 16,2-4-3-16,2 4 0 0,2 1 5 16,-1-3-5-16,1-2 2 0,1 1-1 0,1-1 3 15,0 0-1-15,3 0-1 0,-1 2-1 0,0-4 2 0,3 0 3 16,2 2-6-16,-2-3 4 0,1 2 3 0,-3 0-2 16,5-1 0-16,-4 0 1 0,0-1 0 0,-1-4 2 15,-1 1-2-15,-1 1 0 0,0-1 1 0,1 1 1 16,-4-6-1-16,4 7 1 0,-4-7-5 0,3 6-1 15,-3-6 1-15,0 7-3 0,0-7-2 0,0 0 0 16,2 5 1-16,-2-5-12 0,0 0-14 0,0 0-14 16,-5 9-18-16,5-9-19 0,0 0-19 0,0 0-32 15,-2 7-10-15,2-7-16 0,0 0-119 0,0 0-304 16,0 0 134-16</inkml:trace>
  <inkml:trace contextRef="#ctx0" brushRef="#br0" timeOffset="7279.17">27679 7400 36 0,'0'0'158'0,"-2"-11"4"0,2 11-12 0,0 0-14 15,-10-6-19-15,10 6-9 0,-13 3-4 0,4 3-1 16,0 2-4-16,-4 1-3 0,-2 1-5 0,2 0-4 16,0 3-11-16,3-5-6 0,0 5-2 0,3-4-8 15,1 1-11-15,0-3-2 0,2 0-6 0,0 1-3 16,4-2-9-16,0-6 0 0,-3 12-5 0,3-12-3 15,3 13 4-15,1-7-5 0,0 0-1 0,-1-2-2 16,2 0-4-16,-1 0 0 0,3-2 1 0,-7-2 0 16,11 4 0-16,-4-2-3 0,-7-2 0 0,15-2 1 15,-8 1-3-15,0-2 1 0,2-1-2 16,-1 0-2-16,-3-4 3 0,2 5-1 0,-2-3-2 0,0-2 0 16,-2 2-1-16,2-3-3 0,-5-1 2 0,5 2-1 15,-3 0 2-15,-2 8-4 0,2-13 2 0,-2 13 2 16,0-7 2-16,0 7-1 0,2-7 0 0,-2 7-5 15,0 0-1-15,0 0-3 0,2-8-2 0,-2 8 2 16,0 0 2-16,0 0-4 0,0 0 2 0,0 0-3 16,0 0 0-16,0 0 1 0,14 12 1 0,-9-8 3 15,-1 0-1-15,4 1 2 0,0-1-1 0,1 0 2 16,2-3 4-16,0 1 0 0,3-2-2 0,0-2 7 16,7 1 0-16,-1-5 0 0,1 3-4 0,-3-3 3 15,3-1-4-15,3-4 4 0,-7 1 0 0,0 3 4 16,0-3-4-16,-7 4 8 0,1 0 11 0,-2-1 3 15,-5 1 9-15,4 1 2 0,-5-1 0 0,2-2-5 16,-1 0-1-16,-2 2-5 0,-2 6 5 0,0-13 4 16,0 13-7-16,-4-12-1 0,4 12 2 0,-4-11-4 15,1 7-3-15,3 4-4 0,-3-7-3 0,3 7-3 16,-9-2-2-16,9 2-7 0,-13 3 3 0,3 1-3 16,0 2 2-16,2 1-5 0,-2 0-2 0,1 0 1 15,1 1 0-15,1-1-7 0,2-1 1 0,3-2-4 16,-2 2-1-16,2 2-3 0,2-8 1 0,-3 9 4 15,2-4-1-15,1-5 1 0,0 0-2 0,1 12-4 0,-1-12-2 16,3 7-4-16,-3-7-2 0,2 7-2 16,-2-7-1-16,6 4 2 0,-6-4 1 0,0 0-2 15,3 6-4-15,-3-6-8 0,0 0-2 0,6 4 6 0,-6-4 1 16,4 3 0-16,-4-3 3 0,5 6-3 0,-3 0 9 16,3-1 0-16,-1 3-2 0,1 5 4 15,-1 1 4-15,-1 4 1 0,3 6 1 0,1 4-3 16,-4 8 12-16,-1-2-6 0,-4 13 0 0,0-1 4 15,1-12-1-15,2 1 0 0,-2-4 0 0,-1 1 1 16,2 0 4-16,0-2-4 0,-5-2 1 0,1-2 2 16,0-1-1-16,-1 0 0 0,1-6 9 0,-6 5-8 0,2-7 2 15,-1 1-3-15,-2-3 5 0,-1-1 1 16,4-4 3-16,-1 0-1 0,-3-4 0 0,3 1 6 16,2-2-2-16,0-2-4 0,0 0 1 0,1-2 0 15,6-1-10-15,-13-4-5 0,3-2-4 0,6-4-7 0,2 1-8 16,2-7-3-16,2-5 2 0,5-5-2 0,2-4 7 15,6-2 1-15,1 2-9 0,12-12 10 0,-3 0-4 16,5 5-1-16,-9 10-7 0,8-12 5 16,2 2 1-16,-8 8 6 0,6-8-2 0,-7 11-4 0,1-2 4 15,1-2 5-15,-3 4-4 0,-3-1 3 0,0 0 3 16,-3 4 1-16,-3 2-2 0,-2 3 5 0,-5-1 0 16,2 3 6-16,-2-1 6 0,-2 1 5 0,-3 4 8 15,1 1 7-15,-1 0 19 0,-1 3-9 0,-2 2 4 16,3 6-2-16,-5-12-6 0,2 9-7 0,3 3 0 15,-11-4-7-15,11 4 4 0,-20 3-7 0,11 1 3 16,-3 4-7-16,-3 2 6 0,0 2-5 16,3 0 1-16,1 2 0 0,2 0-2 0,0 3-1 0,2-2-7 15,3 0-13-15,2 2-17 0,0-1-28 0,4-1-26 16,2-4-20-16,1 6-35 0,3-1-144 0,0 3-310 16,3-5 138-16</inkml:trace>
  <inkml:trace contextRef="#ctx0" brushRef="#br0" timeOffset="7680.54">28470 7500 150 0,'15'-24'183'0,"2"-2"-19"0,0-1-15 16,1-3-15-16,0 2-5 0,-2-1-8 0,0-1-19 16,-2 0-2-16,0-1-13 0,-2 1-2 0,0 4-4 15,-2 4-2-15,-1 5 2 0,-4 1-6 0,-1 4 15 16,1 2 3-16,-3 1 5 0,0 2-13 0,-2-1-6 15,1 2-12-15,-1 6-5 0,-5-11-6 0,5 11-7 16,-9-6-13-16,-1 5 1 0,10 1-12 0,-19 6-10 16,6 2-1-16,-1 1 3 0,-5 1-4 0,6 1-2 15,1 0-4-15,-1 1-3 0,6-1-5 0,-1 3 2 0,3-5-11 16,0 0-12-16,3 0 3 0,0 1 3 0,4 0-3 16,2 1 3-16,-1-1-2 0,4 0 4 15,2 1 2-15,2 1-4 0,2 2 4 0,0-3 4 16,3 2-4-16,-3-4 4 0,2 2-3 0,-6-3 5 15,2 1-2-15,-5-2 5 0,5 1-4 0,-4-1 2 16,-2-1-4-16,-1-1 8 0,1 0-3 0,0-1 3 16,-5-4-3-16,4 11 4 0,-2-7 0 0,-2-4-1 15,-2 11-3-15,2-11 3 0,-5 11-4 0,-1-7-11 16,2 3-19-16,-1-2-21 0,-2 0-26 0,4 2-25 0,0-4-28 16,-5 1-48-16,8-4-99 0,-8 6-306 0,8-6 135 15</inkml:trace>
  <inkml:trace contextRef="#ctx0" brushRef="#br0" timeOffset="7866.01">28860 7174 173 0,'5'-4'174'0,"-5"4"-15"16,0 0-15-16,0 0-19 0,0 0-8 0,0 0-6 15,0 0-13-15,2 16-9 0,-2-7-11 0,-2 2-3 16,-1 2-9-16,5 3-1 0,-4 1-8 0,1-2-3 15,0-2-12-15,2 3 0 0,-1-1-27 16,-1-3-26-16,1 1-33 0,1-2-37 0,2-3-29 0,-2 4-130 16,-1-6-260-16,2 1 115 0</inkml:trace>
  <inkml:trace contextRef="#ctx0" brushRef="#br0" timeOffset="8013.29">28891 6972 21 0,'-4'-11'160'0,"-1"4"-20"0,1-4-11 0,0 3-17 0,4 8-23 16,-7-8-25-16,7 8-30 0,0 0-23 0,0 0-23 15,-15 11-19-15,10 1-34 0,-4 3-44 0,2 5-118 16,-2-2 53-16</inkml:trace>
  <inkml:trace contextRef="#ctx0" brushRef="#br0" timeOffset="8311.93">29047 7082 31 0,'0'0'173'0,"0"0"-9"0,0 0-25 15,0 0-11-15,0 0-8 0,0 0-14 0,0 0-2 16,0 0-16-16,0 0-6 0,0 0-4 0,2 17-12 16,-3-10-8-16,0 4-1 0,-2 0 5 0,2-1-17 15,1 3-3-15,1-1-5 0,-1-1-7 0,0 1-1 16,1 1-5-16,1-3 5 0,-2 0-4 0,1 0-5 15,2 2-6-15,-1-1 2 0,0-2 0 0,2 4-1 16,-1-1-5-16,-1-1 0 0,1 0 1 0,1 0-4 16,-3-2-3-16,2 2 3 0,-2-2-5 0,0 1-1 15,2 2 6-15,-3-4 0 0,1 4-5 0,-1 0 6 16,-1 0-7-16,0-1-1 0,-2 2-17 0,-1-1-20 16,-4 2-16-16,-1 1-12 0,2 1-37 0,-1-1-18 15,-3-3-24-15,2 1-80 0,0-7-240 0,1 1 106 16</inkml:trace>
  <inkml:trace contextRef="#ctx0" brushRef="#br0" timeOffset="8527.46">29166 7205 35 0,'15'-22'128'0,"-4"6"-4"15,1 3 2-15,-1 0-9 0,-4 3-6 0,-2 6 1 0,0-2-18 16,0 3-15-16,-2-2-2 0,-3 5-16 15,7-4-10-15,-7 4 5 0,8 0-16 0,-8 0-2 16,9 8-1-16,-4 0-4 0,1 2-7 0,-1 2 7 16,1 0-9-16,-1-2-9 0,-1 2 10 0,1-1 3 0,1 0-6 15,-2-1-13-15,1 0-7 0,-1-1-46 16,2-2-30-16,-1 1-44 0,3 0-94 0,-4-2-229 16,2-2 102-16</inkml:trace>
  <inkml:trace contextRef="#ctx0" brushRef="#br0" timeOffset="8911.95">29526 7059 42 0,'0'0'197'0,"-9"-6"-16"0,4 3-13 0,-2 0-19 0,-3 3-5 16,-1 3-12-16,1 2-5 0,-5 4-3 0,3-3-12 16,-1 2-12-16,0 3-6 0,4-1-12 0,-1 2-5 15,2-1-6-15,3 1-11 0,1 0-7 16,1 1-4-16,1 2-5 0,1-6-2 0,1 0-7 15,0-2-4-15,3 0-5 0,-1-1 4 0,5-1-9 0,-1 1-4 16,-1-4-6-16,1 2-2 0,2-1-5 16,-8-3-9-16,14 0 0 0,-6 0-4 0,-8 0 3 0,13-3 2 15,-8 1 2-15,1-1-3 0,-2-3 1 0,0 1 2 16,-4 5-2-16,6-10 0 0,-2 3 1 0,0-2-3 16,-2 4 3-16,2 0 1 0,-1-2 4 0,-3 7-2 15,2-11 10-15,-2 11 1 0,4-6 3 0,-4 6-1 16,0 0-1-16,1-6-1 0,-1 6-4 0,0 0 0 15,0 0-2-15,0 0-6 0,0 0 1 0,0 0-1 16,0 0 5-16,0 0 0 0,0 0-4 0,0 0 7 16,5 20-3-16,-5-13-4 0,4 2 4 0,-2-2-2 15,0-1 1-15,0 1-12 0,-1 0-22 0,1 0-36 16,-2-7-34-16,7 8-35 0,-2-4-33 0,-5-4-127 16,7 0-320-16,-7 0 142 0</inkml:trace>
  <inkml:trace contextRef="#ctx0" brushRef="#br0" timeOffset="9145.77">29627 6767 84 0,'0'0'256'0,"0"-10"-29"0,0 10-17 16,1-7-22-16,-1 7-21 0,0 0-19 0,-4-8-18 15,4 8-13-15,0 0 14 0,0 0 4 0,0 0-3 16,-1 37-2-16,1-17-8 0,-1 4-4 0,2 3-6 15,2 4-13-15,-2 2-7 0,0-2-11 0,0 2-10 16,2-5-7-16,1 0-4 0,-3-2-5 0,0 0-7 0,4-6-4 16,-3-1-22-16,-1 6-40 0,-1-5-48 15,3-3-65-15,2 1-48 0,0 0-52 0,-3-2-172 16,-3-3-438-16,1-4 194 0</inkml:trace>
  <inkml:trace contextRef="#ctx0" brushRef="#br0" timeOffset="9322.45">29829 7044 176 0,'0'0'225'15,"2"-6"-22"-15,-2 6-21 0,0 0-12 0,4-3-21 0,-4 3-8 16,0 0-16-16,5-7-13 0,-5 7-11 16,8-6-11-16,-4 2-8 0,5-2-9 0,1 0-11 15,0 1-11-15,3 0-22 0,-1 0-38 0,0 2-46 16,1-2-54-16,-1 3-57 0,-2-4-106 0,-1 3-295 0,0 0 130 15</inkml:trace>
  <inkml:trace contextRef="#ctx0" brushRef="#br0" timeOffset="10314.52">30311 6835 213 0,'-23'-8'210'0,"23"8"-11"0,0 0-13 0,0 0-16 16,0 0-22-16,0 0-11 0,0 0-16 0,0 0-23 16,0 0-6-16,0 0-11 0,0 0-4 0,0 0-12 15,0 19-6-15,0-8-5 0,2 0-4 0,-2 7-6 16,-2-7-3-16,0 6-5 0,2-6-6 15,-1 1 6-15,1-3-8 0,-1-1 0 0,0-1-4 0,1-7-2 16,0 14 1-16,-2-7-4 0,2-7 8 0,0 0 5 16,2 9 3-16,-2-9 5 0,0 0 5 0,1 6 9 15,-1-6 4-15,0 0 7 0,0 0 19 0,0 0 3 16,0 0-5-16,0 0-6 0,0 0-5 0,0 0-13 16,0 0-2-16,0 0-5 0,0 0-6 15,-12-16-4-15,10 5-6 0,-1 2-1 0,2-1-10 0,-2-6-2 16,3 0-4-16,2-2-6 0,-2 0-12 0,3 0-3 15,5-7-8-15,-4 7 18 0,2-2 0 0,1 3 1 16,2 2-4-16,-2-1-5 0,0 7 1 0,2-1-4 16,-3 3 7-16,0 0-7 0,2 1-2 0,-3 2-2 15,2 1-3-15,-7 3 3 0,14 0-2 0,-5 3 0 16,2 2 1-16,-2 1 4 0,1 3 1 0,2 2-1 16,-1 1 0-16,2 4 1 0,-4-3 6 0,1 3-7 15,0-2 6-15,-2 1-4 0,-3-3 4 16,3-4-1-16,-4 1 3 0,0-3-2 0,-1 1-2 0,0-3 6 15,1 0 0-15,-4-4 0 0,2 8 5 0,-2-8 2 16,0 0 6-16,3 9-1 0,-3-9 3 0,0 0-2 16,0 0 3-16,0 0-4 0,0 0-2 0,0 0-2 15,0 0-2-15,0 0 0 0,0 0-14 0,-8-28 1 16,8 18 2-16,-1-2-10 0,2-1-24 0,3-4-11 16,-1-3-2-16,3 2 0 0,3-5-4 0,0 4 4 15,0 4-2-15,0 0 4 0,2 2 2 0,-3 3 4 16,-2 2 2-16,1 1 1 0,-3 3 0 0,-1 0 6 15,-3 4-2-15,8-5 4 0,-8 5 0 0,9 0 5 16,-9 0 4-16,0 0 0 0,15 7 4 0,-11-4 0 16,1 3 0-16,0-2 2 0,1 0 5 0,-1-1-2 15,0 2 1-15,1 0 4 0,-1-1 1 0,0 0-2 16,-5-4 3-16,9 6-2 0,-4-3 2 0,-1 0 2 16,-4-3 2-16,11 4-4 0,-6-3 7 0,-5-1-7 15,12 2 2-15,-12-2 4 0,9-2-1 0,-9 2-2 16,9 0 5-16,-9 0-4 0,0 0 5 0,12-3-2 15,-12 3-2-15,6-7 0 0,-2 5-4 0,-4 2 0 16,4-8-2-16,-4 8 4 0,4-5-3 0,-4 5-1 0,0 0 3 16,4-6-1-16,-4 6-2 0,0 0-2 15,0 0-1-15,0 0 0 0,0 0 2 0,0 0-1 16,0 0 1-16,0 0 1 0,11 8-1 0,-11-8 2 16,5 11 2-16,-1-6-4 0,1 4 4 0,-1-5-2 0,0 2 1 15,2-2 1-15,-1 1 0 0,-5-5 0 16,9 5 2-16,-5-2-3 0,-4-3 5 0,8 5-2 15,-8-5 3-15,5 4 3 0,-5-4 16 0,5 2 10 16,-5-2 13-16,0 0 3 0,0 0-5 0,0 0-2 16,0 0 2-16,8-12-8 0,-8 12-7 0,1-11-3 15,-1 6-3-15,0 5-4 0,-3-15-5 0,1 4-16 0,-2 1-34 16,0 1-5-16,-2 0-6 0,1-1-12 0,0 2-10 16,-2-1 4-16,3 5 5 0,0-2-19 15,4 6-25-15,-7-8-27 0,7 8-38 0,-4-5-24 16,4 5-145-16,0 0-365 0,-9 0 161 0</inkml:trace>
  <inkml:trace contextRef="#ctx0" brushRef="#br0" timeOffset="11144.01">31123 6521 91 0,'0'0'168'0,"0"0"-3"0,0 0-13 0,-11-2-9 15,11 2-12-15,0 0-16 0,0 0-4 0,-15 13-11 16,9-7-9-16,-1 1-7 0,3 1 2 0,0-1-13 16,0 0-6-16,0 3-6 0,2-1-7 0,1 0-5 15,1 1-3-15,-3 0-6 0,4 0-3 0,1 0-3 0,-1 0-5 16,1-3 0-16,0-2-5 0,-2-5 1 16,5 10-6-16,-4-7 1 0,-1-3-2 0,5 8-1 15,-5-8-2-15,4 3 2 0,-4-3 3 0,4 5 8 16,-4-5 3-16,0 0-1 0,0 0-4 0,11-10 0 15,-5 4-1-15,-1-1-6 0,0-2 4 0,-1-2-3 16,2-5-4-16,-1 0-7 0,-1-2 4 0,1 1 0 16,0-7-4-16,-1-1 0 0,1-2-3 0,-2 1 2 15,-2 1 0-15,-1-1-1 0,0 2-4 0,-3 4 6 16,2-5-5-16,0 7 0 0,-2 0 4 0,2 0-2 16,-1 6 5-16,0 1 19 0,1 1 11 0,0 4 0 15,-1-4-3-15,2 10-6 0,-2-8-4 0,2 8-6 16,-3-7-5-16,3 7-5 0,0 0-4 0,0 0 4 15,0 0-6-15,0 0 0 0,0 0 2 0,-1 31-3 16,1-10 2-16,0 2-1 0,1-3-3 0,2 4 4 16,1-5-3-16,0 0-1 0,-1-2 2 0,6 2-4 15,-4-1 2-15,3-1 0 0,1-3 0 0,1-2 0 0,-2-2-1 16,0 0 0-16,0-3 1 0,1 0 1 16,-1 0 6-16,0-3-4 0,-1-1 0 0,0 1-4 15,0-1 0-15,-3 0 2 0,-4-3 1 0,9 4-2 16,-9-4 9-16,9 1-8 0,-9-1 2 0,0 0 1 15,12-7 1-15,-8 2-2 0,-2 0-3 0,3 0 2 16,0-5 2-16,-4 2-11 0,5 0 1 0,-5-4-6 16,3 5-3-16,0-4 3 0,-3 2 3 0,2 0 1 15,-3 9 4-15,1-10-2 0,-1 10-1 0,1-7-2 16,-1 7-1-16,0 0-7 0,1-8 1 0,-1 8 2 16,0 0 1-16,0 0 2 0,0 0-2 0,0 0 5 15,0 0 1-15,0 0 1 0,10 19-3 0,-7-14 0 16,0-1 6-16,-3-4-6 0,5 11 5 0,-1-7-1 15,-2 0 0-15,-2-4 2 0,8 9 3 0,-8-9-6 16,6 5-4-16,-2-3 6 0,-4-2 0 0,8 5-4 16,-8-5 0-16,7 2-4 0,-7-2-8 0,11-2 3 15,-11 2 0-15,7-4-3 0,-7 4 6 0,7-3-2 0,-7 3 4 16,7-7-6-16,-5 0 6 0,4 2 0 0,-2-1 8 16,0 2-9-16,-1-3 5 0,1 2 0 15,-4 5-1-15,6-7 2 0,-6 7-4 0,3-5 7 16,-3 5-3-16,0 0-7 0,0 0 2 0,7-5 3 0,-7 5-2 15,0 0 0-15,0 0 2 0,0 0 1 0,5 17 1 16,-5-17-12-16,1 16 4 0,0-6-10 16,1 0-22-16,0-1-23 0,-1 3-28 0,1-4-40 15,-1-1-30-15,0 0-23 0,1 0-111 0,-2-7-324 16,1 8 144-16</inkml:trace>
  <inkml:trace contextRef="#ctx0" brushRef="#br0" timeOffset="11377.51">31497 6145 149 0,'0'0'177'0,"0"0"-17"16,-2-8-21-16,2 8-10 0,0 0-13 15,0 0 12-15,0 0 1 0,2 30 8 0,-4-12-11 0,2 7-8 16,0 1-10-16,2 3-13 0,-1-1-8 0,1 1-7 15,-3 0-10-15,2 0-8 0,3-1-15 0,-2-2-18 16,1-8-36-16,1 0-31 0,0-1-32 16,2-5-23-16,-1-1-45 0,3-2-152 0,1 0-315 0,4-5 140 15</inkml:trace>
  <inkml:trace contextRef="#ctx0" brushRef="#br0" timeOffset="11743.37">31770 6223 161 0,'-7'-2'204'0,"0"-2"-4"16,7 4-7-16,-15 0-11 0,6 0-11 0,0 2-13 15,-1 1-18-15,2 2-10 0,0-1-13 0,2 3-14 16,-1-2-10-16,1 3-8 0,1 0-12 0,4-2-5 16,-2 1-2-16,3 3-11 0,0-10 1 0,2 15-10 15,-1-7-5-15,1-2-4 0,3 1-7 0,-2-3-7 16,2 1 4-16,1 0-3 0,0-1-6 0,0 0 0 15,0-2-9-15,1 1-9 0,-7-3-9 0,9 4 1 16,-9-4-9-16,7 4 1 0,-7-4 7 0,8 2 5 16,-8-2-3-16,0 0-2 0,0 0-4 0,9-6-8 15,-9 6 6-15,6-4-3 0,-6 4 5 0,3-9 6 16,-3 9 3-16,4-8-3 0,-4 8 7 16,2-6 2-16,-2 6 0 0,0 0 5 0,3-7 1 0,-3 7-8 15,0 0 0-15,0 0-1 0,0 0-4 0,0 0-2 16,0 0 1-16,0 0 0 0,0 0 3 0,0 0-3 15,0 0 4-15,0 0-7 0,7 26-21 0,-3-18-35 16,-1 0-42-16,-1-1-32 0,4 2-35 0,-1 0-128 16,0-5-327-16,0 2 144 0</inkml:trace>
  <inkml:trace contextRef="#ctx0" brushRef="#br0" timeOffset="12011.83">31904 6034 27 0,'0'0'202'0,"0"0"-25"0,0-9-18 16,0 9-13-16,0 0-18 0,0 0 1 16,0 0 9-16,0 0 6 0,4 26-1 0,-3-13-8 15,2 5-8-15,1 5-9 0,-2-3-16 0,2 0-5 16,0 1-11-16,1 2-2 0,-2-5-16 0,1 0-6 15,-3-1-6-15,1 1-4 0,4-1-7 0,-4-2-19 16,2 3-26-16,-2-7-38 0,0 0-16 0,1-1-42 16,-1-1-39-16,-1-3-33 0,2 0-20 0,-3-6-108 15,0 9-319-15,0-9 141 0</inkml:trace>
  <inkml:trace contextRef="#ctx0" brushRef="#br0" timeOffset="12260.53">31940 6215 56 0,'9'-4'61'0,"1"-1"-14"0,-1 3-1 16,0-3-8-16,-1 2 6 0,-2 0 2 16,-6 3-7-16,10-4-8 0,-10 4 6 0,9-1 5 15,-9 1-6-15,0 0 14 0,11-1-14 0,-11 1 16 16,0 0 0-16,0 0 30 0,9 4 4 0,-9-4 1 15,3 5-6-15,-3-5 1 0,6 8-10 0,-5-2-7 16,3-1-1-16,-2 5-3 0,-1 1-7 0,2-1-4 16,-2-2-7-16,0 5-15 0,1-4-19 0,-2 3-26 15,1-1-48-15,-2 0-44 0,1-1-122 0,-3 2-251 16,1-2 111-16</inkml:trace>
  <inkml:trace contextRef="#ctx0" brushRef="#br0" timeOffset="12661.25">32115 6177 11 0,'0'0'48'0,"5"4"12"0,-5-4 5 0,0 0 7 15,0 0-1-15,5 2 8 0,-5-2-7 0,0 0 1 0,0 0-3 16,0 0-5-16,0 0-14 0,0 0 7 0,16-4-10 16,-16 4-2-16,7-3-8 0,-7 3-8 15,8-3 9-15,-8 3-13 0,7-3-4 0,-7 3 3 16,7-2 0-16,-7 2-12 0,0 0 14 0,5-4-12 0,-5 4 10 15,0 0-8-15,0 0-13 0,0 0 14 0,0 0-4 16,0 0 17-16,0 0 13 0,12 6-11 0,-12-6 8 16,2 8-6-16,1-1-8 0,0 1 4 15,0 1 1-15,2 2-1 0,-3-2-18 0,0 1-20 16,1 0-25-16,1 2-20 0,-3 1-54 0,0 3-119 0,-1 0-244 16,1 0 108-16</inkml:trace>
  <inkml:trace contextRef="#ctx0" brushRef="#br0" timeOffset="13060.32">32312 6231 91 0,'8'-19'170'0,"2"-4"-15"0,-1 0-8 15,0 4-12-15,5-4-19 0,-3 1-10 0,6-6-8 0,-2 5-16 16,-1 0-2-16,2 1-14 0,-1 0-10 0,-2-1 3 15,1 2 10-15,-8 2-7 0,2 5-5 0,-3-1-7 16,-1 2-1-16,0 4-2 0,-4-4-3 16,1 3-7-16,-1 1 3 0,0 9 1 0,-3-10-10 15,3 10-2-15,-10-7 3 0,1 4-16 0,9 3 2 0,-31 3-2 16,14 1-3-16,1 4-1 0,-2-3-2 0,7 3-3 16,1-2 1-16,-1 2-3 0,5 1-14 15,0 0 14-15,3 4 3 0,-1-2-4 0,4 0 2 16,0-11-6-16,7 21 2 0,-2-10 0 0,0-1-2 0,0 2 3 15,3-3-3-15,7 3 3 0,-7-4-3 0,4 4 0 16,1-1 6-16,-1 1-7 0,-2-2 6 0,-2-2-6 16,-1 0 2-16,0 1 1 0,-1 0 0 0,0 1 3 15,-3-2-2-15,-3-8-1 0,4 16 2 16,-3-7-3-16,-1 1 6 0,0-10 2 0,-4 16-7 0,0-6-6 16,1-4-5-16,3-6-12 0,-14 16-38 15,7-10-35-15,1 1-51 0,-2-1-155 0,8-6-323 0,-15 11 144 16</inkml:trace>
  <inkml:trace contextRef="#ctx0" brushRef="#br0" timeOffset="13277.05">32533 5983 182 0,'5'-11'199'0,"-5"11"-20"0,0 0-20 16,0 0-14-16,0 0-18 0,0 0-5 15,0 0-8-15,0 0-2 0,0 0-4 0,0 0-14 16,9 24-11-16,-8-14-5 0,3 1-8 0,-2 0-6 16,-1 0-16-16,0 1-21 0,-1 0-13 0,0 0-41 15,0-12-42-15,1 24-34 0,-1-14-40 0,-2-1-122 0,2-9-285 16,-4 16 127-16</inkml:trace>
  <inkml:trace contextRef="#ctx0" brushRef="#br0" timeOffset="13643.09">32718 5942 63 0,'0'0'120'0,"0"0"1"0,-3 58-6 16,3-58-8-16,0 0-11 0,0 39-8 0,0-39-4 15,-2 31-12-15,2-31-4 0,0 0-6 0,-2 43-10 16,2-43-3-16,0 0-6 0,0 34-3 0,-3-24-21 16,3 0-14-16,0-10-30 0,-1 15-20 0,0-9-48 15,1-6-81-15,-8 9-188 0,8-9 84 0</inkml:trace>
  <inkml:trace contextRef="#ctx0" brushRef="#br0" timeOffset="14162.17">32854 5917 94 0,'0'0'125'0,"0"0"-16"0,0 0-10 16,0 0 1-16,0 0-2 0,0 0-2 0,0 0-17 16,0 0-7-16,0 0-4 0,0 0-13 0,61 25-4 15,-61-25-1-15,26 12-7 0,-26-12-2 0,29 11-8 16,-29-11-6-16,0 0-19 0,40 9-15 0,-40-9-27 15,34 0-7-15,-34 0-12 0,0 0-7 16,0 0 6-16,0 0 2 0,53-7 4 0,-53 7-1 16,0 0 15-16,24-14 1 0,-24 14-2 0,0 0 8 0,24-22 6 15,-24 22 18-15,15-19-8 0,-15 19 6 0,15-25 2 16,-15 25 6-16,0 0 13 0,11-38 7 0,-11 38 2 16,0 0 13-16,8-34 9 0,-8 34 11 15,0 0-1-15,0 0-20 0,0 0 5 0,0 0-6 0,-15-38-9 16,15 38 6-16,0 0-2 0,0 0 2 0,0 0 1 15,0 0 6-15,-72 25-2 0,72-25-11 0,-29 19 5 16,29-19-7-16,0 0-3 0,-26 22-3 0,26-22-1 16,0 0 1-16,0 0-2 0,-14 25 1 0,14-25-5 15,0 0-6-15,0 0 6 0,0 0-3 0,0 0 0 16,0 0-2-16,0 0 10 0,0 0-6 0,0 0-11 16,0 0-5-16,36 42-6 0,-36-42 1 0,0 0-14 15,0 0-7-15,0 0-9 0,0 0-4 0,0 0 0 16,39-3-3-16,-39 3 10 0,0 0 3 15,0 0 5-15,0 0 0 0,0 0 2 0,0 0 5 16,0 0 15-16,0 0-6 0,0 0 1 0,0 0 5 16,0 0-3-16,0 0 0 0,0 0 11 0,0 0-5 15,0 0-8-15,0 0 16 0,0 0 5 0,41 5-3 16,-41-5-7-16,0 0-1 0,0 0 5 0,0 0-24 16,31 19-38-16,-31-19-117 0,0 0-189 0,29 5 83 15</inkml:trace>
  <inkml:trace contextRef="#ctx0" brushRef="#br0" timeOffset="14378.27">33378 5629 137 0,'0'0'151'0,"0"0"-26"0,0 0-4 16,0 0-8-16,0 0-18 0,0 0-10 0,0 0-5 15,0 0-6-15,-8 77-12 0,8-77-4 0,4 57-7 16,-2-28-1-16,4 0-22 0,1 3-50 0,1 3-34 16,-3 0-36-16,3 11-85 0,-10-13-192 0,6 12 85 15</inkml:trace>
  <inkml:trace contextRef="#ctx0" brushRef="#br0" timeOffset="14559.99">32685 6521 129 0,'0'0'251'0,"0"0"-24"0,0 0-24 0,0 0-20 16,0 0-22-16,64-60-20 0,-18 34-18 0,1-3-41 16,11 0-59-16,-1 1-51 0,28-15-74 0,-27 16-131 15,19-14-251-15,-23 12 112 0</inkml:trace>
  <inkml:trace contextRef="#ctx0" brushRef="#br0" timeOffset="21061.03">28071 10214 30 0,'0'0'54'0,"0"0"-4"0,0 0-5 0,0 0 4 16,0 0-13-16,0 0 1 0,0 0-2 0,0 0-2 15,0 0-5-15,0 0-7 0,0 0 7 0,0 0-10 16,0 0 2-16,0 0 2 0,0 0-5 0,0 0-2 16,0 0 1-16,0 0-2 0,0 0-2 0,0 0-4 15,0 0 0-15,0 0-1 0,0 0-6 0,0 0 6 16,0 0-6-16,0 0 4 0,0 0 4 0,0 0-5 16,0 0 5-16,0 0 1 0,0 0-7 0,0 0-8 15,0 0 13-15,0 0-4 0,0 0-2 0,0 0 3 16,0 0-5-16,0 0 7 0,0 0 8 0,0 0 0 15,7 10-3-15,-7-10-1 0,0 0 8 0,2 8 0 16,-2-8 1-16,0 0-2 0,0 0-4 0,3 7 1 16,-3-7-2-16,0 0 4 0,0 0-3 0,0 6 1 15,0-6-2-15,0 0 4 0,0 0-5 0,5 6-1 16,-5-6-2-16,0 0 6 0,0 0-1 0,0 0-10 16,0 0 17-16,0 0 2 0,4 4-12 0,-4-4-1 15,0 0 4-15,0 0-4 0,0 0 0 0,0 0-10 16,0 0 5-16,0 0 2 0,0 0 0 0,0 0-4 15,0 0 0-15,0 0 0 0,0 0-6 0,0 0 5 16,0 0 7-16,0 0-9 0,0 0 6 0,0 0-5 16,0 0 3-16,0 0-4 0,0 0 0 0,0 0 2 15,0 0 3-15,0 0-2 0,0 0-2 0,0 0-1 0,0 0-5 16,0 0 9-16,0 0-1 0,0 0 1 0,0 0 2 16,0 0 4-16,0 0-3 0,0 0 0 0,0 0 3 15,0 0-3-15,0 0-14 0,0 0 7 0,0 0 2 16,0 0 1-16,0 0-2 0,0 0 2 0,0 0 6 15,0 0 0-15,0 0 2 0,0 0-8 16,0 0-2-16,0 0 13 0,0 0 1 0,0 0 0 16,0 0 6-16,0 0-7 0,0 0 6 0,0 0 11 0,0 0 2 15,0 0-2-15,0 0-1 0,0 0-3 0,0 0 2 16,0 0-5-16,0 0 0 0,13-9-23 0,-4 0-11 16,4-2-13-16,2-2-14 0,4-4-31 0,5-4-38 15,2-3-16-15,5 1-78 0,10-9-214 0,6-6 94 16</inkml:trace>
  <inkml:trace contextRef="#ctx0" brushRef="#br0" timeOffset="26679.79">14683 14166 73 0,'0'0'88'0,"-6"-3"7"0,6 3-8 16,0 0 2-16,-10-5-4 0,10 5-5 0,0 0-7 16,0 0 0-16,-4-6-9 0,4 6-9 0,0 0-6 15,0 0-7-15,0 0-4 0,0 0-7 0,0 0 2 16,-4-4-6-16,4 4-4 0,0 0 1 0,0 0-8 16,0 0 0-16,0 0 0 0,0 0 0 0,0 0-7 15,0 0 7-15,0 0-4 0,0 0 5 0,0 0-8 16,0 0-4-16,0 0 1 0,0 0-9 15,0 0 0-15,0 0 0 0,0 0 17 0,0 0-12 0,0 0 2 16,0 0 5-16,0 0-13 0,0 0 2 16,0 0-4-16,0 0-1 0,0 0 6 0,19 0-6 15,-11-1 8-15,4 2-4 0,2 0 3 0,4-1-3 0,3 1 6 16,1 2 1-16,9 1-9 0,-2-1 1 0,3 3 1 16,0 1 6-16,-1-1-1 0,3 3 6 0,1-1-8 15,16 3 2-15,-13-2 6 0,12-1 2 0,2 3-7 16,-13-3 3-16,14-2 5 0,0 2-11 0,-1-1-3 15,-2-4 6-15,0 0 0 0,-9-1-2 0,10-1 8 16,-13-1-11-16,1 2-2 0,12-5 5 0,-14 1 2 16,1 0 10-16,2 0 0 0,-2-4 7 0,14 3-7 15,-13-3 2-15,12 2-1 0,-13 0 3 0,12-4 3 16,-12 2-10-16,1-2 2 0,12 1 13 0,-14 0-9 16,1 1 2-16,-2-2 0 0,2 1 0 0,-1-3-2 15,-1 0-6-15,-1 2-2 0,-1-1 3 0,-1-4 4 16,1 5 1-16,-4-4 4 0,0 3-4 0,-3 0-6 15,-7 1 0-15,-2-1 1 0,-3 3-5 0,1-3 3 16,-5 6 0-16,-1-2-5 0,-1 2 3 0,-2 1 0 16,1-1-2-16,-1 1-2 0,-7 2 1 0,8-4 0 15,-8 4-1-15,0 0-2 0,11-3-8 0,-11 3-6 16,0 0-14-16,5-2-17 0,-5 2-10 0,0 0-29 16,0 0-19-16,9-2 2 0,-9 2-12 0,9 3-5 15,-9-3-67-15,14 4-199 0,-2-4 88 0</inkml:trace>
  <inkml:trace contextRef="#ctx0" brushRef="#br0" timeOffset="27277.64">17937 14205 43 0,'0'0'104'0,"0"0"-9"16,0 0-8-16,0 0-11 0,0 0-7 0,0 0-5 15,0 0-4-15,35-4-5 0,-22 4 9 16,6-3-13-16,0 3-3 0,10-2 1 0,2 0-9 0,2-3 5 16,2 4-5-16,3-1-2 0,0 2-10 15,1 0 6-15,14 2-4 0,0 0 1 0,-15 1-8 0,13 0 2 16,3 3-1-16,-2-1 6 0,-1 0-13 0,-14 0 11 15,3 0 3-15,11 2-4 0,-12-4-3 16,-1 2 3-16,3-2 3 0,-3 2 1 0,1-2 8 16,-4-1-3-16,2 1 4 0,2-1 4 0,-5 1-6 0,5 0 0 15,-4 0-1-15,1-1-1 0,-1-1-3 0,-3-1-1 16,2 1-5-16,-3 0-4 0,-1-1 0 16,-4 0 1-16,-3 1-6 0,4 1 2 0,-7-1-3 15,0 1 1-15,0-2-8 0,2 0 4 0,-4 0-2 0,-1 0-3 16,1 0 3-16,1 0 0 0,-2 0-7 0,-4 0 4 15,0 1-7-15,1-2 5 0,-4 1-1 0,3 0-1 16,-2 0-2-16,-2 1 0 0,3-2-5 0,-5-1-5 16,4 4-4-16,0-1-8 0,-2-1-19 15,-1 1-15-15,3-1-34 0,2 0-14 0,5 2-11 0,-2-2-14 16,2 1-27-16,2 1-83 0,-3-2-255 0,3-3 114 16</inkml:trace>
  <inkml:trace contextRef="#ctx0" brushRef="#br0" timeOffset="44080.24">16957 15559 69 0,'0'0'55'0,"-6"-5"1"0,6 5-4 0,0 0-6 16,-7-5-3-16,7 5-5 0,0 0-7 0,-5-5 0 15,5 5-5-15,0 0 11 0,-6-3-11 0,6 3 10 16,0 0 2-16,0 0-10 0,0 0 7 0,0 0-5 0,0 0 1 15,0 0-2-15,-9-1-4 0,9 1-1 0,0 0 7 16,0 0-11-16,0 0-4 0,0 0 1 16,0 0 11-16,0 0-10 0,0 0-4 0,0 0 2 15,0 0-2-15,0 0-4 0,0 0 4 0,0 0-6 16,0 0 5-16,0 0-4 0,0 0-2 0,0 0-4 16,0 0 3-16,0 0 0 0,0 0-3 0,0 0-3 15,0 0-7-15,0 0 12 0,0 0-4 0,0 0 0 0,0 0-7 16,0 0 3-16,0 0 2 0,0 0-6 15,0 0 7-15,0 0 1 0,0 0-3 0,0 0-1 16,0 0 7-16,19 13-3 0,-13-12-3 0,-6-1 10 16,17 5-4-16,-8-4 0 0,4 0-3 0,-2 1-6 15,2 1 13-15,1-2-11 0,-1 2 6 0,3-1 9 0,-1-1-11 16,4 1 4-16,1-1 12 0,-2 0-15 16,4 1 1-16,1 1 11 0,-3-2-13 0,2-1 3 15,6 2-4-15,-1-1-2 0,1-1 5 0,-7 0 7 16,1 2-4-16,5-1 0 0,1-1 0 0,2-3-4 15,-2 0 9-15,2 3-9 0,0-4 11 0,1 2-4 16,1-2-1-16,1 1-2 0,-1-3 7 0,2 1-2 16,1 1-5-16,1 0 9 0,-3-4-5 0,3 3-1 15,-2-2 4-15,1 0-9 0,-1 1 7 0,2-1-2 16,-2-2-5-16,2 3 2 0,0-2 1 0,1 1 1 16,0-4-3-16,-1 4-4 0,0-3-6 0,2 2 15 0,-2 0-6 15,-1 1 2-15,3 1-2 0,-3 0-2 16,3-1 2-16,-4-2 0 0,17 1-5 0,-18-1 3 0,2 3 2 15,1 0-5-15,1 0 5 0,1-2 2 16,-1-1 4-16,0 6-9 0,3-5 12 0,-3 4-9 16,-1 0-2-16,1 0-1 0,0 1-10 0,0-3 8 0,-2 1-1 15,-1-1 2-15,-1 3 3 0,0 1-9 0,2-1 11 16,-5 2-10-16,4-3 5 0,-2-1-3 0,0 1 0 16,1 4 0-16,-2-5-10 0,2 4 12 15,0-1-7-15,-2 1 15 0,-1-2 4 0,1 0 2 16,-2-2-11-16,1 3-8 0,-1-4 4 0,2 3 4 0,-2-1-3 15,-1-2 9-15,0 3-8 0,1-1-9 16,0 2 21-16,-1 1-21 0,-1 0 5 0,1 1 0 16,-7-3-5-16,0 1 4 0,2 1 3 0,-2-1-1 15,0-1-3-15,1 3-3 0,1 0 7 0,-2 2-5 16,0-4-1-16,-2 2 5 0,1 3 0 0,-1-2 1 0,-1 1 1 16,1 1 0-16,-1 0 3 0,-2 0-7 0,2-3 9 15,0 7-5-15,0-6 11 0,-1 4-14 0,1-1 8 16,-6 0-1-16,6 0-3 0,-5-1-2 15,5 4 0-15,-3-2-6 0,2 2 5 0,-4-2 3 16,-1 0 6-16,1 0-8 0,4 3 1 0,-4-3 0 0,4 1 6 16,-2 0-8-16,2 0 8 0,-1 1-6 0,0-1-6 15,-3-2 10-15,4 1-1 0,-4 0 4 0,-2-1-9 16,1-3 3-16,-1 3-8 0,0 0 8 0,0-2-4 16,-1 1-6-16,-1 1-6 0,-1-3-5 15,-1 2-7-15,0-1-4 0,-7-2-6 0,10 2-18 16,-10-2 3-16,8 4-10 0,-8-4-4 0,5 2-9 15,-5-2-63-15,0 0-152 0,1 9 68 0</inkml:trace>
  <inkml:trace contextRef="#ctx0" brushRef="#br0" timeOffset="44879.89">20381 15516 53 0,'14'1'65'0,"-3"-1"-11"15,0 0-5-15,3 1 1 0,0-1-4 0,-1 2-7 16,4-2-10-16,-2 1 4 0,2 0 1 0,0 1-2 16,2 0 2-16,-1-1-6 0,1-1 1 0,0 2 4 0,-1-1 4 15,4 2-1-15,-2-2-9 0,3 0 7 16,4 0-10-16,1 3 16 0,2-3-21 0,-2 1 3 16,0-1-8-16,1 0 2 0,-2 2-6 0,1 1 3 15,0-2-5-15,3-1 1 0,-2 3-3 0,2-2-1 16,0 1 1-16,2-1 1 0,-2 2-1 0,2-2 1 15,-1 1 7-15,0-2-11 0,1 0 3 0,2 1 2 16,-1-2-9-16,2-2 12 0,2 2-15 0,1-2 2 16,-1-1 1-16,2 0 3 0,-1-2-1 0,11-1-3 15,-12 2 6-15,1-1-8 0,-1-1 8 0,0 1-4 16,2 1 8-16,-2-3-8 0,16 1-3 0,-16 3-2 0,12 0 8 16,-13-1 0-16,2-2 10 0,0 4-12 15,2-2-4-15,-1 3 6 0,-2 1-3 0,14-4 2 16,-13 3 2-16,13-1-6 0,-13 1 1 0,0 0 1 15,-2 0-2-15,3 1 1 0,-2-3 3 0,2 1 0 16,-3 0-6-16,1 4 2 0,-1-4-4 0,16 0 5 16,-18 2-3-16,3 0-1 0,-3 4-1 0,1-4 9 15,2 0 1-15,-1 0-1 0,-1 3-5 0,0-3 7 16,-1 3-8-16,0-1 3 0,2 1-1 0,-1-1 5 16,0 1 1-16,0 0 13 0,-3 0-20 0,0 1-6 15,2 0 3-15,-2 0 7 0,1 0 0 0,-2 0 3 16,0 0-4-16,2 2 19 0,-1-1-16 0,-1-1-2 15,0 3 1-15,-2-3-8 0,4 0 2 0,-2 0 15 16,0 2-16-16,-1-5 9 0,0 5-6 0,0 0 8 16,1-2-5-16,-2 2 8 0,1-2-2 0,-1-2-6 15,0 2 7-15,0-1-3 0,0 3 3 0,-2-2-12 16,2-1 12-16,-3 1-6 0,-6 0 10 0,6 0-4 16,1 0 6-16,0-1 1 0,-1 1 12 0,1 3-10 15,-2-2-5-15,-7-2-5 0,9-1 9 0,2 2-24 16,-9-2 7-16,0 0-2 0,-1 2-8 0,8-1 0 15,-9-3-2-15,1 2-1 0,0 2 5 0,0-4-14 16,-1 0-9-16,1 0-4 0,-2-2-3 0,-2 2-3 16,0 2-3-16,-3-4-15 0,5 1-16 0,-5 0-67 15,0 1-152-15,-1-2 68 0</inkml:trace>
  <inkml:trace contextRef="#ctx0" brushRef="#br0" timeOffset="45083.11">24941 15672 76 0,'0'0'64'0,"6"1"-16"16,-6-1-11-16,9 0-23 0,-9 0-11 0,16 0-25 15,-9 0-15-15,2 0-40 0,-9 0 18 0</inkml:trace>
  <inkml:trace contextRef="#ctx0" brushRef="#br0" timeOffset="47011.83">11572 16752 68 0,'-16'-3'86'0,"16"3"-4"0,0 0-21 0,0 0 4 15,0 0-14-15,0 0 2 0,0 0-8 0,0 0-10 16,0 0-2-16,0 0-2 0,0 0-5 0,0 0-2 16,0 0-5-16,0 0-5 0,0 0 4 0,0 0 0 15,38 2 3-15,-26 0-7 0,4-1 1 0,6 0-6 16,-1 2 0-16,10-3 3 0,1 0-5 0,1 0 4 16,5 0-4-16,-2 0 3 0,15-5 0 0,2 1-3 15,-2-4-1-15,1 2 2 0,0 2 3 0,4-2-3 16,-7-2-1-16,5 0 1 0,-5 2-7 0,-11 1 9 15,0 1-3-15,2-1-5 0,11-1 1 0,-14 6 4 16,1-3-7-16,-2 3-7 0,1 1-3 0,-1 1-11 16,-3 1 1-16,5-1-8 0,-2-1-9 15,-2 4-17-15,2 1-21 0,-2 0-40 0,0 0-124 16,-1-2 55-16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23T09:18:57.52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14759 13332 5 0,'0'0'10'0,"0"0"-13"16,0 0-2-16,0 0 0 0</inkml:trace>
  <inkml:trace contextRef="#ctx0" brushRef="#br0" timeOffset="2841.24">14865 13375 53 0,'0'0'96'0,"0"0"-4"0,0 0-9 16,0 0-2-16,0 0-8 0,0 0-9 0,0 0-3 0,0 0 0 16,0 0-5-16,0 0-10 0,0 0 3 0,0 0 0 15,0 0-2-15,0 0-10 0,0 0-6 16,0 0 1-16,0 0 1 0,0 0-2 0,0 0-7 16,0 0 1-16,0 0-4 0,0 0-7 0,0 0 3 0,0 0 0 15,0 0-9-15,0 0 1 0,0 0-3 0,0 0 1 16,0 0-6-16,9 0 8 0,-9 0-4 0,4 7-1 15,-4-7 5-15,6 7-2 0,-3-1-1 16,-1 0 5-16,3 0-5 0,-2 0 7 0,1-1-10 0,-2 0 10 16,2 2-3-16,-4-7 2 0,5 10 3 0,-3-3 2 15,1 0 4-15,2-2 2 0,-3 2-7 0,-2-7 1 16,2 9-4-16,2-5-1 0,-4-4-3 0,4 8 1 16,-4-8 0-16,3 7 1 0,-3-7-5 0,0 6 1 15,0-6-3-15,0 0 1 0,0 0 13 0,2 9 5 16,-2-9-24-16,0 0 4 0,0 0-2 0,2 5 6 15,-2-5-4-15,0 0 3 0,0 0 1 0,0 0-5 16,0 0 5-16,0 0 1 0,0 0-4 0,0 0 4 16,0 0 1-16,5 4 1 0,-5-4 3 15,0 0-3-15,0 0 10 0,0 0 0 0,16-10-2 0,-8 1 0 16,6 0-1-16,6-8-3 0,-1-1-5 0,3-5 2 16,0-1-6-16,5-2-4 0,11-8-8 0,0-1-23 15,-1 1-40-15,1-2-40 0,-1 2-32 0,-9 11-98 16,-3 1-260-16,3-2 115 0</inkml:trace>
  <inkml:trace contextRef="#ctx0" brushRef="#br0" timeOffset="3777.33">14894 14562 64 0,'0'0'79'0,"0"0"-3"0,0 0-5 0,0 0 0 16,9 3 3-16,-9-3-11 0,5 3-15 0,-5-3 7 16,0 0-11-16,6 7-1 0,-6-7-1 0,5 5-7 15,-5-5 13-15,5 5 0 0,-5-5-5 0,6 5-8 16,-6-5 7-16,4 4-1 0,-4-4-13 0,0 0 2 16,5 4-1-16,-5-4-4 0,0 0-1 0,7 2-2 15,-7-2 3-15,0 0-5 0,10 0 0 0,-10 0-2 16,10-6-1-16,0-2-3 0,4-3-13 0,-2-2-20 15,12-8-22-15,-1 2-33 0,1-5-40 0,1-1-61 16,11-11-189-16,-3 1 84 0</inkml:trace>
  <inkml:trace contextRef="#ctx0" brushRef="#br0" timeOffset="113423.45">18623 11810 21 0,'0'0'55'0,"-12"-3"1"0,12 3-15 16,-13-2 2-16,8 1 1 0,5 1-3 0,-13-3 7 15,13 3-1-15,-10-1 3 0,10 1-7 0,-10-3-2 16,10 3-6-16,-8-2-3 0,8 2 1 0,-10-2-7 15,10 2 7-15,0 0-6 0,-11-2 5 0,11 2-6 16,0 0 11-16,-10 0-9 0,10 0-2 0,0 0 6 16,0 0 0-16,0 0-4 0,0 0-3 0,-10 0-6 15,10 0 4-15,0 0-3 0,0 0-6 0,0 0 3 16,0 0 0-16,0 0 2 0,0 0-1 0,0 0-4 16,0 0 3-16,0 0-3 0,0 0 5 0,0 0-4 15,32 2 5-15,-22-2-3 0,3-2 7 0,-1 2-3 16,0 0-3-16,1-1-3 0,5 0 2 0,1-1-3 15,-1 1 6-15,4-2-2 0,-3 2 2 0,3 0-8 16,-1-2 6-16,5 1-6 0,-4 1 3 0,1-1-3 16,3 0-1-16,-5 2 3 0,1 0 0 0,6-2-4 15,-7 2 5-15,8-1 4 0,-4 0-3 0,-2-1-6 0,5-1 2 16,2 3-3-16,-2 0 3 0,0-3 1 16,0 1-2-16,-6 2 1 0,3-2-1 0,5 1-3 15,-3 0 0-15,1 0 0 0,-1 0-2 0,2 0 3 0,0 0-1 16,1 1-5-16,-1-3 1 0,-1 2 5 15,2-1-4-15,-1 2-1 0,-8 0 1 0,7 0-2 0,0-2 4 16,-7 0-5-16,7 2 1 0,-6 1-3 0,5-2 5 16,1-1-2-16,-1 1 1 0,0 2 4 0,1-2-1 15,-6 0-6-15,5 1-1 0,0 0 5 0,-5-2-4 16,7 1-4-16,0-1 9 0,-1-1-4 0,-6 2-4 16,3-2 3-16,2-1 2 0,-5 3 4 0,6 0 0 15,-9 0-6-15,3-1 0 0,-2 2-4 0,2 0 4 16,6 0-2-16,-1-1 3 0,-4-1 1 0,5 0 3 15,2 0-1-15,-4-1 7 0,5 0-1 0,-2 2-2 16,0-2-2-16,0 0 2 0,3-1-2 0,-1 1 7 16,2 1-6-16,-1-2 5 0,0 1-6 0,0 0 1 15,-3-1 4-15,3-2-4 0,0 3-1 0,-1 0 0 0,-1 0 0 16,2 0 2-16,0 0-1 0,-1 0 1 16,0 1-1-16,-2-1 4 0,0 0-6 0,2-1 1 15,0 1 2-15,2 1 0 0,-1-1-2 0,0 1 0 16,1-1-3-16,-1-2 8 0,-5 3-2 0,2 0-2 0,2 0 3 15,0 0-2-15,-2 0-1 0,-1 0-1 16,1 1 1-16,-8 1 2 0,7 1 0 0,0-3 1 0,0 2-2 16,-6 0-1-16,6 1-1 0,0-1-2 0,-7 0-1 15,6 1 2-15,-6-2 1 0,1 1-3 0,-1 0-5 16,7 3 2-16,-7-2 2 0,0-1 1 0,-2 2 0 16,4-1 2-16,-1 1-4 0,6 0-1 0,-9-2 3 15,9 4 1-15,-8-2 1 0,0-2-4 0,0 1 2 16,0 0 1-16,0 2-3 0,1-1 3 0,-1 0-5 15,-2-2 0-15,2 3 1 0,-1-1 1 0,-1 0-2 16,2 0 3-16,1 1-1 0,-2-1 1 0,0-1-4 16,1 0 4-16,0 0-2 0,0 2-2 0,0-2 2 15,0 4-1-15,2-3 2 0,-2 1-2 0,1-2 2 0,7 2 3 16,-8 1-6-16,7 0 4 0,-5-2-5 16,-1 1 7-16,1-1-5 0,4 4 3 0,2-1-3 15,-6-2 2-15,6 2-3 0,0-1 1 0,-1 0-4 16,-1 2 7-16,1-5-3 0,2 2 1 0,-8 1 0 0,10 1 5 15,-4-1-6-15,3-4 3 0,-3 3 0 0,1 1-3 16,-1 2 2-16,1-2-1 0,0-1 0 16,1-2 1-16,-1 2 2 0,1 0 0 0,2-1-4 0,-1 1 1 15,0-3-2-15,0 5 4 0,0-5-5 0,-1 0 5 16,1 1-1-16,-1 0 0 0,2-1 0 0,1 3-1 16,0-3-1-16,-3 3 1 0,0-3 0 0,2 1 0 15,0 1-3-15,-2 1 2 0,2-2 3 0,2 0 1 16,1 1-3-16,0-1-1 0,-4-1 3 0,2 2-1 15,2-1-3-15,-5 1 1 0,2 0-1 0,-1-2 1 16,1 0 3-16,-2 2-5 0,1-1 5 0,0-2-4 16,1 1 1-16,1-1 4 0,-3 1-5 0,2 0 0 15,-2 1-1-15,0-1 2 0,-1-1 1 0,0 2 0 16,0-1 0-16,1-1 0 0,-7 0 0 0,8-1-3 16,-2 1 4-16,0 0 0 0,0-1-5 0,0 0 7 15,-5 2-1-15,-3-2-1 0,11 0-3 0,-10-1 0 16,7 2 4-16,-2 0 1 0,3-2-5 0,-11 3 3 0,4 0 0 15,5 0-1-15,-4 0-1 0,-3 2 3 0,6-4 0 16,-4 2 0-16,7 0-4 0,-8 0 2 0,7 2 1 16,-6-4 0-16,-1 2 0 0,0 2-1 15,7-1-2-15,-1-2 4 0,-7 1-1 0,2 1 1 0,0-1-3 16,-1 1 7-16,1-1-3 0,-1 1 3 0,3 0-4 16,3-1 1-16,-6 2 3 0,-1-2-3 0,4 0-1 15,-4 0 0-15,0 0 3 0,7 1 0 0,1-1 1 16,-6 1-3-16,-1 1 1 0,0-1 2 0,0-1-3 15,2 1 2-15,-2-1-2 0,6 1 1 0,-6-1 4 16,0 2 1-16,-2-1 1 0,2-1 1 0,0 2-4 16,-2-1 3-16,3-1-2 0,-1 1 3 15,-1 0-2-15,0-1 0 0,-1 1 6 0,-2 0 1 0,4-1 2 16,-4 0 0-16,1 0-1 0,3 0-1 0,-3-1-2 0,2 0-1 16,-2 1 0-16,2-1-2 0,-2 0-1 15,0 0-1-15,0-2 1 0,-5 3-3 0,3-2-2 16,-3 1 1-16,2-1 0 0,-3 2-1 0,7-4-1 15,-8 2 1-15,0 1-3 0,0 0-1 0,-4-1-2 0,4 0-3 16,-3 1-4-16,-8 1-7 0,12-3-17 16,-5 3-22-16,-7 0-17 0,9-1-30 0,-9 1-41 15,9-4-28-15,-9 4-43 0,0 0-131 0,3-6-369 0,-3 6 164 16</inkml:trace>
  <inkml:trace contextRef="#ctx0" brushRef="#br0" timeOffset="114081.97">15121 15476 33 0,'0'0'101'0,"0"0"-25"0,21-15-33 0,-4 7-36 15,1-1-51-15,0 0-46 0,7-6 20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23T09:20:57.32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15867 9926 16 0,'0'0'87'0,"-5"-8"5"0,5 8 8 0,-4-8-4 15,4 8-7-15,-4-9-11 0,4 9 1 0,-5-7-19 16,0 3-6-16,5 4-1 0,-5-9 7 0,5 9 1 16,-4-6 1-16,0 2 1 0,4 4-5 0,0 0-7 15,-6-8-6-15,6 8 0 0,-4-5-8 0,4 5-3 16,0 0 4-16,0 0-9 0,0 0 3 0,-5-6-6 15,5 6 1-15,0 0-8 0,0 0 0 0,0 0-7 16,0 0 0-16,0 0-6 0,0 0 8 0,0 0-5 0,0 0-4 16,0 0 3-16,0 0 0 0,0 0-6 0,1 22 8 15,-1-22-8-15,1 14-1 0,1-8-1 16,0 5 2-16,-1-2 4 0,1 0-5 0,0-3-1 16,0 1 3-16,-1-1 2 0,-1-6-1 0,4 9-8 0,-3-5 9 15,-1-4-4-15,0 0 7 0,5 4-4 0,-5-4 3 16,0 0 0-16,15-10 3 0,-7 0 0 15,10-12-1-15,0-1-9 0,2-3-4 0,3-3-6 0,10-9-2 16,2-5-15-16,1 3-14 0,2-2-18 0,-2-1-27 16,0 0-8-16,-1 3-6 0,0 1-20 0,-3 2-68 15,-1 0-202-15,1 1 89 0</inkml:trace>
  <inkml:trace contextRef="#ctx0" brushRef="#br0" timeOffset="1179.26">20194 10662 18 0,'0'0'103'16,"0"0"-1"-16,0 0-1 0,0 0-3 0,0 0-12 15,0 0-9-15,0 0-1 0,0 0-3 0,0 0-2 0,0 0 9 16,0 0-3-16,3 10-11 0,-3-10 6 0,2 7-7 16,-2-7 0-16,4 10-4 0,-1-5-5 15,-3-5-2-15,5 13-4 0,-4-7 6 0,0 0-7 16,2 0 1-16,1 1-5 0,-4-7-8 0,4 12-8 0,-2-7 3 15,-1 1-2-15,-1-6-5 0,6 9-4 0,-5-4-2 16,-1-5 3-16,4 8-2 0,-4-8-4 0,2 5 3 16,-2-5 0-16,0 0 3 0,4 5-5 0,-4-5-11 15,0 0 8-15,0 0 3 0,3 7-7 0,-3-7 2 16,0 0-1-16,0 0-1 0,18-7-1 0,-6 0-4 16,7-2-15-16,7-4-26 0,1-6-32 0,12-12-33 15,2 1-40-15,1-3-146 0,-1-4-310 0,0 1 138 16</inkml:trace>
  <inkml:trace contextRef="#ctx0" brushRef="#br0" timeOffset="18784.68">12431 7961 58 0,'0'0'71'0,"-12"-5"5"0,7 4 0 0,5 1-9 15,-9-5-4-15,5 3-5 0,4 2-4 0,0 0-12 16,-12-3 5-16,12 3-9 0,0 0 1 0,-6-4-8 0,6 4-2 15,0 0-8-15,0 0 0 0,0 0-11 0,0 0 3 16,0 0-1-16,0 0 0 0,0 0 0 16,0 0-6-16,0 0 1 0,0 0-3 0,0 0 2 15,0 0 5-15,0 0-2 0,0 0 0 0,0 0-5 0,19 13 1 16,-11-12 2-16,-3 2-1 0,3 0 3 0,2 0-11 16,0 0-2-16,2 1 11 0,1-1 0 0,-2 0 1 15,3 0-11-15,-3 1 9 0,2 1-2 0,4-2 1 16,1 1-1-16,1 0-4 0,0 0 6 15,3-2-3-15,-2 0 3 0,1 0 0 0,6-1-1 0,-6-1 2 16,5 2 1-16,2-2-10 0,0-2 4 0,1 0 8 16,0-1-5-16,0 1 5 0,-1 1 3 0,1 0-3 15,-8 1-4-15,9-3 5 0,-1 0-7 0,0 0 2 16,0 1 3-16,1 1 2 0,-3 0-6 0,2-1-8 16,-8 1 4-16,0-1 10 0,0 0-3 0,2 1-3 15,6 0 1-15,-9 0-6 0,2 0 9 0,5 0-7 16,-6-2 1-16,-2 3-1 0,9 0 1 0,-6 3 5 15,-1-3 6-15,-2 1-3 0,10 1-4 0,-10-1 5 16,1 0-8-16,0 3 6 0,1-4-4 0,-2 1 1 16,0 1 2-16,1-1-4 0,0 0 10 0,2 0-7 15,-1 0-5-15,-1-1 10 0,0 0-12 0,3 0 2 16,4 0 1-16,-6-1 2 0,7-2 3 0,-8 0-3 16,7-2 10-16,2 2-11 0,-1-2 5 0,-2 0 2 15,1-2 2-15,0 1-2 0,-2 0-2 0,2-1 6 16,0 0-9-16,2-1 4 0,-2 2-11 0,-9 0 10 0,11-1 1 15,0 1-5-15,0 3 0 0,-2-3-4 16,-1-1 4-16,-7 4-6 0,10-2 8 0,-8 1-5 16,3 4-9-16,4 0 8 0,-8-3 1 0,8 3 0 15,0-2 2-15,-6 0-2 0,7 2 0 0,-1 0 0 16,1-4 0-16,0 2-6 0,-1-1 5 0,2 2-4 0,-1 0-2 16,-2-1 4-16,0 2 1 0,2-2-1 15,-8 2 1-15,8-1 3 0,-1 1-5 0,-1-4 4 16,-6 4 1-16,8-1-8 0,-8 1 0 0,0 0 0 15,2 0 5-15,4 0 2 0,2 0-6 0,1-1 0 16,0-1 0-16,0 1 0 0,0-1 6 0,0 0 1 0,0 2-8 16,0-1 4-16,0-1-3 0,2-1 1 15,-2 2 2-15,0-3-3 0,4 1 10 0,-1 2-6 0,0-1 0 16,0-1 1-16,2-1-2 0,-3 2-6 0,1-4 1 16,-1 5 1-16,-1-2 8 0,-2 3-7 15,1-3-1-15,-1 3-2 0,-7-2 5 0,7 2 2 16,-7-1-6-16,-2 1 3 0,8-3 2 0,0 2 3 15,-7-1-6-15,-3 4 8 0,3-4-17 0,8 2 8 16,-8 0 9-16,0 0-1 0,0 0-2 0,1 0 2 0,-1 0-11 16,0 0 10-16,1 0-1 0,1 0-6 0,-2 0 6 15,7 0-4-15,-7 2-6 0,1-2 10 16,0 0 2-16,1-2 3 0,4 2-4 0,-6 2-1 0,0-4-3 16,1 0 4-16,-3 1 4 0,1 1-7 0,1 0 1 15,-1-1-2-15,-1-1-2 0,2 1 0 0,-3 2 3 16,1-3 0-16,0 2-2 0,-1-2-2 0,1 3 6 15,-2-1 1-15,2 0-6 0,-4 0 4 0,2-2 1 16,2 2 4-16,0 0-8 0,-1-1 1 0,-5 0-9 16,1 1 11-16,3 0 1 0,-4-2-8 0,4 2 3 15,-4 0 1-15,-2 0 5 0,2 0-7 0,-1-2 7 16,-1 2 2-16,2-2-2 0,-2 2-1 0,-3 0 4 16,2 0-4-16,-10 0-1 0,14-1 0 0,-7 2-4 15,-7-1 11-15,12-1-8 0,-12 1 0 0,11 1 3 16,-11-1-2-16,8 0-3 0,-8 0 4 0,0 0-1 15,8-2-1-15,-8 2 4 0,0 0 5 0,0 0-10 16,0 0 7-16,9-4-3 0,-9 4-8 0,0 0 13 16,0 0-5-16,0 0-1 0,0 0 0 0,0 0-2 15,0 0 11-15,0 0-9 0,0 0-3 0,0 0 2 16,0 0-2-16,0 0-1 0,9 0 1 0,-9 0-10 16,0 0-12-16,0 0-24 0,0 0-28 0,0 0-41 15,0 0-94-15,0 0-226 0,0 0 101 0</inkml:trace>
  <inkml:trace contextRef="#ctx0" brushRef="#br0" timeOffset="20792.23">10615 12185 83 0,'0'0'77'0,"-7"-6"-4"0,7 6-8 0,0 0-8 16,0 0-3-16,0 0-9 0,0 0-1 0,0 0-2 16,0 0-3-16,0 0 0 0,18-4-6 0,-18 4 2 15,17-2-6-15,-7 4-4 0,2 1-1 0,1-2-5 16,4 1-1-16,2-1 1 0,2 1-3 0,-2-1 3 15,1 3 0-15,2-3-2 0,0 1-1 0,6 1 6 16,0 0-8-16,-6 0 1 0,5-3-8 0,2 4 13 16,-1-1-6-16,-2-2-3 0,2 1 4 0,0 0 7 15,0 0-12-15,0 1 5 0,0-1-1 0,2-1-1 16,0 0 0-16,1 2 4 0,-2-2-3 0,1 3-1 16,0-4 5-16,-2 0-7 0,-1 0 7 0,5 5-1 15,-6-4-7-15,2 0-2 0,2 1 15 0,-1-1-8 16,1 0-9-16,-3 2-5 0,3-1 10 0,-3 1-4 15,1-3 1-15,2 2 4 0,-3 0-7 0,5-4-2 16,-1 1 8-16,-1 2-3 0,1-2 3 0,0 0-9 16,2-1 3-16,1-1-1 0,0 2-6 0,-2-2 4 15,-2 0 2-15,4 1 0 0,0-3-3 0,-3 2 0 16,1 2-1-16,-3 0 5 0,-2-2 1 0,2 2-4 16,0 0 5-16,1-1-4 0,-3 1-1 0,2 1-6 0,-2 0 7 15,3-2-2-15,-1 1 1 0,0-2-2 0,2 3 3 16,-2-3 4-16,2 2-11 0,4-1-10 0,-2 0 23 15,-1 0-7-15,1 1-1 0,-6-3 1 16,3 2-9-16,1-1 11 0,-2 1-2 0,-3-1 0 0,2 1 0 16,1 0 6-16,-7-1-7 0,5-1-1 15,1 0-1-15,1 2 1 0,-7 0 2 0,5 0 5 0,2 0-9 16,-8 1-1-16,6-2 4 0,-3 0-3 16,-4 2 2-16,3 0 0 0,-1 0-1 0,6-1 3 15,-2 2 4-15,3-1-10 0,0 0-2 0,0 0-1 0,1-1 11 16,-1 0 1-16,0 1-12 0,-2-2 12 0,2-1-3 15,1 1 1-15,-3 1-2 0,2-2 5 0,0 1-3 16,3 0-6-16,-5-1 13 0,4 0-9 0,-2-1-9 16,-2 1 10-16,2 0-2 0,0-1 3 0,0 1-1 15,-2 3-13-15,1-1 5 0,1-3 5 0,-2 3-1 16,-5-1 6-16,0 1 2 0,-1-1-9 0,1-1 0 16,-2 4 3-16,3-3 0 0,-2-1-3 0,0 2 3 15,0 1-3-15,1 0-5 0,-4-2 5 0,5 2 2 16,-3 0 5-16,3-2-13 0,-4 3 15 0,2-1-12 0,-3-1 9 15,0 0 0-15,2 2-11 0,-3-2 13 16,0 0-1-16,0 2-6 0,-3-1 0 0,3 0-1 16,-3-2 5-16,0 2 0 0,0-1 6 0,-1 1-8 15,1-1 4-15,1 0-3 0,-4 0-1 0,3 0 6 0,-1 1-3 16,1 0-1-16,1 0 0 0,-3 1 0 0,1 0-3 16,1-2-1-16,-3 1 8 0,2 0-4 15,-1 0-1-15,1-1-16 0,1 2 15 0,-1-1-1 16,-2 1 8-16,1-2-15 0,-1 2 5 0,2 0 9 0,-3-2-4 15,0 1 1-15,2 1 1 0,-3 0-3 0,1-1 2 16,3-1 0-16,-4 1-3 0,1 1 5 16,0 0 0-16,0 0-10 0,1 0 10 0,-11 0-3 15,17 0 1-15,-6 0-5 0,-1-1 10 0,-2 1-2 0,-8 0 2 16,18-3-1-16,-11 3 3 0,3-1-6 0,-10 1 2 16,18-1-4-16,-10 1-1 0,-8 0 4 0,13-1 13 15,-7-1-13-15,-6 2 2 0,14-1-5 0,-14 1 1 16,9 0 9-16,-9 0-5 0,11 0 4 0,-11 0-3 15,11-2-2-15,-11 2 0 0,7-1-4 0,-7 1 4 16,9-1 0-16,-9 1-6 0,0 0 2 0,0 0-2 16,12 0-1-16,-12 0 5 0,0 0-6 0,0 0 4 15,0 0 4-15,13 0 2 0,-13 0-8 0,0 0 6 16,0 0 1-16,6-2-1 0,-6 2-6 0,0 0 9 16,0 0-8-16,0 0-4 0,0 0 0 0,0 0-17 15,0 0-39-15,10-1-56 0,-10 1-129 0,0 0-265 16,0 0 117-16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23T09:22:20.06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26856 7514 32 0,'-2'-10'119'0,"2"10"5"0,0 0-8 0,0 0 4 15,0-11 5-15,0 11-2 0,0 0-5 16,0 0-8-16,0-8-2 0,0 8-8 0,0 0-6 16,0 0-7-16,0 0-8 0,0 0-6 0,0 0-2 15,0-11-6-15,0 11-8 0,0 0-8 0,0 0-4 0,0 0-4 16,0 0-5-16,0 0-9 0,0 0-2 0,0 0-3 16,0 0-3-16,0 0-8 0,0 0 4 15,0 0-8-15,0 0 0 0,0 0-2 0,0 0-1 16,0 0 2-16,0 0-2 0,0 0-3 0,7 26 0 0,-5-16 1 15,-2 0 1-15,6 6 0 0,-2 1 1 0,-2 0-1 16,2-4-4-16,0 7 9 0,-1-1-4 0,1 4-4 16,0-4 0-16,1-1-1 0,-2 0 2 15,-1-2-2-15,0 1 2 0,3 1 5 0,-1-1-9 0,0-2 3 16,-2 2 2-16,1 1 1 0,-3-4 0 0,0 1-2 16,4 2 4-16,-4-4-4 0,0 0 2 0,2-4-4 15,1 3 3-15,-3-2 3 0,2 0 0 0,-2 0-2 16,2-4-4-16,-1 1 3 0,-1-7 3 0,0 14-4 15,0-14 0-15,0 9 1 0,0-9 2 0,2 9-8 16,-2-9-3-16,0 6-13 0,0-6-17 0,0 0-25 16,0 8-9-16,0-8-25 0,0 0-8 0,0 0-23 15,0 0-139-15,0 0-288 0,0 0 128 0</inkml:trace>
  <inkml:trace contextRef="#ctx0" brushRef="#br0" timeOffset="638.91">26965 7771 50 0,'-6'-6'104'0,"6"6"-16"0,0 0-10 16,0 0-2-16,0 0 5 0,0 0-19 0,0 0-7 15,0 0-10-15,0 0-13 0,0 0 11 0,0 0-14 16,0 0 3-16,0 0-6 0,0 0-2 0,0 0-6 16,19-1 9-16,-9 0-8 0,0-1-5 0,3 2 0 15,4-2-4-15,2-1-3 0,1-2 5 0,8 3-1 16,3-2-6-16,-1-3-3 0,5 2-4 16,3 0 5-16,16-1 23 0,-2-5-28 0,3 5 5 0,4-4-4 15,-3 2-2-15,3-1 1 0,1-2-2 0,-1 3 15 16,0 3-17-16,-1-2-1 0,5-2 9 0,-3 2 2 15,2-2-8-15,-2 2 5 0,2-1-3 0,0 2 1 16,-1-3-2-16,-1 0-6 0,4 4 10 0,-7-3-1 16,-3 2-1-16,1 3-7 0,-1-3 10 0,-15 2 2 15,15-2-5-15,2 3-2 0,-3-4-3 0,-1 0 7 16,3 3-11-16,-3-1 8 0,0 2 9 0,1 0-5 16,3-3-4-16,-3 5 3 0,2-4 3 0,-1 1-4 15,-1 2-1-15,3-6 2 0,-4 3-2 0,0-1-2 0,0 2 1 16,1-1 0-16,-1-1 3 0,-1 2-3 0,-1-1 6 15,-9 2 4-15,10-2-6 0,0 2-6 16,-12-1 1-16,1-1-4 0,16-2 7 0,-2 2 3 16,-15 2-6-16,0 0-1 0,11-4 5 0,-10 4-6 0,-3 1 14 15,-1-3-15-15,-1 4 9 0,3-2-5 16,0 1-1-16,-4-2 10 0,2 2-4 0,-3-1-11 0,3 2 8 16,-3-3-7-16,2 4-6 0,-3-1 10 15,2-1 5-15,1 1-5 0,-6-2-4 0,-1 0 10 0,2 3-6 16,-3-4-1-16,-6 4 8 0,0 0-1 15,-2-2-3-15,3 2 2 0,-2-1-6 0,-2 1 0 16,0-3 7-16,-5 1-5 0,2 2 5 0,-3-1-6 0,-1 1-1 16,0 0-5-16,-3 0-3 0,-8 0-11 0,12-2-5 15,-12 2-19-15,10-2-29 0,-10 2-43 0,6-2-128 16,-6 2 57-16</inkml:trace>
  <inkml:trace contextRef="#ctx0" brushRef="#br0" timeOffset="988.55">31137 6961 33 0,'0'0'158'0,"0"0"-12"0,0 0-17 16,0 0-15-16,0 0-11 0,0 0-15 0,0 0-9 16,0 0-12-16,0 0-7 0,0 0-10 0,0 0-5 15,0 0-5-15,0 0-1 0,10 30-1 0,-4-6-6 16,-1 5-2-16,3 5-1 0,-2-1-9 15,2 16 3-15,-1 0 2 0,-2-1-7 0,3 4 6 0,-4 0-13 16,-3 1 4-16,2 0-3 0,-2 5-41 0,0-1-51 16,-2-3-141-16,-1-2-237 0,-2-3 106 0</inkml:trace>
  <inkml:trace contextRef="#ctx0" brushRef="#br0" timeOffset="2675.62">31273 7234 2 0,'0'0'111'0,"0"0"-18"16,-4 5-16-16,4-5-23 0,0 0-28 0,0 0-21 15,0 0-31-15,0 0-31 0,0 0-62 0,-2 7 27 16</inkml:trace>
  <inkml:trace contextRef="#ctx0" brushRef="#br0" timeOffset="13221.66">20423 10375 24 0,'0'0'105'15,"-5"-6"-10"-15,5 6-4 0,0 0-13 0,-7-7-1 0,7 7 2 16,-6-4 2-16,6 4 1 0,0 0-6 0,-5-5-8 16,5 5 3-16,0 0-13 0,-6-5 1 15,6 5-12-15,0 0-2 0,0 0-6 0,0 0-2 16,0 0-9-16,0 0 6 0,-3-6-8 0,3 6-3 0,0 0-3 15,0 0-3-15,0 0-3 0,0 0 0 0,0 0-6 16,0 0 4-16,0 0-1 0,0 0-1 0,0 0-7 16,0 0 2-16,24 1-2 0,-24-1 3 0,16 2 13 15,-4-2 7-15,1 0-3 0,8-2-1 0,0 2-1 16,0 0-2-16,7 0 1 0,1-2 0 0,2 2-5 16,1-2 6-16,3 0-10 0,-3 0 2 0,3-1 0 15,2 0 2-15,-1 0-1 0,-1 1 1 0,0-3-1 16,0 1-2-16,-2 3-4 0,0-3 4 0,-1 1-6 15,5 0 6-15,-2-1-3 0,-1 0 1 0,0 1-6 16,0 0 3-16,-1 3 1 0,1-3-2 0,0-2-3 16,-1 0 3-16,-2 2-1 0,1 0-2 0,4 1 3 15,-4 0-2-15,-2-3-1 0,5 3 1 0,-2 0-1 16,0-2 1-16,-2 1-3 0,1 1 2 0,0-4-1 16,-3 3-4-16,1-2 2 0,-4 3 3 0,2 1 0 15,-1-3 2-15,3 0-5 0,-10 1 3 0,11-1 1 16,0 1-3-16,-2-2 2 0,0 1-2 0,2-1-1 15,-3-1 3-15,2 0 3 0,-2 3 2 0,0-1-4 0,-8 1 0 16,2 0-5-16,-2-1 2 0,2 2-2 16,-1 0 2-16,0-1 1 0,1 0 0 0,-3 3-1 15,3-3 1-15,6 1-1 0,-9 1 2 0,3 0-4 0,0 1 3 16,-4-3 0-16,2 2 2 0,-1 1-5 0,-1-1 3 16,1 1-2-16,0-2 2 0,-1 1-4 0,3 1-1 15,-1-1 3-15,-1 0 2 0,3-1 0 0,-3 2 2 16,3-2-4-16,0 1 1 0,-4 1-2 0,1-3 4 15,4 3-3-15,-4-1 2 0,1-1-3 0,1 2 3 16,-1-1-3-16,3 1-1 0,-1 0 2 0,-3 0-4 16,0 0 2-16,3 1 1 0,-4-1 1 0,1 3 0 15,2-2 0-15,-3 1 0 0,2-1 0 0,0-1 2 16,1 2-1-16,2 0 0 0,-3 0-1 0,8 1 2 16,-1-2-3-16,-5 0 5 0,-2-1-4 15,1 1 6-15,1 1-3 0,-2-2-1 0,2 1 0 0,-3 0 1 16,3 1 1-16,-2-2-1 0,-1 0 0 0,2 0 1 15,-2 0 3-15,4 1-2 0,-3 1-3 0,2-2 2 16,-1 2 3-16,-1-2-1 0,2 1-3 0,-2 0 0 16,3-2 5-16,-2 1 1 0,0 3-3 0,8-2 3 0,-9-1 0 15,0 1 0-15,1-1 0 0,1 0 1 16,4-1-3-16,-5 1 2 0,-3 1-1 0,2 1 5 0,1-2-8 16,-1 0 2-16,2 0 4 0,-3 0-2 0,1 0 0 15,2 0 1-15,6 0 1 0,-7-2 7 16,0 4 7-16,1-2-5 0,1 0-1 0,-4 0 1 0,2 0-7 15,-2 0 3-15,3 0-2 0,-3 0-1 0,-1-2-4 16,1 4-1-16,0-2 1 0,-1 0-1 0,0 0 1 16,-1 0-1-16,0 2-2 0,0 0-4 0,-2-4 4 15,2 4-3-15,-3-2 0 0,0 0 2 0,4 0 0 16,-7 0-1-16,3 0 1 0,2 0-2 0,-1 0 2 16,3-2-1-16,-4 0 5 0,4 2-7 0,-4 0 1 15,4 0-3-15,0 0 5 0,-4 0-5 0,-1 2 3 16,1-2-1-16,4 2-1 0,-6-2-1 0,2 0 3 15,1 0-1-15,-1 0 1 0,-1 0 1 0,-1 0 0 16,1 0-3-16,0 0 2 0,-1 0 5 0,0-2 6 16,1 0 0-16,0 4-2 0,-3-2-2 0,0 0-1 15,-1 0 1-15,-1 0-2 0,-1 2-3 0,-7-2 9 16,12-2-11-16,-12 2 2 0,9 0 1 0,-9 0 6 16,0 0 8-16,14 2 1 0,-14-2-3 0,0 0 2 15,9-2 2-15,-9 2 1 0,0 0-1 0,0 0 4 0,9-2-7 16,-9 2 0-16,0 0-4 0,0 0 2 15,0 0-3-15,0 0 2 0,0 0-4 0,10 0-2 16,-10 0 0-16,0 0 0 0,0 0-1 0,0 0-1 16,0 0-2-16,0 0 5 0,0 0-4 0,0 0-4 0,0 0 1 15,0 0 1-15,0 0-3 0,0 0 8 0,0 0-7 16,0 0 0-16,0 0 1 0,0 0-1 16,0 0-2-16,0 0 0 0,0 0 0 0,0 0 1 15,0 0-2-15,0 0 0 0,0 0-1 0,7 0 2 0,-7 0-1 16,0 0 2-16,0 0 1 0,0 0-3 0,0 0 2 15,0 0-1-15,0 0 0 0,0 0-2 16,0 0 3-16,0 0-1 0,0 0-1 0,0 0-1 0,0 0 0 16,0 0 4-16,0 0-2 0,0 0 5 0,0 0 2 15,0 0 4-15,0 0-4 0,0 0 1 0,0 0 1 16,0 0 0-16,0 0 1 0,0 0-3 16,0 0 1-16,0 0 4 0,0 0-5 0,0 0 7 0,0 0-4 15,0 0 3-15,0 0-3 0,0 0 4 0,0 0-4 16,0 0-1-16,0 0 0 0,0 0 2 0,0 0-6 15,0 0-1-15,0 0 3 0,0 0 0 0,0 0-5 16,0 0 5-16,0 0-3 0,0 0-1 0,0 0-1 16,0 0 2-16,0 0-3 0,0 0 0 0,0 0 1 15,0 0 2-15,0 0 0 0,0 0-1 0,0 0-2 16,0 0 0-16,0 0 2 0,0 0-2 0,0 0 2 16,0 0 1-16,0 0 0 0,0 0-3 0,0 0 2 15,0 0 4-15,0 0-3 0,0 0-4 0,0 0 2 16,0 0 2-16,0 0-3 0,0 0 0 0,0 0 0 0,0 0-1 15,0 0-2-15,0 0 4 0,0 0-1 0,0 0-1 16,0 0-1-16,0 0 2 0,0 0-2 0,0 0 2 16,0 0-1-16,0 0 1 0,0 0 0 15,0 0-3-15,0 0 4 0,0 0-1 0,0 0 1 0,0 0-1 16,0 0 2-16,0 0 5 0,0 0-2 0,0 0 3 16,0 0-5-16,0 0 1 0,0 0 2 0,0 0-1 15,0 0 0-15,0 0-2 0,0 0-4 0,0 0 2 16,0 0 2-16,0 0-4 0,0 0 4 0,0 0-5 15,0 0 3-15,0 0-3 0,0 0 3 0,0 0-3 16,0 0 0-16,0 0 3 0,0 0 1 16,0 0 0-16,0 0-3 0,0 0 1 0,0 0-1 0,0 0 0 15,0 0-2-15,0 0 5 0,0 0-3 0,0 0 4 16,0 0-3-16,0 0 6 0,0 0 0 0,0 0-1 16,0 0 4-16,0 0-4 0,0 0-2 0,0 0 9 15,0 0-7-15,0 0 2 0,0 0 0 0,0 0 5 16,0 0-5-16,0 0-2 0,0 0-2 0,0 0 1 15,0 0 1-15,0 0-3 0,0 0 1 0,0 0 2 16,0 0-4-16,0 0 1 0,0 0-1 0,0 0 2 16,0 0-2-16,0 0-2 0,0 0 2 0,0 0 1 15,0 0 2-15,0 0-3 0,0 0-4 0,0 0 2 16,0 0 0-16,0 0 2 0,0 0-4 0,0 0 1 16,0 0-2-16,0 0 2 0,0 0-2 0,0 0 3 0,0 0-1 15,0 0 4-15,0 0-4 0,0 0-1 0,0 0 1 16,0 0 0-16,0 0 3 0,0 0-5 15,0 0 2-15,0 0 2 0,0 0-4 0,0 0 3 16,0 0 0-16,0 0-1 0,0 0 1 0,0 0 0 0,0 0-5 16,0 0 6-16,0 0-2 0,0 0 0 0,0 0 1 15,0 0-2-15,0 0 1 0,0 0-2 16,0 0 1-16,0 0 3 0,0 0-2 0,0 0 1 0,0 0-1 16,0 0 3-16,0 0 3 0,0 0-5 0,0 0-2 15,0 0 3-15,0 0 0 0,0 0-1 0,0 0-4 16,0 0 3-16,0 0 3 0,0 0-5 0,0 0 4 15,0 0-5-15,0 0 4 0,0 0 0 0,0 0 1 16,0 0 0-16,0 0 0 0,0 0-2 0,0 0 0 16,0 0 4-16,0 0-3 0,0 0 5 0,0 0-5 15,0 0-4-15,0 0 3 0,0 0 0 0,0 0-1 16,0 0 4-16,0 0-2 0,0 0-2 0,0 0-4 16,0 0 3-16,0 0-6 0,0 0-9 0,0 0-10 15,0 0-13-15,0 0-14 0,0 0-16 0,0 0-16 16,0 0-28-16,0 0-28 0,0 0-17 0,0 0-21 15,0 0-24-15,0 0-17 0,0 0-12 0,0 0 17 16,0 0-114-16,0 0-358 0,-7 15 158 0</inkml:trace>
  <inkml:trace contextRef="#ctx0" brushRef="#br0" timeOffset="14438.93">26304 10378 30 0,'0'0'88'0,"-5"-3"-2"0,5 3-9 16,0 0 2-16,0 0-10 0,0 0 7 0,-6-6-6 15,6 6 8-15,0 0-10 0,0 0 6 0,0 0-8 16,0 0-2-16,0 0-5 0,0 0-3 0,0 0-1 16,-7-4-7-16,7 4-8 0,0 0 0 0,0 0 1 15,0 0-5-15,-7-5 5 0,7 5-11 0,0 0 4 16,0 0 0-16,0 0-6 0,0 0 5 0,0 0-5 15,0 0-3-15,0 0-7 0,0 0 1 0,0 0 0 16,0 0 1-16,-7-6-5 0,7 6-1 0,0 0-1 16,0 0-3-16,-11-1 1 0,11 1 1 0,-7-3-2 15,7 3 1-15,-7-4-8 0,7 4 4 0,-8-3-4 0,8 3 7 16,-11-4-9-16,4 0 2 0,2 1 5 16,-2 0-3-16,-1 0-2 0,8 3-1 0,-17-7 1 15,11 3 6-15,-1 1-1 0,1 1 3 0,6 2 2 16,-10-5 3-16,2 3-4 0,8 2 2 0,-9-4 0 0,9 4-1 15,-6-3-2-15,6 3 0 0,-8-3-2 0,8 3 4 16,0 0 0-16,-9-3 1 0,9 3-3 16,0 0 0-16,-8-3 4 0,8 3-3 0,0 0-4 15,0 0 5-15,0 0-5 0,0 0-4 0,0 0 2 0,-5-4 3 16,5 4-5-16,0 0 1 0,0 0-7 0,0 0 2 16,0 0 4-16,0 0-5 0,0 0-1 0,0 0 4 15,0 0-5-15,0 0 5 0,0 0-4 0,0 0 1 16,0 0 5-16,28 7 2 0,-16-7-4 0,1 1-3 15,1-1 4-15,4 2-1 0,2-1-2 0,10 0 1 16,-3 0-1-16,0-1 1 0,0 0 2 0,-1-1 0 16,-3 0-3-16,6 1 2 0,-2-1 1 0,4-2-1 15,-3 0 0-15,1 2 0 0,2-2 2 0,-2 1-2 16,1 0 3-16,-1-2-3 0,2 0-2 0,-4 1 2 16,0-1 5-16,2 1-3 0,0-1 3 0,2 0-6 15,-2 0 6-15,-1 1-3 0,1-2 3 0,0 3-1 16,0-4-4-16,-1 5 2 0,-1-3-3 0,4 2 4 15,-4-3-5-15,2 2 1 0,0 1 1 0,-9 0 0 16,7 2-1-16,-4 0-1 0,-2-1 5 0,0-1-4 16,8 1-1-16,-8 1 1 0,6-1-2 0,-7 1 6 15,3 1-5-15,5-2-1 0,-7 1 5 0,8 1-4 16,-9-2-3-16,1 1 6 0,8-2-1 0,-7 2-3 16,0 0-1-16,-3 0 3 0,4 2-1 0,-4-1 0 0,4 0 4 15,-2-1-5-15,-2 2 3 0,3-4-2 0,-1 2 1 16,-1 0 4-16,1 2 6 0,1-1-1 15,-1-1 2-15,1-1 2 0,0 2-2 0,1-1 3 16,-3 1-4-16,2-1 2 0,1 0-3 0,4-1 4 0,-8 0-3 16,0 1 2-16,3-2-4 0,-4 1-1 0,3 1 8 15,-2 0 6-15,2-1-3 0,1-1 2 0,-6 2 0 16,2 0-1-16,1-2-1 0,-6 0-4 0,0 0 2 16,0 2-3-16,0 0-2 0,1-1 4 15,-3-2-4-15,-2 3 0 0,3 0-1 0,-5-1-1 0,-7 1 3 16,13 0 1-16,-6-2-3 0,-7 2-2 0,0 0 4 15,15 0-3-15,-15 0 1 0,0 0 0 0,9 0 0 16,-9 0-7-16,0 0 4 0,0 0 0 0,0 0 0 16,11 0-1-16,-11 0-1 0,0 0-1 0,0 0-2 15,0 0-1-15,0 0 4 0,0 0-1 0,8-2-3 16,-8 2-3-16,0 0 3 0,0 0-7 0,0 0-6 16,0 0-25-16,0 0-21 0,0 0-39 0,0 0-23 15,0 0-61-15,0 0-19 0,0 0-148 0,-41 0-375 16,19 0 166-16</inkml:trace>
  <inkml:trace contextRef="#ctx0" brushRef="#br0" timeOffset="25056.57">15458 12251 56 0,'-4'-6'68'0,"4"6"-1"0,0 0-13 0,0 0-1 16,0 0-2-16,0 0-3 0,0 0-1 0,0 0-4 15,0 0-4-15,0 0-2 0,0 0-2 16,0 0 1-16,16-4-2 0,-16 4-9 0,11-2-2 0,-11 2-3 15,11 0-10-15,0-2 6 0,0 2 0 0,-2 0 9 16,4 0-9-16,6 2-2 0,-5-1-8 0,3-2-2 16,1 1-1-16,-4 0 0 0,0 0-6 0,2 0 5 15,-2 0 0-15,2 0 4 0,0 1-5 0,1 2 3 16,1-1 1-16,-1 2 4 0,0-3-6 0,-2 2-4 16,4-3 3-16,-3 2-4 0,3 0-4 0,0 0 9 15,2 1-6-15,2-1 9 0,-3-1-7 0,10-1 6 16,-2 1-3-16,3 1-3 0,-3 1 1 0,-1-3 3 15,5 0 1-15,1 0-5 0,-3-3 2 0,2 3 1 16,0 0 1-16,-1 0-1 0,1 1-1 0,1-4-3 0,0 5 3 16,-1-5 2-16,2 3-6 0,-4-1 5 15,2 0-4-15,1 0 3 0,-2-2 1 0,1 1 5 16,-1 2-4-16,-1-1 2 0,1-1-3 0,-1 2 1 16,0-5 1-16,0 1 3 0,-1 3-3 0,0-4 19 0,1 1-9 15,-2-1 2-15,0 1 4 0,0-1-5 0,-7 3 2 16,-1-3 1-16,2 2-10 0,-3 0 5 0,0 0 1 15,3-1-1-15,-4 4-1 0,1-3 0 0,-1 0-8 16,-3 2 8-16,2-2-8 0,-3 2 6 0,-1 0-6 16,0-1 2-16,-2 1-1 0,-1 0 0 0,1 0 2 15,-3-1 1-15,0 2-6 0,-8 0 2 0,14 0 1 16,-14 0-4-16,11 0-13 0,-11 0-8 0,9 0-6 16,-9 0-7-16,11 0-4 0,-11 0-13 0,9 3-4 15,-6-1-5-15,4 1-16 0,-2 1-5 0,1 0-47 16,2 2-137-16,0 1 60 0</inkml:trace>
  <inkml:trace contextRef="#ctx0" brushRef="#br0" timeOffset="26049.82">20515 12243 4 0,'-8'1'89'0,"8"-1"-12"0,0 0 0 0,0 0-8 16,-7 1 0-16,7-1 1 0,0 0-7 0,0 0 4 15,0 0-16-15,0 0 0 0,0 0-15 0,0 0 6 16,0 0-8-16,0 0-10 0,0 0 8 0,0 0-3 16,0 0-2-16,0 0-12 0,0 0 1 0,19 11 5 15,-14-9-7-15,3 1-5 0,-1-1 10 0,4 0 4 16,1 4 3-16,0-2-8 0,6-1 4 0,-2 1-4 15,5 1-4-15,-3-1-1 0,3-1 1 0,9 2 3 16,-3-1-8-16,2-2 2 0,2 2 4 0,-2 0-4 16,0-1-4-16,2-2 2 0,2 0-19 0,1 2 15 15,0-1 4-15,-3-1-6 0,5 1-1 0,1-1-2 0,2 2 6 16,-2-1-3-16,2-1 8 0,0-1-11 16,1-1 5-16,-1 1-3 0,13 1 7 0,-13-2 0 0,14 1 1 15,-3 1-13-15,-10-1 12 0,10 2 12 0,-9 0-3 16,-1 0-2-16,12-2 3 0,-12 1-2 15,-2 0 1-15,14 1 3 0,6-2-3 0,-6 2 1 0,1-1-20 16,-2 0 13-16,-1 1-6 0,-9-1 0 0,14-1-3 16,-3 4 5-16,4-5 6 0,-1 2-8 0,1 0 5 15,-2-1-2-15,0 0 2 0,1 0 1 0,0-1 7 16,-3 1 6-16,4-2 0 0,-1 3 5 0,-15-1-2 16,15 4-1-16,1-1-2 0,-2-1 1 0,-2 2 1 15,1-1-4-15,-15-1 6 0,16-2-1 0,-3 4-4 16,-12-2-1-16,14-2-1 0,-2 2 1 0,-13 2 5 15,0-4 3-15,1 2-3 0,12 2-4 0,-13-4 6 16,15 0 3-16,-16-1 0 0,0 1-1 0,0-1-5 16,0-1 0-16,-1 2 0 0,-1-4 4 0,0 1-3 15,-2 2 2-15,-1-1-2 0,-2 0 1 0,-2 0 1 16,-8 0-3-16,2 2 0 0,-2-1-1 0,-2-2-4 16,-4 3 0-16,-1-3-2 0,1 1-1 0,-1 2 0 15,0-2 2-15,-2 1 1 0,-1 1 0 0,-1 0-2 16,-9 0-2-16,16 1 0 0,-16-1-5 0,12-3 1 0,-5 3-3 15,-7 0 0-15,8-3-2 0,-8 3 5 0,0 0-9 16,9 0-2-16,-9 0 2 0,0 0-1 0,0 0 1 16,0 0-4-16,0 0 5 0,11 1-4 0,-11-1-2 15,0 0-9-15,0 0-3 0,0 0-9 16,1 6-8-16,-1-6-11 0,0 0-12 0,0 0-14 0,0 0-27 16,0 0-13-16,0 0-16 0,0 0-21 0,-11 10-18 15,11-10-20-15,0 0-126 0,-8 3-331 0,8-3 147 16</inkml:trace>
  <inkml:trace contextRef="#ctx0" brushRef="#br0" timeOffset="27438.07">24831 12264 92 0,'0'0'102'16,"0"0"-18"-16,0 0-2 0,-8-3-4 0,8 3-7 16,0 0-2-16,0 0-3 0,0 0 5 0,-5-5-12 15,5 5 0-15,0 0-3 0,0 0-12 0,0 0 2 16,0 0-2-16,0 0-8 0,0 0-4 0,0 0-5 0,0 0 2 15,0 0 9-15,0 0 3 0,0 0 13 16,0 0 6-16,0 0-6 0,0 0-4 0,24 8 1 16,-16-6-9-16,5 1 0 0,-1-1-4 0,8-2-3 0,-2 1-2 15,3 2 4-15,-1-2-7 0,6-2-9 0,4 4 2 16,-1-1-3-16,2-1 2 0,-1 1-5 0,1 0 0 16,3-1-4-16,-1 2 2 0,1-2-4 0,2 0 2 15,-2-1-4-15,5-1 0 0,-2-2 3 0,1 1 0 16,2-2-1-16,-1 3 2 0,0-1 9 0,-1 0 3 15,2 1 1-15,-2-1 8 0,0 0-1 0,0 0-2 16,1-1-2-16,-5 2 0 0,1-2 10 0,1 2 8 16,-4-1 5-16,-5 0 4 0,0 0 0 0,0 0-3 15,-8-2 1-15,-2 2-3 0,2 2 3 0,-7 0-5 16,1-1-3-16,-3 1 0 0,-1 1 1 0,-1-2-8 16,-8 1-2-16,12 0-3 0,-12 0 7 0,9 0 2 15,-9 0 7-15,0 0-4 0,9 1 2 0,-9-1 1 0,0 0 2 16,8 2-2-16,-8-2-9 0,0 0-4 0,0 0-3 15,0 0 10-15,0 0-5 0,0 0 0 16,0 0 1-16,10 1-5 0,-10-1-9 0,0 0 1 16,0 0-1-16,0 0-6 0,0 0 1 0,0 0-2 0,0 0-6 15,0 0-2-15,0 0 4 0,0 0-2 0,0 0 0 16,0 0-3-16,0 0 1 0,0 0-7 16,0 0 0-16,0 0 3 0,0 0 1 0,0 0 0 0,0 0-11 15,0 0 11-15,0 0-3 0,0 0-1 0,0 0 2 16,0 0-4-16,0 0-1 0,0 0 2 0,0 0-2 15,0 0 2-15,0 0 2 0,0 0-7 0,0 0 8 16,0 0-3-16,0 0-4 0,0 0-3 0,0 0 2 16,0 0 5-16,0 0-6 0,0 0 1 0,0 0-3 15,0 0 8-15,0 0 1 0,0 0-5 0,0 0 5 16,0 0-3-16,0 0 5 0,0 0-8 0,0 0 5 16,0 0-3-16,0 0 6 0,0 0-7 0,0 0 3 15,0 0 0-15,0 0-4 0,0 0 9 0,0 0-5 0,0 0-2 16,0 0-2-16,0 0 9 0,0 0-10 0,0 0 12 15,0 0-5-15,0 0-2 0,0 0 0 16,0 0 1-16,0 0 4 0,0 0-9 0,0 0 4 16,0 0 5-16,0 0-6 0,0 0-2 0,0 0 4 0,0 0-3 15,0 0-2-15,0 0 9 0,0 0-5 0,0 0 13 16,0 0-13-16,0 0 0 0,0 0 4 0,0 0-1 16,0 0-2-16,0 0 3 0,0 0 0 0,0 0 1 15,0 0-2-15,0 0 23 0,0 0-11 0,0 0-4 16,0 0-2-16,0 0 9 0,0 0 4 0,0 0-3 15,0 0-3-15,0 0 1 0,0 0 1 0,0 0-1 16,0 0 5-16,0 0 3 0,0 0-1 0,0 0-3 16,0 0-11-16,0 0 12 0,0 0 10 0,0 0-15 15,0 0 0-15,0 0-9 0,0 0 8 0,0 0 6 16,0 0-15-16,0 0 9 0,0 0-13 0,0 0 21 16,0 0-27-16,0 0 15 0,0 0-11 0,0 0 13 15,0 0-8-15,0 0 4 0,0 0-4 0,0 0-1 0,0 0-8 16,0 0 10-16,0 0-6 0,0 0 1 15,0 0-9-15,0 0 9 0,0 0-8 0,0 0 7 16,0 0-2-16,0 0-1 0,0 0 5 0,0 0-2 16,0 0-7-16,0 0 9 0,0 0 3 0,0 0-9 0,0 0-1 15,0 0 5-15,0 0 1 0,0 0 0 0,0 0-4 16,0 0-1-16,0 0-1 0,0 0-3 16,0 0 1-16,0 0 3 0,0 0 3 0,0 0 14 0,0 0-18 15,0 0 1-15,0 0 2 0,0 0 3 0,0 0-7 16,0 0 5-16,0 0 0 0,0 0 1 0,0 0-5 15,0 0 5-15,0 0-5 0,0 0-2 0,0 0 5 16,0 0 6-16,0 0-10 0,0 0 2 0,0 0-8 16,0 0-1-16,0 0 1 0,0 0-5 0,0 0-4 15,0 0-7-15,0 0-11 0,0 0-1 0,0 0-7 16,0 0-11-16,0 0-13 0,0 0-16 0,0 0-14 16,0 0-22-16,0 0-30 0,0 0-29 0,0 0-42 15,0 0-28-15,0 0-48 0,-27-13-172 0,18 8-508 0,-1-2 225 16</inkml:trace>
  <inkml:trace contextRef="#ctx0" brushRef="#br0" timeOffset="56873.9">5630 14336 65 0,'0'0'75'0,"0"0"-4"0,0 0-5 0,0 0-7 16,0 0-10-16,0 0-5 0,0 0-4 0,0 0-3 15,0 0-15-15,0 0 1 0,0 0-6 0,0 0 3 16,0 0-4-16,0 0 11 0,0 0-16 0,0 0 5 16,0 0-7-16,0 0 4 0,0 0 8 15,31 9-15-15,-23-7 4 0,-8-2 0 0,20 6 0 0,-10-5-1 16,3 1-2-16,5 1-2 0,-1-1-1 15,2 0-3-15,0-1 1 0,0-1 2 0,8 0 1 0,-5 2-6 16,6-2 3-16,-1 0-3 0,2-2 8 0,-1 1-17 16,2 1 10-16,0-3 1 0,0 2 0 0,0-1 5 15,1-1 3-15,0 2-9 0,-1 1 17 0,1-2-17 16,1 0-2-16,-3 0-2 0,1-1 11 0,-2 0-3 16,0 2-1-16,1 0-3 0,2-1-5 15,0-1 7-15,0 1-3 0,0 0-3 0,1-1 11 0,0 2 3 16,-1-4-1-16,1 1-8 0,0 0 4 0,1-1 3 15,-1 1 5-15,0-1 0 0,-1 2-9 0,-1-1 5 16,0 1-9-16,-3 0 5 0,-1-1 4 16,-4 2 2-16,6 1-6 0,0-3 3 0,-1 1 6 15,-5 1-2-15,5 0 6 0,2 0-6 0,-7 2 0 16,7-5 13-16,-1 3-11 0,0 1 11 0,2-2 7 16,-1 1-1-16,2-1 3 0,-2 1-9 0,-2-1 4 0,4 1-7 15,2-2-4-15,0 0 4 0,0 0 0 0,1-1 7 16,-1 2-8-16,-1-2-3 0,1-1-1 15,0 1-1-15,1 2 0 0,2-3-1 0,-3 4-7 16,0-1 7-16,3 0 2 0,-4-1-1 0,-1 3 16 16,3-1-7-16,-4 2-5 0,0-2 8 0,-2 0-6 15,1-1 1-15,-9 3-1 0,1-1-2 0,0-2 3 0,-3 3-5 16,1-2 7-16,-6 1-3 0,4-1 3 16,-4 2-4-16,0-1-6 0,-1 1 2 0,0 0-3 15,-12 0 3-15,18 0-8 0,-18 0 1 0,14 0 0 16,-14 0-4-16,13 0 4 0,-13 0-4 0,10 1 0 15,-10-1-2-15,0 0-2 0,14 0 3 0,-14 0-28 16,0 0-15-16,12 6-41 0,-6-3-15 0,-6-3-5 0,12 9-12 16,-5-4-3-16,0 6-17 0,2-3-77 15,2 7-225-15,2-2 100 0</inkml:trace>
  <inkml:trace contextRef="#ctx0" brushRef="#br0" timeOffset="57838.86">10837 14399 4 0,'0'0'116'0,"0"0"-8"0,0 0 1 16,0 0-2-16,0 0-7 0,0 0-12 0,0 0-11 15,0 0-7-15,0 0-8 0,0 0-13 0,0 0-1 16,0 0 2-16,0 0-8 0,0 0-6 0,0 0-4 15,0 0-7-15,0 0 6 0,0 0-12 0,22-7 7 16,-11 6-3-16,3 1-5 0,0-1-2 0,3 0-3 16,2 0 4-16,1-1-2 0,1-2-6 0,7 1 1 15,-1 0 2-15,1 0 2 0,1-1-5 0,2 1-4 16,0-1 5-16,2-1-4 0,2 2-2 0,-1 0 4 16,3 1-4-16,0-3 3 0,0 1-4 0,0 1 5 15,1 0-1-15,1-3-5 0,12 0-2 0,-13 4 1 16,1 0 0-16,12-3 6 0,-10 3 1 0,13-2-2 15,-14 0-4-15,9 0 1 0,3 1-4 0,-12 1 5 16,12 0-1-16,-12 2 1 0,14-1 0 0,-2-1-4 16,-3 2 11-16,-10 0-10 0,12 1 0 0,3-1 5 15,-16 0-8-15,3-1 6 0,12 1-5 0,-1-1 4 16,0 1 1-16,-13 2 0 0,13-1-1 0,0 0 2 16,-13 1-2-16,-1-2 2 0,16 1-3 0,-16 2 4 15,1-3-1-15,0 3-3 0,11 1 11 0,-10-2-6 16,-3 2 1-16,1-3 6 0,0 2 0 0,0-2 2 15,1 1-4-15,-3 1 4 0,2-1-2 0,0 1 4 16,0 1-5-16,1-2 1 0,1 0-1 0,-3 1 0 16,-1 0 2-16,1 0 4 0,-1 1-3 0,-2 0 2 15,3-1-3-15,-1 2 1 0,-2-3 0 0,1 1 2 16,0-1-7-16,-1 1 5 0,-1 1-6 0,3 2 1 16,-2 0 0-16,2-1-1 0,-1-2 11 0,-3 1 2 15,3-1-8-15,-2 1 3 0,-5-1-3 0,2-3 2 0,1 0-6 16,-4 2 8-16,2 1-6 0,-2-2-1 0,-4 1-3 15,-3-1 1-15,-2 0-2 0,5-1 7 16,-1 2 1-16,-4 0 1 0,2-1-1 0,-2-1-1 16,2-1-1-16,-7 1 2 0,3 1-4 0,-4-1 1 15,1-1 1-15,0-1-2 0,-3 4 2 0,1-2 9 0,0 0-1 16,1-2-5-16,-2 4 2 0,0-2 0 16,-1 0-5-16,0-2 1 0,0 1-5 0,-9 1-1 15,15 1-3-15,-15-1-4 0,14-1-8 0,-14 1-18 16,9 1-17-16,-9-1-28 0,7 2-32 0,-7-2-25 0,0 0-22 15,8 2-15-15,-8-2-130 0,2 7-316 0,-2-7 140 16</inkml:trace>
  <inkml:trace contextRef="#ctx0" brushRef="#br0" timeOffset="58009.72">14883 14376 84 0,'0'0'113'0,"10"-1"-29"0,-10 1-29 15,8 0-35-15,-8 0-33 0,11 2-45 0,-11-2-61 16,4 8 27-16</inkml:trace>
  <inkml:trace contextRef="#ctx0" brushRef="#br0" timeOffset="80371.99">14202 16844 2 0,'0'0'57'0,"-8"-1"-4"0,8 1-1 16,0 0-1-16,0 0-9 0,0 0-7 0,0 0-1 15,0 0-11-15,0 0 8 0,0 0-3 0,0 0-9 16,0 0 2-16,0 0-5 0,0 0-4 0,0 0-2 15,0 0 2-15,22-9 4 0,-22 9-8 0,11 0 4 16,-3-3-8-16,3 3 1 0,2 0-2 0,1-1 1 16,3-2 4-16,4 1 1 0,8 2-3 0,-3-1-1 15,3-2-9-15,1 2 21 0,1 2 3 0,5-1-4 16,-2 0-2-16,0 1 0 0,4 1-5 0,-1-1 8 16,1 0-5-16,2 2 4 0,-3-3-4 0,1 1 0 15,1-2 5-15,1 2-4 0,10-5 9 0,-14 5-3 16,1-2 4-16,-1-4 8 0,15 4-2 0,-11-4-2 15,12-3 5-15,-1-1 6 0,-14 5 4 0,14-10-3 16,-12 7-6-16,12-8-1 0,-5 0 14 0,4-2-13 16,-12 7 0-16,-1-3-3 0,0 0 0 0,0 0 2 15,-2 0-6-15,1 1 2 0,-4-1 1 0,-2 2-10 16,2 2 2-16,-4-1-5 0,-1 2 0 0,-5 0-2 16,-2 2 5-16,-2 3-5 0,-1-2 3 0,-3 1-4 15,-1 0 0-15,-3 3-2 0,1-1-4 0,-2 1 4 16,-1-1-2-16,-8 2-1 0,11-4-3 0,-11 4 5 15,7-4-2-15,-7 4-1 0,9 0 5 0,-9 0 0 16,0 0 6-16,6-3 0 0,-6 3 7 0,0 0-3 16,0 0 1-16,0 0-3 0,0 0 0 0,0 0 7 15,9 0 8-15,-9 0-2 0,0 0 5 0,0 0-7 16,0 0 3-16,0 0 0 0,0 0-5 0,0 0 2 16,0 0-4-16,0 0-5 0,0 0 1 0,0 0-5 15,0 0 0-15,0 0-5 0,0 0 0 0,0 0-4 16,0 0-3-16,0 0-3 0,0 0-8 0,0 0-15 15,0 0-18-15,0 0-22 0,0 0-15 16,0 0-37-16,0 0-25 0,9 2 6 0,-9-2 4 0,4 5-1 16,1 0-13-16,3 2-76 0,-1-1-233 15,1 2 104-15</inkml:trace>
  <inkml:trace contextRef="#ctx0" brushRef="#br0" timeOffset="81423.48">18566 16989 12 0,'0'0'68'0,"0"0"-2"0,0 0-3 16,15 9 16-16,-7-7-20 0,1 1-4 0,4-1 10 15,-1 0-9-15,7 0 1 0,1 0 11 0,2-2-5 16,8 1-3-16,0-5-8 0,2 3-2 0,2-3 11 15,3 3 6-15,2-3 2 0,12-2-1 0,-3 1-7 16,-8 1-7-16,10 0-6 0,-12-2-4 0,0 4-1 16,15-5-4-16,-15 6 3 0,-1-3-11 0,17 1-2 15,-16 1 1-15,-1 2 1 0,-1-3-6 0,4 0 1 16,-6 2 1-16,1-1 2 0,-2-3-5 0,-1 2 1 16,-1 1 7-16,-3 0-3 0,-7 2-9 0,-1-2 8 15,-5 0-6-15,-2 1 3 0,-2 1-2 0,-1 0 0 16,-2 0 6-16,-8 0 0 0,10-2 5 0,-10 2 6 15,10 0 3-15,-10 0 6 0,0 0-6 0,9 1 1 16,-9-1-3-16,0 0-7 0,0 0 0 16,0 0 0-16,0 0-5 0,0 0-5 0,0 0-5 0,0 0-4 15,0 0-11-15,0 0 0 0,0 0-11 0,0 0-15 16,0 0-14-16,0 0-16 0,-29 1-26 0,29-1-19 16,0 0-25-16,-8 2-17 0,8-2-26 15,0 0-6-15,0 0-97 0,0 0-291 0,0 0 129 0</inkml:trace>
  <inkml:trace contextRef="#ctx0" brushRef="#br0" timeOffset="82255.13">23046 16470 87 0,'-11'1'135'0,"11"-1"-14"0,0 0-12 0,-8 2-12 0,8-2-15 16,0 0-6-16,0 0-5 0,0 0-7 0,0 0-8 16,0 0-5-16,20 13-11 0,-9-11-2 0,-2 0-6 15,3 1-8-15,2-1-10 0,-1 0 15 0,4 2-13 16,3-2 2-16,1 0-4 0,0 1-4 0,2 1 2 15,-3-1-6-15,2-3 9 0,7 4-2 0,-2-3-3 16,2 3-2-16,-2-1 7 0,4 0-6 0,-4 1-3 16,4-4 8-16,-1 1-3 0,2-1 9 0,5 2 3 15,-4-5-6-15,6 3 2 0,1-3-8 0,12 3 7 16,-14-4-8-16,17 1 3 0,-1-3-5 0,1 1 3 16,-1 0 3-16,-2-2-7 0,3 1-6 0,-3 1 4 15,8-2 2-15,-5-3 2 0,-1 3 2 0,1 1-1 16,4 1-1-16,-5-2 5 0,3-1-7 0,3 4 3 15,-4-1 1-15,0 0-8 0,2 4 4 0,2-3-4 16,-3 2 4-16,0-2-2 0,2 1 4 0,-5 2-8 16,3-1 8-16,-4 1-1 0,0-2-2 0,-3 3 16 15,4-3-7-15,-20 3 1 0,22 0 5 0,-5 1-7 16,-15 1-1-16,3 1 6 0,0 1-1 0,-2-3-3 16,1 1-1-16,0-2-3 0,-2 1 5 0,0 2-9 15,-3 0 7-15,-3-3-2 0,1 2 4 0,-10 0 2 16,8 1-5-16,-9-1 3 0,-2 1-3 0,-3-3-1 15,-1 1-1-15,-3 0-4 0,1 1 1 0,-1 0-2 16,-5-1-2-16,1 1-8 0,-7-2-4 0,12 1-20 16,-12-1-17-16,4 3-30 0,-4-3-29 0,0 0-30 15,0 0-130-15,0 0-285 0,-36-3 127 0</inkml:trace>
  <inkml:trace contextRef="#ctx0" brushRef="#br0" timeOffset="83289">11910 17771 24 0,'-12'-1'97'16,"12"1"-1"-16,0 0-9 0,0 0 5 0,0 0-13 15,0 0 0-15,-12 1-21 0,12-1-3 0,0 0-2 16,0 0-5-16,0 0-4 0,0 0-9 16,0 0-3-16,0 0-8 0,0 0 9 0,0 0-12 0,32-9 5 15,-15 3-6-15,4 1 3 0,8-5 7 0,0 0-11 16,3 1 6-16,3-1-3 0,0-3-8 15,3 4 0-15,-2 2-4 0,0-2 2 0,0 2 3 16,-3-3-4-16,-1 6-4 0,-1 2 6 0,-2-1-7 16,-1 0-3-16,-6 3 6 0,-3 0-3 0,4 2 0 15,-4-1 1-15,8 5-10 0,-8-2 3 0,0-2-19 16,-2 1-10-16,4 4-38 0,-1-1-29 0,-3 2-78 16,2 2-188-16,-8-1 84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23T09:24:40.53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24127 7550 52 0,'0'0'69'0,"0"0"1"0,-3-11 9 0,3 11-5 16,0 0 2-16,-2-8-9 0,2 8-6 15,0 0-4-15,-3-9-5 0,3 9 2 0,0 0 9 16,-3-7 1-16,3 7 3 0,0 0-1 0,0 0 7 0,0 0-4 16,0-8-5-16,0 8-8 0,0 0 2 0,0 0-8 15,0 0-1-15,0 0-8 0,0 0 1 0,0 0-10 16,0 0-1-16,0 0-8 0,0 0 0 16,0 0-8-16,0 0 0 0,0 0-5 0,0 0 1 0,0 0-4 15,0 0-3-15,0 0 2 0,0 0-1 0,0 0 1 16,8 24-2-16,-7-16-3 0,3 3 2 0,1 4-5 15,-1 3 5-15,1-1 1 0,2 11 2 0,-1-5-3 16,2 3 0-16,-1-2 0 0,0 0-2 0,-2 2 1 16,0 0 1-16,1-3-3 0,-2 4-2 0,1 0 1 15,0-4-5-15,-3-4 10 0,0 0-4 0,0 1 3 16,-1-1-1-16,0-2-1 0,0 1 3 0,1-1-5 16,-1-1 2-16,-1-3 4 0,0 0-4 0,0 0 1 15,0-3-2-15,0 1-1 0,0-4-3 0,0 0-6 16,1 1-4-16,-1-8-10 0,0 12-1 0,0-6-13 15,0-6-14-15,0 0-8 0,0 13-11 0,0-13-6 16,0 6-10-16,0-6-18 0,0 8-85 0,0-8-207 16,0 0 92-16</inkml:trace>
  <inkml:trace contextRef="#ctx0" brushRef="#br0" timeOffset="867.94">24272 7835 30 0,'0'0'35'16,"0"0"-8"-16,0 0-5 0,0 0-1 0,0 0 1 16,0 0-2-16,0 0 0 0,0 0-4 0,0 0 1 15,0 0-2-15,0 0-1 0,0 0-11 0,0 0 5 16,0 0-3-16,0 0 4 0,0 0-3 0,0 0 2 16,0 0-4-16,0 0 3 0,0 0-1 0,0 0 1 15,0 0-8-15,0 0 3 0,0 0 1 0,0 0 0 16,0 0-4-16,0 0-2 0,0 0 4 0,0 0-6 15,0 0 5-15,0 0-3 0,0 0 4 0,0 0-4 16,0 0 4-16,0 0 1 0,0 0-1 0,0 0-3 16,0 0 1-16,0 0-1 0,0 0 3 0,0 0 1 15,0 0 0-15,0 0 0 0,0 0-2 0,0 0-2 16,0 0 7-16,17 11 1 0,-17-11 3 0,0 0-6 16,10 4 1-16,-5-2-1 0,-5-2-2 0,9 2 4 15,-9-2 1-15,13 1-4 0,-7-1 2 0,-6 0-4 0,16 1-3 16,-6 0 7-16,-2-1-2 0,3 1-1 0,1-1 2 15,1 0-4-15,0 0 0 0,4 0-1 16,2 2-3-16,3-2 7 0,-4 0-6 0,10-2-6 16,0 1 4-16,-1 1-2 0,2-1-1 0,-1 0-5 15,3 0 10-15,-3 1-9 0,2-2 3 0,0 0 1 0,2-2-2 16,-1 3 0-16,2-1 2 0,-1-1 1 0,1-1 1 16,-1 0-5-16,-1 3 5 0,1-5-1 15,-1 5 7-15,1 0-6 0,1-1 2 0,0-3-7 0,0 2 5 16,-1 1 0-16,1 1 1 0,-3-3 1 0,2 4-1 15,-1 0 3-15,-1-3-4 0,1 5-6 16,0-4 2-16,-3 2-9 0,3 0-22 0,-1 0 11 16</inkml:trace>
  <inkml:trace contextRef="#ctx0" brushRef="#br0" timeOffset="2556.17">25450 7879 37 0,'0'0'67'0,"0"0"-14"0,0 0 6 0,0 0-5 16,0 0 2-16,0 0-17 0,-9-1 0 0,9 1-2 15,0 0-8-15,0 0-4 0,0 0-4 0,0 0 0 0,0 0-5 16,0 0-4-16,0 0 13 0,0 0-19 16,0 0 1-16,0 0-5 0,0 0 1 0,0 0 0 15,0 0 2-15,0 0-1 0,0 0 0 0,0 0-3 0,0 0 1 16,0 0-2-16,0 0 1 0,0 0-2 15,0 0 1-15,28-4 0 0,-28 4 1 0,8 0 1 16,-8 0 0-16,0 0-5 0,12-1-1 0,-12 1-9 16,11-2 2-16,-11 2 5 0,6-2-2 0,-6 2 0 0,5-4 4 15,-5 4-1-15,7-4 0 0,-7 4 0 0,7-5 0 16,-7 5-4-16,6-4 2 0,-6 4 0 16,4-7 2-16,-4 7 3 0,5-8 2 0,-5 8 0 0,4-6-1 15,-4 6-1-15,0 0-2 0,0-10-2 0,0 10 2 16,0 0 5-16,-4-11-1 0,4 11 3 0,-4-10-9 15,4 10 8-15,-5-7 5 0,5 7 12 0,-4-9-5 16,4 9 1-16,-6-5 4 0,6 5-2 0,-5-6-1 16,5 6 7-16,-6-5 3 0,6 5-7 0,0 0 1 15,-6-7-8-15,6 7 3 0,0 0-5 0,0 0 10 16,0 0-6-16,-4-5-3 0,4 5-4 0,0 0 0 16,0 0-9-16,0 0 7 0,0 0 0 0,0 0-5 15,0 0 1-15,0 0 1 0,0 0 6 0,0 0-11 16,0 0 2-16,0 0 5 0,0 0-6 0,0 0 0 15,0 0-2-15,0 0 7 0,23 5 2 0,-15-2 3 16,3-3-1-16,1 3 4 0,1-2 0 0,5 0-1 16,2 1-1-16,7-2 8 0,3 0-3 0,0-1 0 15,2 1-2-15,4-1 1 0,3 0-3 0,1 0 7 16,12-3-6-16,-1 0 9 0,1-1-3 0,-14 2-8 0,18 1 11 16,0-6-4-16,1 0 2 0,3 4-3 15,1 0 0-15,0-3 6 0,2 2-8 0,2 3-1 16,27-3-1-16,-29-1 3 0,0 1 10 0,4 0-7 15,23-7-5-15,-27 12-1 0,28-4 5 0,-26 0-3 0,25-3 0 16,-29 1-6-16,4 3 3 0,29-4-2 16,-33 6 1-16,31-7 5 0,-29 3-5 0,2 3 5 15,-2-7-14-15,2 5 8 0,27 1-8 0,-31 0 3 0,4 0 3 16,-7 3-2-16,1-4 0 0,1 2-3 0,-4 0-3 16,-3 0 3-16,-13-1 2 0,0 3-2 15,-1-1-5-15,-2-4 7 0,-2 2-5 0,-2-1 0 0,-1 0-2 16,-3-1 3-16,-2 3 1 0,-5-3 1 0,-4 1-1 15,-4 2 4-15,0 0-3 0,-1 0 5 0,-3-2 1 16,-1 2 6-16,-4 0-4 0,-5 2 9 0,11-2-9 16,-11 2-1-16,7-3 1 0,-7 3 2 0,0 0-17 15,6-5-10-15,-6 5-10 0,0 0-16 0,0 0-21 16,0 0-21-16,-6-14-8 0,6 14-7 0,-13-5-5 16,4 1-54-16,3 2-170 0,-3-2 76 0</inkml:trace>
  <inkml:trace contextRef="#ctx0" brushRef="#br0" timeOffset="2964.87">28902 7083 42 0,'0'0'116'0,"0"0"-8"0,0 0-20 16,0 0-9-16,0 0 14 0,0 0-25 0,0 0-12 15,0 0-7-15,0 0-2 0,0 0-8 0,0 0 1 16,0 0-12-16,0 0-11 0,0 0 8 0,0 0-5 16,0 0-2-16,10 20-8 0,-4-9 7 0,3 13-1 15,2-1-7-15,-1 5 14 0,1 4-14 0,4 11 0 16,-2 2 1-16,2 1-5 0,-2 8 1 0,-4 1 7 16,6 23-9-16,-7 8 17 0,-4-28-23 0,-4 30-16 15,-3-1-23-15,-1-1-23 0,-4 2-96 0,-9-3-174 16,2-4 77-16</inkml:trace>
  <inkml:trace contextRef="#ctx0" brushRef="#br0" timeOffset="29112.9">15150 13518 32 0,'0'0'60'0,"0"0"-9"0,0 0 3 0,0 0-5 16,0 0-3-16,0 0 5 0,0 0-15 0,0 0-3 15,0 0-3-15,0 0 1 0,0 0 2 0,0 0-13 16,0 0 3-16,0 0-6 0,0 0 2 0,0 0-4 15,0 0 1-15,0 0 1 0,0 0-11 0,0 0 6 16,0 0 9-16,17 17 4 0,-11-15-12 0,2 1 6 16,-1-2-8-16,2 3-1 0,3-2-3 0,-1 1-10 15,3 1 12-15,-1 0 5 0,3-3-9 0,1 2-5 16,2-2 1-16,2 0 7 0,-2 1 0 0,3-2-2 16,6 0-5-16,1 0-3 0,1-3 0 0,0 0-6 0,1 1 4 15,-4-1 1-15,6 1-2 0,-2-1 0 0,1 2 3 16,1-4-3-16,0 2 5 0,-2-2-4 15,-1 2-1-15,4 0-1 0,-2-1 5 0,0 0-5 16,1-1 2-16,3 0 6 0,-2 1-2 0,2-2-2 0,1 1 5 16,-1 0 1-16,1-1-3 0,0 1-3 0,0 0 0 15,1 0 0-15,1 0 1 0,12-3-5 0,-13 4 0 16,12-5 1-16,-12 3 4 0,1 0-4 16,-1 0 0-16,0 0 0 0,16-2 3 0,-16 3 2 0,2-2-14 15,-2 1 5-15,15-2-7 0,-18 3 4 0,5 2 0 16,-3 0 0-16,3-1-1 0,-2-1-2 0,-2 1-1 15,2 1 7-15,-2 1-1 0,2-2-4 0,-2 0-2 16,1 0 3-16,2 1 7 0,-4 0-4 0,2-3-1 16,-3 1 4-16,1 2-1 0,-3-1 4 0,2 1 4 15,-2 2 3-15,3-3-8 0,-3 2 5 0,0-2 0 16,0 1 0-16,0 2 2 0,-1-2-8 0,1 2 10 16,-3-1 4-16,2 2-2 0,0-2 0 0,-2 1 4 15,2 1-1-15,-1-1 5 0,-2 0-6 0,4-2 10 16,0 2-12-16,-1-1 10 0,1 2 1 0,-3-2 3 15,3 0 4-15,-2 0-9 0,-2 2-1 0,0-2 4 16,0 2-2-16,0 0-3 0,-9-2-2 0,0 1 4 16,3 0 5-16,-5 1-3 0,1 0 2 0,0 0-7 15,-4 0 4-15,-3 0-1 0,2-2 4 0,-3 2 2 16,2-1-6-16,-1 0 1 0,-3 1-2 0,1-2 1 16,-9 2 1-16,15 0-8 0,-10 0 6 0,-5 0-9 15,0 0 1-15,13-1-11 0,-13 1 0 0,9 0 10 16,-9 0-17-16,0 0 3 0,9 0-7 0,-9 0-10 15,0 0-14-15,0 0-6 0,11 1-13 0,-11-1-71 16,8 0-142-16,-8 0 63 0</inkml:trace>
  <inkml:trace contextRef="#ctx0" brushRef="#br0" timeOffset="30081.11">20303 13360 1 0,'-8'-1'55'0,"8"1"-9"0,0 0-2 0,0 0-10 0,0 0-2 16,0 0 0-16,0 0-5 0,0 0 0 0,0 0 4 15,0 0-10-15,0 0-2 0,33-1 6 0,-26 2 0 16,4-1 4-16,1-1 6 0,1 0-10 0,2 1 1 15,3-2-6-15,0 1 8 0,1-2-5 0,0 3 8 16,3-2 1-16,6 1-3 0,3-3-3 0,-2 3-3 16,2-1-1-16,1 2 4 0,0-2-5 0,1 0 3 15,-1 1-3-15,1-1-7 0,2 1-1 0,-1 1 1 16,2-1-3-16,-2 2 0 0,-1 0 8 0,6-1 0 16,-3 0-13-16,16 2 6 0,-15-1-8 0,3 1 2 15,15 0-1-15,-4 1-12 0,1 1 16 0,-14-3 1 16,15 0-1-16,-1 0-12 0,-13-2 13 0,17 2 0 0,-1-2 1 15,-4-1 4-15,-1 1-5 0,5 1-15 16,-3-4 15-16,-12 4 1 0,15 0-3 0,1-3 12 16,-1 0-15-16,0 2 12 0,1-1-5 0,-1 1 3 15,0 0-8-15,1 2 1 0,1-2 4 0,0 1-3 16,-2 1-22-16,2 0 29 0,-2-2 3 0,-2 1-5 16,2-1 5-16,1-1-3 0,-2 2 2 0,-2-3-4 15,2 3-2-15,-2-1 1 0,-1 1 5 0,2-2-4 16,-1 1 3-16,0-4-1 0,-2 2-4 0,3 2-1 0,-2 1 7 15,-13-1 9-15,2 0-7 0,11 1 4 0,-13-1 7 16,15-1 1-16,-1 2-4 0,-12-4 6 16,-2 6 2-16,-1-4-1 0,3 2 0 0,-1-1-9 15,-3 0-2-15,1 1 7 0,0 0 2 0,-1-2-5 0,-2 1 8 16,0 2 6-16,-4 1-1 0,1-2-4 0,-2 2 10 16,-7-2-6-16,6 0 0 0,-7 0-3 0,-1 0 1 15,0 0-1-15,-3-1 1 0,1 0-5 0,-4 1-1 16,-1 0 1-16,1-2 5 0,-2 1-2 0,-2-1 0 15,1 2 0-15,-3 0-1 0,-8 0-8 0,11-2-2 16,-11 2-1-16,12 0-2 0,-12 0-2 0,6-1-4 16,-6 1-1-16,0 0-3 0,0 0 1 0,11 0 0 15,-11 0-5-15,0 0-6 0,0 0-11 0,0 0-13 16,0 0-20-16,0 0-18 0,8-1-22 0,-8 1-28 16,0 0-20-16,0 0-21 0,11-5-10 0,-5 3-19 15,2 0-134-15,1-2-337 0,1 0 149 0</inkml:trace>
  <inkml:trace contextRef="#ctx0" brushRef="#br0" timeOffset="30796.07">26084 13211 143 0,'0'0'177'0,"0"0"-16"0,-11 3-17 15,11-3-16-15,0 0-12 0,0 0-12 0,0 0-13 16,0 0-12-16,0 0-1 0,0 0-16 0,0 0-4 0,0 0-8 16,0 0 0-16,0 0-9 0,13 5-4 15,-13-5-8-15,9 0 1 0,-2 2-4 0,-7-2-4 16,13 0 3-16,-4 0-4 0,1 0-7 0,1 0 4 16,-1 0-1-16,4 1-1 0,-5-1-3 0,2 1 6 15,5 0-5-15,0-1 4 0,4 2-2 0,0-2 4 16,0 1 1-16,1-2 1 0,1 2-1 0,-2 0 3 15,11-3 4-15,1 2 4 0,2-2-5 0,2 2 2 0,0-1 0 16,16-3-3-16,-3 2-2 0,-11 1-6 0,14-4-2 16,0 5 1-16,2-6-2 0,-14 2 1 0,9 2-1 15,5 0-7-15,0-1 1 0,-14 1 1 0,10-3-5 16,-12 4 2-16,2 0-2 0,12-3 0 0,-16 3-3 16,1 0 1-16,2 0 1 0,-3-2-4 0,0 3 2 15,2-2 4-15,-4 2-1 0,-1 0-4 0,0-1-3 16,-5 0 5-16,6 1 1 0,-2-2-1 0,-1 4 8 15,1-4-2-15,-1 2 0 0,-2 2 5 0,-3-2 2 16,-3-2-3-16,7 2-2 0,1 0 2 0,-4-1 0 16,2 4-3-16,2-3-2 0,-3-5 6 0,1 5-5 15,-6 2 2-15,3-4-2 0,1 2-1 0,2 0 1 16,-10 2 0-16,-2-1 1 0,6 3-6 0,-3-1 0 16,0-3-1-16,0 2 15 0,-1 0 5 0,-6-1-1 15,1-1-2-15,-1 1 1 0,-3 0-5 0,3 1 0 0,-4-1-3 16,-3 0 3-16,-6-1-5 0,12 0 2 0,-12 0-8 15,9 2 8-15,-4 0-5 0,-5-2 0 16,0 0 0-16,0 0 0 0,9 0-5 0,-9 0-4 0,0 0-7 16,0 0-11-16,0 0-16 0,0 0-26 0,0 0-35 15,0 0-37-15,0 0-37 0,0 0-42 0,0 0-126 16,0 0-364-16,-25-15 162 0</inkml:trace>
  <inkml:trace contextRef="#ctx0" brushRef="#br0" timeOffset="33236.05">10643 14768 18 0,'12'1'24'16,"8"0"-2"-16,-1 1 4 0,0-2-1 0,0 1-5 15,9 2-5-15,-7-2 4 0,6-1 1 0,2 2 0 16,-2-2-4-16,3 4 0 0,-3-4-2 0,3 0-2 15,-1 0 0-15,2-4-5 0,1 4 5 0,1-3-4 16,-1 2 3-16,5-2 2 0,-1 3 0 0,16-3-2 16,-16 2 6-16,-2-1-6 0,4-1 3 0,0 2-1 15,3 0 3-15,-3-1-5 0,13 0 9 0,-15 0 3 16,18 0-12-16,-16 2 11 0,2-1-5 0,-2-1-3 16,17-1 6-16,-1 0-5 0,-3-1 10 0,1 1-5 15,2 0-4-15,-2 0-5 0,-1 0 4 0,1 1-2 16,0-3 2-16,-1 4 1 0,-12-1-9 0,14 1 0 15,-12-4 4-15,12 0 0 0,-1 2 1 0,0-2 10 16,-1 0-9-16,1 1 4 0,0 0 8 0,-14 1-2 16,20-3-10-16,-5 4 4 0,0-1-10 0,1-1 5 15,-4 1 3-15,1 0-9 0,-10-2 13 0,8 2-5 16,3 1-9-16,-12-3 1 0,12 3 1 0,-12-2 6 16,14 0 1-16,-2 1-5 0,2 0-2 0,-1-2 5 15,-1 1-8-15,2 0-4 0,-5 1 13 0,3-5-7 16,2 3 7-16,1 2-18 0,-4 0 15 0,1 1-7 15,-15-2 4-15,17 1-6 0,-5 2 2 0,3-3-3 16,-2 4 11-16,-10-2-3 0,10-2-8 0,-12 4 2 16,16-4 0-16,-3 4-2 0,1-4 6 0,-14 5-6 15,16-3 3-15,-2 2 3 0,-14-2-6 0,16 2 2 16,-14-2-1-16,12 0 13 0,-2-5-14 0,-10 3 3 16,11 2-3-16,-10-2-3 0,10 1 3 0,-13 1-3 15,2 0 6-15,12-1-1 0,-1 0 15 0,-11 0-23 16,0 2 7-16,-1-3-1 0,15 2 2 0,-16 0-2 15,16-2 7-15,-16 2-7 0,2 0 12 16,-3-1-8-16,3-1-4 0,-2 2-5 0,2-1 5 16,11-1 1-16,-13 0 2 0,-1-1 0 0,3 3-2 0,-5-1-3 15,3-2 19-15,1 2-15 0,1 1-3 0,-5-2-3 16,3 3 1-16,0-3 4 0,-3 0-5 0,3 2 6 16,-3-2 1-16,1 2-8 0,-1-1 6 0,-1-3 3 15,1 4-5-15,-3-1 3 0,0 1 3 0,-3 0-2 16,1 0 1-16,0-1-3 0,-2 1-1 0,0 0 5 15,1 2-3-15,-1-1 4 0,0 0 9 0,-8 2 14 16,8-1-7-16,1 1 4 0,-6-2-7 0,5 0 2 16,-7-1-9-16,5 4 3 0,-4-4 2 0,6 2-2 15,-1 0-10-15,1-1 3 0,-10 1 6 0,2-2-8 16,3 1 6-16,-4 0-1 0,0 0 4 16,3 1 0-16,-4-1-1 0,1-2 7 0,2 1-5 0,-3 0 0 15,1 2-1-15,1-1 0 0,-2 1 7 0,1-1-7 16,-6 0-1-16,5 1 4 0,0-2 5 0,0 2-9 15,1-1-1-15,-6 2-5 0,7-1 2 0,-2-1 5 16,1 0 3-16,-1 0-5 0,0 1-8 16,1-2 9-16,-2 2 0 0,2-1-3 0,-1 0 1 0,0 0 1 15,-4 2 2-15,5 0-3 0,-1-2 4 0,0 0-6 16,-1 1-1-16,2 1 3 0,0-1-3 0,0 0-1 16,0-1 10-16,0 1 0 0,0-1 2 15,-1 0-1-15,5 0-6 0,-4 1 0 0,2-3-3 0,-1 1-1 16,1 2 3-16,0-2-3 0,0 2-6 0,7-2 7 15,-7 1 3-15,7-1-3 0,-2 1-1 0,4 1-1 16,-9 1 0-16,8-1 1 0,-8-2 3 0,8 0-10 16,-3 1-3-16,-3-1 6 0,-1 1 1 15,5 1-2-15,-4-3-4 0,4 0 3 0,0 1 3 16,-1-2-1-16,-6 1 9 0,7 2-2 0,-5-2 6 16,0 0 4-16,5-1-1 0,-8 1 4 0,9-1-2 0,-9-1-1 15,2 2-7-15,1 0 7 0,-1-1-7 0,0 0 4 16,-2 0-2-16,1 0 5 0,0 0-4 0,1 2 4 15,-2-3-4-15,-1 2 2 0,2-1 1 0,-3 2 4 16,-3 1-3-16,4-1-1 0,-5-2-1 16,-3 4 1-16,3-2-3 0,-13 2-3 0,18-1 1 0,-18 1 8 15,14-3 2-15,-14 3-4 0,12-1 1 0,-12 1-3 16,12 0-1-16,-12 0 5 0,0 0-9 0,12-3 4 16,-12 3-6-16,0 0 0 0,0 0 0 0,0 0 1 15,0 0-3-15,0 0-5 0,0 0-1 0,10-2 6 16,-10 2-14-16,0 0-28 0,0 0-33 0,0 0-33 15,0 0-43-15,0 0-59 0,0 0-212 0,0 0-444 16,0 0 197-16</inkml:trace>
  <inkml:trace contextRef="#ctx0" brushRef="#br0" timeOffset="38756.78">13169 15992 14 0,'9'2'32'0,"0"-1"-2"0,0-1-6 15,5 0-7-15,-1 0 6 0,5 0 3 16,2 0-4-16,-2 0 3 0,5 0-5 0,4 0 0 16,-4 0 0-16,3-1-6 0,3 0 3 0,2 0 2 15,-1-1 6-15,1 2-3 0,0-4 1 0,-1 2-1 16,-1-2 1-16,0 1-1 0,0 2-1 0,-1-3 2 16,-1 0 5-16,0-2-8 0,-8 3-3 0,0 0 4 15,3 0-4-15,-4-2 15 0,0 1 4 0,2 0-8 16,-8 2 9-16,0-2-18 0,0 2 6 0,-3-1 7 15,-2 1 7-15,2 1-3 0,-9 1-10 0,11-4 16 16,-11 4 4-16,9-1 4 0,-9 1 4 0,0 0 2 16,9-3 7-16,-9 3-1 0,0 0 2 0,0 0 1 15,0 0 0-15,7-2 1 0,-7 2-3 0,0 0-3 16,0 0 3-16,0 0-9 0,0 0-1 0,0 0-9 16,0 0-3-16,0 0-1 0,0 0-9 0,0 0 2 15,0 0-5-15,0 0-3 0,0 0-4 0,0 0-3 16,0 0-9-16,0 0 0 0,0 0-2 0,0 0-8 15,0 0-10-15,0 0-18 0,0 0-13 0,0 0-25 16,0 0-23-16,0 0-34 0,0 0-18 0,0 0-11 16,0 0-96-16,0 0-269 0,0 0 119 0</inkml:trace>
  <inkml:trace contextRef="#ctx0" brushRef="#br0" timeOffset="39513">16810 15861 4 0,'0'0'101'0,"0"0"-14"0,0 0-9 0,-14 12-10 16,14-12-7-16,-2 4-3 0,2-4-7 0,-7 6-7 0,7-6-2 15,-5 6-4-15,1-1-8 0,4-5 6 0,-6 6-5 16,1-1-10-16,5-5-5 0,-5 8 2 0,5-8-2 16,-2 9-3-16,2-9 1 0,2 12 0 15,-2-12 6-15,6 9 2 0,-1-4 10 0,1 1 2 0,3-1-3 16,4 2-6-16,2 0-5 0,2 0-1 16,2 0 2-16,7 1 0 0,2 2-11 0,-1-2 9 15,2 0 3-15,2 0-2 0,2-2 3 0,3 0-7 0,2-3 4 16,16 1-3-16,-1 4 10 0,-3-3-10 0,3 0-8 15,2 4-4-15,3-1 6 0,0-2-7 0,-4-2 6 16,3-5-7-16,2 2 12 0,-3 1-5 0,-1-3 3 16,1-1-3-16,1 4 5 0,-2-7-1 0,-2 2 8 15,1 1 1-15,-4 1 7 0,-12-5 2 0,15 6 2 16,-16-1 7-16,3-2 0 0,-1 1 2 0,-5 0 0 16,2-4-3-16,-3 6 17 0,1-5-10 0,-4 0 1 15,2 4 6-15,-5-3 2 0,-8 3 6 0,-1-2 5 16,-4 2-1-16,-2-1 5 0,0 2 4 0,-4 0 3 15,0-1 7-15,-8 1 2 0,14-1 4 0,-14 1 9 16,10-1 2-16,-10 1-11 0,7-3-7 0,-7 3-11 16,0 0 9-16,8-2-3 0,-8 2-3 0,0 0-12 15,0 0-7-15,0 0-4 0,0 0-8 0,0 0-5 16,0 0-4-16,0 0-3 0,0 0-5 0,0 0-1 16,0 0-13-16,0 0-4 0,0 0-7 0,0 0-12 15,0 0-5-15,0 0-14 0,0 0-12 0,0 0-14 16,0 0-13-16,0 0-11 0,0 0-13 0,0 0-17 15,0 0-21-15,8-2-23 0,-8 2-31 0,13-2-15 16,-4 2-24-16,-9 0-15 0,19 0-126 0,-10 2-393 16,4-2 174-16</inkml:trace>
  <inkml:trace contextRef="#ctx0" brushRef="#br0" timeOffset="43713.02">22534 15526 3 0,'58'15'68'0,"-3"3"-29"0,-2 0-25 0,6-4-19 15,-3 0-16-15,-2-4-21 0,-5 0 11 0</inkml:trace>
  <inkml:trace contextRef="#ctx0" brushRef="#br0" timeOffset="44618.05">24233 16177 69 0,'-9'-1'77'0,"-3"-2"-10"16,2 1-2-16,0-2-22 0,1 3-8 0,-3-2-7 15,2 0 6-15,-1 1-7 0,0 1-2 16,-1-3-1-16,1 2-2 0,1-1-6 0,-1 0-2 16,0 1-3-16,1-2-11 0,-1 3 8 0,1-3-4 0,-1 3-5 15,1-1 0-15,0 0 4 0,2-1-5 0,-2-1 7 16,0 3 5-16,1-2-2 0,-1 1 10 0,2 2 4 15,8 0 6-15,-13-5-2 0,5 5 9 16,8 0-1-16,-12-4-4 0,7 2-6 0,5 2 5 16,-8-2-9-16,8 2-7 0,0 0 15 0,-14 0-23 0,14 0 12 15,-8-1-12-15,8 1 11 0,-8 3 5 0,8-3-2 16,0 0-2-16,-10 0-4 0,10 0-1 0,0 0 2 16,0 0 6-16,-10 3 5 0,10-3-9 15,0 0 10-15,-5 7 2 0,5-7-4 0,-5 4 2 0,5-4 3 16,0 0 1-16,-4 5 1 0,4-5 1 0,0 0-4 15,0 0 3-15,-1 9-3 0,1-9 11 0,0 0-2 16,7 6-2-16,-7-6 5 0,9 4-5 16,-2-2 1-16,-7-2-1 0,12 6-1 0,-4-5-2 0,2 0-3 15,4 1 4-15,-2 0-3 0,3 0 5 0,5-1-5 16,1-1-3-16,7 3 4 0,0-3 0 0,0 2-3 16,3-1 2-16,0-2-2 0,0 2 1 0,2-1-4 15,-1-1 0-15,1 3-3 0,0-4-1 0,0 2 4 16,3 1-4-16,0-2 6 0,2 2 3 0,-5-2 3 15,6 1 5-15,-3 1 4 0,2 0-2 0,-2-3 7 16,-2 3-4-16,2 2 21 0,-3-2 1 0,-1-2-9 16,4 1-1-16,-5 1 3 0,0 0-1 0,-1 3 1 15,-1-3-5-15,-6 0 1 0,-2-1-4 0,-1 2 1 16,1-2-10-16,-3 0 1 0,-4 2-6 0,1 0 1 16,-4 1-6-16,0-3-4 0,-3 0-6 0,1 2-7 15,-2-1-6-15,-7-1-9 0,10 0-15 0,-10 0-15 16,0 0-31-16,0 0-31 0,0 0-56 0,0 0-62 15,0 0-58-15,0 0-161 0,-23-20-467 0,7 12 207 16</inkml:trace>
  <inkml:trace contextRef="#ctx0" brushRef="#br0" timeOffset="46326.97">6496 17141 5 0,'0'0'46'16,"0"0"0"-16,0 0-8 0,0 0-4 0,0 0-1 15,0 0 0-15,0 0-11 0,0 0 2 0,0 0-1 16,0 0-11-16,0 0-2 0,0 0 2 0,0 0 0 16,0 0-9-16,0 0 19 0,0 0-17 15,0 0 2-15,0 0-1 0,0 0-2 0,0 0 1 16,0 0-2-16,0 0 1 0,0 0 0 0,0 0-1 15,0 0 2-15,0 0-3 0,0 0 4 0,0 0 6 16,0 0-7-16,0 0-1 0,0 0-1 0,0 0 14 16,0 0-6-16,0 0 3 0,0 0-6 0,0 0 1 15,0 0-4-15,0 0 6 0,0 0 2 0,0 0-8 16,0 0 5-16,0 0-5 0,0 0 8 0,0 0-7 16,0 0 1-16,0 0 1 0,0 0 4 0,0 0-12 15,0 0 1-15,0 0 0 0,0 0-1 0,0 0 7 16,0 0-4-16,0 0-1 0,0 0-4 0,0 0 9 15,0 0-3-15,0 0 5 0,0 0 0 0,0 0 7 16,0 0 1-16,-14-2 3 0,14 2 4 0,0 0 0 16,0 0-5-16,0 0 4 0,0 0 3 0,0 0-6 15,0 0 1-15,0 0 0 0,0 0-5 16,0 0-4-16,0 0-8 0,0 0 10 0,0 0-2 0,0 0-1 16,0 0 3-16,0 0 0 0,39-2 23 0,-18-3-6 15,9-1 14-15,9-1 7 0,14-3 3 0,5-2 6 16,2 1-13-16,4-3 0 0,25-4-2 0,-25 8 10 15,24-7-2-15,-25 9-2 0,1 1-3 0,0-3-12 16,28 2-2-16,-31 2 5 0,3 4-3 0,0-1 2 16,1 1-1-16,-4 1 2 0,-4 0-1 15,3-1 2-15,-3 4 7 0,1-2-8 0,-6 1-4 16,1-1 3-16,-1-1 10 0,0 3 3 0,7-3 3 0,-4 0 3 16,-1 1-6-16,-2 0 2 0,-13-4-10 0,12 4 0 15,-13-5-4-15,0 2-2 0,2 2-4 0,-3 0-7 16,-3-1 5-16,-3 1-7 0,-3 1-1 0,-1-3-8 15,-9 2 0-15,1 2 3 0,-1-3-3 16,-5 3-1-16,-2-1 0 0,1 1-4 0,-3-2 3 16,-9 1-2-16,13 0-1 0,-7-1 0 0,-6 1 0 15,9-1-2-15,-9 1 3 0,0 0-2 0,0 0-3 16,0 0 0-16,10-2-2 0,-10 2-3 0,0 0-10 16,0 0-19-16,0 0-27 0,0 0-22 0,0 0-34 15,0 0-53-15,0 0-43 0,10 4-181 0,-10-4-420 16,0 0 186-16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23T09:25:41.72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19969 6528 5 0,'-7'-3'14'0,"7"3"-8"0,-7-2-11 16,7 2-4-16,-8-4 12 0,8 4-6 0,-11-1-4 15,11 1 6-15,-8-3-1 0</inkml:trace>
  <inkml:trace contextRef="#ctx0" brushRef="#br0" timeOffset="751.81">19365 6475 14 0,'0'0'80'0,"0"0"-3"0,0 0-4 0,0 0-16 16,0 0 10-16,0 0 0 0,0 0 4 0,0 0-3 16,0 0 11-16,0 0-19 0,0 0-1 0,0 0-9 15,0 0-2-15,0 0-4 0,0 0-10 0,0 0 2 16,0 0-19-16,0 0 4 0,0 0 0 0,0 0-4 15,0 0 0-15,0 0-5 0,0 0 6 0,0 0-5 16,34 3-4-16,-23-3 5 0,3 1-2 0,-2-1-3 16,7 0-5-16,0 0 7 0,1 0-2 0,-1 0 6 15,2 0-3-15,7 0 0 0,0 0-7 16,0 0 3-16,0-1-1 0,-1 1 1 0,2-2 1 0,1 4-17 0,-1-2 12 16,-1-2 2-16,3 2-2 0,-3 2-3 15,1-1 12-15,3 1-8 0,-2 0-2 0,2-2 4 16,-2 3-4-16,6-1 3 0,-3 0 3 0,0 1-4 15,1 1-5-15,2-1 9 0,-2 1 1 0,2-2 6 0,0 1-14 16,1 0 11-16,-2 0 0 0,2 1-1 16,2 1 5-16,0-1 3 0,14 0-2 0,-1-1-7 0,-15 0 4 15,17 0-1-15,-3 1 10 0,-1-3-4 16,2-1 3-16,-13 1 4 0,16 0 0 0,-1-1 6 0,-1-2 7 16,3 1-2-16,2-4-5 0,1 0 2 15,1-1-1-15,-2 2 0 0,5-2-3 0,-6 1-4 0,2 0-1 16,-6 1-2-16,2 1 1 0,-17 0-7 15,14-1 3-15,-12 2-4 0,14 1-10 0,-15-1 10 0,12 1 2 16,0 0-5-16,-16 1-2 0,2-1 4 0,2 1-2 16,-4 0 0-16,1-1-1 0,-4 1 2 15,1 0-3-15,-2 0 6 0,-3 0 0 0,0 0 2 16,0-4-5-16,-7 5 6 0,0-1-5 0,1 3 1 0,-3-6-4 16,2 1 3-16,-5 3-2 0,-3-1-1 0,5-1-3 15,-5 1 3-15,-3-2-2 0,0 2-1 0,3 0 7 16,-5-1-2-16,-8 1 1 0,14 0-2 0,-14 0-2 15,10 1-3-15,-10-1 1 0,8 0 2 0,-8 0-5 16,0 0 1-16,9-1 1 0,-9 1 0 0,0 0 0 16,0 0-1-16,0 0 0 0,8-2 3 0,-8 2-1 15,0 0-3-15,0 0-1 0,0 0 1 0,0 0-13 16,0 0-9-16,0 0-16 0,0 0-15 0,0 0-27 16,0 0-27-16,0 0-22 0,0 0-22 0,0 0-25 15,0 0-153-15,0 0-347 0,0 0 154 0</inkml:trace>
  <inkml:trace contextRef="#ctx0" brushRef="#br0" timeOffset="1820.96">25843 6438 49 0,'0'0'131'0,"0"0"-21"16,0 0-7-16,-6-3 5 0,6 3-24 0,0 0-8 15,0 0-8-15,-7-4-4 0,7 4 5 0,0 0 10 16,-6-7-4-16,6 7 2 0,0 0 1 0,0 0-1 16,-5-3-6-16,5 3 3 0,0 0-5 0,0 0-8 15,0 0-4-15,0 0-7 0,0 0-4 0,-5-5-5 16,5 5-9-16,0 0 0 0,0 0-2 0,0 0-6 16,0 0-4-16,0 0 0 0,0 0-7 0,0 0 1 15,0 0-2-15,0 0-6 0,0 0 2 0,0 0-6 16,0 0-4-16,0 0 6 0,0 0-4 0,0 0 2 15,0 0 3-15,0 0 1 0,0 0-8 0,25 2 2 16,-25-2 4-16,13 0-3 0,-1 0-4 0,1 1 3 16,1-1 2-16,3-1-2 0,2 2 3 0,4 1-4 15,6-2 3-15,-1 0-2 0,1-2 3 0,2 1-1 16,4 1 2-16,-3-3-1 0,3 1-3 0,3-2 0 16,2 3-2-16,-1-2 3 0,1 3 2 0,-2-3 2 15,12 0-7-15,-12 1 1 0,2 1-1 0,-2-2 2 16,14-1 0-16,-14 2-3 0,14 0 1 0,-16 1 1 0,0-1 5 15,5-1-8-15,-3 2 9 0,0-3-10 16,3 4 3-16,-5-2-6 0,4 0 6 0,-5 2 6 16,-1-3-2-16,0 3 2 0,4-1 1 0,-4-1-2 15,2 1-6-15,-2 1 3 0,3-2-2 0,-1 0 2 0,0 2 3 16,1-2 2-16,1 2-5 0,-3-2 0 0,-1 3 0 16,2-2-2-16,-3 1-2 0,-3-2 0 15,3 3 5-15,-3-1-6 0,-1 0 3 0,-4 0 3 16,4 1-1-16,-2-1 1 0,0 1-4 0,-6-1 3 0,0 3 8 15,6-5-8-15,-6 2-3 0,9 0 5 0,-9 0 4 16,8-1-3-16,-1 1 1 0,-6 1-6 16,7-2 9-16,-8 1-4 0,9-1 0 0,-9 0-6 15,1 2 1-15,6-3 4 0,-5 2-4 0,-4 0 1 0,4 1-1 16,0-1 4-16,-4 1-2 0,4-2 8 16,-1 1-7-16,-1 0-1 0,-1 0-3 0,-2 0 0 15,2 0 2-15,-2 1 0 0,1-2 0 0,-1 1 1 0,-5 0-3 16,0-1 4-16,0 2 1 0,-1-2-2 0,-2-1 3 15,-2 2-3-15,-8 0 0 0,15-2-6 0,-10 2-11 16,-5 0-16-16,12 0-26 0,-12 0-27 0,0 0-22 16,13 0-22-16,-13 0-127 0,0 0-279 0,6-2 124 15</inkml:trace>
  <inkml:trace contextRef="#ctx0" brushRef="#br0" timeOffset="3871.11">9728 7501 56 0,'-8'-2'55'0,"8"2"-5"0,-9-4-11 0,9 4 8 15,-6-5 1-15,6 5-3 0,0 0-8 0,-8-2 5 16,8 2-3-16,0 0 3 0,0 0-2 0,-9-3 2 16,9 3-10-16,0 0 10 0,0 0-9 0,0 0-4 15,0 0 6-15,-8-3-6 0,8 3-9 0,0 0 6 16,0 0-11-16,0 0 3 0,0 0-7 0,0 0 3 16,0 0-10-16,0 0 2 0,0 0 1 0,0 0-10 15,0 0 3-15,0 0 0 0,0 0 3 0,0 0 3 16,0 0-3-16,35 6 2 0,-24-4-2 0,2-1 5 15,6 3-4-15,-1-3-2 0,3 2-2 0,-1-1 4 16,1 0 1-16,0 0-1 0,7-1 3 0,1-1 0 16,-8 0 3-16,10-1-10 0,-4 0 6 0,1-2-2 15,1 3 2-15,1-1 2 0,-1 1 2 0,1 1 4 16,-2-2 3-16,2-2-7 0,1 5 7 0,0-5-5 16,-1 2 8-16,2-1-9 0,0-1 4 0,1 2-10 15,2 0 10-15,1-1-2 0,-2-1 0 0,2 1 4 16,0-1-7-16,-2 2 4 0,3-2 0 0,0-1-2 15,-1 2 4-15,-1 1-7 0,0-2 9 0,4 2-3 16,-2-2 0-16,15 0 7 0,-17 0-6 0,6-1-1 16,-3 1-3-16,3 2 3 0,-4-1-4 0,5-1 3 15,9-3 1-15,-14 4-6 0,0-2-1 0,2 2 2 16,-2-1 8-16,-1 1-13 0,-1 2 0 0,-2-2 13 0,2-3-11 16,-4 5-5-16,1 0 4 0,0 0-4 15,1-1 2-15,0 0-2 0,0-1 2 0,5 2 1 16,-4 0 0-16,3 0-2 0,-1 0 3 0,-1 0-2 15,1 0 0-15,0 2-11 0,0-1 5 0,0 0 2 0,-2 1 3 16,-1 0-3-16,3 1 1 0,-4-3 2 16,1 2-4-16,-3-1-2 0,3 1 1 0,-4 2 6 15,1-3-5-15,1 2 7 0,-2-1-3 0,0 0-8 16,3 1-2-16,-5-1 10 0,4-1 4 0,-1 1 1 0,1 0-15 16,-2-2 26-16,3 5-2 0,1-2-1 0,-1-3 1 15,-1 4-2-15,5 2-5 0,-4-5 5 16,1 5-4-16,-1-2-1 0,-1 0-5 0,0-3 1 0,3 2 10 15,-1 1-10-15,-1 1 2 0,-1-3 6 0,2 2 6 16,0 1-6-16,-1-4-6 0,1 6 7 0,-1-5 3 16,1 0 6-16,-3-1 0 0,3 2-1 0,3-1 3 15,-4 1-5-15,3-2 7 0,1 0 6 0,3-2-2 16,-3 1 2-16,2 1 2 0,14-1-7 0,-14 0-3 16,0-2 2-16,3 0 0 0,10 1-5 0,-13 1 0 15,1-2-3-15,11 2-2 0,-10 0 5 0,-2 0-3 16,1 0-2-16,-3 0 1 0,3 2 0 0,-3-2-3 15,-2 0-7-15,3 1 4 0,-3 2-1 0,0-3 0 16,-3 1-1-16,3 1-3 0,-3 0 9 0,0-2-4 16,-3 2 0-16,3 1-2 0,-4 1 4 0,-4-4-4 15,6 3 0-15,-8 0 2 0,-1-2-2 0,0 1 4 16,3 0 8-16,-2 0-3 0,0 0-5 0,1-2 0 16,-4 2 2-16,4 0-4 0,-3-2-3 0,-1 2 2 15,-1-1 1-15,-1 0-5 0,-2 1 4 0,-3-1-6 16,0-1 5-16,0 2-2 0,-2-2 4 0,-2 0-1 15,-7 0-1-15,16 2-3 0,-16-2 2 0,9 1-4 16,-9-1 1-16,8 0 2 0,-8 0-1 0,0 0 0 16,10 0-1-16,-10 0-1 0,0 0 0 0,0 0-4 15,9 0-1-15,-9 0-15 0,0 0-28 0,0 0-18 0,0 0-40 16,0 0-56-16,0 0-54 0,0 0-177 0,-19 9-419 16,-12-4 185-16</inkml:trace>
  <inkml:trace contextRef="#ctx0" brushRef="#br0" timeOffset="20782.25">25168 10418 83 0,'0'0'67'0,"8"-5"-1"0,-8 5-8 0,0 0 3 15,6-5-10-15,-6 5-14 0,0 0-1 0,0 0-3 16,5-4 4-16,-5 4 5 0,0 0 0 0,0 0 0 16,0 0 4-16,0 0-5 0,0 0 5 0,0 0-1 15,0 0-9-15,0 0-18 0,0 0 7 0,0 0 0 16,0 0-5-16,-24 9 6 0,24-9-3 0,-9 5 7 16,9-5-6-16,-10 2 9 0,10-2-5 0,-9 1 0 15,9-1-2-15,-8 1-1 0,8-1-6 0,-7 1-7 16,7-1-2-16,-10 2 4 0,10-2-4 0,0 0 2 15,-10-2 1-15,10 2-5 0,-9 2-3 0,9-2 4 16,0 0-6-16,0 0 1 0,-11 1 0 0,11-1 2 16,0 0-6-16,0 0 1 0,0 0-4 0,0 0-4 15,0 0 1-15,-7 1 2 0,7-1-5 0,0 0 1 16,0 0-9-16,0 0 4 0,0 0-3 0,0 0-4 0,0 0 5 16,0 0-4-16,0 0 10 0,0 0 4 15,0 0-6-15,0 0 6 0,0 0-4 0,0 0 4 16,16 12 2-16,-11-9 3 0,-5-3 5 0,13 4-7 15,-3 0-1-15,0 0 6 0,-1 0-3 0,5 0 5 0,3-1-2 16,-1 3 11-16,1-2-16 0,2-1 0 16,-1 1 9-16,4 0 7 0,1-2-2 0,8 2 13 15,3-2-7-15,4 1 7 0,-2-3 1 0,18 0-6 16,-4 4 7-16,4-1-5 0,-1-4-3 0,3-1 4 0,1 5-7 16,1 0 0-16,-1-3 2 0,1 0 3 0,3 4-5 15,1-1 0-15,2-3-7 0,25 0 11 0,-24 4-1 16,27-1 8-16,-26-1-2 0,28-1 2 0,-4 1-4 15,0-2 7-15,0 0-4 0,-25 3 8 0,0-2-6 16,29-1-2-16,-4 0 0 0,0-1 4 0,-25 2-6 16,25-2 1-16,-27 1-7 0,2 1 3 0,2-1-3 15,-3 2-5-15,1-1 3 0,-6 5 4 0,-2-2-5 16,-1 0 4-16,-7 0 3 0,-11-2 8 0,-3-1 10 16,0 3-4-16,1 0 0 0,-5-2 5 0,0 1 5 15,-4-1 1-15,-6 0 11 0,-1-1-5 0,0 1-12 16,-2-1-2-16,-5-1 4 0,-2 1-5 0,1-1 0 15,-5 0-1-15,-7 0 5 0,13 0-6 0,-13 0 1 16,10 0 0-16,-10 0-1 0,8 0-2 0,-8 0 1 16,0 0-3-16,9 0-1 0,-9 0-5 0,0 0 3 15,0 0-3-15,0 0-2 0,0 0-4 0,9 1 2 0,-9-1 0 16,0 0-1-16,0 0-5 0,0 0 0 16,0 0 5-16,0 0-8 0,0 0 0 0,0 0 3 0,0 0-3 15,0 0 2-15,0 0 3 0,0 0-4 0,0 0-4 16,0 0 13-16,0 0-8 0,6 2 2 15,-6-2-1-15,0 0-2 0,0 0 0 0,0 0-2 0,0 0 0 16,0 0-4-16,0 0 3 0,0 0 0 0,0 0-1 16,0 0-1-16,0 0-3 0,0 0-3 0,0 0 3 15,0 0 0-15,0 0 1 0,0 0 1 16,0 0-2-16,0 0 2 0,0 0-2 0,0 0 4 16,0 0-1-16,0 0 0 0,0 0 0 0,0 0-4 0,0 0-1 15,0 0-2-15,0 0 4 0,0 0-3 0,0 0 4 16,0 0-4-16,0 0-3 0,0 0 5 0,0 0-1 15,0 0 2-15,0 0-3 0,0 0-1 0,0 0 1 16,0 0-2-16,0 0 7 0,0 0-3 0,0 0 1 16,0 0-1-16,0 0 4 0,0 0 2 0,0 0 1 15,0 0 12-15,0 0-4 0,0 0-5 0,0 0 4 16,0 0-1-16,0 0-1 0,0 0 8 0,0 0-3 16,0 0-5-16,0 0 1 0,0 0 3 0,0 0-5 15,0 0-4-15,0 0 9 0,0 0-9 0,0 0 2 16,0 0-2-16,0 0-3 0,0 0 0 0,0 0 3 15,0 0-5-15,0 0 14 0,0 0-14 0,0 0 0 16,0 0 1-16,0 0 0 0,0 0 6 0,0 0-13 16,0 0 3-16,0 0-2 0,0 0 1 0,0 0-6 15,0 0 1-15,0 0 6 0,0 0-2 0,0 0 1 16,0 0-6-16,0 0 4 0,0 0 1 0,0 0 11 16,0 0-15-16,0 0 5 0,0 0-8 0,0 0 7 15,0 0 1-15,0 0-8 0,0 0 0 0,0 0 4 16,0 0-1-16,0 0 5 0,0 0-4 0,0 0-5 15,0 0 1-15,0 0 13 0,0 0-11 0,0 0 5 0,0 0 1 16,0 0-6-16,0 0-2 0,0 0 0 16,0 0 5-16,0 0-3 0,0 0-2 0,0 0 0 15,0 0-1-15,0 0 2 0,0 0-3 0,0 0-5 0,0 0 0 16,0 0 1-16,0 0-9 0,0 0-6 0,0 0-9 16,0 0-2-16,0 0-14 0,0 0-11 0,0 0-17 15,0 0-17-15,0 0-29 0,0 0-23 16,0 0-32-16,0 0-28 0,0 0-14 0,0 0-31 0,0 0-172 15,0 0-458-15,0 0 203 0</inkml:trace>
  <inkml:trace contextRef="#ctx0" brushRef="#br0" timeOffset="22688.27">16763 11465 22 0,'0'0'43'0,"0"0"-3"0,0 0-3 16,0 0-3-16,0 0-2 0,0 0-3 0,0 0 1 0,0 0 1 16,0 0-6-16,0 0 1 0,-12-14-4 0,12 14 0 15,0 0-3-15,0 0 1 0,0 0-3 0,0 0-2 16,0 0 1-16,0 0-3 0,0 0 1 0,0 0-1 15,0 0 0-15,0 0-3 0,0 0 8 0,0 0-5 16,0 0 5-16,0 0-1 0,0 0-4 0,0 0-1 16,0 0 3-16,0 0 3 0,0 0-4 0,0 0-6 15,0 0 1-15,0 0 2 0,0 0-3 0,0 0 0 16,0 0 1-16,0 0-1 0,0 0-2 0,0 0-2 16,0 0 1-16,0 0-2 0,0 0 5 0,0 0-6 15,0 0 6-15,0 0-5 0,0 0 1 0,0 0-7 16,0 0 3-16,0 0-1 0,0 0-2 0,0 0-1 15,0 0 1-15,0 0-5 0,0 0-6 0,0 0-9 16,0 0-3-16,0 0-5 0,0 0-21 0,0 0-52 16,0 0-110-16,0 0 48 0</inkml:trace>
  <inkml:trace contextRef="#ctx0" brushRef="#br0" timeOffset="24171.19">18859 11594 33 0,'0'0'29'0,"0"0"4"0,0 0-3 0,0 0-3 16,0 0 4-16,0 0-1 0,0 0 1 0,-5-5-4 16,5 5-3-16,0 0-4 0,0 0 0 0,0 0-4 15,0 0-5-15,0 0 0 0,0 0 5 0,0 0-10 16,12-7 1-16,-12 7 2 0,9-1-10 0,-9 1 4 16,13-2 3-16,-4 1 2 0,1 0 2 0,2-1-8 15,0 0 1-15,1 1 2 0,1 0-2 0,0 1-3 16,4-2 4-16,0 2-1 0,0 0-4 0,0-1 5 15,1 1-2-15,2-1 0 0,-2 2-1 0,3-2 3 16,-1 2-3-16,7-1 3 0,-8-1-2 0,9 1-2 16,-1-2 2-16,0 1 1 0,-1 1-2 0,4 0 1 15,-2-2 3-15,6 2-6 0,-3 0 6 0,-1 0-4 0,1 0 2 16,3 0-2-16,1 0 1 0,1 0 1 0,-3 0 0 16,5 0 0-16,-1 0 0 0,0 0 5 15,15-3 3-15,-15 2-2 0,3 1-6 0,9-3 5 16,2 2 1-16,-15 0 8 0,17-2-1 0,-16 2-4 0,15 0 2 15,3-1 0-15,-5-1-3 0,0 0 0 0,1 2 4 16,-2-2 4-16,3 2-5 0,-15-1-4 16,17 0 0-16,0 3 7 0,0-2-6 0,-4-1 4 15,4-1-4-15,0 0-4 0,-3 3 12 0,2-4-8 0,1 4 6 16,0-1 0-16,0 1-7 0,-3-1-1 0,6-1-7 16,-3 2 8-16,-2 3-4 0,4 0-2 0,-2-2 1 15,1 0 5-15,1 2-8 0,1-3 1 0,-2 1 8 16,-1 3-7-16,1-3 5 0,1 2-2 0,-1-3-1 15,0 1 2-15,4 0-5 0,-1 1 5 0,-2 0 0 16,6-2 3-16,-3 2-10 0,-2-2 10 0,-1 5 3 16,3 1 0-16,-1-1-1 0,-3-2-1 0,2 0 0 15,2 0-4-15,1 0-2 0,-1-1 10 0,1 2-2 16,0 0-2-16,0-3 1 0,-1 2 3 0,-1-2-7 16,2 0 4-16,-3-2-6 0,3 5 0 0,-1-5 1 15,-1 1-1-15,0 1 3 0,-2-5-3 0,2 2 5 16,4-1-1-16,-1 1-3 0,0-2 0 0,-4-2-3 15,2 4 1-15,2 0-1 0,0-1 3 0,-2-3 1 16,0 4 3-16,-1-1-4 0,0-2 2 0,-3 0 0 16,1 1-5-16,-1 0 4 0,1 4 7 0,2-2 1 15,1 1 6-15,-4-3-8 0,-1 2 4 0,3-3-2 16,2 0 2-16,-2 1-7 0,-2 1 2 0,1 3-1 16,-1 3 0-16,-2-3-2 0,1 0 3 0,0 0-3 0,-3 2-2 15,-12-2 0-15,16 0 1 0,-5-2-2 0,3 0 2 16,-2-1 5-16,1 1 1 0,-15-1 5 0,12 0-4 15,-9 1-2-15,10-3 1 0,-11 3 0 16,12 0-4-16,-11 2 0 0,0-1-3 0,7-2-1 0,-9 2 6 16,-1-2-1-16,2 0 1 0,-1-1-5 0,2 1 1 15,-1-1 2-15,12-1-2 0,-14 1 1 0,3 0 7 16,-5-2-8-16,4 4 0 0,-2-2 1 16,1-2 0-16,-1 5-1 0,12-4-3 0,-13 1 3 0,-1 0-3 15,0 3-3-15,0-3 7 0,-3 3-4 0,3 1 0 16,-3-3-4-16,2 0 2 0,-3 1-2 0,3 0 3 15,-1 0-3-15,-3 1 5 0,1 0-1 0,3-1 0 16,-1 2 2-16,2-3 0 0,-2 0 5 0,-1 4 0 16,2-1-2-16,-2-1-1 0,1 0 0 0,-1-2-2 15,1 2 3-15,-1 0-6 0,1 1 6 0,-2 0-2 16,-1 0-5-16,2 0 7 0,-1-3-8 0,-1 3 1 16,1-2 1-16,0 2-2 0,-1 0 2 0,-2-2 2 15,4 2 2-15,-3-2-3 0,2 1 3 0,-3-3 1 16,2 1-2-16,1 2 3 0,-1-1-4 0,-2 0 3 15,3 0 2-15,-1 2 1 0,0-2-2 0,-1 1-2 16,-1 1-1-16,3 0-1 0,-3 0-2 0,-1 0 5 16,-2 4 3-16,-3-5-1 0,-4 1-2 0,4 0 4 15,-1 1 1-15,-4-1 5 0,5-1 0 0,-3 1 0 0,-2 0 0 16,0-2-3-16,1 4-2 0,-2-4-3 0,-5 2 0 16,0 0-2-16,0-1-1 0,-1 1-3 15,-4 0-1-15,1-2-1 0,-8 2-3 0,14 0-3 16,-14 0-11-16,8-1-11 0,-8 1-30 0,0 0-37 15,4-6-40-15,-4 6-46 0,0 0-178 0,-9-14-384 16,1 5 170-16</inkml:trace>
  <inkml:trace contextRef="#ctx0" brushRef="#br0" timeOffset="25679.28">6430 12719 18 0,'0'0'53'0,"-10"-4"6"15,10 4-1-15,-5-6-7 0,5 6 2 16,0 0-13-16,-6-4 2 0,6 4-8 0,0 0-6 16,-4-5-5-16,4 5 0 0,0 0-6 0,0 0-4 15,0 0 1-15,0 0 3 0,-5-5-5 0,5 5-2 16,0 0-4-16,0 0 1 0,0 0 2 0,0 0-6 16,0 0 6-16,25-2-4 0,-13 0 4 0,-1 2-3 15,7-1 1-15,1 1-1 0,1-1 9 0,1 0-6 16,6 1-1-16,2-1 3 0,2 0 3 0,0 0-2 15,1-1 7-15,0 0-6 0,2 0 2 0,2 0 5 16,0 0-1-16,0-1 2 0,2 0-5 0,-1 3 2 16,3-4 7-16,-2 3-8 0,1-1 5 0,1-1 8 0,0 1-6 15,1-1 1-15,9-1 8 0,-12 4-8 16,14-3-5-16,-1 2 3 0,-12 0-3 0,16-3 2 16,0 3 5-16,0-3-5 0,0 4 3 0,1 1 1 15,1-1 10-15,1 0-9 0,-1-1 3 0,2 1 5 16,-4 3 2-16,0-3-4 0,3 0-1 0,-1-2 4 0,2 1 7 15,1 0 8-15,4-4-12 0,-3 3 0 16,3-2 2-16,1-1 0 0,2 2-4 0,-2-2 0 16,26-3-2-16,-33 4-3 0,2 0-1 0,2 1 0 15,-2 0-7-15,1 1-3 0,1 0 0 0,0-1-1 16,0 4 0-16,0-1-3 0,-2 2-2 0,3 2 2 16,1-1-1-16,1 0 0 0,-1 5 2 0,-4-2-6 15,1-1 4-15,-1 0-2 0,3 3-2 0,1-2-1 16,0-2-1-16,2 0 4 0,25 4 3 0,-28-7 0 15,27 2 1-15,-25-2 3 0,2 0 4 0,27-1 6 16,-28-1 0-16,-1 1-4 0,26-4 0 0,-26 3 0 16,0-2 1-16,30 0 3 0,-30 1 0 0,0 0 3 15,27-4-8-15,-28 6 1 0,-3 0 1 0,2-2-2 16,-1 2-5-16,-5 2-5 0,2-2 0 0,-3 2-4 16,-1-1 2-16,-2 2 0 0,-2 1-1 0,0-2 1 0,-11 0 0 15,12 3 1-15,-13-3 1 0,-1 2 2 0,3 0-1 16,9-1 2-16,-14 0-5 0,-2 0 6 0,-1-1 0 15,-1 2 1-15,-3-2-3 0,-7 2 2 16,-1-2 10-16,1-1 5 0,-1 0-1 0,-1 0-2 16,0 0-3-16,-7-1-2 0,-1 1-3 0,-1 0-1 0,0-1-1 15,-1 0-4-15,-2 0-2 0,-8 0 6 0,11 2-10 16,-11-2 3-16,10 0-3 0,-10 0-1 16,0 0 1-16,10 0 3 0,-10 0-6 0,0 0 1 15,0 0-4-15,5 1 2 0,-5-1-2 0,0 0-14 16,0 0-18-16,0 0-33 0,0 0-42 0,0 0-51 0,0 0-51 15,0 0-48-15,0 0-196 0,-31 9-483 0,20-5 215 16</inkml:trace>
  <inkml:trace contextRef="#ctx0" brushRef="#br0" timeOffset="26521.98">27413 10097 107 0,'0'0'174'0,"0"0"-22"16,0 0-14-16,0 0-17 0,0 0-15 0,0 0-11 16,0 0-7-16,0 0-15 0,0 0-5 0,0 0-8 15,0 0-6-15,0 0-7 0,0 0-3 0,0 0 3 16,0 0-10-16,0 0-5 0,0 0-1 0,0 0-1 16,0 0-9-16,0 0-2 0,0 0-4 0,0 0-17 15,0 0-10-15,0 0-33 0,0 0-19 0,0 0-27 0,0 0-18 16,0 0-97-16,0 0-224 0,0 0 100 0</inkml:trace>
  <inkml:trace contextRef="#ctx0" brushRef="#br0" timeOffset="43688.85">15219 15829 61 0,'-9'-4'114'0,"9"4"0"0,-8-1-21 0,8 1-2 16,0 0 3-16,-7-3-21 0,7 3-9 0,0 0-5 15,0 0-9-15,0 0-8 0,0 0-5 0,18-8 7 0,-7 6-5 16,10-4-4-16,9 3 5 0,7-5-1 0,16 0-5 16,4 1 0-16,10-2-4 0,-2 2-9 15,31-3 9-15,-6 2-6 0,0 0-3 0,-1 0 5 16,10 2-6-16,2 1 2 0,10 4-7 0,-4-3-2 15,8 0 2-15,3 3-5 0,5-3 0 0,-1 1 1 16,3-5-4-16,10 1-19 0,1 2-20 0,5 0-47 16,-11 5-140-16,-2-6-236 0,5 2 105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23T09:26:33.98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17487 6900 25 0,'0'0'70'0,"0"0"-11"0,-6-4-4 0,6 4-1 0,0 0 2 16,0 0-3-16,0 0-2 0,0 0-4 0,0 0 1 16,-9-4-7-16,9 4-5 0,0 0-1 15,0 0 1-15,0 0-6 0,0 0 2 0,0 0 12 16,0 0-19-16,0 0-2 0,0 0-5 0,0 0 5 0,0 0-9 15,0 0-1-15,0 0 0 0,0 0 2 0,0 0-1 16,0 0-1-16,0 0 7 0,0 0-2 0,0 0 11 16,0 0 7-16,17 13 0 0,-17-13 4 15,10 2 0-15,-4 0 3 0,-6-2 1 0,13 5-4 0,-5-4-8 16,0 2-2-16,2-3-5 0,0 1 6 0,0 0 9 16,4 1 5-16,-2-2-9 0,5 2-3 0,0-2-5 15,2 0 2-15,-2 1 0 0,3-1-2 0,-1 0-2 16,2 0 2-16,1 0-2 0,-1 0-4 0,0 0 3 15,8-3-3-15,0 3-5 0,0-3-3 0,-1 2 9 16,4-2-7-16,-3 2-2 0,2-3 4 0,2 4-7 16,1-5 1-16,0 2-2 0,2 1 0 0,-1 1 2 15,-1-1-8-15,-2 1-3 0,0-3-2 0,1 7-1 16,-1-7 2-16,1 2-2 0,2 2 0 0,-1 2 6 16,3-2 0-16,0 0 2 0,3-2 0 0,11 1 2 0,-1 1-5 15,-11 0 3-15,13-2 8 0,0 2-5 16,1 0-2-16,0-1 6 0,-1-1-4 0,-1 0 6 15,4 0-6-15,-3 2 4 0,1 2-1 0,1-4 0 16,-14 1-1-16,14-1 2 0,4-2 5 0,-2 2 3 16,-1-3-7-16,1 1 2 0,2 3 2 0,1 1 0 15,-2 1 2-15,1-3-7 0,-1-4 6 0,2 3-2 16,1-2 1-16,-4 0 2 0,2 3 0 0,-5-4-6 16,-1 3 1-16,3 1 1 0,-2-2-2 0,-2 0-1 0,2 2 0 15,-2 0-5-15,-11-2-3 0,13 3-2 0,-16 1-1 16,17-3-1-16,-2 0 5 0,-13 1-5 15,0-3 4-15,0 0-2 0,0 2 0 0,12-1 1 0,-10 1-3 16,-2-1 3-16,0 0 3 0,1 0-6 0,-3-1 4 16,0 3 3-16,-1-4-2 0,-3 3 3 0,-1 0 1 15,-1 2-4-15,-5-1 0 0,-4-1 5 0,-4 3-2 16,0-3 0-16,-5 2-3 0,-1-1 4 0,-1 1-4 16,-1 1 2-16,0-1-2 0,-10 1 0 0,16-2 1 15,-11 2-1-15,-5 0 0 0,12-2 0 0,-12 2-1 16,9 0-1-16,-9 0 3 0,0 0-1 0,12 2 0 15,-12-2-1-15,0 0-2 0,7 0-2 0,-7 0 5 16,0 0 1-16,0 0-4 0,0 0 5 0,0 0-3 16,9-3 2-16,-9 3-2 0,0 0 1 0,0 0-2 15,0 0-2-15,0 0 3 0,0 0-3 0,0 0-9 16,0 0-16-16,0 0-14 0,0 0-24 0,0 0-37 16,0 0-29-16,0 0-43 0,0 0-21 0,0 0-152 15,0 0-371-15,0 0 164 0</inkml:trace>
  <inkml:trace contextRef="#ctx0" brushRef="#br0" timeOffset="1489.18">23059 6965 3 0,'0'0'56'0,"0"0"3"16,0 0-6-16,0 0-2 0,-16-4-7 0,16 4 4 15,0 0-5-15,-8-2-4 0,8 2 4 0,-8-4-6 16,8 4-7-16,0 0-2 0,-11-5 8 0,11 5 0 15,-10-4 2-15,5 2-12 0,5 2 2 0,-16-3-8 16,9 0-1-16,-4 3-2 0,1-1 8 0,1 1 8 16,0-3-1-16,-2 0-5 0,1-1 2 0,-2 2 0 15,2-1 7-15,0 3 3 0,10 0-3 0,-14-3-4 16,5 2 5-16,1 1-5 0,8 0-3 0,-13-3-7 16,13 3 2-16,-12-3-4 0,12 3-1 0,-11-2 0 15,11 2-5-15,-8 0-2 0,8 0 0 0,0 0-1 16,0 0 1-16,-11 0-3 0,11 0-3 0,0 0-5 15,0 0 5-15,0 0-3 0,0 0 6 0,0 0-4 0,-5-5 0 16,5 5-6-16,0 0-1 0,0 0-2 0,0 0 5 16,0 0-3-16,0 0 0 0,0 0 1 15,0 0 1-15,0 0-2 0,0 0 7 0,0 0-3 16,28 10 2-16,-19-9 1 0,4 1 1 0,-3 2 5 0,3-1-4 16,0-3-6-16,1 6 6 0,4-5-2 15,2 4 0-15,-1-4-3 0,3 0 5 0,0 4 1 16,4 0-5-16,1-3 8 0,3 2-6 0,-2-3 0 0,4 2-3 15,-1 1 0-15,3-2 6 0,2 2-5 0,-1-3 6 16,1 1-1-16,0 1 1 0,0-1 0 0,1 0-1 16,1 1 0-16,-2-2-2 0,1-1 0 0,2 2 4 15,12-4-1-15,0 4 1 0,-17-1 1 0,3-1-2 16,0-1 6-16,2 1-6 0,1 0 0 0,12-2 2 16,-1 2 3-16,-12 0 2 0,14 0-3 0,-2 0 3 15,-11-1-1-15,-1 0 8 0,2-1-11 0,12 2 8 16,-14 2-3-16,1-4-3 0,-1-2-4 0,18 3 2 15,-5 0 2-15,-14 2 2 0,16-3 0 0,-5 0-2 16,-8 2 0-16,10 0 0 0,1 0-3 0,-14 0 6 16,2 0-4-16,1 0 2 0,8 3-1 0,-10-3-1 15,-5-3-1-15,4 5 1 0,-3-2 0 0,1 2-1 16,3-3-1-16,-3 2 4 0,-2-1-1 0,3 0-1 16,1 3 0-16,-4-1 0 0,1 1-3 0,-2-2-2 0,3 4 1 15,-3-3 1-15,3-1-3 0,-2-1-1 16,-1 2 4-16,1 0-1 0,2-2-6 0,-2 2 1 15,2-2 2-15,-4 0 1 0,3 0 1 0,-5 2 0 16,1-2-2-16,0 0 3 0,-1 3-6 0,1 0 6 0,-2-2 4 16,1 2 1-16,-1-6 1 0,0 3-1 0,-9 4 2 15,9-5-2-15,2 1 5 0,-6 0-4 0,7 1 1 16,-3 0-1-16,0 0 3 0,-2 2-7 0,2-3 3 16,-1 1-2-16,-1 1 1 0,-1-4-6 0,3 2 2 15,0 2-2-15,-2-2 1 0,2 0 1 0,1 0 2 16,-1 0-4-16,2 1 2 0,-3-2-3 0,3 2 5 15,0-1-2-15,-1 3 2 0,-1-4-4 0,0-1-3 16,3 2 5-16,-1-1-1 0,0 1 0 0,1-3-5 16,-3 2 3-16,2 0-3 0,-3 1 2 0,-7 0-1 15,8-1 2-15,1 2 1 0,-1-2-1 0,2 1 4 16,-3-2 6-16,3 1-2 0,-2-2-2 0,1 2-1 16,3 1 2-16,0-2-4 0,1 2-2 0,-2-1 5 15,6 1-4-15,-4-3-1 0,2 3-2 0,0-3 2 16,2 0 3-16,1 1-4 0,-1 1 2 0,-3-1-4 15,3 0 0-15,3-1 1 0,-5 2-4 0,4-4 3 16,-2 5-1-16,1-5 1 0,-3 3 0 0,15-3 4 16,-12 3-5-16,-4 0-1 0,5-2-2 0,10 2 3 15,-10-2-5-15,-3 0 4 0,2 1 0 0,1 2-1 16,11-3-1-16,-10 3 0 0,-4-2 1 0,3-1 1 16,-3-2 0-16,2 5 0 0,-2-1 2 0,-1-4-4 15,0 4 2-15,-5 0 0 0,2 0-1 0,-4 2 0 16,1 0-3-16,-2-3 1 0,-8 1 3 0,3 3-2 15,-2-2 0-15,-2-1 0 0,0 1 2 0,-1 0 2 16,0 1 0-16,-8-1-2 0,3-2-2 0,-2 2 2 16,-1 1-1-16,-1 0 2 0,-9 0-6 0,16-1 6 0,-9-2-4 15,1 2-7-15,-8 1-17 0,11 0-26 16,-11 0-43-16,8-2-57 0,-8 2-57 0,0 0-184 0,0 0-423 16,0 0 187-16</inkml:trace>
  <inkml:trace contextRef="#ctx0" brushRef="#br0" timeOffset="3104.88">6652 8142 15 0,'94'-13'41'0,"-29"2"-1"16,31-6-1-16,-6 3 9 0,-26 4-6 15,25-6-3-15,-25 5 2 0,25-2-5 0,1-2 4 16,-28 4 6-16,36-4-8 0,-5 5 1 0,1-3 5 0,1 3-1 16,-27 3 12-16,25-1-13 0,-4-2 17 0,-22 5-10 15,30-1 8-15,0-3 2 0,3-1 7 0,-3 4-1 16,-2 0 1-16,-5 0-2 0,-26 2-5 0,32-3 5 16,-35 4-7-16,3 1-1 0,27-1 0 0,-32 1-4 15,3 0 1-15,1 0 1 0,-2 1 1 0,-4-2-8 16,0 5 1-16,-3-2-4 0,-1-2 2 0,-14 4 1 15,1-4 1-15,-1 5-6 0,12-2 0 0,-16 1 9 16,-1 0-5-16,1 0 1 0,-3-2 7 0,-2 2-1 16,-2-1-3-16,-8-1-4 0,-1 3-1 0,0-2-4 15,0-1-1-15,-1 1-3 0,-8-1-3 0,1 0 0 16,-4 0 3-16,-1 1-2 0,-6-1-1 0,8 2 5 16,-8-2-3-16,8 1-4 0,-8-1 3 0,9 1-4 15,-9-1-3-15,0 0 0 0,0 0-1 0,0 0 1 16,0 0 2-16,9-2-7 0,-9 2 1 0,0 0-7 15,0 0 3-15,0 0-3 0,0 0-3 0,0 0-2 16,0 0 0-16,0 0-4 0,0 0-3 0,0 0-1 16,7 2-6-16,-7-2-12 0,0 0-14 0,0 0-26 15,0 0-25-15,0 0-27 0,0 0-26 0,0 0-29 16,0 0-31-16,0 0-27 0,0 0-150 0,0 0-399 16,0 0 177-16</inkml:trace>
  <inkml:trace contextRef="#ctx0" brushRef="#br0" timeOffset="14740.35">21996 9347 34 0,'0'0'103'0,"-11"-7"-3"16,7 5 0-16,4 2-1 0,-12-7-1 0,9 2-15 15,3 5 6-15,-7-4-6 0,7 4-2 0,-6-4 3 16,6 4-5-16,0 0-1 0,-7-5-9 0,7 5-1 15,0 0-8-15,-6-6-8 0,6 6-7 0,0 0-3 16,0 0-2-16,-6-2-6 0,6 2-1 0,0 0-5 0,0 0-3 16,0 0 1-16,0 0-6 0,0 0 0 15,-6-5-8-15,6 5 0 0,0 0 1 0,0 0-3 0,0 0-4 16,0 0 1-16,0 0-4 0,0 0 2 0,0 0-5 16,0 0 4-16,0 0-5 0,0 0 0 0,0 0-5 15,0 0 6-15,0 0-7 0,0 0 3 0,0 0 0 16,0 0 2-16,25 6 0 0,-16-3-5 0,2-2 5 15,7 3 6-15,-6-4-1 0,7 1 1 0,1 1-10 16,-1 0 9-16,3 1-3 0,-2-1 6 0,9 2-1 16,-9-3-2-16,2 2 1 0,7-2-5 0,2 1-3 15,-2 2 0-15,2-2 5 0,0 0-3 0,1 1 0 16,0 1 4-16,1 0 0 0,0-3-5 0,2 2 7 16,-2-1 2-16,4 1-1 0,0-1 2 0,-1 0-3 15,1-1 11-15,2-1-7 0,16 0 9 0,-2-3 0 16,-1 3-3-16,-1-2-2 0,-10 2-1 0,13-3-2 15,-1 2 4-15,2 0-2 0,0-2 0 0,-1 2 1 16,-2 1-1-16,1-3-1 0,-14 2-2 0,12 1 1 0,0-3-3 16,2 1 2-16,-2 0-4 0,5 4 5 15,-4-2-1-15,3 1-2 0,-2-2-1 0,2 2 1 16,-1 0-3-16,0-2 3 0,-2 1-1 0,2 0 1 16,-2 1 3-16,3-1-7 0,-3 2 5 0,2 0-2 0,-3-3-1 15,6 0 2-15,-4 3 3 0,1-6-1 0,1 6 3 16,1-2-2-16,0-2 1 0,-2 1-5 15,0-2 4-15,2 2-5 0,0-2 5 0,-2 0-1 0,-1 2 1 16,1-2-1-16,0 0 2 0,-1 0-6 0,0-1 1 16,-12 0 1-16,16-3 2 0,0 2 1 0,0-1-2 15,-2-2-1-15,0 2 1 0,-1-2 0 0,-1 1-1 16,3-1 2-16,-3 1-2 0,-5 2 1 0,6 1 0 16,-18-1 0-16,5 2 2 0,-3 0-7 0,0-2 5 15,0 3 3-15,1 0-5 0,-3-2 2 0,15 0 2 16,-15 3 1-16,2 0 1 0,-2-1 0 0,-2 1 1 15,1-4 2-15,-3 2-4 0,2 1 2 0,-1 2 0 16,-4-1-2-16,1-1 0 0,-1 1 0 0,2 0-1 16,-1-1 3-16,-8 1-4 0,5 1 1 0,-4-3 3 15,-3 3 0-15,2-2-1 0,-1 1 3 0,1 1 0 16,-2 0-1-16,1 0-2 0,-4-1 0 0,2-1-3 16,1 1-1-16,-5 2 3 0,-2-1-1 0,6 2-2 15,-8-2 0-15,5 1 1 0,-5-2-5 0,1-1 3 16,1 2 0-16,-2 0-1 0,0-1-2 0,0 0 2 15,-2 2-2-15,1-1 3 0,0 0 0 0,-1 1 0 16,-9-1 0-16,16 0 1 0,-7-2 0 0,-2 2 5 16,-7 0-2-16,18-1 1 0,-9 0 0 0,0 1 1 0,-9 0 3 15,14 1-2-15,-14-1 0 0,14 0-1 0,-8 0 0 16,-6 0 4-16,8 0 1 0,-8 0 4 16,0 0 2-16,0 0 3 0,11-3 4 0,-11 3 5 0,0 0 7 15,8 0 5-15,-8 0 0 0,0 0 1 0,0 0 1 16,0 0-2-16,0 0-3 0,0 0 1 0,0 0 3 15,7-3 0-15,-7 3-3 0,0 0-3 0,0 0 0 16,0 0-4-16,0 0-8 0,0 0-2 0,0 0-6 16,0 0-2-16,0 0 0 0,0 0-3 0,0 0-6 15,0 0-11-15,0 0-10 0,0 0-18 0,0 0-29 16,0 0-31-16,0 0-39 0,0 0-39 0,0 0-46 16,0 0-48-16,0 0-208 0,0 0-506 0,0 0 223 15</inkml:trace>
  <inkml:trace contextRef="#ctx0" brushRef="#br0" timeOffset="15438.64">27539 9278 133 0,'0'0'196'0,"-7"-3"-16"0,7 3-22 16,0 0-12-16,0 0-16 0,0 0-17 0,0 0-11 15,0 0-7-15,0 0-16 0,0 0-4 0,0 0-10 16,23-1-4-16,-23 1-4 0,25 3-5 0,-6-2 1 0,2-1 0 16,7 0 1-16,3 0-3 0,2 3-10 15,3-2 1-15,0 2-5 0,2-2-1 0,20 3-4 16,-2-6-3-16,-2 4-2 0,1 0-1 0,1 0-3 0,0 0-2 16,4-1-4-16,1-1-2 0,0 3 0 0,-5 0-1 15,7 0 1-15,-3-2-6 0,-4 1 5 16,3 3 0-16,0-5-3 0,-6 1-1 0,3-1 0 15,-2 2 0-15,-2-2 3 0,-12 1 1 0,-2 0 9 0,1-1 0 16,-1-1 4-16,-5 1 3 0,0 1-1 0,-2-2 3 16,-2 1-4-16,-9 1 6 0,-1-2 5 0,-6 1 4 15,1 0 4-15,-4 0 6 0,-2 0 6 0,-8 0 4 16,15 0 8-16,-9-1-9 0,-6 1-1 0,9-1 4 16,-9 1 1-16,9 1 3 0,-9-1-5 0,0 0-7 15,9 0-4-15,-9 0-7 0,0 0-3 0,0 0-6 0,0 0 10 16,0 0-14-16,0 0-11 0,0 0-7 15,9 0-19-15,-9 0-14 0,0 0-24 0,0 0-44 16,0 0-47-16,0 0-54 0,0 0-48 0,-33-2-263 16,15 3-539-16,-2-2 239 0</inkml:trace>
  <inkml:trace contextRef="#ctx0" brushRef="#br0" timeOffset="26770.76">23444 11971 30 0,'5'-6'78'0,"-5"6"7"0,0 0-7 0,0 0-1 0,0 0-6 16,0 0-3-16,0 0-5 0,0 0 3 16,2-8-2-16,-2 8 5 0,0 0-6 0,0 0-2 0,0 0-3 15,0 0-7-15,0 0-3 0,0 0-6 0,-11-7-8 16,11 7-6-16,0 0 3 0,0 0-4 15,0 0 4-15,0 0-15 0,0 0 5 0,0 0-3 0,0 0 4 16,0 0-3-16,0 0-1 0,0 0-4 0,0 0-5 16,0 0-8-16,0 0 2 0,0 0 1 0,0 0 0 15,0 0-3-15,0 0 1 0,0 0-2 0,0 0 1 16,0 0 5-16,0 0-6 0,0 0 8 0,-6-4-3 16,6 4-12-16,0 0-3 0,-4-7-3 0,4 7-7 15,-4-6 14-15,4 6-9 0,0 0-3 0,-4-10 11 16,4 10-2-16,-3-5-3 0,3 5-1 0,0 0 9 15,0 0-20-15,-3-10 22 0,3 10-2 0,0 0 1 16,0 0-6-16,0 0 9 0,0 0 1 0,0 0-1 0,-4-7 4 16,4 7 2-16,0 0-9 0,-4-7 0 15,4 7-1-15,0 0 4 0,-2-8 2 0,2 8 12 16,0 0-2-16,0 0 8 0,0 0-7 0,0 0-8 0,-3-5 15 16,3 5 7-16,0 0-6 0,0 0 1 0,0 0 0 15,0 0 5-15,0 0-5 0,0 0 0 0,0 0-3 16,0 0 0-16,0 0-3 0,0 0 0 0,9-8 2 15,-9 8-1-15,13-1-1 0,-5 0-3 0,-8 1-2 16,18-3 8-16,-7 2-5 0,1 2 5 0,5-2-7 16,0-1 4-16,1 2 2 0,0 0 6 0,1 0-9 15,1 0 3-15,10-2-2 0,-1 2 10 0,2 0-9 16,-3 0 4-16,3 0-3 0,-1 0 5 0,4 2 1 16,-2-2-4-16,-2 0 0 0,2 0-9 0,0 0 10 0,3-3-1 15,-1 3 1-15,1 0 1 0,3 0-2 16,-1 0 2-16,1 0 6 0,1 0 2 0,-5 1-1 15,5-1 5-15,0 0-4 0,0 0-2 0,-2 0-5 0,1 2 0 16,14-4-1-16,-1-1 2 0,-13 2 3 16,1-2-5-16,12 1 3 0,-1-2-3 0,-13 3 0 15,2 1-4-15,12 0 2 0,-13 0 1 0,0-1 1 16,15-1-6-16,-15 2-1 0,1-1 1 0,13 1 0 0,-12-2-3 16,-5 2-2-16,16 0 0 0,-12 0-1 0,-1-2-2 15,2 1 1-15,11-2-4 0,-12 2 1 16,-1-3 3-16,14 2-2 0,-14 1 0 0,14 1-4 0,-16-3 1 15,2 0 3-15,2 1 3 0,14-1-1 0,-18 3 2 16,3 0-1-16,12-4 0 0,-16 3-1 0,2-1 1 16,-1 2 1-16,2-3-1 0,2 0-1 0,12-4 4 15,-12 5 2-15,12-4-4 0,-16 1 5 0,16-2-4 16,-12 4-1-16,10-1 0 0,1 1 6 0,-12 2-3 16,-3-4 4-16,4 5-2 0,-2-3-2 0,14 1 0 15,-14 3 3-15,1-1 0 0,1 1 0 0,-2-1-1 16,0 0 4-16,3 3-5 0,-5-1 1 0,1-1-5 15,1 1 0-15,0-2 0 0,1 1-1 0,-1 0 1 0,2-1-3 16,-1 0-4-16,-1 0 1 0,0 2-2 16,-2-4 1-16,0 0-3 0,5 2 0 0,-5 0 3 15,2 0 0-15,-5-2-1 0,3 4 1 0,-2-5-2 0,2 1 3 16,-4 2-3-16,1 0-3 0,-1 2 4 0,-1-4 1 16,-2 4-3-16,1-1 4 0,-1-1-5 15,0 3 2-15,-2-2-2 0,3-1 5 0,-9 2 3 0,10-2-1 16,-4 2-1-16,-5-2 3 0,7 3 3 0,-10-2-2 15,8 1-2-15,-4-2 3 0,-1 3-2 0,-2 0 6 16,3-2-2-16,-1 1 4 0,-1 0-4 0,1 2 2 16,0-2-4-16,-4 0 2 0,5 1 0 0,4-3-3 15,-5 2 1-15,-2 0 2 0,2 0-3 0,-2-1-3 16,1 1 2-16,0 0 1 0,0 0-1 0,-3 1-3 16,1-2 1-16,0 2-1 0,-2-1-2 0,1-1 2 15,-2 2 2-15,-1 0-4 0,-2 0 1 0,4 0 5 16,-4 2 7-16,1-3 1 0,-1 1-2 0,-2-3-3 15,8 2 0-15,-6-1 2 0,0 3 2 0,0-3-5 16,4 4-3-16,-5-2 4 0,1 0-3 0,-3-3 0 16,0 4 1-16,4-2-5 0,-7-1 2 0,3 0 1 15,0 1-3-15,-4 0-3 0,1-1-4 0,-7-1 3 16,13 1-3-16,-6 1-6 0,-7-2-3 0,9 0-11 0,-9 0-12 16,0 0-16-16,8 1-24 0,-8-1-34 0,0 0-44 15,0 0-35-15,0 0-36 0,0 0-46 0,0 0-176 16,0 0-480-16,-15-20 213 0</inkml:trace>
  <inkml:trace contextRef="#ctx0" brushRef="#br0" timeOffset="28153.91">10340 12717 10 0,'-13'0'54'0,"-1"0"-10"16,0-2-3-16,1 4-6 0,-5-1-6 0,2 3-6 15,-1-1-9-15,0 2 3 0,0-1-13 0,0 3 3 16,-1 1-4-16,-2-1-8 0,-6 3 5 16,7-1-9-16,0-2 0 0,-1 1-4 0,-1 0-1 0,-3 3-2 15,-2 0-5-15,7-1-12 0,-6 0-35 0,0 0 16 16</inkml:trace>
  <inkml:trace contextRef="#ctx0" brushRef="#br0" timeOffset="29387.44">9536 12957 2 0,'-20'6'14'0,"2"-3"7"0,0-1 9 16,4-1 8-16,2-1 16 0,2 0 15 0,1 0-7 16,9 0 10-16,-10 0-12 0,10 0-10 0,0 0 7 15,-12-3-7-15,12 3-6 0,-5-3-7 0,5 3 5 16,0 0-1-16,0 0-11 0,0 0 0 0,-1-9-4 15,1 9 3-15,0 0 3 0,0 0-13 0,10-8 1 16,-10 8-1-16,8-3-4 0,-8 3 5 0,9-2-11 16,-9 2 4-16,15-1-10 0,-6-2 11 0,1 1-1 15,3 0 1-15,0 0-9 0,1 2 11 0,1-1 6 16,4-1 9-16,-1 0-4 0,1-1 2 0,2 1-3 16,1 0-3-16,5 1 4 0,-1-3-1 0,2 2-7 15,-5-1 7-15,5-1-4 0,1 2-1 0,-1-1-2 16,-8 2 0-16,11 0-5 0,1-2-3 0,-3 3 6 15,1-1-2-15,0 1-7 0,2-2 1 0,-1 4-1 16,0-2-1-16,1 0 7 0,1 0-3 0,-1 0 1 16,2 0 3-16,2 1-1 0,-2-1 3 0,4 3 0 15,-3-1-3-15,2-2 8 0,-1 3-8 0,2-3 4 16,0 0 2-16,-1-3 5 0,1 3-2 0,0-1 6 16,-2-3 2-16,-1 4-2 0,3-1-3 0,-3 1-4 15,3 0 0-15,0 0 1 0,0 0-7 0,0-2 4 16,0 2 0-16,0 0-7 0,2 2-3 0,-2-2 4 0,3 1 0 15,-1 1-7-15,12-1 8 0,-1 1 2 16,-10 3 0-16,-3-3-6 0,14-1 2 0,-14 2 0 16,0-3-6-16,1 3 1 0,13-3 1 0,0 0 5 15,2 0-2-15,-2 0 3 0,-14 0 5 0,15 0 5 16,-13-2-5-16,-3 2-1 0,18-1 3 0,-17 1-3 0,15-3 0 16,-15 2 0-16,14-1-2 0,-13 0-2 15,1 2-1-15,13 1-1 0,-16-4 1 0,3 1 1 16,-3 3-1-16,1-2-2 0,14 0 4 0,-1 0 0 15,-12 1 2-15,12-3 1 0,-11 3-2 0,12-3-2 0,-12 4-1 16,11-3 1-16,-12 1-3 0,11 1-2 16,-11-4-2-16,18 5 4 0,-19-2-2 0,16-3-2 15,-16 3 4-15,13 1-7 0,-10-2 6 0,-5-1-2 16,4 1-3-16,12 1 2 0,0-2-2 0,-14 0-1 0,14 3 4 16,-14-2 2-16,13 0-2 0,-12 1 2 0,0-2 6 15,11 2 3-15,-10 0 5 0,12 0-9 0,-12-1-1 16,11 0 1-16,-12 1-4 0,0-2 0 15,13 1-1-15,-13 1 3 0,0-2-6 0,14 2-1 0,-2 0 6 16,-12-1-5-16,14 2 1 0,-5 0 2 0,-7 0-4 16,-3-1 3-16,19 2-5 0,-6-1 2 0,3-3-5 15,-2 2 8-15,-12 1-6 0,17-3 4 0,-5 3-2 16,1 0-1-16,-1-3-2 0,1 6 1 0,-15-5 0 16,16 0-1-16,-2-1-3 0,2 1 3 0,0 3 0 15,-2-5 1-15,2 4-5 0,0 0 12 16,3 3-8-16,1-3 0 0,1 1-4 0,-1 0 2 0,-1 1 2 15,0-2 8-15,-1 0-1 0,-1-3 11 0,2-1-6 16,3 1-2-16,-1 2 0 0,1-2 7 0,-2 3-3 16,3-2 1-16,2-3 1 0,-3 2 4 0,5 0-1 15,-3 0 4-15,1-1-1 0,-2 2 0 0,2-1-1 16,0 3-4-16,-5-1 3 0,4-2 8 0,-5 5-3 16,3-4-2-16,2-1-3 0,-5 1 0 0,5 1-2 15,0-2-4-15,-7 2 1 0,5 0-4 0,-1-2 2 16,0 1-5-16,-2-2-5 0,2-2 7 0,-1 4-3 15,-6-1 0-15,2 0-6 0,-15 1 3 0,15-1-2 16,-2-1 5-16,-2-2 1 0,3 4 0 0,-2 0 1 16,0 0-1-16,0 1-1 0,0 1 0 0,-13-4-1 15,2 3 2-15,12-3-10 0,-15 0 7 0,2 0 4 16,15-1 1-16,-19 1-7 0,2-1 0 0,-3 0 0 16,4 0 9-16,-2 2 2 0,-1-2 1 0,0 0 1 15,-4 1 3-15,2 0-2 0,0 2-5 0,-2-2 5 16,-2 1 8-16,2 1-14 0,-3-1 2 0,-6 0-7 15,4-1 4-15,-4 2-1 0,6 1 2 0,-6 0-5 16,6-2-1-16,-7 2 3 0,-1-1-7 0,2 0 5 16,-1 1 1-16,0 1 1 0,-1-3 3 0,1 2 3 0,-1 2-11 15,1-2 13-15,-1 2 4 0,0-1 0 16,-1 0-1-16,0-1-4 0,-6 1 8 0,4-2-13 16,0 4 8-16,-3-4 0 0,0 1-10 0,-1 0 6 0,1 1-3 15,-2-1-2-15,-12 1 19 0,24 0-21 16,-14 0 0-16,-10 0 3 0,22-2-5 0,-13 1-5 0,-9 1 8 15,16-1-2-15,-16 1 0 0,13-1-3 16,-13 1 0-16,13-2-8 0,-13 2 8 0,14 0 3 16,-14 0-11-16,13 0 2 0,-13 0-18 0,0 0 0 0,15-1-14 15,-15 1-24-15,0 0-25 0,0 0-25 0,15 1-24 16,-15-1-29-16,0 0-30 0,12 0-23 16,-12 0-26-16,0 0-7 0,14 2-14 0,-14-2-9 15,13 1-158-15,-13-1-460 0,19-1 203 0</inkml:trace>
  <inkml:trace contextRef="#ctx0" brushRef="#br0" timeOffset="31038.68">21049 12611 121 0,'-6'0'270'16,"6"0"-24"-16,-12-3-23 0,12 3-19 0,-7-3-18 15,7 3-17-15,0 0-19 0,-10-2-23 0,10 2-11 0,0 0-17 16,0 0-14-16,0 0-9 0,0 0-7 0,0 0-7 16,0 0-4-16,0 0-6 0,0 0-7 15,28 10-7-15,-17-9-1 0,1 1-3 0,0 0 3 16,8 2-12-16,0-3 1 0,-1 0-2 0,8 2-2 0,-5 0-2 16,6-2-3-16,0 1 0 0,4 1-4 0,-4-2 2 15,4 3 1-15,-1 1 0 0,3-2 4 0,1 1 4 16,0 0 5-16,3 1 1 0,1 1-2 0,1-2 0 15,12 3-4-15,-3 0 7 0,-11-6-4 0,13 5-1 16,1-3-2-16,3-1-1 0,-2 3 4 0,3-3 2 16,-1 2 3-16,0-5 2 0,1 4-5 0,4-3 3 15,-1 3-6-15,1 1 2 0,3 1-5 0,-3-2-1 16,1 3 0-16,-1-1-2 0,-1-1-1 0,1 1-1 16,-4-2-4-16,3-1 5 0,0 3-3 0,0-2-6 0,1 0-2 15,-1-3 3-15,2 1-3 0,-1-1 3 16,-2 0-2-16,0-1 1 0,0 5-2 0,-3-4-1 15,1 5 0-15,-1-4-2 0,0 0 4 0,-4 2 2 16,4 0 15-16,-1-1-4 0,-1-1-1 0,1-1 6 16,-2 0-8-16,1 3-1 0,-1-4 2 0,-1 2 0 15,-1-1-5-15,4 0 3 0,-3 2 2 0,-13-2-4 16,16 2-1-16,-3-1-1 0,0-1-3 0,3 0 5 0,-16 0-2 16,13 1 0-16,-12 0-7 0,0 1 5 0,12 2-1 15,-11-4 1-15,-2 2 0 0,15-1-2 0,-14 1-4 16,1-1 0-16,-2 2 3 0,16-2 3 0,-18 2-7 15,2-1 6-15,-2 0-3 0,0-2 0 0,1 2-1 16,-2-1-3-16,-1 2-4 0,-1 2 3 0,3-3 4 16,-2 2 10-16,-3 0-1 0,3-3 0 15,-3 3-3-15,-4-1 2 0,2-2-2 0,3 0 5 0,-3 0-12 16,1-1-2-16,-1 2 8 0,-2-1-5 0,2 2-1 16,-9-1 4-16,9-1-1 0,-2 0 0 0,0 1 15 15,2 0-9-15,-10 0-3 0,12 1-5 0,-4 2 9 16,-5-1-4-16,-2-1 3 0,3 0-8 0,4 3 0 15,-1 1 2-15,-5-3-3 0,8-1 7 0,-8 0-7 16,6 2 3-16,-8-3-6 0,9 1 9 0,1 0-9 16,-9-2 7-16,0 0-7 0,3 3-2 0,4-3 6 15,-5 2 1-15,-2 0 0 0,9 3-5 0,-8-2 3 16,-1 1 2-16,6 0 2 0,-7-2 5 0,1-2 2 0,0 2 7 16,-2 0-13-16,1 0 2 0,-2 0-2 0,-3-1 2 15,6-1-2-15,-2-1 6 0,0 4 2 0,2-2 0 16,1 0-6-16,-2 2 3 0,0 0-4 15,3-3 1-15,-2 3-1 0,0 0 0 0,1-2-1 0,1 5 3 16,-2-6-5-16,1 0-1 0,-2 1 1 0,8 2-3 16,-8-3 0-16,10 1 3 0,-11-2 2 0,4 3-9 15,-1-5 5-15,-2 4 2 0,10-4-6 0,-8 4 0 16,0-1-2-16,8-1 5 0,-3-1 1 0,1 1-2 16,2-2 4-16,-2-1-9 0,0-2 2 0,-6 2 0 15,1 2 11-15,5-1-9 0,-5 1 6 0,5-3-1 16,-1 2-7-16,3-3 1 0,-5 3-3 0,0 1 8 15,-3-3-5-15,8 1 0 0,0 0-2 0,1-2-2 16,-3 2 8-16,2 1 0 0,-2-2-3 0,1-1-2 16,0-2 1-16,-1 3-1 0,0-1 1 0,4 1-1 15,-10 0-1-15,8 1-1 0,-2-3-2 0,3 1 2 16,-2 2-2-16,3-2 4 0,-10 2-2 0,1-1 2 0,1 1-1 16,3 1 1-16,-3-2-5 0,4 3 8 15,-5-2-7-15,5 1 4 0,-6 0 1 0,1 1-5 16,-2-2 1-16,-2 1 4 0,5 2-1 0,-1-5 1 0,-2 4-3 15,2 1 0-15,5-2-5 0,-10 0 7 0,1 0-8 16,0 1 6-16,-1-1 0 0,2 2 3 0,-6 2 0 16,1-4-2-16,-1 2-2 0,1 0 4 0,-1 0-5 15,-1-3 2-15,2 4 2 0,-1-2 11 0,0 1-11 16,0 1 6-16,1-2-5 0,-3 1-8 0,0 0 1 16,0-1 1-16,-1 2 0 0,0-1 7 0,1-1 2 15,-1 2-6-15,-10-1 5 0,18 0-6 0,-12 3 3 16,1-3 2-16,-7 0-3 0,11-2 1 0,-11 2 2 15,10 2-4-15,-10-2 1 0,8 0-1 0,-8 0 4 0,8 2 2 16,-8-2 5-16,0 0-1 0,0 0-2 16,11 0 11-16,-11 0-8 0,0 0 3 0,0 0-5 15,0 0 10-15,0 0 1 0,0 0 1 0,9 0 1 0,-9 0 7 16,0 0-5-16,0 0 5 0,0 0-2 0,0 0-4 16,0 0 1-16,0 0-3 0,0 0-2 0,0 0 0 15,0 0-4-15,0 0-1 0,0 0-3 0,0 0 5 16,0 0-3-16,0 0-2 0,0 0 1 0,6 1-3 15,-6-1 2-15,0 0 2 0,0 0-8 0,0 0 4 16,0 0 2-16,0 0 3 0,0 0-2 0,0 0 1 16,0 0-1-16,0 0 5 0,0 0-3 0,0 0-2 15,0 0-1-15,0 0 4 0,0 0-2 0,0 0 2 16,0 0 4-16,0 0-3 0,0 0 0 0,0 0-4 0,0 0 8 16,0 0-9-16,0 0 3 0,0 0-7 15,0 0 2-15,0 0-2 0,0 0-1 0,0 0-1 16,0 0 1-16,0 0-6 0,0 0 6 0,0 0-4 0,0 0 2 15,0 0 1-15,0 0-4 0,0 0-2 0,0 0 6 16,0 0-2-16,0 0 3 0,0 0-5 0,0 0 1 16,0 0-4-16,0 0 2 0,0 0-4 0,0 0 3 15,0 0 1-15,0 0-2 0,0 0-7 0,0 0 0 16,0 0-9-16,0 0-5 0,0 0-17 0,0 0-10 16,0 0-24-16,0 0-29 0,0 0-27 0,0 0-16 15,0 0-23-15,0 0-37 0,0 0-32 0,0 0-50 16,0 0-42-16,-16-18-32 0,10 13-243 0,-2-4-656 15,0-5 290-15</inkml:trace>
  <inkml:trace contextRef="#ctx0" brushRef="#br0" timeOffset="49664.5">12383 13837 16 0,'0'0'32'16,"0"0"-2"-16,0 0-1 0,0 0-2 0,21-7-8 16,-21 7 2-16,0 0-2 0,0 0-4 0,0 0 2 15,0 0-1-15,0 0-3 0,11 0 0 0,-11 0-1 16,0 0 8-16,0 0-8 0,0 0 2 0,13 0-4 15,-13 0 1-15,0 0-6 0,9 0 5 0,-9 0-3 16,9 1 1-16,-9-1 9 0,6 0-7 0,-6 0 10 16,14-1 2-16,-14 1-5 0,9 0-4 0,-9 0 1 15,9 0-14-15,-9 0 12 0,10-2 0 0,-10 2-4 16,10-1 1-16,-10 1-2 0,9-2 2 0,-9 2 2 16,12 0-8-16,-5-3-1 0,-7 3 5 0,14-1-2 15,-6-1 1-15,-8 2-6 0,13-1 3 0,-7 0-2 16,-6 1 1-16,11-1-4 0,-11 1 6 0,10-2-3 15,-10 2 2-15,9 0 1 0,-9 0-4 0,0 0-5 16,0 0 4-16,10-1-4 0,-10 1 3 0,0 0 14 16,0 0-15-16,8 1 5 0,-8-1-2 0,0 0-4 15,0 0-95-15,0 0-107 0,0 0 49 0,9 0 417 16,-9 0-243-16,0 0 14 0,6 5-9 0,-6-5 1 0,0 0-6 16,3 4 3-16,-3-4-7 0,0 0 1 15,0 0-5-15,0 0 1 0,0 0-3 0,0 0-6 16,0 0-3-16,0 0-14 0,9 5-1 0,-9-5-15 15,0 0-3-15,0 0-7 0,0 0-30 0,0 0-77 0,0 0 34 16</inkml:trace>
  <inkml:trace contextRef="#ctx0" brushRef="#br0" timeOffset="53170.14">23769 13826 9 0,'0'0'76'0,"0"0"-1"0,-12 0-8 0,12 0-8 15,0 0-6-15,0 0-12 0,0 0 4 0,0 0-2 16,0 0-3-16,0 0-7 0,0 0 0 0,0 0 5 16,0 0-1-16,0 0-4 0,0 0-12 0,0 0 10 15,0 0-11-15,0 0-7 0,0 0 7 0,0 0 0 16,0 0 4-16,0 0-2 0,0 0-7 0,25 4-1 15,-14-3 5-15,-1 2 2 0,2-1 3 0,2 1 0 16,3 2-9-16,2-4-3 0,0 3 5 0,1-1 5 16,2-1-1-16,5 2-6 0,-7-3 3 0,7 0 5 15,1 2 0-15,0 0-1 0,2-3 3 0,0 0-4 16,-4 0 4-16,2 2-7 0,0-4 3 0,0 2-1 16,2 2 1-16,-1-4 0 0,-2 2-2 0,2 0 0 15,1 0 0-15,0-3 0 0,0 5 1 0,1-4 2 16,-1 1 2-16,1 1-9 0,0 0 7 0,-1 3-5 15,2-10 4-15,0 7-6 0,0 1 3 0,1-2-1 16,2 3 2-16,0-2-7 0,-3-1 2 0,2-1-3 16,-1 0 4-16,3 2 0 0,-3-1-4 0,-1 1-2 15,1 0 1-15,-1 1-3 0,0-2 0 0,-1-3 3 16,0 4 0-16,3-3-2 0,-5 3 8 0,3-3-8 16,-1 4 4-16,-2-2-4 0,3-2 3 0,-1 5-5 15,2-4 5-15,-2 1-3 0,0 0 1 0,-2 2-4 16,0-2-1-16,0-2 1 0,0 1 3 0,0 1-5 15,3-2 1-15,0 1 3 0,1 1 2 0,-3 1-6 16,3 0 1-16,-4 0-1 0,1 1 1 0,1-1-2 16,0-1-1-16,-2 0-1 0,1 2 2 0,-1 2-2 15,-2-3-6-15,4 1 10 0,-3 1-3 0,3-1-2 16,-2 1 5-16,1-2-3 0,3 0 5 0,-4 0-5 0,1 0 1 16,1-2 2-16,-2 1 0 0,3 1 2 0,-3 0 1 15,2-2 5-15,-1 1-8 0,3-2 4 0,-1 6 0 16,-1-5 2-16,0 2 2 0,-1-3-1 0,-1 0 6 15,4 2-10-15,-5-2 2 0,3 2 0 0,-2 0-4 16,0-1 0-16,-9 2 3 0,9-1-1 16,-2-1-1-16,1 2 1 0,-8-2-2 0,3 0 1 0,5-3 1 15,-7 5 0-15,3-3 2 0,6 2 1 0,1-3-6 16,-4 2-2-16,3 2 5 0,-9-1-2 0,8 2-1 16,-1-3 3-16,1 2 4 0,-7-3-2 0,4 3 2 15,3 2-1-15,-10-5-5 0,12 1 3 16,-3 3 0-16,-1-1-5 0,4 2 5 0,-1-3-1 0,-1 0 3 15,-6-2-3-15,4 3-5 0,4-6 3 0,-2 3-1 16,0-4-2-16,0 9 4 0,-8-4-2 0,7 2-1 16,0 0-2-16,1-2 0 0,0 0 4 0,-6 1-2 15,6 1 1-15,-2-2-2 0,3 5 0 0,0-6 0 16,1 1-1-16,-1 2 2 0,-1 0-1 0,2-1-1 16,-3-1-1-16,1-1-1 0,0 2 3 0,0 0 1 15,1 1-1-15,0-5-2 0,-9 5 0 0,11 0-1 16,-5 1 4-16,-1-2-1 0,-2 0-6 0,-2-1 6 15,-2 2-1-15,3-2-2 0,-1 0 4 0,5-1-3 16,1 1 1-16,-9 2-3 0,0-4 5 0,2 3-1 16,-3 1-5-16,-2-2 2 0,2-1 7 0,-4 1-7 15,4 0 4-15,-4 2 0 0,-4-3-5 0,2 2 8 16,-1 0-2-16,0-1-3 0,-5 2-4 0,-6 0 3 16,11-3 0-16,-11 3-1 0,8-3-2 0,-8 3-1 15,8-1-11-15,-8 1-14 0,0 0-26 0,6-3-10 16,-6 3-18-16,0 0-22 0,0 0-20 0,0 0-19 15,0 0-141-15,0 0-309 0,-18-10 137 0</inkml:trace>
  <inkml:trace contextRef="#ctx0" brushRef="#br0" timeOffset="54274.98">6957 14980 45 0,'0'0'81'0,"0"0"-3"0,0 0-8 16,0 0 0-16,0 0 16 0,0 0-13 15,0 0 11-15,0 0-35 0,40-1 7 0,-20 1 3 16,11-6-1-16,2 6 12 0,1-3-9 0,4 2 1 16,14-2-6-16,1 3-2 0,0 0-14 0,5 0 5 15,0-2-6-15,2 2 2 0,3 2 0 0,2-2-7 16,0 3 4-16,30 1 0 0,-36-4-3 0,5 6 3 0,-2-6-10 16,-2 0 6-16,-2 1-4 0,-3 2 0 0,-3-4 3 15,-12 2-9-15,-2-1 9 0,0 0-1 16,-2 0 0-16,-1 0 2 0,-7 0 1 0,-1 0-7 15,-9 1-4-15,-3 0 0 0,-4 0-3 0,0-1 3 16,-3 2 3-16,-8-2 0 0,12-2 13 0,-12 2 7 16,10 2 13-16,-10-2-1 0,0 0 3 0,8 0-9 15,-8 0-5-15,0 0-4 0,0 0-4 0,0 0-1 16,0 0-7-16,0 0-1 0,-28-8-3 0,28 8-4 16,-5-1-5-16,5 1-3 0,0 0-14 0,0 0-22 15,0 0-30-15,0 0-39 0,0 0-44 0,0 0-41 16,0 0-43-16,0 0-114 0,-17 6-358 0,17-6 159 15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23T09:28:15.24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14894 10610 59 0,'0'0'50'0,"0"0"-9"0,0 0-5 0,0 0-23 15,0 0-9-15,0 0-23 0,0 0-12 0,0 0-33 16,0 0 14-16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23T09:28:40.95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19953 5744 19 0,'0'0'93'0,"-13"-3"3"0,13 3-8 0,-10-4 0 16,3 3-5-16,7 1-4 0,-7-4-3 0,7 4-5 16,0 0-11-16,-11-1-1 0,11 1-8 0,0 0 4 15,0 0-17-15,-9-3 0 0,9 3-14 16,0 0 5-16,0 0-8 0,0 0-3 0,0 0 5 0,0 0-7 16,0 0-1-16,0 0-4 0,0 0-3 0,0 0 1 15,0 0-2-15,0 0 1 0,0 0-1 0,16 15-2 16,-11-13 13-16,3 0-3 0,-2 2-5 0,5 0 3 15,2-2 0-15,0 1-7 0,1 0 7 16,4 0-2-16,1-1 7 0,3 0 1 0,5 0-2 0,2-1 1 16,2-1 3-16,2 0-1 0,3 0-2 0,1-1-5 15,1-1 1-15,3-2 3 0,8 1-6 16,3 1 2-16,-2-2 3 0,-11 2 1 0,14-2-8 16,2-1 4-16,-3 3-5 0,-13-1 7 0,16-1-3 0,-17 1 1 15,14-3 1-15,2 3 1 0,-14 0 1 0,14 0 2 16,-1-2 1-16,3-2-1 0,0 2-1 0,3-2 0 15,1 0 1-15,0 1 2 0,2-2-1 0,0 3 0 16,0 0 1-16,-2-4-4 0,0 2 4 16,-3 2 3-16,-3 0-5 0,0 1 1 0,2 1-4 0,-1-4-6 15,1 6 7-15,0-1-4 0,1-1 2 0,-1 0-1 16,-4 0-5-16,6 0 5 0,-3-2 2 0,0 3 3 16,1 0-3-16,-3-2 2 0,-1 1-1 0,0 1-2 15,-1-1 1-15,-15 2 0 0,4-1-6 0,16-2 2 16,-18 4 2-16,16-3 0 0,-2 1-2 0,-2 2 6 15,1-2-2-15,1-1 0 0,-13 3-6 0,14-2 0 16,-14 1-2-16,12 0 2 0,-14 1-4 0,3 0 2 16,11 0 4-16,-15 0-5 0,-1 0 2 0,3 0-2 15,-3-1 0-15,2 1 0 0,0-2-1 0,3 4 0 16,-2-2 1-16,2 1 1 0,-3-1-1 0,0 1 0 16,-1 1 1-16,2-1 1 0,-2 2 1 0,0-2-1 15,1 3-1-15,0-2-3 0,0 0-1 0,4 2 4 16,-2-2 0-16,-3 2-1 0,4-1 8 0,-2 1-5 15,17 2-1-15,-22-2-1 0,6 0-1 0,-2-1 0 16,2 1 1-16,1 3 0 0,10-1 2 0,1 0-3 16,-14-4 4-16,3 2-1 0,12 3 5 0,3 0 1 15,-1-3 6-15,0 2-5 0,0-2 1 0,-2 3-5 16,-3-2 0-16,1-2 2 0,4 4 0 0,-3-1-5 16,0 0-1-16,1 1 3 0,1-3 1 0,-3 2 0 15,5 1-1-15,-1-3-6 0,-1 1 4 0,2 3-4 16,0-2 1-16,2 0 1 0,1 1 0 0,1-1-2 15,-3 0 1-15,4-1-5 0,-4 1 5 0,-2-2-4 16,1 0 3-16,-1 2 4 0,-1-1-2 0,3 0 0 16,1-2 1-16,1 3 0 0,-2-1 1 0,3-1-1 15,-2 1-2-15,4-1 3 0,0 3 2 0,-1-3-5 16,-3 0 0-16,1-1 2 0,-3 1-2 0,3-1 0 16,-5-2-1-16,-1 1 1 0,4 2-3 0,-4-1 4 0,-1-3-4 15,3 2-2-15,-16 0 1 0,3-2 0 16,-2 0 1-16,13 2-1 0,-15-2-1 0,-3 0 1 15,0 0-3-15,-3 0 6 0,-4 0-3 0,-7 0-4 16,-4 0 2-16,-3 0-2 0,1 0-4 0,-6 0-3 16,-1-1-7-16,-7 1-13 0,12-1-30 0,-12 1-50 15,9-4-42-15,-9 4-37 0,6-7-26 0,-6 7-149 16,-2-9-392-16,2 9 174 0</inkml:trace>
  <inkml:trace contextRef="#ctx0" brushRef="#br0" timeOffset="1616.7">5786 6786 18 0,'-5'2'69'15,"5"-2"-11"-15,-6 4-6 0,6-4-4 0,-10 1 3 16,10-1-12-16,-8 4 0 0,8-4-5 0,-8 4-1 0,8-4-4 15,-9 1 0-15,9-1-7 0,-6 4 0 0,6-4-1 16,-8 5-6-16,8-5-1 0,-5 3 6 16,5-3-9-16,0 0 1 0,-6 6-3 0,6-6 4 0,0 0 1 15,0 0 1-15,-7 3 1 0,7-3-2 16,0 0-10-16,0 0 7 0,0 0 5 0,-6 2 4 0,6-2-3 16,0 0 4-16,0 0-6 0,0 0-6 0,0 0-4 15,0 0 4-15,0 0-4 0,0 0 1 0,0 0 3 16,0 0-9-16,0 0 9 0,0 0-10 0,0 0 5 15,0 0-12-15,0 0 21 0,0 0-7 0,9 12-3 16,-9-12 2-16,13 3 3 0,-4 1-8 0,1-2 8 16,3 2 7-16,3-3-7 0,2 2 5 0,0 3-8 15,3-5 1-15,-1 2-2 0,7-2 7 16,1 1 1-16,1-2 2 0,6 0 9 0,-1 1-1 0,3-1-7 16,-1-1 7-16,15-1-1 0,-11 1-11 0,14-2 9 15,0 2 4-15,-2-3-1 0,4-4 1 16,1 4 2-16,2-3-5 0,-3-1 8 0,2 1-4 0,4 2 3 15,-2-1-11-15,2-1-2 0,-5 0 7 0,-2 1-5 16,4 1 0-16,-3-3-2 0,-1 4 6 0,0 3-1 16,-1-2-4-16,-14 0 0 0,12 1 2 0,-1 1-7 15,-11 0 5-15,13 1-1 0,-2 2-7 0,-1 3 3 16,-9-4 2-16,-2 2 6 0,12-3-11 0,-13 3-1 16,2-1 3-16,12 2 5 0,-12-1 2 0,11-1-2 15,-17 1 3-15,6-3 6 0,0 1-4 0,11 2 4 16,-14 1-4-16,2-2 2 0,11-2-2 0,1 1 0 15,-11 1 1-15,12-4 4 0,-13 4 0 0,13-2 2 16,-2 2 4-16,4-1 1 0,-15-1 1 0,14-1-5 16,-2 4-2-16,-1-2-4 0,3 0 3 0,-3 2 11 15,1-2-6-15,-10-1-2 0,14 4-1 0,0-3 1 16,4 1 2-16,-3-1 2 0,2 3 5 0,-1-3 0 16,3 0-1-16,0-1-4 0,-1 2-3 0,4-1-3 0,-3 2 6 15,2-3 2-15,0 0-1 0,1-3-6 16,-1 6 4-16,0-6-2 0,1 6-5 0,2-6 2 15,0 3 1-15,1-1-5 0,-2 1 2 0,2-3 0 16,24-1 0-16,-32 2 1 0,2-3-1 0,0 3 0 16,0 0 5-16,-2-4-5 0,-1 1 3 0,1 0-5 15,-4 1 2-15,3-1 3 0,-4-1-6 0,-15 3-2 16,16-2 2-16,-15 1-5 0,0 1 10 0,13-3-11 16,-1 1 3-16,-16 3-3 0,-1-1-2 0,1 0 4 0,-2-1-4 15,-5 2-4-15,0 2 6 0,-8-3-8 16,0 2 2-16,-6-2 0 0,-1 3-3 0,0-2 4 15,-3 1-2-15,-2 0-4 0,-2-1 1 0,-6 2-4 16,10 0 1-16,-10 0-12 0,0 0-11 0,0 0-23 0,11 0-38 16,-11 0-72-16,0 0-107 0,0 0-194 0,-34 0-494 15,3-1 218-15</inkml:trace>
  <inkml:trace contextRef="#ctx0" brushRef="#br0" timeOffset="8383.04">12230 9917 11 0,'0'0'112'0,"0"0"-2"0,0 0-6 0,0 0-11 16,0 0-2-16,0 0-7 0,0 0-5 0,0 0-3 15,0 0-5-15,0 0-8 0,0 0-6 0,0 0-6 16,0 0-1-16,0 0-7 0,0 0-3 0,0 0-3 16,0 0-4-16,0 0-6 0,0 0 3 0,0 0-14 15,0 0 5-15,0 0-8 0,3-7 0 0,-3 7-4 0,0 0 5 16,0 0 4-16,20 0 1 0,-5 0-1 16,14-3-1-16,5 0 7 0,16-2-6 0,8-2-2 15,35-5 1-15,3 0 0 0,3 2-3 0,7-3 0 0,1 3-3 16,1-3-7-16,-3 4 4 0,1 3 2 0,0-2-7 15,-1 3 7-15,3 0 0 0,-3-1-5 16,6 4-5-16,-9 0-6 0,2 4-3 0,-7-1 2 16,-1-2-4-16,-3-1-10 0,-27 7-15 0,0-3-17 0,26 2-13 15,-32 0-22-15,-1-2-14 0,-3-1-99 0,-3 2-217 16,-18-3 96-16</inkml:trace>
  <inkml:trace contextRef="#ctx0" brushRef="#br0" timeOffset="9355.19">13402 8867 5 0,'23'-4'106'0,"9"1"-3"0,20-6 1 0,3 0-8 16,13 0-6-16,29-4-11 0,1-1-9 16,1-2 2-16,-3 2-9 0,6 1-1 0,-1 1-20 15,0 0 11-15,5 1-6 0,-3 4-4 0,0-3-8 16,-3 6-5-16,-2 0-5 0,-3 2-7 0,-1 2-1 0,2-2-3 15,-1-2-22-15,-4 1-7 0,-1 3-20 16,-29-5-21-16,3 4-39 0,-2-2-67 0,-6 1-174 16,2-2 78-16</inkml:trace>
  <inkml:trace contextRef="#ctx0" brushRef="#br0" timeOffset="9983.04">13785 7811 56 0,'61'-3'56'0,"2"-2"-7"0,31 1 6 16,-4-3-10-16,4-2 2 0,5-3-4 0,-1 8-3 0,3-4-5 16,3 5-17-16,-3 1-31 0,-7 1-60 15,-31-1-77-15,1 2 35 0</inkml:trace>
  <inkml:trace contextRef="#ctx0" brushRef="#br0" timeOffset="12433.43">14727 10846 39 0,'0'0'147'16,"0"0"-4"-16,0 0 0 0,0 0-7 0,0 0-4 0,0 0-8 15,0 0-10-15,0 0-6 0,0 0-4 16,0 0-11-16,0 0-5 0,0 0-1 0,0 0-8 16,0 0-8-16,0 0 0 0,0 0-7 0,0 0 1 0,0 0-5 15,0 0-5-15,0 0 1 0,0 0-3 0,0 0-3 16,0 0-3-16,0 0-2 0,0 0 3 0,0 0-4 16,0 0 0-16,0 0-3 0,0 0 3 15,0 0-6-15,0 0-2 0,0 0-5 0,0 0 0 0,0 0-9 16,0 0 0-16,0 0-1 0,0 0-5 0,-26-11-1 15,21 9-3-15,-1-1-2 0,-3 1 0 0,1 0-3 16,-1 0-1-16,-1 0 4 0,-2-2-7 0,4 0-2 16,-3 4 3-16,0-1-6 0,1-1 0 0,-1 1 3 15,4 0-1-15,7 1-2 0,-18-2 0 0,14 2 2 16,4 0 1-16,-14-2-1 0,14 2-1 0,-9 0 2 16,9 0-4-16,0 0-1 0,-9 2 1 0,9-2-2 15,0 0-1-15,0 0 1 0,-8 0 0 0,8 0 0 16,0 0 3-16,0 0-1 0,0 0-3 0,0 0 2 15,0 0-1-15,-12-2-2 0,12 2 4 0,0 0-2 16,0 0 2-16,0 0-3 0,0 0 1 0,0 0 1 16,0 0 3-16,0 0-3 0,0 0-1 0,0 0 2 15,0 0-2-15,0 0 2 0,0 0-4 0,0 0-4 16,0 0-2-16,0 0-7 0,0 0 0 0,0 0-9 16,0 0-9-16,0 0-4 0,0 0-12 0,0 0-16 0,0 0-25 15,0 0-11-15,0 0-23 0,0 0-30 16,16 16-139-16,-16-16-321 0,3 9 143 0</inkml:trace>
  <inkml:trace contextRef="#ctx0" brushRef="#br0" timeOffset="23506.58">11590 16534 86 0,'-7'-2'96'0,"7"2"-7"0,0 0-3 15,-9-3-7-15,9 3 0 0,0 0-9 0,-6-4 1 16,6 4-4-16,0 0 1 0,-10-1-5 0,10 1-5 16,0 0 1-16,0 0 8 0,0 0-16 0,-10-3 0 15,10 3-6-15,0 0-5 0,0 0-6 0,0 0-3 16,-11 1 0-16,11-1-6 0,0 0 13 0,0 0-19 16,-14 0-1-16,14 0-1 0,0 0-5 0,-11 2 7 15,11-2-11-15,-10 1 7 0,10-1-2 0,-13 0-2 16,13 0-4-16,-13 1-1 0,5-1-1 0,-2 1-1 15,3 1 3-15,7-2 0 0,-18 1 0 0,11-1-1 16,-2 1-1-16,9-1 0 0,-16 1-4 16,8 1 5-16,8-2-1 0,-17 0 6 0,11 0 4 15,6 0 2-15,-9 1 3 0,9-1-1 0,-9 2-2 0,9-2-2 16,0 0 4-16,0 0-1 0,-11 1-3 0,11-1 8 16,0 0-12-16,0 0-4 0,0 0-2 0,0 0 2 15,0 0-1-15,0 0 1 0,0 0-4 0,0 0 0 16,0 0-1-16,0 0 0 0,0 0 2 0,0 0 0 15,0 0-1-15,0 0 2 0,0 0 5 16,0 0-6-16,35-4 2 0,-21 5 1 0,-2-2-5 16,6-3 9-16,1 3-6 0,-1-2 2 0,3 1-1 0,-1-1 0 15,1 1 2-15,1 1 9 0,7-4-12 0,-7 4-4 16,7-3 5-16,1 1 3 0,-2-1-5 0,4 0 3 16,-4 1-2-16,3 0 3 0,2 0-2 0,-2-1 0 15,1 3 3-15,0-2-5 0,1 0 5 16,-1-1-3-16,2 3 0 0,-2 0-2 0,-1 0 1 15,1 0 2-15,-1-2 0 0,0 0 0 0,1 3 6 0,-1-1 2 16,2 1-4-16,-3 0-2 0,1-1 2 16,1 0 1-16,1 1-5 0,1 1 3 0,-2-1-5 15,1 1 1-15,-2-2-1 0,5 1 4 0,-2 1-1 16,-3 0-4-16,3 2 5 0,-3-2-5 0,2 1 4 16,-2 0-4-16,0-1 1 0,-1 0 0 0,1 0 1 15,3-1 6-15,-1 2 4 0,1-1 2 0,-1-2-2 16,5 2-2-16,-2-1-2 0,3 0 2 0,-1 0 0 0,0-1 4 15,2 1-3-15,1 0-1 0,8-3-2 16,-11 3 2-16,-1-1 0 0,14 0 3 0,-10-1-5 16,-3 2 7-16,2 0 5 0,12-4-2 0,-3 0 2 15,-10 2-7-15,14 0 3 0,-1-3-1 0,0-2 2 16,-3 3-1-16,2-2-1 0,-12 1-1 0,13-1 0 16,-15 1-1-16,15 1 1 0,-2-6 2 0,-12 7-6 15,13-6 0-15,-12 2 1 0,12 1-3 0,-10-1-1 16,-1 3-2-16,13-1 2 0,-3-2-4 0,-10 3 1 15,12-2 0-15,-12 0 0 0,-1 3 2 0,0-4-3 16,0 6 0-16,12-4 0 0,0-2 0 0,-15 2-1 16,0 1-2-16,4 4 1 0,-6-1-3 0,6-2 3 15,10 1-1-15,-10 1 3 0,-1 0-2 0,12-2 2 16,-14 3-2-16,1 0 1 0,0 0-2 0,2 0-1 16,0 1-3-16,0-2 8 0,-1 2-4 0,1-1 3 15,-1 0-3-15,0 2 7 0,-1-1-2 0,0-1 0 16,1-3-1-16,-2 6 2 0,0-3-4 0,1 0 2 15,-2 0-7-15,1 4 8 0,-1-4-2 0,1 2-1 16,1-1-1-16,-5-1-1 0,2 2 1 0,1 2-1 16,-2-1 1-16,0-1-1 0,-1-1 0 0,1 0-3 15,2 0 4-15,-1 3-1 0,-4-3 0 0,3 1-4 16,-1 1 4-16,0 1 3 0,0-1-5 0,2 2 3 16,-4-3-4-16,1 1 5 0,0-2-1 0,0 4 3 15,0-2-1-15,1-1 2 0,-1 0 0 0,2 0 3 16,-2 0-1-16,0-2-1 0,0 2 1 0,1-2 1 15,2 1-2-15,-2-1 1 0,1-1-2 16,1-1 0-16,-2 4 0 0,3-2-1 0,0-2 1 16,-2 4 2-16,-1-2-5 0,-1 1 5 0,2-2-5 15,-2 2-1-15,0 0 3 0,0-2-2 0,-2 1-1 0,1-1 1 16,0 1-2-16,-1 1 2 0,0 0-1 0,2-1 2 16,0-1-2-16,1 1-1 0,0-1 4 0,-1 1-2 15,1 1-1-15,-1-1-1 0,3 1 1 0,-2-1-3 16,-1-1-2-16,-2 1 4 0,4 1-3 0,-4 1 4 15,3-4-4-15,-1 2 1 0,-1 0 0 16,1 0-4-16,0 2 3 0,-3-4 4 0,1 1-2 16,-1 1-1-16,1 0 0 0,-5-3-1 0,5 3-3 0,-9-2 3 15,0 0-1-15,-1 0 3 0,2-1 0 0,6 2-2 16,-8-2-2-16,1 0 6 0,-1 3-8 16,2-3 4-16,-3 2 0 0,3-2 3 0,0-1-3 15,-4 3 0-15,1-3-1 0,1 2 1 0,-7 2-1 16,7-2 2-16,-3 0-3 0,-3 2-7 0,-2-2 8 15,0 2 4-15,0-1-4 0,-2 0 1 0,3 1-1 16,-3-2-1-16,1 2-10 0,0-1-3 0,-3 1-11 16,-8 0-12-16,11-1-19 0,-11 1-14 0,13 1-19 0,-13-1-20 15,0 0-22-15,0 0-19 0,0 0-26 16,10 3-20-16,-10-3-9 0,0 0-162 0,0 0-397 16,0 0 176-16</inkml:trace>
  <inkml:trace contextRef="#ctx0" brushRef="#br0" timeOffset="23999.42">18566 16361 7 0,'-6'1'67'0,"6"-1"-5"0,-16 4-6 0,16-4 6 16,-11 3 10-16,11-3-3 0,-13 2-3 0,13-2 5 16,-8 2-1-16,8-2 0 0,0 0-4 0,0 0-3 15,-10 6-9-15,10-6-8 0,0 0-3 0,0 0-1 16,0 0 2-16,-5 7 8 0,5-7-7 0,0 0 0 16,0 0-3-16,0 0 0 0,15 14 10 0,-8-11-1 15,-7-3-10-15,16 9-2 0,-5-5 1 0,0 2 5 16,6-3-1-16,-1 3-6 0,1-1 0 15,1 2 4-15,0-3-8 0,3 2-3 0,1-2-3 0,-3 1 6 16,8 0 6-16,0 1 12 0,0-3 1 0,1 0 4 16,0-1-5-16,1 1-8 0,1-1-5 0,-1 1 1 15,-1-2-6-15,-7 2 0 0,-1-2-5 0,1 0-1 16,-3-1-2-16,-4 0-4 0,-2 1 1 0,0-1-5 16,-1 1-1-16,-4-2 4 0,-7 1 4 15,13-1 10-15,-13 1 11 0,10 0 8 0,-10 0 7 16,0 0-4-16,9 2 0 0,-9-2-5 0,0 0-2 0,0 0-7 15,0 0-4-15,0 0-9 0,0 0 2 16,0 0-4-16,0 0-7 0,0 0-2 0,0 0-3 16,0 0-14-16,0 0-17 0,0 0-34 0,0 0-32 15,0 0-44-15,0 0-63 0,-28 11-56 0,21-8-158 16,7-3-434-16,-16 0 192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23T09:29:52.86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21784 7527 61 0,'0'0'80'0,"-6"-9"-13"0,2 1 2 0,4 8-1 16,-7-9 0-16,4 3-11 0,3 6 0 0,-8-8-17 16,4 4 6-16,4 4-9 0,-6-9-2 0,6 9-5 15,-5-6 1-15,5 6 0 0,-3-4-4 0,3 4-9 16,0 0 1-16,0 0-3 0,-5-4-3 0,5 4 5 16,0 0-5-16,0 0-9 0,0 0 8 0,0 0-7 15,0 0 3-15,0 0-1 0,0 0 2 0,0 0-5 16,0 0 3-16,0 0-2 0,0 0-3 0,0 0-4 15,0 0 12-15,0 0-6 0,17-3 2 0,-17 3 11 16,17 4-7-16,-4-2 2 0,1 0 4 0,4 0 11 16,4-1-12-16,0-1-1 0,7 2 5 0,3 0 0 15,-1-4-1-15,2 4-5 0,0-2 5 0,3 0-5 16,1 1 7-16,0-1-5 0,14-3 3 0,-12 3 0 0,0 0 0 16,16 0 0-16,-3 0 7 0,2 0-16 15,-3 0 4-15,-10 0 0 0,13 0-2 0,-15-3-2 16,14 3 1-16,-3-2 1 0,1 1 2 0,-1 1-6 15,-11-1 8-15,0 1-6 0,14 0 4 0,-3-2-3 0,3 2-3 16,-15 0 1-16,13 0 1 0,-11 0 0 16,13 0-7-16,-14 2 0 0,14-1 2 0,-14 0-1 15,12 1 2-15,-13 1 0 0,2-3 0 0,-1 4-4 0,13-1 4 16,-1-1-1-16,-16 1-5 0,4 0-8 0,0-1 3 16,11 0 2-16,-10-1-3 0,-2-1 2 0,-1 1-1 15,15-1 9-15,-13 2-4 0,-1-4 2 16,15 0-1-16,-15 1 0 0,13 0-1 0,-13 0 5 0,12-4-5 15,-13 2 9-15,0 2-8 0,-1-2-3 0,1 2 1 16,4-2 1-16,-3 3 0 0,1-2-10 0,0-1 5 16,0 2-1-16,-1 0-2 0,1-1 9 0,1 1-1 15,0-2-3-15,-2 0 2 0,1 3-3 0,12-5 4 16,-14 3-3-16,0 0-1 0,0-1-4 0,-3 3 6 16,1-1-3-16,1-2 2 0,-2 0 1 0,1 1 2 15,-1 0 4-15,-2-1-3 0,4 2-8 0,-2 1 5 16,0-2 2-16,-1 1 5 0,0 0-11 0,4 0 11 15,-2-2-3-15,4 1-2 0,-3 0 4 0,-3 2-3 16,3-1-3-16,0-2-1 0,0 2 9 0,-3 0-1 16,6 1-12-16,-3 0 2 0,2 1-1 0,-2-2 7 0,-2 1-9 15,4-2 4-15,-6 2-3 0,4-3 9 16,1 2-4-16,-1-2 3 0,0 0 2 0,1 1-2 0,-6-2 0 16,5 3-1-16,-5-3 5 0,3 3-2 15,-2-3-2-15,3 0 3 0,-1 1-7 0,0 3 6 0,1-4-7 16,-3 2 6-16,4-3-2 0,-2 3 4 0,2-2-6 15,0 1 4-15,-3 1 1 0,3 0-5 0,-3 0-2 16,-1 1 5-16,-1-3-9 0,-1 2 11 0,1 0-11 16,-4 0 9-16,-4 1-5 0,4-2 3 0,2 1-6 15,-9 0 8-15,9 0-4 0,2 2 1 0,-2-5 1 16,1 3-1-16,-1 0-15 0,-2-2-3 0,-6 3-13 16,-2-2-3-16,0 2-8 0,-1 1-2 0,-5 0-6 15,-2 0-8-15,1 0-17 0,-4 1-14 0,-8-1-50 16,11 1-152-16,-11-1 68 0</inkml:trace>
  <inkml:trace contextRef="#ctx0" brushRef="#br0" timeOffset="9477.89">18873 11292 39 0,'0'0'34'0,"0"0"-3"0,0 0-15 0,2-8-11 16,-2 8-15-16,0 0-10 0,0 0-21 0,0 0 10 15</inkml:trace>
  <inkml:trace contextRef="#ctx0" brushRef="#br0" timeOffset="10738.13">19775 12530 25 0,'0'0'48'0,"0"0"-6"0,0 0 3 0,0 0 1 16,0 0-8-16,0 0-2 0,0 0-7 0,0 0 5 0,0 0-1 15,-3-10 1-15,3 10-5 0,0 0 1 0,0 0-2 16,0 0-8-16,0 0-1 0,0 0-3 16,0 0 10-16,0 0-8 0,0 0 2 0,0 0-5 15,-1-9-10-15,1 9 3 0,0 0 2 0,0 0-2 16,0 0-2-16,0 0-13 0,0 0 1 0,0 0-4 0,0 0-10 16,0 0-14-16,0 0 0 0,0 0-19 15,0 0-31-15,0 0-91 0,0 0 40 0</inkml:trace>
  <inkml:trace contextRef="#ctx0" brushRef="#br0" timeOffset="11152.16">19706 12498 58 0,'0'0'107'0,"-6"2"-46"0,6-2-26 0,0 0-9 16,0 0-1-16,0 0 31 0,0 0 18 0,0 0 3 15,0 0 2-15,0 0-22 0,0 0 6 0,0 0-16 16,0 0-4-16,0 0-4 0,0 0 1 0,0 0-7 16,0 9-4-16,0-9-4 0,0 0-3 0,0 0 2 15,0 0 6-15,0 0 2 0,9 8 7 0,-9-8-6 16,9 4 2-16,-4 0 4 0,2-2 2 0,0 1 2 16,3-1-1-16,3 1-6 0,-2-2-2 0,8-2-6 15,1-1-4-15,1 1-10 0,6-4-9 0,1-2-17 16,2-2-18-16,-2 2-28 0,-1 1-20 0,0-3-26 15,-7 2-99-15,-1 4-219 0,-2-5 98 0</inkml:trace>
  <inkml:trace contextRef="#ctx0" brushRef="#br0" timeOffset="11898.33">17845 16749 3 0,'0'0'52'0,"0"0"-2"0,0 0-9 15,-14-13 2-15,12 8-7 0,-4-4 0 0,3-1-4 16,1 0-4-16,-1-2 10 0,-1-3 0 0,-4 1-2 15,3-3-2-15,-2-1-1 0,0 0-7 0,1-7 8 0,-1 5 0 16,2 2 11-16,1-1-1 0,-5 4 9 16,6 0 18-16,-4-2-2 0,2 1 1 0,-3 2-8 15,4 3 6-15,1-2-11 0,-1 3 2 0,-1-5 4 16,2 4 12-16,1 5 5 0,0-1 5 0,2 7-6 16,-4-10-3-16,4 10-3 0,-1-5-6 0,1 5-5 15,0 0-7-15,-3-10-8 0,3 10-2 0,0 0-5 16,0 0-1-16,0 0 1 0,2-10-10 0,-2 10 3 15,0 0 3-15,0 0 24 0,0 0 0 0,15 21-1 16,-16-12-6-16,6 0-4 0,4 6-6 0,-4-5-3 16,-5 1-4-16,5-1-2 0,-2 0-6 0,-1-3 1 15,0 3-5-15,0-6-8 0,-2-4 3 0,4 10-5 16,0-6 3-16,-4-4-4 0,5 3 0 0,-5-3-4 16,0 0-1-16,0 0-3 0,23-21-10 0,-8-5-16 15,3-4-9-15,7-17-13 0,5-2-15 0,17-25-19 16,6 6-29-16,2-5-45 0,1 7-31 0,-2-1-32 15,-15 22-113-15,23-19-353 0,-4-1 156 0</inkml:trace>
  <inkml:trace contextRef="#ctx0" brushRef="#br0" timeOffset="12516.35">19914 15395 53 0,'0'0'235'15,"0"0"-13"-15,0 0-22 0,0 0-19 0,-9-2-14 16,9 2-15-16,0 0-13 0,0 0-4 0,0 0-12 16,0 0-13-16,0 0-9 0,0 0-10 0,0 0-10 15,0 0-5-15,14-8-4 0,-6 2-11 0,2-3-8 16,4-4-13-16,6-9-13 0,4-1-12 0,3-2-23 0,10-15-46 16,0 0-37-16,6 2-44 0,20-22-26 15,-22 21-154-15,3-1-340 0,24-21 151 0</inkml:trace>
  <inkml:trace contextRef="#ctx0" brushRef="#br0" timeOffset="13449.02">18524 13962 114 0,'0'0'116'0,"0"0"-6"16,-12 3-9-16,12-3-2 0,0 0-4 0,0 0-1 16,0 0-4-16,-2 7-8 0,2-7-4 0,0 0 4 15,0 0-14-15,0 0 7 0,-4 7-4 0,4-7 5 16,0 0 7-16,0 0 2 0,0 0 0 0,0 0 4 15,0 0-5-15,0 0-8 0,44-22-6 0,-16 1-10 16,16-17-4-16,28-11-7 0,2-3-13 0,5-8-18 16,4 5-36-16,-1-3-52 0,9 0-44 0,-4 0-58 15,-2 4-123-15,1-2-319 0,-5 6 140 0</inkml:trace>
  <inkml:trace contextRef="#ctx0" brushRef="#br0" timeOffset="14083.19">17751 13166 89 0,'-7'-2'147'15,"7"2"10"-15,0 0-22 0,-7-2-2 0,7 2-12 16,0 0 1-16,0 0-10 0,0 0-6 0,-8-3-10 16,8 3-8-16,0 0-6 0,0 0-3 0,0 0-3 15,0 0-3-15,0 0 1 0,0 0 1 0,0 0 3 16,0 0 3-16,0 0-5 0,0 0 2 0,0 0-8 15,0 0-10-15,0 0-4 0,29-20-3 0,-3 1-10 16,17-11-13-16,5-5-17 0,28-15-29 0,7-2-37 16,4-3-57-16,13-6-56 0,2 3-177 0,2-9-373 15,12 1 165-15</inkml:trace>
  <inkml:trace contextRef="#ctx0" brushRef="#br0" timeOffset="15032.13">21778 10749 125 0,'0'0'148'0,"0"0"0"0,0 0-12 0,0 0-7 16,0 0-10-16,0 0-1 0,0 0-8 0,0 0 5 15,0 0-6-15,0 0-7 0,0 0-2 0,0 0-2 16,0 0-8-16,0 0-2 0,0 0-2 0,0 0-5 15,0 0-8-15,0 0-1 0,0 0-5 0,0 0-3 16,0 0 2-16,0 0-4 0,0 0-3 0,0 0 2 16,0 0 1-16,0 0-5 0,0 0 2 0,0 0-2 15,0 0 0-15,0 0-2 0,0 0 4 0,0 0-1 16,0 0-2-16,0 0-3 0,0 0 3 0,0 0 6 16,0 0-2-16,0 0-2 0,0 0-5 0,0 0-8 0,0 0-4 15,12-29-4-15,3 18-5 0,10-4-13 16,4-2-18-16,5-2-11 0,13-7-29 0,9 1-47 15,22-18-75-15,8 5-87 0,-2-5-239 0,13-1-527 16,0-9 233-16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23T09:30:20.02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22157 8474 43 0,'0'0'57'0,"0"0"-8"0,-10 1 0 16,10-1-8-16,-6 2 3 0,6-2-10 0,-9 1-8 16,9-1 1-16,-9 4-14 0,4-2 6 0,5-2 0 15,-7 4-2-15,7-4 1 0,-8 5-1 0,8-5 1 16,-7 4-11-16,7-4 4 0,-6 6-2 0,2-2-1 16,0 1 3-16,4-5-5 0,-5 7-6 0,5-7-6 15,-7 7 0-15,7-7 2 0,-6 6-3 0,3-2 2 16,3-4-6-16,-6 6 3 0,2-2-8 0,4-4-3 15,-8 7-3-15,8-7 1 0,-6 5 7 0,6-5 2 16,-5 9-5-16,5-9 3 0,-4 4 3 0,4-4 3 16,-5 3-3-16,5-3 4 0,-6 4 2 0,6-4-5 15,0 0 6-15,0 0-6 0,0 0 2 0,-8 3 4 0,8-3-1 16,0 0 3-16,0 0 1 0,-8 5-1 16,8-5-2-16,-5 4 0 0,5-4 2 0,-5 6 4 0,5-6-3 15,-6 4 1-15,6-4-5 0,-5 6 8 0,5-6-7 16,-8 3-12-16,8-3 0 0,-6 4 5 0,6-4 2 15,0 0-4-15,-7 6 7 0,7-6-4 16,-4 3 3-16,4-3-1 0,0 0 5 0,-6 5-4 0,6-5 2 16,0 0 1-16,-4 5 2 0,4-5-2 0,0 0 2 15,0 0 1-15,0 0-3 0,0 0 6 0,-6 7-2 16,6-7 6-16,0 0-12 0,0 0 8 0,0 0 1 16,0 0 6-16,0 0 0 0,-7 2 1 0,7-2 6 15,0 0 0-15,0 0-3 0,0 0 5 16,0 0 2-16,0 0 2 0,0 0 5 0,0 0-6 0,0 0 1 15,0 0-2-15,0 0 5 0,0 0-5 16,0 0 1-16,0 0-4 0,0 0 7 0,0 0-8 0,0 0 2 16,0 0-8-16,0 0 2 0,0 0 1 0,0 0-5 15,0 0 2-15,0 0-7 0,0 0 9 0,0 0-7 16,0 0 1-16,0 0 2 0,0 0-1 0,0 0 2 16,0 0-3-16,13 11 6 0,-13-11-9 0,6 4 7 15,0-2-3-15,-6-2 1 0,10 3 3 0,-5 0 3 16,6 1-3-16,0-1 4 0,1 0-7 0,-1 1 6 15,0-1-6-15,3 1 1 0,-2-2 1 0,-1 3-3 0,5-2 3 16,-4-1-3-16,6 5-4 0,-2-2 3 16,3 0 1-16,0 0 2 0,-1-1-1 0,2-1-5 15,1 4 3-15,-1-1 1 0,7-2 3 0,-7 0-2 16,1 3-3-16,7-3 7 0,-8 1-3 0,7-1 5 0,0 0-8 16,-6 1 18-16,7-2-9 0,-1 2-7 15,-6-3 6-15,7 2 12 0,0-1 3 0,1-3-6 16,-9 3-8-16,10 0 11 0,-1-3-7 0,-1 2 2 0,1 0 6 15,1 0-13-15,0-1 0 0,1 2-5 16,0-3 6-16,-2 1 1 0,1-1-3 0,-1 0-1 0,0 0-6 16,1 2 6-16,-2-1-3 0,0 0-2 0,3 2-1 15,-1-1 6-15,1-1-4 0,0 1-3 0,-1-2-2 16,1 3 8-16,1-2-8 0,0 1 3 0,0-1-4 16,-3 2 10-16,3 0-7 0,0-1-1 15,-3-2 6-15,2 2-7 0,2 0 3 0,-1-2-1 0,0 1 1 16,2-2 2-16,0 2-5 0,-2-1-2 0,1 0 0 15,-1-1 4-15,0-1-3 0,-1 2 4 0,-3-2-1 16,1 1-2-16,1 0 2 0,-3-1-4 0,2 1 7 16,-1-2-1-16,-1 3 1 0,-7-3 1 0,3 2-4 15,5 0 0-15,-7-1 3 0,-2 0 0 0,3 1-4 16,-2-1 1-16,-2 0-4 0,4 1 4 0,-2-1 2 16,1 0-3-16,3-2 9 0,-4 3-2 0,0-5-4 0,-1 4 1 15,1-2-3-15,1 1 1 0,-2 0-3 16,0-2 3-16,0 1 1 0,2 0 3 0,-1 3-4 15,8-4 0-15,-6 1-5 0,0-1 5 0,-1 1 0 0,-3 1 0 16,1 1-3-16,-1-1-3 0,0-1 2 16,-1 2 6-16,-2 0-4 0,3 1-4 0,-5-1 5 15,-3 1-5-15,3-1 2 0,-2 0 1 0,0-1-4 16,-2 1 8-16,2 0-9 0,-4 1 4 0,3 0-8 0,-4-2 4 16,-6 3-2-16,15-2 6 0,-8 0 3 0,-7 2-9 15,11-2 4-15,-6-2 1 0,-5 4-11 0,9 0-1 16,-9 0-11-16,9-3-22 0,-9 3-19 0,0 0-33 15,5-3-5-15,-5 3-12 0,0 0-81 0,-1-11-211 16,1 11 94-16</inkml:trace>
  <inkml:trace contextRef="#ctx0" brushRef="#br0" timeOffset="9042.12">23378 10139 33 0,'0'0'39'0,"-5"-2"-1"0,5 2-2 15,0 0 1-15,0 0-9 0,-8-5 1 16,8 5-2-16,0 0-5 0,0 0-5 0,-9-4 2 16,9 4-1-16,0 0-3 0,-8-2-1 0,8 2-7 15,0 0 6-15,0 0 0 0,-10-4-4 0,10 4-3 0,0 0 4 16,-11 0-2-16,11 0-6 0,-11 0 2 0,11 0-3 16,-11 0-1-16,2 0 2 0,9 0-3 15,-15 0 2-15,4 1-4 0,1 1 1 0,0-1-1 0,0-1 2 16,-3 1 1-16,3 0 1 0,2-1 0 0,-3 0 0 15,2 1-3-15,-2-1 3 0,0 0 2 16,11 0 8-16,-14 0-5 0,9 2 3 0,5-2 3 16,-13-2 2-16,13 2-4 0,-9-1 5 0,9 1-6 0,0 0-1 15,-10 0 1-15,10 0 2 0,0 0-5 0,0 0 2 16,0 0-7-16,-13-1 7 0,13 1-6 0,0 0 1 16,0 0-2-16,0 0 4 0,0 0-7 0,0 0 1 15,0 0 2-15,0 0 1 0,0 0-5 0,0 0 4 16,0 0 1-16,0 0 2 0,0 0 4 0,0 0-2 15,0 0 1-15,24 9-3 0,-16-9-1 0,2 3 3 16,0-3 2-16,2 1 2 0,1 1-4 0,-1 0-1 16,6-2 4-16,-1 1 6 0,1 1 2 0,-1-2-1 15,3 0 3-15,-1 0-8 0,0 0 1 0,2 0-1 16,0-1 4-16,0 1 1 0,-1-1-5 0,2 0 2 16,0-1-3-16,-1 2 27 0,10 0-18 0,0-2 4 15,1 1-4-15,-2-1-6 0,1 0 5 0,-1 0-1 16,3 0-3-16,-3 2 1 0,0-2-5 0,-1 1 3 15,1-1-7-15,0 3 4 0,1-2-2 0,1 2-1 16,0-3 4-16,4 3-3 0,-2-4-1 0,2 2 7 16,3 1 8-16,-1 0-2 0,0 0 0 0,0 0-2 0,13-4 1 15,-11 5-1-15,0-3-4 0,-1 0 7 16,0 2-8-16,12 0 6 0,2-1-4 0,-1-3 7 16,-11 2-5-16,8-5 5 0,5 6-10 0,-2 0 2 0,1 1 3 15,-1-2 2-15,2 2-5 0,1-1-4 0,-4-1 3 16,3-1 0-16,-1-1-4 0,-13 3 3 0,13-1 2 15,5 2-6-15,-3-3 1 0,4 0 4 16,0-2-6-16,-1 3 9 0,1-1-1 0,5-4-2 0,-1 4-4 16,2-2 0-16,-2 2 1 0,0-1 2 0,0-1-5 15,-4 0 0-15,3 1-1 0,1 0 2 0,0 2 0 16,3-1-1-16,23-5 4 0,-25 3-3 0,-1 2 0 16,2 3 8-16,27-10-6 0,-29 7 4 0,-3-1-3 15,32 1 0-15,-35 1-2 0,8-4 3 0,2 3-6 16,21-2 9-16,-25-4 2 0,29 2-4 0,-29 3-1 15,4 0 0-15,23 0 1 0,-27 1-3 0,0-2 2 16,-1 3-3-16,5-2 5 0,25 3-5 0,-33-4 1 16,2 8 5-16,3-7 2 0,-1 0-3 0,3 2-5 15,-3 1 4-15,1-1 0 0,-3-1 2 0,-2 3-1 16,0-3-1-16,-3-1-1 0,0 1 1 0,0 2 7 16,-3-1-6-16,2-1 1 0,0 0 4 0,-3 2 3 15,-1-2 3-15,-11 3-5 0,-2-2 0 0,2-1 4 16,-1 2-5-16,0 1-6 0,-1-1 1 0,-2 1 0 0,1 0-8 15,-3 0 5-15,-2-2 1 0,-2-1-1 16,-2 3 0-16,-5-2 0 0,-3 3 4 0,0-1 4 16,0 0-4-16,-2-1 3 0,-5 1-3 0,-1-2-3 15,1 2 10-15,-4 0 0 0,1-2-5 0,-1 2 2 0,-9 0-1 16,13 0-4-16,-13 0 3 0,10 0-1 16,-10 0 7-16,9 2 1 0,-9-2 2 0,0 0 8 15,9 0 0-15,-9 0 2 0,0 0 6 0,0 0 5 16,0 0 10-16,0 0-8 0,0 0 1 0,0 0-2 0,9-2-1 15,-9 2-6-15,0 0-2 0,0 0-4 0,0 0-3 16,0 0 5-16,0 0-4 0,0 0 3 0,0 0-4 16,0 0-5-16,0 0 3 0,0 0-8 0,0 0-5 15,8 2 7-15,-8-2-8 0,0 0-2 0,0 0-2 16,0 0 4-16,0 0-6 0,0 0-2 0,0 0 2 16,0 0-4-16,0 0 1 0,0 0-1 0,0 0-5 15,0 0 2-15,0 0 1 0,0 0 4 0,0 0-10 16,0 0 6-16,0 0-4 0,0 0-2 0,0 0-3 15,0 0-7-15,0 0 3 0,0 0-15 0,0 0-18 16,0 0-13-16,0 0-22 0,0 0-17 0,0 0-23 16,0 0-23-16,0 0-29 0,0 0-30 0,0 0-17 15,0 0-32-15,0 0-129 0,0 0-408 0,0 0 181 16</inkml:trace>
  <inkml:trace contextRef="#ctx0" brushRef="#br0" timeOffset="10578.71">12556 11824 8 0,'96'3'59'0,"-30"1"3"0,28 1-7 0,-4-2 5 16,-25-3-3-16,31 1 0 0,-4-5 4 0,-29-1 4 15,32 0-10-15,-1-3-5 0,-4 1-3 0,-2-4 16 0,-23 5-5 16,29-3-5-16,-31 1 1 0,1 0-2 0,0 1-3 15,-4 0 5-15,-3 3-6 0,1-4-4 16,-8 1-1-16,-10 3-6 0,12-1 2 0,-16 0-2 16,-2 2-4-16,-4-2-5 0,2 4-1 0,-2-3 0 0,-3 0-4 15,-7 2-4-15,-3 2-4 0,-3-3 0 0,-5 2-3 16,2-1 2-16,-3 2-3 0,-8 0-1 16,13 0 1-16,-13 0 1 0,9 0-10 0,-9 0 8 0,0 0-3 15,6-2 4-15,-6 2-1 0,0 0-2 0,0 0-3 16,0 0-2-16,0 0 5 0,10 2-5 0,-10-2-2 15,0 0 3-15,0 0-9 0,0 0 4 0,0 0-1 16,0 0 1-16,0 0 1 0,0 0-3 0,0 0 4 16,0 0-1-16,0 0 5 0,0 0-7 0,0 0-1 15,0 0 3-15,0 0-7 0,0 0 2 0,0 0 5 16,0 0-1-16,0 0 2 0,0 0-2 0,0 0-5 16,0 0 11-16,0 0-10 0,0 0 4 15,0 0-2-15,0 0 2 0,0 0-7 0,0 0 12 0,0 0-6 16,0 0 5-16,0 0-3 0,0 0 4 0,0 0-3 15,0 0 8-15,0 0-16 0,0 0 8 0,0 0-5 16,0 0 7-16,0 0 3 0,0 0-7 0,0 0 2 16,0 0 2-16,0 0-6 0,0 0 14 0,0 0-11 15,0 0 0-15,0 0 4 0,0 0-4 0,0 0 5 16,0 0-7-16,0 0 1 0,0 0 1 0,0 0-3 16,0 0 8-16,0 0-8 0,0 0 4 0,0 0-3 15,0 0 1-15,0 0 0 0,0 0-5 0,0 0-3 16,0 0 10-16,0 0 6 0,0 0-8 0,0 0 6 15,0 0-5-15,0 0 4 0,0 0-8 0,0 0 3 16,0 0 0-16,0 0-2 0,0 0 3 0,0 0 2 16,0 0 0-16,0 0-3 0,6-3 7 0,-6 3-6 0,0 0-3 15,0 0 8-15,0 0-8 0,0 0 2 16,0 0 3-16,0 0-5 0,0 0-2 0,0 0 3 16,0 0-2-16,0 0 3 0,0 0-3 0,0 0 9 15,0 0-1-15,0 0-1 0,0 0 0 0,0 0-1 0,0 0 2 16,0 0 6-16,0 0-6 0,0 0-6 15,0 0 0-15,0 0 5 0,0 0-7 0,0 0 4 16,0 0 3-16,0 0-1 0,0 0-5 0,0 0-4 16,0 0 12-16,0 0-3 0,0 0 4 0,0 0-6 0,0 0 3 15,0 0-4-15,0 0-3 0,0 0 10 0,0 0-3 16,0 0-4-16,0 0-2 0,0 0-25 0,0 0-28 16,0 0-28-16,0 0-38 0,0 0-98 0,0 0-238 15,0 0 105-15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23T09:30:56.82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20721 6149 22 0,'0'0'62'0,"0"0"-11"15,-5-7-6-15,5 7 1 0,0 0-11 0,0 0-7 16,0 0-2-16,0 0 8 0,-3-5-11 0,3 5-1 15,0 0-2-15,0 0 2 0,0 0-7 0,0 0-2 16,0 0 0-16,0 0-12 0,0 0 2 0,0 0 1 16,0 0-8-16,0 0-4 0,0 0-10 0,0 0 3 15,0 0-8-15,0 0 3 0,0 0-12 0,0 0 1 16,0 0-25-16,0 0-61 0,0 0 28 0</inkml:trace>
  <inkml:trace contextRef="#ctx0" brushRef="#br0" timeOffset="791.99">20725 6199 39 0,'-8'2'38'0,"8"-2"-3"0,0 0 5 0,0 0-7 16,0 0 0-16,0 0 1 0,0 0-2 0,0 0-3 15,0 0 11-15,0 0-7 0,0 0 2 0,0 0-4 16,0 0 0-16,0 0-8 0,0 0 0 0,-10 1-6 16,10-1 0-16,0 0-3 0,0 0 1 0,0 0-4 15,0 0 2-15,0 0-3 0,0 0 3 0,0 0-7 16,0 0 4-16,0 0-1 0,0 0-8 0,0 0-2 16,0 0 11-16,0 0-15 0,0 0-2 0,0 0 9 15,0 0 5-15,0 0 0 0,20 4-2 0,-10-3 1 16,3-1 0-16,5 2 0 0,3-4 5 0,7 2-2 15,1 2-7-15,0-2 7 0,3 0-6 0,3-2 6 16,-3 1 10-16,0 0-7 0,0-2-2 0,1 3 2 16,0-1 2-16,2-3-1 0,0 2 0 0,-1 0-4 15,0 1 0-15,-1-3 1 0,2 3 12 0,2-3-20 16,0 3 13-16,1-2-2 0,1 1-6 0,-1-2 5 16,1 0 2-16,0-2-5 0,-2 0 0 0,-2 3 5 15,-1-4-3-15,-1 4-5 0,1-3 6 0,-2 3-6 0,0-3-3 16,-3 5 5-16,-2-4 0 0,1 3 9 0,-1-3-15 15,-6 3 1-15,0-1 14 0,-1 2-15 16,1-3 7-16,-5 3-11 0,3-2 16 0,-1 1-13 16,0-1 3-16,-1 3 0 0,-3-1 6 0,-1 0 2 0,1-1-7 15,-3 1 7-15,1 1-7 0,-2-1 3 0,-2 1-4 16,-8 0-3-16,14-2 8 0,-14 2-5 0,11-2 4 16,-11 2 0-16,11 0 4 0,-11 0-6 15,8-1 15-15,-8 1-9 0,0 0 0 0,0 0-9 0,9 0 10 16,-9 0 1-16,0 0-1 0,0 0-3 0,8 1 3 15,-8-1-9-15,0 0 1 0,0 0-3 0,0 0 11 16,0 0-15-16,0 0 10 0,0 0-3 0,0 0 5 16,0 0-3-16,0 0-10 0,0 0 3 0,0 0 9 15,0 0-15-15,0 0 13 0,0 0-1 0,0 0-3 16,0 0-1-16,0 0-10 0,0 0 9 0,0 0 2 16,0 0-3-16,8-4 1 0,-8 4-2 0,0 0 6 15,0 0-8-15,0 0 9 0,0 0-1 0,0 0-1 16,0 0 6-16,0 0-9 0,0 0 4 0,0 0-1 15,0 0-1-15,0 0-4 0,0 0 1 0,0 0 3 16,0 0 1-16,0 0-2 0,0 0 4 0,0 0-2 16,0 0-3-16,0 0 4 0,0 0-2 0,0 0 0 15,0 0-1-15,0 0 5 0,0 0-5 0,0 0 1 16,0 0-7-16,0 0 5 0,0 0-5 0,0 0-9 16,0 0-9-16,0 0-32 0,0 0-18 0,0 0 1 15,-1 13-24-15,1-13-95 0,-6 10-205 0,6-10 90 16</inkml:trace>
  <inkml:trace contextRef="#ctx0" brushRef="#br0" timeOffset="3008.02">11210 7252 12 0,'37'2'24'0,"-2"-2"-4"0,-2 0-2 15,-4 0-8-15,1-2 5 0,-7 2 0 16,-3 0-6-16,-2 0 6 0,-4 0 1 0,-1 0-2 16,0 0-8-16,-3 2 5 0,-4-4-5 0,-6 2 3 15,14 2 1-15,-14-2-5 0,11-2 2 0,-11 2-5 16,6 2 2-16,-6-2 1 0,0 0 0 0,0 0 1 0,9 0 2 15,-9 0-11-15,0 0 4 0,0 0-1 0,0 0 3 16,0 0 2-16,0 0-7 0,0 0 3 16,0 0-2-16,0 0 1 0,10 0-6 0,-10 0 1 15,4 4 0-15,-4-4 3 0,9 10 4 0,-1-2-2 0,4 2-6 16,3 3-33-16,2-1-43 0,6 2 19 16</inkml:trace>
  <inkml:trace contextRef="#ctx0" brushRef="#br0" timeOffset="3906.13">13829 7482 120 0,'0'0'116'0,"0"0"5"0,0 0-5 0,0 0-7 16,0 0-10-16,0 0-4 0,0 0-6 0,0 0-13 15,-8 7-6-15,8-7 0 0,0 0-14 0,0 0-10 16,0 0-7-16,0 0-2 0,0 0-8 0,0 0-3 15,15 1 5-15,-3 0-7 0,3-1 8 0,8 4-8 16,8-4 6-16,5 2 1 0,16 0-11 0,-1 0 5 16,5 0-5-16,0 0 1 0,5-3-4 0,0 1 0 15,4 0 0-15,2-1-2 0,21-2-3 0,-21 0 2 16,25 1-6-16,-29-3 2 0,2 2-1 0,-1-2 3 16,1 4-6-16,2-4 6 0,25-4 1 0,-31 6-5 15,0-1 7-15,3-2 0 0,2 0-5 0,-1 0-2 16,1-1 3-16,1 1 3 0,-1 0 0 0,0 0 1 15,-4 0-1-15,-1 1 2 0,-3 1-5 0,2-3-1 16,-5 3 2-16,-2-1 1 0,0 0 0 0,-14 1-1 16,12-2 0-16,0 2 1 0,-13-2-1 0,1 3 7 15,0 0 1-15,12-3-5 0,-15 4-1 0,1-2 0 16,-1 0 0-16,-2 2 0 0,-2-2 5 0,1 0-4 0,-1 2 4 16,-1 0 4-16,-3-1-1 0,0 1 1 15,0-3-1-15,0 4 1 0,-5-2 5 0,4 0 4 16,-5 1-6-16,-3 2-2 0,3-3-2 0,6-1 0 15,-10 4-4-15,2-2-2 0,2 0 3 0,5 0 2 0,-8 2-4 16,0-4 0-16,3 2-1 0,-2 1-1 16,7-3-1-16,1 2 0 0,-6 1 0 0,6-1-3 0,-2-1 5 15,2-1-4-15,0-1-1 0,-1 1 2 16,0 0-1-16,1 4-4 0,-7 0-1 0,7-1 1 0,-7 0-1 16,1 1 1-16,-1 0 0 0,0-1 0 0,1-1-1 15,-1 0-2-15,1-1 0 0,0 2-1 0,-1-2 2 16,-1 1-2-16,7-3 2 0,-7 3 2 15,0-3-3-15,1 3-3 0,-2 0 0 0,-2-1-2 0,0 2 5 16,1-2-3-16,-5 0-1 0,6 2 6 0,-7 0-4 16,3-2-1-16,-2 1-3 0,0 0 0 0,-1 1 1 15,3 1 1-15,-1-2-2 0,4-1 3 0,1 2 0 16,0-3-1-16,-1 1 5 0,1-2-7 0,-1 4 3 16,1-1-4-16,-2 1 5 0,2-1 0 0,-1 1 1 15,-6 0-1-15,4 0 2 0,-5 0-2 16,3-2-1-16,-1 3 2 0,0-3-5 0,0 2 5 0,-2 1-1 15,-1-1-2-15,-1-1 1 0,-9 2 0 0,14 0 0 16,-7 0-3-16,-7 0 5 0,11-4-5 0,-11 4 1 16,8 0 2-16,-8 0 2 0,0 0-2 0,12 0 1 15,-12 0-4-15,0 0 5 0,0 0-1 0,0 0 1 16,8-2-11-16,-8 2-19 0,0 0-48 0,0 0-68 16,0 0-58-16,-51 0-203 0,17 2-438 0,-19 0 194 15</inkml:trace>
  <inkml:trace contextRef="#ctx0" brushRef="#br0" timeOffset="4962.59">9464 7374 61 0,'-6'-7'116'15,"6"7"-2"-15,-6-10-3 0,2 5-7 0,0 1-10 16,4 4 7-16,-10-11 1 0,6 6 5 0,0 0 5 16,4 5 0-16,-6-10-8 0,3 6-11 0,3 4-2 15,-9-9-7-15,9 9-5 0,-6-7-5 0,6 7-13 16,-5-6-2-16,5 6-10 0,-3-5-2 0,3 5-6 16,0 0-3-16,-5-5-5 0,5 5-2 0,0 0-4 15,0 0-6-15,0 0-3 0,0 0-1 0,-6-3-4 16,6 3 1-16,0 0-4 0,0 0-8 0,0 0 0 15,0 0-3-15,0 0 2 0,0 0-1 0,0 0-3 16,0 0 5-16,37-1 2 0,-5 2-3 0,6-2 7 16,22-5 3-16,5-1 4 0,32-3 1 0,-5-2 5 15,7 2-4-15,-1 0-2 0,-1 1-3 0,-5 1-1 16,-27 2 2-16,31-3-6 0,-30 5 4 0,-1-1-3 16,0 1 3-16,0-4-1 0,0 4-1 0,-1 0 1 15,1 2 1-15,-5-4 0 0,2 4 0 0,-4 0 0 16,1-4-3-16,-6 5-1 0,-1 1 3 0,-15-1-2 15,-1-2-1-15,-1 3 3 0,-5 0 5 0,-8 0 5 16,-2-2 1-16,0 4 0 0,-4-4 3 0,-4 2 4 16,0-2 8-16,-3 0 5 0,-4 2 9 0,-5 0 11 15,13 2 9-15,-13-2 2 0,9 0-1 0,-9 0-3 16,0 0-3-16,9-3-5 0,-9 3-5 0,0 0-5 16,0 0 2-16,9 1-5 0,-9-1-7 0,0 0-3 15,0 0-9-15,0 0 2 0,0 0-7 0,0 0-1 16,0 0 1-16,0 0 3 0,0 0-10 0,0 0-10 0,0 0-14 15,10-1-26-15,-10 1-33 0,0 0-42 16,0 0-47-16,0 0-55 0,0 0-31 0,0 0-224 16,0 0-506-16,0 0 224 0</inkml:trace>
  <inkml:trace contextRef="#ctx0" brushRef="#br0" timeOffset="10290.33">18993 8831 38 0,'-13'-2'91'0,"7"1"-1"0,6 1-18 0,-12-4 0 16,5 2-6-16,-1 0-1 0,0 0-12 0,-1 1 4 16,-2-2 5-16,3 1 8 0,8 2-10 0,-14-3 1 15,6 1-10-15,8 2 10 0,-12-2-4 0,4 0-5 16,8 2-6-16,-14-4-2 0,7 1-10 0,0 2-4 15,7 1-7-15,-19-2-1 0,12 0 10 0,0 1 5 16,7 1-2-16,-14 0 3 0,7-2-9 0,7 2 2 16,-9-2-1-16,9 2-11 0,0 0 2 0,-11 0 1 15,11 0-8-15,0 0 3 0,0 0 2 0,0 0-13 16,-9-2 2-16,9 2-5 0,0 0 3 0,0 0 1 16,0 0-2-16,0 0 5 0,23 9-1 0,-10-5-2 0,7 0 1 15,9 2 2-15,3-1 4 0,3 1-6 16,5-2-2-16,12-1 1 0,-12 0-4 0,14-2 1 15,0 2-4-15,-3-2 3 0,3 2-1 0,0-2 2 16,-1-1 2-16,-3-1 1 0,2 1-3 0,2 1-1 16,-17-2-6-16,17-3 6 0,-14 5-1 0,13-3 1 0,-14 0 0 15,12 1-2-15,-16 1 6 0,1-2 5 16,-1 0-8-16,-3 0 0 0,-2 2-1 0,0-3 1 16,-3 2-2-16,-4-2 0 0,-5 2 6 0,3 0-6 0,-3 0 3 15,-1-1 3-15,-3 2 1 0,-3-1-2 0,1-1 0 16,-2 1 4-16,-2 0-10 0,-8 1 9 0,13-2 2 15,-13 2 1-15,10 0 2 0,-10 0-8 0,6-2 8 16,-6 2-6-16,0 0 7 0,9 0-7 0,-9 0 0 16,0 0 1-16,0 0-5 0,0 0-1 0,0 0 0 15,9-2-3-15,-9 2 3 0,0 0-10 0,0 0-16 16,0 0-2-16,0 0-15 0,0 0-5 0,10 4-16 16,-10-4-33-16,8 4-27 0,-3 1-35 0,-5-5-88 15,6 8-263-15,-1-4 116 0</inkml:trace>
  <inkml:trace contextRef="#ctx0" brushRef="#br0" timeOffset="11263.08">23872 8809 48 0,'-14'-2'118'0,"14"2"-14"0,-15 0-6 0,15 0-10 16,-9-1-11-16,9 1-6 0,-8-1-10 0,8 1-8 16,0 0-1-16,0 0-11 0,-10-2 4 0,10 2-6 15,0 0-5-15,0 0-3 0,0 0-12 0,0 0-2 16,-10 0 2-16,10 0-4 0,0 0-4 0,0 0-6 16,0 0 6-16,0 0-7 0,0 0 4 0,0 0-2 0,0 0-2 15,0 0 5-15,0 0-5 0,0 0 8 16,0 0-3-16,19 17-12 0,-14-15 11 0,2 5-3 15,0-4 7-15,3 1-9 0,-2-1 10 0,2 4-10 0,3-3 4 16,-3 1-6-16,2-2 4 0,6 4 0 16,-3-3 3-16,3 0 2 0,-1 1-1 0,4-1-1 15,6-1 8-15,-5 1-3 0,8 0 0 0,1 2-1 16,1-5 4-16,1 2-4 0,1-2 5 0,-1 1 0 0,1 1-3 16,-2 1-3-16,3-3 6 0,1 3-6 0,-2-3-3 15,1-1 1-15,16 3-2 0,1-2 3 0,-13 2 1 16,10-4-5-16,3 3 9 0,-1 0-8 0,1 0 7 15,2-1 2-15,-3-2 5 0,4 3-1 0,0-3 5 16,-1 2-10-16,4 1 6 0,-2-2-1 0,4 1-4 16,0-5-1-16,2 1 0 0,3 3 6 0,4-2 2 15,18-3-4-15,-22 3-1 0,-1 2-4 0,3-2 3 16,25 0-8-16,-33 4 6 0,5-2-8 0,2 2 5 16,0-4 2-16,27 2 3 0,-30 0-3 0,4 1-3 15,-2 0 0-15,25 1 1 0,-22-2-5 0,24 1 3 16,-27-2-2-16,0-1 3 0,2 1-5 0,-2 2 4 15,27-1-1-15,-27-1 1 0,0 1 2 0,0-1-5 16,2-1 0-16,21 1 4 0,-25 2-4 0,-2-1 6 16,5-2-6-16,-3-3-4 0,2 2 10 0,-1 0-6 15,-5 0-1-15,2-3-2 0,2 2 2 0,-2 3 4 16,-1-2 0-16,-5 1 2 0,2-3-1 0,-3 1 2 16,0 1-5-16,-5-2 3 0,-10 1-2 0,12 1 1 0,-10 1 1 15,-3-2-1-15,0 0 2 0,-1 2 2 0,-3-1-1 16,-1-3-3-16,-2 4-1 0,-3 1-2 15,3-3 2-15,-9 3-2 0,-2-1-5 0,-1-1 6 0,0 2-6 16,-1 0-2-16,-7-1 5 0,1 2-7 0,1 0 5 16,-3 0-3-16,-2-2-7 0,-8 2-9 0,15 0-17 15,-15 0-19-15,11 0-22 0,-11 0-20 0,7-1-37 16,-7 1-17-16,0 0-138 0,0 0-309 0,0 0 136 16</inkml:trace>
  <inkml:trace contextRef="#ctx0" brushRef="#br0" timeOffset="12105.41">9082 9683 52 0,'-5'-4'51'16,"0"-1"-2"-16,5 5-4 0,-11-5-7 0,5 1-3 15,1 0-11-15,5 4-3 0,-9-3-10 0,9 3-4 16,-8-4-7-16,8 4-10 0,-10-1-3 16,10 1-5-16,-9 0-4 0,9 0-1 0,0 0 2 0,-15 4-17 15,15-4-41-15,-10 1 18 0</inkml:trace>
  <inkml:trace contextRef="#ctx0" brushRef="#br0" timeOffset="13217.31">8710 9732 2 0,'0'0'51'15,"0"0"-3"-15,0 0-3 0,0 0-9 0,0 0-2 16,0 0-1-16,0 0-4 0,0 0-6 0,0 0 2 15,0 0-9-15,0 0 0 0,0 0-1 0,0 0 0 16,0 0 7-16,0 0-12 0,0 0 11 0,0 0-9 16,0 0 1-16,32 1-1 0,-25-1-2 0,-7 0-2 15,15 0 5-15,-7 0 4 0,1 2-20 0,1-2 8 16,1 1-1-16,2 0 8 0,0-1 4 0,4 0-5 16,2 0-1-16,-1 2 2 0,1-2-3 0,0 2 3 15,-1-1 0-15,4-1 1 0,-1 0 5 0,0 1 0 16,7 1-14-16,-6-2 12 0,-1 0 4 0,1 0-8 15,8 1 5-15,-1-1-4 0,-1 0 0 0,0 0 1 16,0 0 4-16,2 0-4 0,-4 3 0 0,2-3-7 16,1-1 3-16,0 1 7 0,-2 0 4 0,2 1-3 15,-1-1 5-15,2 1-6 0,-1-1 2 0,-1 1-6 16,2-2 6-16,-2 2-6 0,2-1 9 0,-1 2-9 0,-1-2 1 16,1 1 5-16,-1-2 1 0,-7 2-3 15,7-1 2-15,0 0 3 0,0-1 1 0,1 2-9 16,0-1 6-16,2 1-14 0,4-1 11 0,-4 0 3 15,-2 0-2-15,2 0 4 0,2 0 8 0,0 3-7 0,-1-3-5 16,0 0 0-16,1 0-2 0,-2 0 2 16,2 0-1-16,0-2 8 0,-1 2 1 0,0 0-1 0,3 0 0 15,-2-1 0-15,0 1-6 0,1-2 0 16,-3 2 3-16,3-2-8 0,-2 1 6 0,-2-1-3 0,2 0-4 16,3 2-1-16,-2 0 5 0,4-1 0 0,-3 1-1 15,6-3-4-15,10 2 3 0,-11-1 3 0,13 0-4 16,-15 1 3-16,2 1-2 0,12-4-2 0,0 4-1 15,-13-1-1-15,-1-1-3 0,0 2-4 0,-1 0 1 16,2 0 4-16,-2-3-1 0,-1 3 0 0,0 0-4 16,2 0 0-16,-5 0 5 0,5 0-5 0,0-2 2 15,0 1-2-15,2 0 3 0,-5 1-2 0,1-2 4 16,-1 1-2-16,2 0 5 0,-2 1-1 0,1-1-4 16,0-1 6-16,-2 0 6 0,1 2-2 0,2-3 3 15,-4 3-8-15,1 0 5 0,0-1 4 0,-1-1-1 16,0 2-2-16,-1 0-5 0,2 0 8 0,0 0-6 15,-2-4 2-15,-4 4 1 0,1-2 0 0,0 1-1 16,1 1-4-16,2 1 0 0,-4-1 0 0,2-1-5 16,1 1 6-16,-5-1-1 0,6-1-4 0,-4 2 2 15,2 0 0-15,3-1 0 0,-1 0 1 0,-3 0-2 16,1-3 5-16,4 4-4 0,-3-2 7 0,3 1 10 16,-1-2 4-16,1 2-3 0,3-1-4 0,-5 2 3 15,3-4-3-15,-2 3-4 0,3-1 2 0,-3 0-2 16,1 1 4-16,-3 1-4 0,3-2 2 0,-2-2-6 15,-1 1 5-15,-1 1-4 0,2 0 3 0,1-2 0 16,-3 3-2-16,0-2 0 0,1 2-3 0,1-3 3 16,-2 0-3-16,-2 2-5 0,3-1 1 0,-1 2-1 15,-2-3 1-15,2 1-1 0,-9 1 0 0,9-2-3 16,-9 1 1-16,3 1 0 0,-3 1-4 0,2 0 0 0,-1 1-1 16,-1-1 4-16,3 0-1 0,-5-1 4 15,4 1-4-15,-4 0-3 0,3-1 2 0,-4 2 2 16,3 0-6-16,-4-2 1 0,-2 2 0 0,-1 0 11 15,-1 0-4-15,1 0-3 0,1 2 2 0,-2-4 3 16,0 2-1-16,2 0 2 0,-1 2-1 0,0-2-4 16,-2 0-2-16,1 0 2 0,-1 0-2 0,-4 0-1 0,2 0 2 15,3 0 2-15,-4 0 3 0,0 2 1 16,-8-2-6-16,15 0 1 0,-7 0 0 0,1-2 1 0,-2 2 2 16,-7 0-5-16,14 0 1 0,-6 0-1 0,-8 0-2 15,12 0-1-15,-12 0 3 0,13 0-1 0,-13 0-1 16,9 0-3-16,-9 0-1 0,0 0-2 0,10 0-9 15,-10 0-16-15,0 0-28 0,0 0-37 0,0 0-29 16,10 0-35-16,-10 0-41 0,0 0-30 0,0 0-186 16,5 3-448-16,-5-3 199 0</inkml:trace>
  <inkml:trace contextRef="#ctx0" brushRef="#br0" timeOffset="13394.45">14557 9555 149 0,'0'0'179'0,"0"0"-20"0,0 0-16 0,0 0-14 16,0 0-32-16,0 0-28 0,0 0-43 0,0 0-35 16,0 0-55-16,3 4-83 0,-3-4-159 0,0 0 72 15</inkml:trace>
  <inkml:trace contextRef="#ctx0" brushRef="#br0" timeOffset="21504.59">19629 10984 2 0,'-12'2'30'15,"-1"-1"-1"-15,-1 3-4 0,-3-1-9 0,-2 4-14 16,2-1 0-16,1 0-20 0,-5 0-19 0,2 0 8 16</inkml:trace>
  <inkml:trace contextRef="#ctx0" brushRef="#br0" timeOffset="22477.1">18662 11243 20 0,'0'0'120'15,"0"0"-13"-15,0 0-14 0,0 0-15 0,0 0-9 16,0 0-6-16,0 0-5 0,0 0-8 0,0 0-2 0,0 0-13 16,0 0 2-16,29-2-5 0,-18 2-3 0,0 0 4 15,2 0-9-15,5 0 1 0,-2 0-1 16,3 0-2-16,-1 0-7 0,3 2 2 0,2-2-2 0,-3 0-1 15,8 0 2-15,-6 0-7 0,5 0-3 0,-5 2 5 16,0-2-7-16,-2 0 8 0,3 0-3 0,-4 0 2 16,3 0 5-16,7 1 0 0,-7-1 1 0,-2 0 4 15,9 0-4-15,-8 2-4 0,1-2-4 0,0 0 2 16,6 0-3-16,-5 1 5 0,4 0-8 0,-6 0 10 16,7 2-14-16,-2-1 8 0,2 0-5 0,2 2 10 15,-8-2-6-15,7-1 0 0,0 2-5 0,0-2 5 16,2 3-4-16,-3-2 0 0,3 1 2 0,-1 1 1 15,4-4 2-15,-1 2-1 0,-1 0-5 0,0 1 15 16,1-2-6-16,0 0 2 0,-1 2-2 0,0-3-7 16,0 3 1-16,2-3 2 0,-1 0 6 0,-3 1-6 15,6 1 10-15,0-4 1 0,0 1-2 0,2 1 0 16,-1-1 3-16,3-1 0 0,-2-1-6 0,-1-1 0 16,0 3 0-16,0-3-2 0,4 4 4 0,-3-4-2 15,1 1 0-15,0 1 0 0,0-2 1 0,-1 0-2 16,2 4-3-16,-1-3 1 0,-2 1 5 0,0-2-10 15,2 2-6-15,-3-2 8 0,2 3 0 0,-1 0-8 16,0 1 9-16,3-2-3 0,-3 2 0 0,-2 2 2 16,1-4 0-16,0 2-8 0,1 0 4 0,1 0 2 0,-1 0-2 15,-1 2 8-15,3-1-7 0,-1-1-2 16,2-1 3-16,-2-1 4 0,2 2-1 0,11-3 3 16,-14 3-1-16,0 0 1 0,2 0 5 0,-3 0-4 15,1-3 5-15,0 2 0 0,1-2 4 0,13-1-4 0,-13 2 2 16,13-2 5-16,-11 4-7 0,11-6-2 0,1 1-5 15,-14 3 5-15,14-3-6 0,-1 2 4 16,0-2-2-16,-13 2-5 0,14 0 0 0,-13 2 3 16,-1-3-11-16,15 2 14 0,-14-3 0 0,14 1-1 0,-16-1-2 15,1 3 2-15,13-4-3 0,-12 3 1 0,-2 1-6 16,3 0-1-16,-1-2 2 0,-2 1 9 0,0 1-7 16,1-2 3-16,-1 2 2 0,2-2-2 0,-3 2 3 15,2 0 6-15,0-1 3 0,0-1-5 0,-2 0 3 16,-1 1-3-16,3-1 2 0,-1 1 1 0,-1-1-3 15,0 1 2-15,-4-1-1 0,2 0-1 0,-3 0-6 16,2 1 3-16,-1-1-1 0,-1 4-4 0,-2-3 0 16,2-1 5-16,-3 1-4 0,-6 3 2 0,-3-1-6 15,0-1 4-15,1 0-1 0,-2 1-2 0,1 0 0 16,3-1 1-16,-5 1-3 0,1 1 3 0,-7-1 0 16,4-1 1-16,-3 1-7 0,0 0 1 0,-1 0-1 15,-2 2 0-15,-9-1 2 0,14-2 0 0,-8-1-3 16,-6 3 0-16,11 0-1 0,-11 0-4 0,9 0-2 15,-9 0-3-15,0 0-16 0,8-2-8 0,-8 2-18 16,0 0-19-16,0 0-27 0,10 2-36 0,-10-2-27 16,0 0-3-16,7 4-21 0,-7-4-115 0,4 7-321 15,2-1 142-15</inkml:trace>
  <inkml:trace contextRef="#ctx0" brushRef="#br0" timeOffset="23273.57">26521 11251 20 0,'-10'0'66'0,"-2"2"-3"0,1-4 8 0,2 2-4 16,-3 0 9-16,12 0 0 0,-17 0-6 0,10 0 0 15,7 0-9-15,-16-1 1 0,10 0 3 0,6 1 1 16,0 0-7-16,-14-1-5 0,14 1-7 0,0 0-3 16,-11 0-8-16,11 0 0 0,0 0-9 0,0 0-1 15,-7 1-7-15,7-1 1 0,0 0-2 0,0 0-6 16,0 0 8-16,0 0-8 0,0 0 14 0,25 7-8 15,-14-4-2-15,2-2 1 0,5 1 3 0,3-2 5 16,-1 2 0-16,11-1-5 0,0 1 4 0,1 0 8 16,-1 0-15-16,4-1 12 0,-4-1-10 0,3 1-2 15,2 1 8-15,0-2-5 0,-1 2-3 0,1-1 5 16,3-1-5-16,-1 1 0 0,16-1 0 0,-3 2 3 16,5-2 1-16,-1-2-1 0,-1 1 9 0,-1-2-6 15,5 3 4-15,-1-3-2 0,1 3 3 0,-1-1 1 16,-1 1-1-16,1 0-2 0,-2-3-1 0,1 3-2 15,3-3-1-15,-5 2-2 0,9-1-1 0,-5 2 1 16,2 0 3-16,-4-2-6 0,5 1 4 0,1 0 0 16,-5 2-5-16,3-2 2 0,-2-1 2 0,-1 1-5 15,-1-1 3-15,-1-2-2 0,-2 4-1 0,1 0-2 16,-2 0 0-16,-11-1 1 0,14 1-3 0,-5 0 1 16,-11-2-1-16,1 2 1 0,0 2-1 0,0-2-1 15,-1 0-1-15,-1 1 4 0,-2-2 0 0,-3 2-5 0,0 0-2 16,-2 2 4-16,-2 0-4 0,-2-1-3 0,3-1 5 15,-11 0-5-15,-1 1 3 0,0-2-1 16,-6 0 0-16,1 2-2 0,0-1-2 0,0-1 3 16,-6 0 0-16,1 0-4 0,-8 0 0 0,13 2-1 0,-13-2 0 15,7 2-2-15,-7-2-3 0,7 2-3 0,-7-2-12 16,0 0-20-16,0 0-26 0,8 1-38 0,-8-1-29 16,0 0-58-16,0 0-132 0,0 0-351 15,-28 5 155-15</inkml:trace>
  <inkml:trace contextRef="#ctx0" brushRef="#br0" timeOffset="25709.15">10708 12712 16 0,'0'0'42'0,"0"0"-5"15,-10-1 3-15,10 1-14 0,0 0 6 0,-9-4 5 16,9 4-6-16,0 0 6 0,0 0-4 0,-7-2 2 16,7 2-3-16,0 0-5 0,0 0 4 0,0 0-2 15,0 0-2-15,0 0-2 0,0 0-9 0,0 0 5 0,0 0-1 16,0 0-3-16,0 0 1 0,0 0-15 16,0 0 9-16,0 0-10 0,16-9 10 0,-16 9 0 15,12-2-2-15,-5-1-1 0,1 2 0 0,2-1 0 16,0 0 0-16,2-1-2 0,1 2 6 0,0-2-4 15,1 3-9-15,-1-3 0 0,1 0 9 0,4 2-12 16,1-2 6-16,1 2-3 0,-1-1 3 0,1 2 0 16,-1-1 7-16,2 2-8 0,0-2 4 0,9 2 1 15,-3 1-5-15,1-2 3 0,0 0 2 0,1 1 1 16,2-1-10-16,1 2 11 0,1-1-6 0,-1-1-1 0,3 0 0 16,0 0-3-16,-3 1 5 0,3 2 3 15,-1-3-6-15,1 3 4 0,1-1-3 0,0-1 7 16,0 0-4-16,0 2-4 0,0 0 3 0,2-2-4 15,0 3 2-15,1-2 0 0,12 0 0 0,1 1 6 16,0 0 0-16,1-3-1 0,0 3 8 0,2-5-4 0,2 4-5 16,-6-4 1-16,3 1 6 0,-2 2-7 15,-1 1 7-15,3-1-5 0,0 0 5 0,-1 2-7 16,5-1 8-16,-3 1-6 0,1-1-7 0,1 1 7 16,1 0-3-16,1 1 2 0,0-2 3 0,1 0-4 0,-1 1 8 15,1-2 1-15,1 2-7 0,-1-3 0 16,0 1 4-16,3 1 1 0,-2 1 2 0,7-5-1 0,-3 2 4 15,0 2 0-15,25-2-1 0,-27 0-11 16,2 2 13-16,-2-2 3 0,4-2-3 0,0 2-3 16,-4 0-5-16,5 0 9 0,24 0-6 0,-31 0 3 0,6-2-18 15,23 1 22-15,-27 1-10 0,2-3-1 16,25 3 2-16,-25-1 2 0,27 2-1 0,-31-2 2 16,2-1-1-16,29-3-5 0,-32 3 5 0,5-1 2 15,28 2 1-15,-29-1-5 0,26 1-6 0,-29 0 2 0,31-2-3 16,-29-1-2-16,0 2 5 0,28-2 8 0,-29 2-5 15,3 2 3-15,1-2-1 0,26 1-4 0,-27-3 5 16,26 2-3-16,-26 2 0 0,2-2 1 0,27-1-1 16,-30 3 3-16,1-2 1 0,27 0-4 0,-26 0 3 15,-1 2-3-15,28-2 1 0,-28 0 1 0,29-2-2 16,-5 2 0-16,-25 2 1 0,1 0-1 0,28 2-1 16,-31-4-3-16,5 2 2 0,24-2 2 0,-26-2-3 15,26 4-1-15,-26-2 6 0,29 1-4 0,-28 1 4 16,27-4-1-16,1 2-1 0,-29 0-5 0,1 2 3 15,28-1-1-15,-28 0 0 0,29 1 1 0,-29-1 0 16,29-1-5-16,-29 2 5 0,27-3-1 16,-3 1-2-16,-28 2-3 0,5 0 0 0,22 0 3 0,-23-1-1 15,23-2 3-15,-26 2-5 0,3 1 6 0,27-2-4 16,-30 2 1-16,4-2 1 0,23-2 0 0,-27 3 1 16,2 0-1-16,1 1-1 0,0-2 1 0,26 2 0 15,-31-2 1-15,0 1-1 0,4-1 0 0,1 0 3 16,-1 0-1-16,1 1-4 0,1 2 0 0,-2-3 3 15,3 3-1-15,-3-2-1 0,-3 0 4 0,1-2-4 16,-2 3 2-16,-2 1-6 0,4-1 5 0,-2-1-2 16,3 0-2-16,-3 1-2 0,-2-1 7 0,3-2-1 15,1 1-4-15,0 2 2 0,0 0 0 0,-5 0-2 16,3 0 2-16,-3 0 3 0,0 0-4 0,1 0-1 16,-3 0 0-16,0-3 3 0,0 3-4 0,2 0 4 15,-2-4 5-15,-2 1-5 0,3 1 3 0,0 1-3 16,-3-2 6-16,1 3-4 0,1-1-1 0,0-2-3 0,-4 1 4 15,2 2-4-15,-4-4 1 0,2 4-1 16,-1-2 2-16,-11 0 1 0,13 0-3 0,-1 1-4 16,0-2 4-16,-1 3 1 0,2-3-5 0,-1 3 4 15,-12-3-4-15,14 2 3 0,0-3-1 0,-2 3 1 0,-2 0-1 16,-10 0 4-16,12-1-5 0,1 0-2 0,-2 1 3 16,-14 0-2-16,3-1 3 0,12 0 3 15,-2 1-2-15,1-3-2 0,-14 4-2 0,1-1 3 16,3-1-1-16,12 0 2 0,-4-2 3 0,-9 4-1 0,1-1 1 15,-3-2-5-15,16 2 6 0,-16-1-1 0,1 0 2 16,-1 1-1-16,13-3 1 0,-12 3-1 0,13-1-1 16,-15 0-2-16,0 1 3 0,14-1-2 0,-14 2-2 15,3-2 1-15,-3 2 0 0,1-2 0 0,2 2-1 16,11 0-1-16,-11-2 2 0,0 2-4 0,10 0 1 16,-13-2-1-16,0 0 3 0,2 2-3 15,-4 0-1-15,3-1 0 0,0 1 4 0,-1-3 0 16,13 3-4-16,-16-1-5 0,3-1 6 0,-1 2 2 15,4 0-1-15,-2-2-2 0,-2 2 1 0,3 0 0 0,1-1-1 16,-3 2 3-16,3-2 0 0,-1 1 0 0,11-1 6 16,-9 1-4-16,-4 0 2 0,3 0-4 0,-1 0 6 15,11 0-6-15,-11-2 3 0,1 0 3 0,10 1-4 16,-10 1 0-16,10-4-2 0,-11 4 0 0,14-1 1 16,-1-1 1-16,-14 1 1 0,16-1-1 0,-4-2-3 15,-10 4-1-15,12 0 6 0,-14-2-3 0,17 2 0 16,-2-4-2-16,-1 0 1 0,-12 4 3 0,12-2 4 15,-12 1-1-15,16-1 2 0,-20 1 2 0,20-2 0 16,-4 0-2-16,1 1 3 0,-14 1-6 0,14-3 11 16,2 4-7-16,-4-2-3 0,2 1 1 0,-13 1 2 15,16-2-3-15,-3 0 2 0,-3-1 0 0,-10 4-4 16,10-3-2-16,-10 2 2 0,1-3-2 0,8 3 3 16,-11-1-1-16,14-1 2 0,-12 3-3 0,-1-2-1 15,1-1 1-15,12 1-1 0,-14 1 0 0,2 1 1 16,14-1-3-16,-16-1 5 0,2 1-1 0,-2 0-2 15,2 0 1-15,-3 0 2 0,2 0 1 0,1 0-4 16,-2-2 1-16,1 2 9 0,-4 0-12 0,4-1 5 16,-3 0-1-16,-2 2 0 0,2-2-2 0,0 1 6 15,-5-3-2-15,4 3-2 0,1-1 1 0,-3 2-1 16,-1-2-2-16,1 1 3 0,-1 1-3 0,0-3 0 0,2 3-1 16,-4-1-3-16,2 0 3 0,-2 0 0 15,0 1 1-15,-2-1-1 0,2 0 3 0,-3 2-5 16,2-2 1-16,-7 1 0 0,5 1-4 0,-7-2 6 15,2 2-4-15,-3-2 2 0,0 0-1 0,-2 0-1 16,-2 0 3-16,2 0 8 0,-5 0 0 0,0 0 1 0,1-2 0 16,-2 2 1-16,-3-1 7 0,-8 1 1 15,18-1 3-15,-12 0 7 0,-6 1 0 0,12 1-1 16,-12-1 4-16,9 0 0 0,-9 0 4 0,0 0-2 16,10-3 1-16,-10 3 3 0,0 0-7 0,0 0-2 0,0 0-3 15,8-1-8-15,-8 1-4 0,0 0 2 0,0 0-6 16,0 0 3-16,0 0-20 0,0 0-14 15,0 0-28-15,0 0-33 0,0 0-53 0,0 0-63 0,0 0-77 16,0 0-240-16,0 0-554 0,-47-1 246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23T09:31:43.43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16558 4189 110 0,'-7'-1'103'0,"7"1"-6"0,-9-5-16 16,4 1-2-16,-2-1 8 0,1 2-3 0,-3-3-3 15,1 0-2-15,-1 0 9 0,-1 0 5 0,1-3-13 16,0 2 0-16,-1-3 5 0,1 1-10 0,3-1 3 16,-2 1-8-16,4-2-6 0,-2 0-7 0,3-1-4 15,2-1-9-15,2 1-4 0,4-2-9 0,2-1-1 16,2 1-3-16,2 1-1 0,3 0-8 0,2 3-1 16,-1 2-2-16,-2 4-3 0,1 0-2 0,-2 4-4 15,6 3 0-15,-6 4-1 0,3 3-5 0,-2 1 0 16,-1 4 3-16,0 9 2 0,-3 2-4 0,-5 3 6 15,0 3-10-15,-5 1 7 0,-2 1 0 0,-3 1 3 16,-5-1-7-16,1 0 1 0,-4 1 6 0,-2-3-5 16,0-1 1-16,-2-7-1 0,7-6 0 0,-1-3 1 15,5-5-3-15,0 0 5 0,2-1-4 0,0-6 0 16,1 3 4-16,-2-1-5 0,6-5 5 0,-4 8-2 16,4-8-5-16,-4 6 1 0,4-6-6 0,-4 5-7 15,4-5-7-15,0 0-4 0,-1 9-2 0,1-9 11 16,4 10-15-16,0-1-3 0,1 4 11 0,2-3-9 15,1 9-14-15,2 5-12 0,4-3 3 0,-1 2-17 16,0 2-8-16,1-1-7 0,-2 2-9 16,1 1-18-16,0 0-76 0,0 2-205 0,-3-1 90 0</inkml:trace>
  <inkml:trace contextRef="#ctx0" brushRef="#br0" timeOffset="2216.04">21346 14779 31 0,'0'0'53'0,"0"0"-3"0,-3-6-21 0,3 6 8 0,0 0 5 15,-4-6-1-15,4 6 6 0,0 0-11 0,0 0 5 16,0 0-4-16,-5-8-1 0,5 8-1 0,0 0-8 15,0 0 9-15,0 0-13 0,-1-7-2 0,1 7-4 16,0 0 3-16,0 0-11 0,11-8 5 0,-5 5-6 16,-6 3 8-16,12-4-2 0,-5 4-8 0,-7 0 2 15,16-6-2-15,-6 6 2 0,1-1 3 0,-2 1-8 16,2-3 0-16,-1 3 3 0,-2-1-6 0,-8 1 3 16,17 1-6-16,-10-1-4 0,1 1 8 0,1 1 0 15,-3-1 14-15,3 2-12 0,-2 0 3 0,0 1-5 16,1-1 0-16,-2 2 7 0,2-1 0 0,0 1-14 15,-1 3 7-15,2-2-3 0,0 3 2 0,0 0 1 16,5 3-1-16,-6-3 6 0,1 1-12 0,1 3 3 16,2 0 4-16,-2 1 0 0,0 0-6 0,-2 0-1 15,3 0 7-15,-2 3-3 0,0-1 4 0,1-1 1 16,-2 0 15-16,1 3-16 0,-1-1-1 0,1-2-4 16,-3 1 11-16,0 0-9 0,1 2 9 0,-1 1-1 15,-1-1 0-15,2 0-1 0,-3 1 0 0,-1 0 5 16,3 5-7-16,-5 1 0 0,4 0 5 0,2 0-3 15,-5 0 5-15,-2 1-6 0,1 0-2 0,-2 1 7 16,-1 1 1-16,4 0-3 0,-2-1 9 0,-2 1-4 16,1 2-4-16,-1 0 6 0,0 1-4 0,0 1-1 15,-1 1 13-15,2-3-4 0,0 2-3 0,0-1 4 16,-2 1 4-16,2-2 4 0,1 3-11 0,-2-3 8 16,4-1-4-16,-2 0 1 0,0 1 1 0,1 0-1 15,2 2 7-15,-3-1-3 0,3 0 0 0,2 0 1 16,-1 5-3-16,0-2 1 0,1 11 9 0,-1-10-4 15,0 11-2-15,4 2 3 0,-5-12-7 0,2 11 9 16,-3-1-10-16,2 2 2 0,-1-3-4 0,3-11-5 16,-2 3-7-16,2-1 1 0,-2 0-13 0,1 9 10 15,2 0 1-15,-3-9-4 0,3 12 0 0,-4-13-9 16,2 0 9-16,1-1 24 0,-4-2-4 0,1 13 3 16,1-15-6-16,1 1-5 0,-1-1 6 0,3 0-5 15,1 1 1-15,1-2-4 0,0-2 3 0,-2-2-6 16,0 0-2-16,1-7 7 0,2 6-5 0,-3-8-1 15,4 7-1-15,-4-7-5 0,1 1 5 0,-4 0-4 16,2 0-1-16,-1-2 0 0,-1 0 0 0,-1 3 2 16,2-3 2-16,-4 3-6 0,-1 7 10 0,-4-5-12 15,3-3 3-15,-5 8 1 0,-5-1-4 0,0 0 2 16,-2 1-13-16,3-2-2 0,-11 0-26 0,-3 0-3 16,2 0 1-16,-1-3-6 0,-3 4 3 0,-1-4-6 15,-3-1-10-15,-3-2-20 0,0-1 6 0,-14 4-7 16,11-10-13-16,-1 2-10 0,0-3-9 0,-2 0-83 15,-14-4-212-15,0-2 94 0</inkml:trace>
  <inkml:trace contextRef="#ctx0" brushRef="#br0" timeOffset="3500.01">15956 16940 14 0,'0'0'92'0,"31"-3"-10"15,-12 0 3-15,12-3-13 0,3 1-1 0,19-2-12 16,4-3-2-16,10 5-7 0,25-6 1 0,1-2-16 16,-5 9 11-16,7-7-16 0,-3 3 6 0,6-2 3 15,1 0-16-15,4 3-2 0,2 2-5 16,1 1 5-16,-4-5-6 0,2 7-8 0,-5-8 8 0,3 3-20 15,0-4-2-15,-4 2-14 0,0-1-14 0,-4 2-21 16,-1 0-23-16,-28 2-44 0,25-7-133 16,-30 7 60-16</inkml:trace>
  <inkml:trace contextRef="#ctx0" brushRef="#br0" timeOffset="4299.72">15471 18152 10 0,'0'0'169'0,"0"0"-17"0,0 0-15 16,0 0-14-16,0 0-16 0,0 0-11 0,0 0-12 16,0 0-5-16,0 0-13 0,0 0-8 15,0 0-6-15,0 0-15 0,0 0-1 0,0 0 0 16,0 0-13-16,-46-7 1 0,46 7-8 0,0 0 8 0,0 0-5 15,0 0-5-15,0 0-5 0,0 0 2 0,0 0-1 16,0 0 0-16,0 0-3 0,0 0 5 0,0 0 6 16,0 0-15-16,0 0 2 0,0 0-1 0,0 0 1 15,0 0 6-15,0 0-2 0,0 0 12 16,0 0-2-16,0 0 2 0,0 0 1 0,0 0 9 16,0 0 0-16,0 0 6 0,0 0 5 0,0 0-1 15,0 0 0-15,0 0 4 0,0 0 2 0,0 0-1 16,0 0 1-16,0 0-4 0,0 0-6 0,0 0 2 15,0 0-5-15,0 0-3 0,0 0-5 0,0 0 3 16,0 0 2-16,0 0-2 0,0 0-9 0,0 0 0 16,0 0-4-16,0 0 3 0,0 0-7 0,0 0 0 15,0 0-1-15,0 0-3 0,0 0-1 0,0 0-3 16,0 0-5-16,0 0 4 0,0 0-4 0,0 0-5 16,0 0 3-16,0 0-3 0,0 0 4 0,0 0-1 15,0 0 3-15,0 0-2 0,0 0 1 0,0 0 2 16,0 0 0-16,133-11 6 0,-96 6-1 0,16-4 0 15,2-2 1-15,1 3-2 0,7-3-4 0,28-3 5 16,-26 4 5-16,27-5-4 0,4 2-3 16,2 2 2-16,2-6-3 0,2 5 1 0,2 1 1 15,4 0 2-15,0-5-1 0,8 7 0 0,5-1-4 0,7 0-1 16,5 1-5-16,-4 2-17 0,16-3-10 16,-1-1-3-16,12-2-40 0,-1 6-24 0,12-1-46 15,2 1-55-15,-4-7-113 0,10 4-338 0,-6-4 150 0</inkml:trace>
  <inkml:trace contextRef="#ctx0" brushRef="#br0" timeOffset="27066.51">19540 17508 29 0,'0'0'27'0,"0"0"7"0,0 0-11 0,0 0-3 16,0 0-8-16,0 0 2 0,0 0 3 0,0 0-3 15,0 0 3-15,9-4-7 0,-9 4-2 0,0 0-4 16,0 0 3-16,0 0 4 0,0 0-4 0,0 0 5 16,0 0-2-16,0 0 4 0,11-2 8 0,-11 2-2 15,0 0-6-15,0 0 7 0,0 0-5 0,0 0 4 16,0 0 1-16,0 0 4 0,0 0 0 0,0 0-4 16,0 0 4-16,0 0-5 0,0 0 0 0,0 0 7 15,0 0 1-15,0 0-6 0,0 0 15 0,0 0-18 16,0 0 4-16,0 0-5 0,0 0 1 0,0 0 2 15,0 0-6-15,0 0 8 0,0 0-16 0,0 0 4 16,0 0-2-16,0 0 4 0,0 0 12 0,0 0-19 16,0 0 4-16,0 0-2 0,0 0-6 0,0 0-7 15,0 0 7-15,0 0-7 0,0 0 8 0,0 0-8 16,0 0 1-16,0 0 1 0,0 0-3 0,0 0-10 16,0 0 5-16,0 0-9 0,14 0-5 0,-14 0-4 15,0 0-21-15,0 0-72 0,4 6-132 16,-4-6 59-16</inkml:trace>
  <inkml:trace contextRef="#ctx0" brushRef="#br0" timeOffset="29934.59">21397 14737 37 0,'0'0'33'0,"0"0"-2"0,0 0-1 15,0 0-1-15,0 0-2 0,9-2-3 16,-9 2 1-16,0 0-4 0,0 0-1 0,8 2-4 15,-8-2 11-15,7 3-12 0,-7-3 5 0,6 3-4 16,-6-3-1-16,7 5 3 0,-7-5-7 0,8 4 6 16,-5-1-5-16,1 3-3 0,3-3 3 0,-2 2 0 0,0-1 6 15,0 2-7-15,0-2 2 0,3 2-4 16,-5-2-1-16,3 2 6 0,0-1-8 0,-1-1 4 16,2 3-2-16,-1-4 0 0,-1 2-4 0,-1-1 4 15,1 0-5-15,-1 1 4 0,-4-5-4 0,6 8 2 16,-1-5 0-16,-5-3 1 0,7 4 2 0,-7-4 0 0,4 8 0 15,-4-8 1-15,5 7-4 0,-5-7 4 0,5 4 10 16,-5-4-6-16,4 7-6 0,-1-2 0 16,-3-5 3-16,5 8 2 0,-2-3-3 0,-3-5 1 15,7 10 1-15,-5-6 1 0,1 2 0 0,-1 0-2 16,1-1 6-16,3 1-5 0,-3 0-2 0,-3-6 0 16,5 11-1-16,-3-5-1 0,1 0-4 0,-1-1-4 15,1 1 5-15,-3-6-1 0,4 11-2 0,-3-5 12 16,-1-6-3-16,5 9 3 0,-1-3-1 0,-1 1-2 15,-2-1 3-15,3 0 2 0,-2 1 0 0,0-1 5 16,1 5-10-16,-1-5 3 0,-1 3 2 0,0-1-2 0,2 1 2 16,-1-2 1-16,1 5-13 0,1-2 6 15,0 1-4-15,-1-1 1 0,0 1-1 0,1-1 9 0,0 1-12 16,0 0 1-16,-1 1 2 0,2-1 2 16,-1-1-4-16,-1 3-1 0,1-4-1 0,0 1 6 0,-1 3-2 15,1-5 4-15,-1 3-13 0,-1-3 7 0,2 5 9 16,-1-4-12-16,-1 4 1 0,1 0-4 15,-1-3 9-15,1 3-5 0,-2-2 3 0,2 2 4 0,-1 1-9 16,0-1 4-16,-1-3 1 0,-1 3 8 16,2-1-14-16,0 1 7 0,-1-1-8 0,-1-1 7 0,1 5-5 15,2-4 4-15,-2 5-10 0,0-2 3 16,-1-2-5-16,0 4 6 0,2 2 1 0,-2-2-3 16,0 0 4-16,0 0 1 0,1 1 0 0,-1-3-6 15,-1 3 1-15,2-2 15 0,0 0-19 0,-1-1 10 16,1 1-4-16,-1-4 2 0,-1 1 6 0,2-1-5 0,-1 4-6 15,2-4 5-15,-2 0 6 0,0 1-7 0,0 3 7 16,0-1-5-16,-2-4-1 0,2 6 1 16,0-5 0-16,-1 1-1 0,0 3-1 0,1 0-12 0,1-3 13 15,-1-3-2-15,0 7 5 0,-1-5 6 0,1 4-4 16,0-5-2-16,1 4-6 0,-1-2 4 0,0 2 2 16,0-1-9-16,1 2 16 0,-1 1 5 0,-1-3-6 15,0 1-11-15,0-3-3 0,-1 5 5 0,0 0-10 16,-1 1 8-16,1 1-2 0,2-1 5 0,1 1 1 15,-4-1-1-15,1 0 2 0,1 0 7 0,-1 0-15 16,2 0 4-16,2 1-5 0,-2 1 10 0,-2-4-5 16,4 2-1-16,-2-1 8 0,1 1-5 0,1-1-10 15,1-1 4-15,-2 1-1 0,3 1 3 0,-4-1 2 16,0-3 2-16,3 2 1 0,-2-3-4 0,0 2-1 16,2-1 1-16,-5 2 2 0,5-4-3 15,-3 3 9-15,3 2-8 0,-3-5-7 0,2 4 13 16,-2-3-3-16,4 1-6 0,-1-1-13 0,-1 3 18 0,2 1 7 15,0-2-9-15,-2 1 8 0,2 0-7 0,-1 2-3 16,-1-2 8-16,1-2-1 0,-1 4 4 0,4-3-7 16,-3 2-4-16,1-1 6 0,0 0 2 0,-2-1-3 15,1 1-3-15,-2-1 11 0,1 2-5 16,-2-2-5-16,-2 3 2 0,1-2 1 0,0-3 0 0,-1 2 12 16,0 0 8-16,1 1-4 0,-1 3 6 0,-1-7-4 15,3 4-2-15,-2-3-9 0,0 3 4 0,1 1-1 16,-2-2-3-16,2 1 7 0,1-6-4 15,0 4-3-15,-2-2 3 0,1 3-8 0,1-3 6 16,0 0-2-16,0-2-3 0,0 7 4 0,0-6-8 0,0 0 6 16,0 2-3-16,-1-3-3 0,1 2 3 0,-1-1-2 15,1 0 3-15,-2 0-4 0,2-2-3 0,-1 0-2 16,0 4 5-16,-2-5 3 0,0 2-1 16,1-1 1-16,-3 1 0 0,0 0-8 0,2 1 4 0,1-3-1 15,-2 1-1-15,3-2 1 0,-2-1-2 0,2 2 10 16,-2 0-4-16,3-8 13 0,-4 9-21 0,2-3 4 15,-1 3 7-15,3-9-3 0,-1 12-2 16,0-7-5-16,1-5 8 0,1 10-4 0,-1-10 17 16,0 0-21-16,0 15 0 0,0-15 1 0,0 11 3 0,0-11-2 15,4 11 9-15,-4-11-10 0,5 9 3 0,-5-9-3 16,4 14 10-16,-2-7-9 0,2 1 7 0,0 0-3 16,-4-8 0-16,4 13-5 0,0-4 4 0,2 0-2 15,-6-9 1-15,5 12 5 0,-2-6-5 0,-3-6 2 16,5 15-3-16,-5-7 4 0,1 0 1 15,2 1-1-15,-3 1-3 0,0 0-22 0,0 1 4 16,-2-3 6-16,1 2-3 0,-1 0 1 0,-1 0-4 0,3-2 10 16,-3 2 4-16,-1-4-10 0,1 2 11 0,-2 2 0 15,2-2-10-15,-2 2 3 0,2-2 3 0,-2 1 0 16,1-1-1-16,-1 2-9 0,-2-3-1 0,0 1-18 16,0 1 3-16,-1-2-19 0,0 1-6 15,1 2-6-15,-1-3-11 0,8-7-59 0,0 0-145 16,0 0 65-16</inkml:trace>
  <inkml:trace contextRef="#ctx0" brushRef="#br0" timeOffset="39119.11">22662 15929 44 0,'0'0'83'0,"0"0"-8"0,0 0 0 16,-4-5 3-16,4 5 2 0,0 0-12 0,0 0 6 16,0 0-8-16,-4-6-9 0,4 6-5 0,0 0-6 15,0 0-3-15,0 0 9 0,0 0-11 0,0 0 11 16,0 0-2-16,0 0-2 0,0 0 4 0,0 0 0 16,0 0-2-16,0 0-3 0,0 0-1 0,0 0-4 15,0 0-4-15,0 0 0 0,0 0-4 0,0 0 6 16,0 0-5-16,0 0 2 0,0 0-13 0,0 0 6 15,0 0-1-15,0 0-2 0,0 0-7 0,0 0 0 16,0 0 1-16,0 0-2 0,0 0 3 0,0 0-2 16,0 0 3-16,0 0 0 0,0 0-4 0,25 13 0 15,-15-9-2-15,0 2 4 0,0 3-7 0,4 0 2 16,-1 2 2-16,4 0-1 0,-3 1-4 0,4 0-1 16,-3 1-2-16,2-2 4 0,1 8-3 0,-2-5 1 15,1-3-2-15,-3 0 0 0,1 4-7 0,2-3-1 16,-3-1 3-16,1 1 2 0,-4 1-1 0,1-1-8 15,0 1-14-15,-3-2-14 0,0 1-26 0,-2-4-27 16,1 1-29-16,0 0-2 0,-1-1-32 0,0-2-116 16,-3 2-283-16,-3-2 124 0</inkml:trace>
  <inkml:trace contextRef="#ctx0" brushRef="#br0" timeOffset="39334.25">22915 15886 137 0,'-4'-6'121'16,"4"6"-9"-16,0 0-12 0,0 0-13 0,0 0-15 16,-2-7-3-16,2 7-4 0,0 0-13 0,0 0 3 15,-7 24-3-15,1-8-4 0,2 10-2 0,-5 6-9 16,-4 15-18-16,2-3-20 0,1 2-24 0,-2 3-29 15,-2 2-39-15,-6 0-58 0,-3-2-161 0,2-4 72 16</inkml:trace>
  <inkml:trace contextRef="#ctx0" brushRef="#br0" timeOffset="39599.99">22706 16772 126 0,'11'-6'132'0,"3"-3"-9"0,8-7-15 0,8 1-11 0,2-3-6 16,15-6-11-16,4-4 8 0,3 1-25 0,4-4-11 15,23-5-18-15,-25 11-21 0,27-7-22 16,-31 7-43-16,2 6-106 0,-3-1-171 0,-4 3 75 16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23T09:35:21.01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17150 10335 17 0,'0'0'177'0,"-8"-6"1"16,8 6-6-16,-7-3-8 0,7 3-8 0,0 0-10 0,0 0-6 16,-4-6-20-16,4 6-8 0,0 0-11 15,0 0-4-15,0 0 4 0,0 0 5 0,31 6 1 16,-10-6-9-16,9 0-9 0,4 0-7 0,6 0-6 16,16-6 2-16,3-1-14 0,5 1-8 0,0-4-6 0,32-5-3 15,-2 4-7-15,-4-5 4 0,-27 6-10 16,27-3-4-16,-25 4-1 0,1 0 0 0,23-8-2 15,-32 5 4-15,-2-2-11 0,-4 4 4 0,-12 4-3 0,-1-2-2 16,-3 1-1-16,-4 0 0 0,0-1 2 0,-9 3-5 16,-3 2-2-16,-8-1 2 0,2 0-2 0,0 1 4 15,-1 0 7-15,-2 0 1 0,-5 2 9 16,1-2-2-16,-6 3-2 0,11-2 1 0,-11 2-3 0,0 0-6 16,3-7-4-16,-3 7-4 0,0 0-14 0,0 0-9 15,0 0-21-15,-19-4-34 0,11 3-39 0,8 1-32 16,-15 1-55-16,15-1-39 0,-13 3-190 0,8-2-453 15,5-1 201-15</inkml:trace>
  <inkml:trace contextRef="#ctx0" brushRef="#br0" timeOffset="749.23">18086 10403 153 0,'-3'-11'254'0,"0"2"-16"0,1 3-13 15,-2 0-16-15,4 6-13 0,-3-10-19 0,3 10-13 0,-2-8-19 16,2 8-19-16,0 0-14 0,-1-7-14 0,1 7-11 15,0 0-11-15,0 0-11 0,0 0 0 0,0 0-9 16,0 0-6-16,10 32-5 0,-5-16-6 0,1 1-4 16,3 8-1-16,-1 0-3 0,-2 1-3 0,2 0-5 15,1-3-1-15,-4-4-2 0,1 5-1 0,2 4-5 16,-3-6 1-16,2-3-2 0,-4 0 1 0,1-1-3 16,-1 1 2-16,1-1-3 0,0-1-4 0,1-1 0 15,0-2 3-15,-1-1-5 0,1 2 7 0,-3-5-6 16,2 0 1-16,0-1-3 0,0-2 2 0,-2 1-1 15,3 0 0-15,-2-3 8 0,-3-5-7 0,5 8 0 16,-5-8 1-16,4 7 3 0,-4-7 2 0,4 2 9 16,-4-2-9-16,0 0-3 0,14-14 0 0,-8 3 5 15,3-3-6-15,-1-4-3 0,7-5-1 0,-3-5 2 16,3 4-2-16,-3-2 2 0,4 0-2 0,-3 1-6 16,1-2 3-16,0 2-7 0,-1 5-4 0,-3 2-8 15,0 4-6-15,-5 5-23 0,2-1-22 0,-3 4-37 16,-2 1-45-16,-2 5-31 0,0 0-15 0,0 0-11 15,0 0-134-15,0 0-369 0,-15 18 164 0</inkml:trace>
  <inkml:trace contextRef="#ctx0" brushRef="#br0" timeOffset="970.66">18259 10829 128 0,'-14'1'170'0,"7"-1"-12"16,-4-1-12-16,-3 0-6 0,-4-1-9 0,-1 0-10 15,-1 0-1-15,-8-2-4 0,6 3-1 0,-5-2-8 16,4-1-5-16,3 1-8 0,-1 0-4 0,2 0-10 0,0-2-9 16,1 3-5-16,5-2-8 0,1 1-9 15,0 3-5-15,2 0-11 0,10 0-18 0,-16-1-32 16,16 1-29-16,-10 4-36 0,6 0-27 0,-3-1-3 16,2 7-15-16,-1 0-20 0,0 5-106 0,5 0-273 0,-1 2 121 15</inkml:trace>
  <inkml:trace contextRef="#ctx0" brushRef="#br0" timeOffset="1899.74">18514 11021 160 0,'-8'-6'245'0,"-2"1"-13"0,-2 2 6 16,-3-3 0-16,1 5-7 0,1-2-7 0,0 2-15 16,1 1-17-16,-3 3-12 0,1-1-23 0,-2 5-17 15,-1 0-13-15,1 4-13 0,-1 3-10 0,-1 5-10 16,3 2-11-16,-2 0-10 0,7-3-4 0,-3 4-9 16,4-4-9-16,3 0-3 0,2-1 2 0,1 1-14 15,3-1 1-15,2-1-3 0,0 1-10 0,6-4 12 16,-3 2-17-16,6-2-7 0,1-1-7 0,3-1-3 15,-3-4-30-15,2 0-17 0,0-2-25 0,-2 0-22 16,5-1-21-16,-2-3-21 0,2-2 0 0,2 0 1 16,1-5 1-16,0-1 9 0,2 0 2 0,-4-1 14 15,7-4 9-15,-8 0 15 0,-1 1 3 0,-4-1 15 16,1-2 10-16,-2 0 8 0,2 0 13 0,-4-2 7 16,-3 3 11-16,-2 1 24 0,1 3 19 0,-2-1 29 0,1 3 18 15,-1 0 12-15,-3 7 5 0,3-9 3 16,-3 9-3-16,1-10-4 0,-1 10-3 0,0 0-3 15,0 0-6-15,0 0-9 0,0 0 0 0,0 0-2 16,0 0-4-16,0 0-1 0,-20 11-7 0,14-1-1 0,-1 1-8 16,-3 1-6-16,2 4 0 0,2-5-6 15,-3 2-2-15,5 0-5 0,3-2-4 0,-2 3 8 16,3-4-14-16,3 1 3 0,1-1-5 0,-1 1 2 16,1-1-2-16,3-4-1 0,-1 1 8 0,4 2-9 0,1-3 2 15,-2-1-4-15,4-1-1 0,-1 0 0 16,2-3-5-16,-2-2-1 0,2 4-2 0,0-5-2 15,-3 1 2-15,1-3 0 0,-3-1-2 0,-2 1 0 16,-1 1 0-16,1-4 0 0,-2-1-4 0,-1 2 8 0,-3-4-9 16,-1 2 0-16,-2-3-2 0,-1 1 4 0,-1 0-1 15,1 0 2-15,-1-6-2 0,-1 6 3 0,1 0-1 16,0-3-1-16,-1 3-3 0,2-2 6 0,1 6-3 16,0-2-1-16,2 8-4 0,2-13-1 0,0 6 1 15,1 0 2-15,3 2-3 0,3-1 5 0,4 2 1 16,0 1-1-16,1 0 0 0,2 4 2 0,2 2 9 15,-1 4 6-15,-3-2-5 0,1 1-2 0,-2 0-2 16,0 8 2-16,-3-7-1 0,3 6-2 0,-4 0 2 16,-4-2 0-16,0 0-2 0,-1 2 1 0,1-2 4 15,-3 1-1-15,0-3 2 0,-1 1-4 0,-1-4 1 16,1 1 3-16,-1-7-3 0,2 11 8 0,-2-11 1 16,-2 10 1-16,2-10 7 0,0 0 11 0,2 7 5 15,-2-7 1-15,0 0 8 0,0 0 17 0,0 0 3 16,0 0-3-16,0 0-11 0,0 0-4 0,0 0-2 15,0 0-11-15,0 0-4 0,2-33-2 0,5 17 1 16,0 1-2-16,5 0-8 0,-5-1-3 0,5 1 7 16,-1 0-19-16,2 1 12 0,0 2-1 0,-3-1 3 15,1 5 0-15,0 1-9 0,-3 1 1 0,-1 2-1 16,5 0 1-16,-5 4-10 0,-7 0 9 0,15 4-3 0,-5 2 0 16,-3 0-4-16,2 1 3 0,-1 0 0 15,0 3-3-15,-2-1-3 0,-2 1 0 0,1 2 3 16,-1-2 2-16,0 0-5 0,1 1-43 0,-4-1-40 15,2-1-35-15,-2 1-42 0,-1-1-48 0,-1 1-50 16,1 0-60-16,-2-5-183 0,2-5-544 0,4 11 242 16</inkml:trace>
  <inkml:trace contextRef="#ctx0" brushRef="#br0" timeOffset="2143.63">19293 11026 50 0,'0'-26'263'0,"-2"1"-11"0,0 9 8 0,1 3 4 15,0-2 1-15,0 4 11 0,-1 1-15 0,4 5-24 16,-2 5-18-16,0-12-24 0,0 12-23 0,1-7-18 16,-1 7-27-16,0 0-5 0,0 0-3 0,0 0-4 15,5 21 14-15,-4-4-1 0,4 9-1 0,-3 2-13 16,-2 1-16-16,0 3-9 0,0-4 6 0,-2 2-18 16,1-4-9-16,1 2-14 0,-1-2-3 0,-2 0-1 15,2-9-6-15,1 2-4 0,0-3-8 0,-1 0-16 16,2 0-7-16,0-3-35 0,-1-2-46 0,3-3-32 15,-3-2-46-15,1 1-32 0,-1-7-38 0,1 12-42 16,-1-12-26-16,3 3-27 0,-3-3-178 0,0 0-532 16,0 0 235-16</inkml:trace>
  <inkml:trace contextRef="#ctx0" brushRef="#br0" timeOffset="2416.71">19250 11151 84 0,'-3'-8'221'0,"-1"0"-13"0,2 5-18 0,2 3-7 16,-4-10-18-16,4 10-10 0,-5-5-13 0,5 5-15 15,0 0-6-15,0 0-11 0,0 0-9 0,9-8-2 16,0 6-7-16,2-2-6 0,10 0-3 0,-1 2-6 16,8-1-7-16,2-4 3 0,-2 3-8 0,-6 1-9 15,-2 1-2-15,2-1 2 0,-10 3-6 0,6-3-2 16,-5 3-8-16,-3 0 0 0,2 0-7 0,-6 1-1 16,-6-1-5-16,14 4 5 0,-6-1 13 0,-3 2 3 15,0 1 4-15,-1 2 10 0,0 2 1 0,-1 0 5 16,-1 1-5-16,3 0-2 0,-4 0-6 0,-1 1-6 15,2 1 0-15,-2-2-9 0,1-1-3 0,0 2-11 16,0-2-24-16,-2 0-33 0,0 0-50 0,1-1-59 16,-1 0-57-16,1-9-66 0,-3 13-225 0,3-7-529 0,0-6 233 15</inkml:trace>
  <inkml:trace contextRef="#ctx0" brushRef="#br0" timeOffset="2580.3">19505 10804 185 0,'-1'-10'269'16,"0"-2"-7"-16,-2 5-4 0,2-1-16 0,1 8-15 0,-1-11-26 15,1 11-21-15,-3-10-19 0,2 4-24 0,1 6-25 16,0 0-25-16,0 0-36 0,0 0-48 0,0 0-77 16,18 2-93-16,-18-2-189 0,20 9-386 0,-7-5 172 15</inkml:trace>
  <inkml:trace contextRef="#ctx0" brushRef="#br0" timeOffset="3315.59">19542 11215 36 0,'0'0'197'16,"0"0"-11"-16,0 0-17 0,-3-7-17 0,3 7-13 16,0 0-12-16,0 0-18 0,0 0-11 0,0 0-13 0,0 0-9 15,0 0-6-15,0 0-7 0,0 0-5 0,0 0-7 16,11 18-5-16,-7-11-5 0,-1 0-6 0,0-1-2 16,3 3-4-16,-3 0 1 0,1-4-3 0,-1 1 3 15,-1 1-2-15,-2-7-6 0,3 10 8 0,-1-6-3 16,-2-4 15-16,2 8 16 0,-2-8 14 0,0 0 14 15,0 0 5-15,1 9 10 0,-1-9-6 0,0 0 1 16,0 0 13-16,0 0-1 0,0 0 0 0,0 0-6 16,0 0-11-16,0 0-13 0,0 0-11 0,0 0-12 15,5-28-4-15,-2 16-1 0,3-5-12 0,0 1-4 16,2-2-7-16,4-4-5 0,-1 5-2 0,4-4-6 16,-4 4-1-16,1 1 0 0,-1 3 1 0,-1 4-7 15,-1-1 2-15,0 3-5 0,-2 0-5 0,0 4 4 16,0 0-1-16,0 1-3 0,-7 2 3 0,11 3-4 15,-11-3 3-15,12 4-3 0,-7 1-1 0,0 2 8 16,-1-4-9-16,1 7 3 0,1 0-1 0,-3-1-1 16,1 1 0-16,-2 0 3 0,1 1-14 0,-1-1-28 15,0-1-28-15,-1 1-34 0,0 1-33 0,-2 0-38 16,1 0-40-16,-1-1-39 0,-2 1-188 0,2-2-479 16,-2-2 213-16</inkml:trace>
  <inkml:trace contextRef="#ctx0" brushRef="#br0" timeOffset="3889.46">19645 11147 22 0,'-3'-8'206'0,"3"8"-6"0,0 0-10 0,0 0-4 16,-1-7-12-16,1 7-13 0,0 0-12 0,0 0-13 15,0 0-14-15,0 0-15 0,0 0-11 0,0 0-8 16,0 0-11-16,0 0-8 0,0 0-8 0,0 0-8 16,0 0-3-16,0 0-1 0,0 0-5 0,0 0-6 15,0 0-2-15,0 28-2 0,-2-20-3 0,4-1-4 16,-2-7-2-16,-2 15-8 0,2-8 1 0,3 3 2 16,-3-3-7-16,1 1 3 0,1 1-2 0,-1-3-2 15,-2 3-4-15,2 0 4 0,-1-2-3 0,0 3-7 16,0 0-12-16,0 0-27 0,0-1-37 15,-1-1-50-15,1-8-40 0,-2 13-197 0,1-5-391 0,1-8 174 16</inkml:trace>
  <inkml:trace contextRef="#ctx0" brushRef="#br0" timeOffset="4067.71">19634 10899 199 0,'0'0'201'0,"-2"-9"-22"0,2 9-22 16,0 0-17-16,-1-8-29 0,1 8-29 15,0 0-35-15,0 0-17 0,0 0-28 0,0 0-24 16,0 0-36-16,14 15-45 0,-10-5-59 0,1 6-174 16,0 0 78-16</inkml:trace>
  <inkml:trace contextRef="#ctx0" brushRef="#br0" timeOffset="4483.53">19783 11101 123 0,'0'0'166'0,"0"0"-16"16,0 0-10-16,0 0-3 0,1 12 5 0,0-7-10 16,-1 5-8-16,-1 1-8 0,1 4-11 0,0 2-8 15,-1-1-9-15,1 0-6 0,1-1-7 0,-1-3-2 0,0-2-6 16,1-1-11-16,-1-2-2 0,3-1-2 15,-3-6-4-15,0 13 16 0,0-13 15 0,0 7 16 16,0-7 16-16,0 0 10 0,0 0 6 0,0 8 13 16,0-8-3-16,0 0 8 0,0 0-6 0,0 0-8 0,0 0-17 15,0 0-11-15,0 0-15 0,0 0-8 0,0 0-14 16,0 0-14-16,-8-28-8 0,8 17-9 16,2 0-10-16,1-6-9 0,2-1-10 0,3-1 0 15,2-5-7-15,3 3-4 0,-3 4 8 0,1 2-8 0,1 0 4 16,0 1-1-16,-4 5-3 0,0 1 3 0,0 1-4 15,-2 4 2-15,0-3-4 0,0 4 4 0,3 1 5 16,-9 1-7-16,13 5 0 0,-6 1-3 16,2 2 3-16,-1 2 1 0,1 2 3 0,-1 2-3 0,-1 1 3 15,1 0-3-15,-3 1 1 0,-1-2 3 0,0 2-3 16,1-1 4-16,-3-2 0 0,2-1-11 0,-1 0-31 16,1 0-32-16,-3-1-34 0,1 1-43 0,0-2-29 15,0 0-25-15,0-3-34 0,1-2-23 0,0 2-170 16,2-4-466-16,-5-3 207 0</inkml:trace>
  <inkml:trace contextRef="#ctx0" brushRef="#br0" timeOffset="4865.66">20119 11157 37 0,'0'-7'199'16,"0"7"9"-16,-3-14 6 0,3 14-8 0,0-8-13 16,0 8-14-16,-1-7-18 0,1 7-18 0,0 0-18 15,0 0-14-15,0 0-7 0,0 0-5 0,0 0-5 16,0 0-3-16,0 0-9 0,-4 29-5 0,4-20-4 15,0 0-11-15,1-2-9 0,2 3-2 0,0-1-1 16,-1 1-10-16,1-4-6 0,3 2 0 0,-1 0-5 16,0-3 4-16,2-1-5 0,2 1 2 0,1-2-4 0,-2-1 3 15,2-1 1-15,1-1 4 0,1-1-3 16,-2-4 0-16,3 1-3 0,-4-1 3 0,0 0-6 16,1-4-4-16,-1-1 3 0,1-4 1 0,-4 3-3 15,1-3-1-15,-2-3-2 0,-1-1-1 0,-2 2-4 0,0-2 5 16,-4 1 11-16,2 4 7 0,-1 2 3 0,1 0 5 15,0 11 8-15,0-14 8 0,0 14-9 0,-1-10-9 16,1 10-2-16,-2-6-12 0,2 6-3 16,0 0-5-16,0 0-6 0,0 0 4 0,0 0-5 15,0 0-4-15,4 27 3 0,-5-9-1 0,-2-2-2 0,3 3 1 16,0-2-7-16,3 2 4 0,-2 0 1 0,2 0-1 16,2-2-12-16,0-2-18 0,-2-3-28 15,0 3-33-15,3-2-44 0,-3-3-45 0,1 1-41 0,1-3-27 16,2 1-31-16,0-4-183 0,0-2-490 15,4-1 217-15</inkml:trace>
  <inkml:trace contextRef="#ctx0" brushRef="#br0" timeOffset="5649.44">20470 11205 104 0,'0'-12'156'0,"1"2"24"0,1 0 29 0,-4 4 3 16,2 6 4-16,0-13-2 0,0 13-5 0,0-9-12 16,0 9-16-16,0-8-22 0,0 8-17 0,0 0-13 15,0 0-8-15,0 0-5 0,0 0-1 0,0 0-9 16,0 0-9-16,0 0-6 0,-7 30-8 0,9-21-14 15,-2 2-8-15,2-1-2 0,-1 1-5 0,0-1-9 16,3 1 2-16,1-3-6 0,-1 1-8 0,3-1 1 16,-2-2-3-16,0-1-4 0,1-1-2 0,0 0-1 15,0 0-2-15,0-2 0 0,-6-2-4 0,15 2-3 16,-8-2-2-16,-7 0-2 0,12-6-2 0,-4 2-1 16,-4 0-1-16,1-3-3 0,-1-2-8 0,-3-1-4 15,2-2 0-15,-3-4-3 0,-1 0 2 0,-3 1-5 16,0-2 2-16,0 2 0 0,-4-2 3 0,2 2 4 15,1 1 4-15,0 4 2 0,1-1 1 0,-3 3 1 16,2 0 0-16,3 3 6 0,-3 1 2 0,5 4-7 16,-7-8 0-16,7 8-6 0,-4-6 1 0,4 6-4 0,0 0 1 15,0 0-2-15,0 0 5 0,0 0 2 16,0 0-5-16,0 0 4 0,25 3-2 0,-15 0 6 16,3 1-3-16,0-2 1 0,6 0-4 0,-3-1 4 15,-2-1-2-15,3 2 5 0,-3-1-4 0,0-1-2 0,-4 0 2 16,3 2-3-16,-3-1-2 0,-2 1-7 15,1 0 5-15,-1 2 4 0,-2 0 1 0,-1 0 1 16,4 3 6-16,-3 2 7 0,0 1 11 0,1 5 1 16,0-1 3-16,-1 2 1 0,-1 1-4 0,0-1-5 0,0-1-3 15,-1-3 0-15,1-2-4 0,0-1-4 0,0 1 4 16,2-1 4-16,-3-4-1 0,1 2-5 0,0-4 0 16,3 0-2-16,-2 0-6 0,-6-3-2 0,14 0 5 15,-14 0-5-15,17-6 2 0,-8 3-6 0,-2-3 8 16,1-1-2-16,-2-1-5 0,1-2 1 0,-2-1 2 15,0-4-2-15,1 0 2 0,-3 0-3 16,-2-2-1-16,0 0-2 0,-1 2 5 0,2 0 1 16,-2 3 7-16,0 3-6 0,0 1 1 0,0 8-3 0,0-11-3 15,0 11-4-15,0 0-4 0,-2-9-1 0,2 9 9 16,0 0 0-16,0 0 9 0,0 0-4 0,0 32 3 16,2-21-1-16,0 1-2 0,1 0-2 0,1 0 3 15,-2-1 3-15,3-1-5 0,2 0-3 0,-1-1 6 16,2-2 0-16,-2 0 6 0,3-2-6 0,1-1 3 15,-2-1-6-15,5-3-3 0,-3-2-1 0,2 0 4 16,-1-4-1-16,-1 2 0 0,-2-1-3 0,1-1 3 16,0-1-2-16,-1-1-2 0,-2-1 5 0,-2-2-2 15,2 1-5-15,-2-1 3 0,-2 1-4 0,0 1 3 16,-1 1 0-16,2 1 3 0,-2 0-1 0,-1 7-1 16,4-10 0-16,-4 10-7 0,1-7 8 0,-1 7-4 15,0 0 2-15,0 0 3 0,0 0-4 0,0 0 6 16,-13 20-4-16,8-8 5 0,-1 1 8 0,2 0-6 15,-1 4-6-15,0-1 3 0,3-2-9 0,-2 2-21 16,3 0-44-16,0-2-64 0,-2 3-74 0,1-5-68 0,-1 2-250 16,5-4-571-16,-2 2 253 0</inkml:trace>
  <inkml:trace contextRef="#ctx0" brushRef="#br0" timeOffset="6182.54">21523 10910 190 0,'0'0'322'0,"-2"-7"-36"0,2 7-23 0,0 0-20 0,0 0-12 16,0 0-6-16,-13 17-21 0,11-6-16 0,0 4-13 16,1 3-24-16,2-1-13 0,2 1-15 15,-1-2-8-15,6 1-13 0,-2 0-15 0,2-2 1 16,1 1 4-16,2-2-18 0,0-3-7 0,3 1-5 0,-5-3-1 15,2-2-1-15,2 0 4 0,-2-2-19 0,1 0-2 16,1-2 0-16,-3 1-2 0,0-3-5 16,-1-1-3-16,-1 0 6 0,-8 0-15 0,13-5 11 15,-5-1-9-15,-4 2 12 0,2-6-15 0,-1 1-4 0,-1-1-1 16,2 0-16-16,-4 0 8 0,2-2 3 0,-1 5-2 16,-2 0-1-16,-1 7 9 0,3-10-13 0,-3 10-4 15,2-9 1-15,-2 9-9 0,3-5-1 0,-3 5 3 16,0 0-10-16,0 0 6 0,0 0 0 0,11 14 5 15,-4-7-2-15,-4 3 1 0,3 0 1 0,0 0 3 16,0 2-5-16,3-5 7 0,0 3-3 16,2-2 3-16,0 0-3 0,0-2 4 0,0-1 3 0,3-2 9 15,-1 0-11-15,-1-3 2 0,2-2 3 0,-1 0-11 16,-1 0 12-16,-2-3-2 0,1-1 9 0,-2-2-4 16,-2 0-1-16,-1-2 6 0,2-5-5 0,-6 3 7 15,3-3-1-15,-1-3-5 0,0-3-3 0,-4 2-4 16,0-6 2-16,-1 7-2 0,-2 1-2 0,1-1-1 15,-2 2-7-15,1 4-10 0,2 3-2 0,-4 0-11 16,2 2-24-16,3 7-26 0,-2-9-38 0,2 9-41 16,-3-7-29-16,3 7-18 0,0 0-4 0,0 0-20 15,0 0-5-15,17 12-11 0,-6-6-6 0,7-1-139 16,0-2-420-16,4-1 186 0</inkml:trace>
  <inkml:trace contextRef="#ctx0" brushRef="#br0" timeOffset="6465.77">22106 10895 1263 0,'21'-1'-92'0,"0"0"33"0,-7-2 28 0,-1 3 37 15,0 0 33-15,-2-2 25 0,-4 1 34 0,-7 1 21 0,11-4 15 16,-11 4 7-16,8-1 1 0,-8 1 8 0,0 0 5 15,0 0 2-15,0 0 0 0,0 0-3 0,-17 14-4 16,4-3 2-16,-3 0-10 0,1 2 4 16,-2 2-14-16,-3 4-9 0,0 0-10 0,6-3-17 0,2-1-2 15,3-1-17-15,1-3-5 0,2 3-4 0,4-4-14 16,-2 1-5-16,4 0-2 0,2-2-6 0,2 1-5 16,3-1-5-16,1-4-8 0,2-1-3 15,2-1 2-15,2-1-6 0,-3-4-1 0,3 2-2 16,-1-3-3-16,1-3-2 0,-2 2-4 0,-2-4-5 0,0 0 4 15,-1 2 14-15,-3-2-14 0,2 2-6 16,-2 0 8-16,-1 0-6 0,-2 0 5 0,-3 6-4 0,6-5 0 16,-6 5-1-16,6-7-5 0,-6 7-1 0,0 0 1 15,0 0-2-15,0 0 9 0,6 15-3 0,-5-5-5 16,-1-1-15-16,0 2-35 0,-1 1-59 0,0 0-75 16,0 0-77-16,-1 1-64 0,0-2-228 0,-1 1-605 15,2-1 267-15</inkml:trace>
  <inkml:trace contextRef="#ctx0" brushRef="#br0" timeOffset="6999.82">22398 10962 90 0,'0'-8'312'15,"0"8"-19"-15,0-9-32 0,0 9-26 0,0-9-29 16,0 9-18-16,0 0-14 0,0 0-1 0,0 0-5 15,0 0-16-15,12 23-17 0,-4-9-10 0,0 0-8 16,-1 0-10-16,3 3-10 0,-1-3-5 0,-1 1-7 16,2-1-12-16,-2-3-6 0,0-2-11 0,-1 2 0 15,1-3 4-15,-2 1-12 0,-2-4-4 0,1 0-4 16,-1 0-7-16,-4-5-3 0,5 8 1 0,0-5-6 16,-5-3 1-16,5 2-2 0,-5-2-3 0,0 0 0 15,0 0-4-15,0 0 2 0,13-13-1 0,-10 5-1 16,1-1-9-16,2-4-3 0,2 0 2 0,1-3 3 15,0 4-3-15,0 1 0 0,-2-1-5 0,1 4 4 16,-2 0-1-16,2 1-8 0,-3 1 2 0,1 1 5 16,-2 1-4-16,2 1 1 0,-6 3 3 0,11-5 2 15,-11 5-1-15,10-1 1 0,-10 1-1 0,14 0 9 0,-5 0 2 16,1-2-2-16,2-1 10 0,1-2-4 16,-2 3 8-16,7-5 6 0,-2 1-15 0,1-2-3 15,-3 1-1-15,2-3 2 0,-1 1 0 0,-1-2-8 16,-1 1 2-16,-3 0-3 0,-2 0 4 0,-2 2-2 15,-1-3-1-15,-2 1-2 0,-1 2-1 0,0-3 1 0,-4 0 1 16,2 1-7-16,-5 1 6 0,3-2 9 0,2 11-13 16,-12-13-1-16,1 9-3 0,0 0 9 15,-3 4-10-15,-3 5-4 0,-3 3 3 0,4 3-2 0,-7 6 4 16,1 8 3-16,4-2-4 0,3 5-5 0,1-3 4 16,5 1 1-16,4 1 4 0,2-1-8 0,4-1 8 15,7-5-4-15,5 2-6 0,5-5-24 0,1 0-55 16,10-3-76-16,1-2-90 0,2-5-82 0,1-2-210 15,-1-2-589-15,-3 1 260 0</inkml:trace>
  <inkml:trace contextRef="#ctx0" brushRef="#br0" timeOffset="7503.81">19445 10533 139 0,'0'0'294'0,"0"0"-33"16,0 0-24-16,0 0-24 0,36-7-21 0,1 4-19 15,22-3-18-15,33-2-20 0,5-1-13 0,9-4-14 0,8-1-11 16,9-1-10-16,11-1-8 0,2 3-5 16,9 1-11-16,7 0-11 0,-5 4-27 0,3 0-34 15,8 1-70-15,6 3-61 0,2 1-65 0,-14 7-141 16,4-2-375-16,-4-4 167 0</inkml:trace>
  <inkml:trace contextRef="#ctx0" brushRef="#br0" timeOffset="8700.57">16303 12039 47 0,'0'0'220'0,"0"0"-26"15,-3-6-24-15,3 6-16 0,0 0-16 0,0 0-21 16,0 0-11-16,0 0-5 0,0 0-10 0,0 0-8 16,0 0-7-16,0 0-2 0,5 29-7 0,-1-18-3 0,-1 1-6 15,-1-2-2-15,1 0-6 0,1-1-2 16,-2-1-6-16,-1-3 2 0,2 1-1 0,1 1 10 15,-4-7-1-15,5 6 10 0,-1-3 2 0,-4-3-3 16,4 6-4-16,-4-6-1 0,0 0-2 0,10 3-5 16,0-7-4-16,3 0-5 0,5-3-7 0,7-7-4 0,6-2-13 15,2-3-21-15,13-9-20 0,0-5-39 16,4-3-48-16,2 1-36 0,25-20-62 0,-9 3-149 16,2 1-388-16,0-1 172 0</inkml:trace>
  <inkml:trace contextRef="#ctx0" brushRef="#br0" timeOffset="9249.11">16797 13891 135 0,'0'0'174'16,"0"0"-18"-16,0 0-11 0,0 0-7 0,0 0-11 15,7 7 0-15,-5-3 5 0,-2-4-8 0,3 10-12 16,1-1-7-16,-2-3-8 0,1 6-12 0,-1-2 0 15,1 3 0-15,0 4-4 0,0-4-12 0,4 3 1 16,-4 0 3-16,1-1 0 0,0-3-10 0,-1 0-5 16,-1 1-4-16,2-4-5 0,0 1-4 0,1-3 1 15,-3 2-5-15,0-4-3 0,-2-5-4 0,0 11 1 16,0-11 2-16,0 0 2 0,0 9-1 0,0-9 2 16,0 0-7-16,6 3 2 0,-6-3-4 0,16-12-11 15,5-6-13-15,7-8-22 0,13-13-34 0,23-21-42 16,3-6-50-16,7-3-66 0,1-1-199 0,10-8-440 0,1-1 196 15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23T09:35:37.00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13402 5977 56 0,'0'0'101'0,"-8"-4"1"15,8 4-9-15,0 0-7 0,0 0-4 0,0 0-3 0,0 0-8 16,0 0-9-16,0 0-7 0,0 0-6 15,0 0 0-15,0 0-11 0,0 0-2 0,0 0-10 16,0 0 2-16,0 0 0 0,0 0-8 0,0 0 4 16,0 0-3-16,0 0-4 0,0 0 1 0,27 11 0 0,-14-9 5 15,10 1-6-15,6 1 3 0,2 0-8 16,3 1 0-16,-1-2 4 0,5 0 0 0,-4-2 1 16,16 3-2-16,-10-4-3 0,-1 2 0 0,10 2 8 15,-11-3-7-15,3 1 0 0,-5 1 4 0,4-3-6 0,12 0 2 16,-14 2-12-16,14-1 12 0,-15 2 0 0,14-3-1 15,-12 1-3-15,13-1 3 0,-16 2-3 16,15 0 1-16,-10-1 3 0,8 0-1 0,3 3-1 16,-12-2 7-16,12 1-4 0,0 0 1 0,-1-2 1 0,-12 2-1 15,2-2-2-15,10 1 1 0,-13-2-8 0,0 4 8 16,-2-5 0-16,3 4 0 0,-2-3-2 16,-1 0-2-16,1 0 2 0,-2 1 4 0,1 1-5 15,0-1 7-15,-2-4-1 0,0 3 0 0,2 2-2 0,-2-2-5 16,-3-2 3-16,2 4 2 0,-2-5-1 0,-2 3 0 15,-1-2-9-15,-6 2 5 0,-3-1 3 0,1 1-5 16,-2 0 1-16,-7 0 3 0,1 0-1 0,-3 0 10 16,-9 0-8-16,13 1 9 0,-6-1 5 0,-7 0-1 15,8 0-4-15,-8 0 4 0,0 0 1 0,12-2-2 16,-12 2-5-16,0 0-3 0,8 1-1 0,-8-1-4 16,0 0-1-16,0 0 0 0,0 0-11 0,0 0-6 15,0 0-17-15,0 0-31 0,0 0-29 0,0 0-30 16,0 0-32-16,0 0-17 0,5 3-115 0,-5-3-299 15,0 0 133-15</inkml:trace>
  <inkml:trace contextRef="#ctx0" brushRef="#br0" timeOffset="1330.18">18110 6000 47 0,'-5'-7'127'0,"5"7"-9"0,0 0 3 16,0 0-11-16,0 0-8 0,0 0-9 0,0 0-7 0,0 0-4 16,0 0-12-16,-6-4-15 0,6 4-2 0,0 0-6 15,0 0 10-15,0 0-24 0,0 0 2 0,0 0-22 16,0 0 18-16,0 0-11 0,0 0-1 0,0 0-1 15,0 0-2-15,0 0 3 0,0 0-3 0,31 7-14 16,-19-6 13-16,-1 3-4 0,7-2 6 0,-5 1-12 16,6 1-1-16,0-1 4 0,1-2 2 0,-1 2-5 15,0-1 2-15,0 0-2 0,1 1 4 0,0 0 2 16,3-2-2-16,-2 2-3 0,2 0 2 0,-2-3 3 16,7 2-5-16,1-1-3 0,-1 1 3 0,-6 0-4 15,6-1 6-15,2 1-2 0,-2-1 3 0,4 0-1 16,-3 3-2-16,3-1 2 0,0-3-5 0,1 0-1 15,3 1 4-15,0 0 1 0,2-1 2 0,3 0 5 16,9-4-7-16,2 3 7 0,-13-2-3 0,12 2 5 16,-14 0-6-16,2-1 0 0,0 0 2 0,0-1-4 15,14 1-1-15,-15 2-2 0,0 0 0 0,13-2 4 16,-12 0 0-16,1 4 2 0,0-4-3 0,10-1 4 16,-13 1-4-16,16 3 2 0,-15-1-3 0,14-3-4 15,-13 3-1-15,12-1 2 0,-11 1-1 0,11-3 7 16,0 6-12-16,0-5 4 0,1 4 8 0,-13-4-11 15,16 0 4-15,1 2 5 0,0-2-2 0,-1 3-2 16,1-2 5-16,2 0-8 0,-2 1 2 0,4-4-1 16,1 4 6-16,-3-2 3 0,-2 2-8 0,-1 0 6 15,7-1-3-15,-4-3-5 0,1 4 6 0,1 0-2 16,-1-1 1-16,1-1 0 0,-1 2-3 0,1-2 4 0,1 0-3 16,-1 0-2-16,1 6-1 0,-3-4 2 15,-2-2-6-15,6-1 9 0,-5 0-9 0,1 2 7 16,-2 2 0-16,-3-2 5 0,5 0-1 0,1 2-9 0,-3 0 2 15,0 1 2-15,2-4-3 0,-1 4 2 0,1-5-3 16,1 2 0-16,-6 3 2 0,4-2 2 0,-4-1-4 16,2-2 3-16,-5 3-1 0,2 0 0 0,-1 0 4 15,-1 3-11-15,-9-3 11 0,12 0-3 0,-13 0 2 16,17 0-4-16,-6-1 0 0,3 1-3 0,-15 1 1 16,15 0 3-16,-3 2 4 0,-13-3-6 0,2-1-2 15,12 2 6-15,-12-1-3 0,-3 0 0 0,3 0 3 16,-3-1 1-16,1 3 0 0,0 0-2 0,2-4 2 15,11 2-1-15,-10 0-4 0,-1-1 5 0,-2 1-2 16,14-3 1-16,-15 3-2 0,3 0 10 0,11 0-6 16,-15-1-1-16,2-2 0 0,1 3 7 0,-2 0-10 15,0 2-2-15,0-2 3 0,-1 0 3 0,-1 0-5 16,2-2 4-16,-3 2-1 0,0 0 1 0,1 0 1 16,-2-3 3-16,2 3-4 0,-2-2 7 0,4 1-3 15,-4 1-2-15,-2-1 0 0,1 1 3 0,-2-1-1 16,1-1 0-16,2 6-7 0,0-6 4 0,1 2 0 15,2-2-3-15,-2 0 0 0,-1 2 2 0,1 0-3 16,-4-1 3-16,3 2 2 0,-3-4-5 0,-1 3 2 16,2-2 2-16,-2 2 2 0,-8-2-2 0,0 2 1 15,2 0-1-15,-4 0-2 0,3 0 6 0,-4 0 0 16,4 0 4-16,-4 0-5 0,0 0 2 0,3 0-7 16,-1-1 12-16,-3-1-4 0,2 2 0 0,-6 0 0 15,1 0 4-15,-3-2-3 0,0 2 5 0,-2-1 1 16,0 1 0-16,-9 0 2 0,11-1-1 0,-11 1-2 0,7-2 2 15,-7 2 0-15,0 0 0 0,10-1 0 16,-10 1-2-16,0 0-3 0,0 0 0 0,0 0-8 16,0 0 4-16,10-1-6 0,-10 1 2 0,0 0-9 15,0 0-2-15,0 0-10 0,0 0-18 0,0 0-27 0,0 0-50 16,0 0-36-16,9 2-20 0,-9-2-180 16,9 2-374-16,-9-2 166 0</inkml:trace>
  <inkml:trace contextRef="#ctx0" brushRef="#br0" timeOffset="2429.3">26446 5970 13 0,'0'0'96'0,"0"0"-11"0,-8-3 6 16,8 3-6-16,0 0-6 0,-6-3-8 0,6 3-4 15,0 0-5-15,0 0-2 0,0 0-3 0,0 0 10 16,0 0-15-16,-9-4 4 0,9 4-4 0,0 0-1 15,0 0-11-15,0 0 4 0,0 0 2 0,0 0-4 16,0 0-4-16,0 0-13 0,0 0 2 0,0 0 2 16,0 0-10-16,31-1 12 0,-10 2 5 0,13 3 3 15,17-4-2-15,9 3-6 0,1-1 6 0,7-4-4 16,28 5 1-16,-1-8-5 0,-5 5 2 0,-27 0 1 16,2-2-7-16,27-1-6 0,-25 2-3 0,25-1 9 15,-27 2-5-15,25-4-7 0,-25 2 8 0,0 1-1 16,29-1-1-16,-31 1-4 0,-2-1-1 0,2-2-3 15,-3 5 7-15,1-2-3 0,-4-2 3 0,0 1 0 0,-5 0 2 16,-14 0 12-16,-1 1-1 0,-1-2-5 16,-3 0 0-16,-4 2 1 0,3 0 1 0,-12-1-5 15,-1 0 3-15,-5 2 4 0,-2-1-4 0,-2 0 2 16,-2 1-2-16,-1-2 1 0,-7 2-1 0,12-1-8 16,-12 1 4-16,8 0-5 0,-8 0 2 0,0 0-5 15,8-1 0-15,-8 1 2 0,0 0-3 0,0 0 3 16,0 0-6-16,9-1 1 0,-9 1 0 0,0 0-1 15,0 0-5-15,0 0 1 0,0 0-3 0,0 0-6 0,0 0-16 16,0 0-26-16,0 0-41 0,0 0-65 16,0 0-48-16,-19-10-154 0,5 8-382 0,-1-2 169 0</inkml:trace>
  <inkml:trace contextRef="#ctx0" brushRef="#br0" timeOffset="3778.35">6060 6906 5 0,'0'0'79'0,"-13"0"-7"16,13 0-4-16,0 0-5 0,-13 0 7 0,13 0-5 15,-9-1-6-15,9 1-12 0,-11 1 0 0,11-1-14 16,-10-3 8-16,10 3-10 0,-11 2-13 0,11-2 7 15,-10 2 10-15,10-2-2 0,-5 3-2 0,5-3 2 16,0 0-7-16,-9 0 8 0,9 0-6 0,-8 4 1 16,8-4 1-16,-10 2-2 0,10-2 2 0,-11 3-1 15,4 0 4-15,0-1-8 0,-1-1 6 0,8-1-8 16,-14 4 9-16,9-4-4 0,5 0-1 0,-10 3-2 16,10-3 5-16,-8 2-1 0,8-2-7 0,0 0-8 15,-7 3 7-15,7-3-5 0,0 0-1 0,0 0-8 16,0 0 14-16,0 0-14 0,0 0 6 0,17 7 7 15,4-6 2-15,9 0-4 0,7 0 7 0,18-2 1 16,7-1 3-16,28 0 1 0,-25-1-2 0,29-5 4 16,-30 2-1-16,28-1 0 0,-30 5-1 0,4 2-5 15,-3-6 3-15,1 2-2 0,-1 3-4 0,-2 1 3 16,1 1 6-16,-5 0 0 0,2 1-2 0,-7-2-4 16,2 1-3-16,-3-1 3 0,-11 0-3 0,11 2-1 0,-15-2-1 15,4-2-1-15,-2 2 0 0,14-1 2 16,-15-1-1-16,-2-2 6 0,-1 3 2 0,-2-1-1 15,-3-2 1-15,-7 4-1 0,-3-1-3 0,2-2 2 16,-8 3 2-16,1-3-3 0,-3 2-3 0,0 0 2 0,-4 1 0 16,1-1 4-16,-8 1-1 0,10 0 3 15,-10 0 0-15,0 0 0 0,11 1-3 0,-11-1 1 16,0 0-1-16,0 0 3 0,9-1-5 0,-9 1-3 16,0 0-2-16,0 0 2 0,0 0-4 0,0 0-6 0,0 0-1 15,0 0 0-15,0 0 0 0,8-1-1 16,-8 1-4-16,0 0 0 0,0 0-3 0,0 0-6 0,0 0-10 15,0 0-20-15,0 0-35 0,0 0-48 16,0 0-53-16,0 0-34 0,0 11-198 0,0-11-432 0,-12 13 192 16</inkml:trace>
  <inkml:trace contextRef="#ctx0" brushRef="#br0" timeOffset="33450.17">8405 10064 9 0,'0'0'89'0,"0"0"-11"0,10 0-1 0,-10 0-4 0,9-2 3 15,-9 2-6-15,0 0-4 0,10-1-10 16,-10 1-3-16,11-1-7 0,-11 1 1 0,7-2-8 0,-7 2 1 15,14 0-7-15,-5-2 0 0,-9 2-3 0,19 0 4 16,-8 0-7-16,-2 0 1 0,3 2-5 0,0-2 6 16,2 2-7-16,4-2 5 0,0 0-1 15,-2 0-4-15,3 2-7 0,1 0 4 0,-1-1-4 0,4 1 2 16,-4 0 2-16,2 2-8 0,0-2-2 0,1 0 0 16,-2 0-4-16,9 2 7 0,-7-2-4 0,7 2 3 15,0-1-2-15,-1-1 3 0,4 4 1 0,-1-3 6 16,2-3-4-16,-1 4-1 0,0-1 5 0,4-3 2 15,-1 3 10-15,4 1 2 0,-1-3 1 0,12 0 4 16,2 2-11-16,-12-2 4 0,12 3-6 0,1-3 0 16,-2 0 2-16,1-2 3 0,1 2 1 0,-2 1-4 15,-13-2 0-15,16 0 2 0,-3 0 0 0,3-2-3 16,-3 4 4-16,0-2-1 0,2-2 2 0,2 2 1 16,0-1 3-16,-1 0-2 0,4 0-1 0,-2 0-2 0,1-2 0 15,1 1-3-15,-1 1 0 0,0-3-3 16,-2-1-2-16,2 2 7 0,-1-3-6 0,3 1 1 15,-2-1-2-15,4-2 0 0,0 3 4 0,-2-3-8 16,-3 3 4-16,5-3-2 0,-3 6-7 0,-2-6 2 0,0 7-1 16,-1-5 0-16,-2 4-2 0,-1-3-1 15,-1 2 0-15,2 0-1 0,-1 0 0 0,2-1-1 16,1 3 5-16,-2-3-3 0,-1 2 2 0,2 0 1 16,0-1 3-16,-1 3 0 0,4-4 0 0,-3 2-2 0,0 1 2 15,-3-3-5-15,3 1 3 0,-14 0-5 0,15 3 0 16,1 1 1-16,-2-2 2 0,-3 1-3 15,3-2 3-15,-2 2-6 0,4 0 2 0,-2 0 3 0,2 2-5 16,2-2 1-16,-1 0 5 0,1 0-3 0,-1 1-2 16,-4-2 1-16,1 1-2 0,4-4 0 0,-3 4 0 15,-1 1 1-15,1 0 2 0,-1-1 0 0,0-2 1 16,5-1 1-16,-3 2-2 0,2 0 4 0,-2-4 5 16,7 0 5-16,-2-1 0 0,-1-2-1 0,5 1 0 15,-6 3-1-15,2-2-4 0,-3 2 1 0,3 0-3 16,3-2 5-16,-1-2 0 0,-4 3-1 0,4-1-3 15,-1 2 2-15,0-2 1 0,1 3-1 0,-3-1-4 16,0 1 6-16,3-3-4 0,-4 2-3 0,2-2 0 16,0 4-1-16,-1-2-1 0,3 0 1 0,-4 1-1 15,-1-1-1-15,0 2-3 0,3 0 2 0,-2-1-7 0,0 2 5 16,1 0-1-16,-3 1-2 0,2-3 2 16,-3 3-4-16,2-3 10 0,-1 1-11 0,-2 0 2 15,0 2 0-15,2 0 1 0,-4-3-5 0,3 0 4 16,1 5 0-16,-5-4-1 0,0 4 0 0,-13-1-2 0,14-2 4 15,1 3-1-15,-4 0 0 0,-11-2 2 0,13 4-1 16,-1-4 1-16,-13 1-1 0,-1-1 0 16,14 2 4-16,-14-2-4 0,3 2 2 0,0 1 4 0,-2-1-4 15,0 1 1-15,2 0 5 0,-2-2-7 0,-2 1 0 16,0-1-2-16,-2-1 0 0,0 2 2 16,1-2-3-16,-3 3 2 0,0-2 0 0,-1 1 1 15,-2-2 8-15,-1 0 3 0,-7-2 1 0,-1 2 6 16,1-1 6-16,-2 2-3 0,0-2 1 0,-2 1-6 0,-5 0 1 15,1 0-8-15,-1-1 4 0,-5 1-1 0,-7 0 2 16,13 0-6-16,-13 0-3 0,10-2 1 0,-10 2-2 16,7-2 9-16,-7 2-22 0,5-3-9 0,-5 3-34 15,0 0-48-15,0-9-44 0,0 9-19 0,0 0-59 16,0 0-55-16,-12-10-249 0,6 8-564 0,6 2 250 16</inkml:trace>
  <inkml:trace contextRef="#ctx0" brushRef="#br0" timeOffset="34830.1">25130 8958 8 0,'-12'-3'107'0,"1"0"-7"0,1 1-6 0,0 1-11 15,-2-1-5-15,2 1-6 0,-3 0-2 0,4 1-2 16,1-3-4-16,-6 3 6 0,7 0-9 0,7 0-1 16,-20-1 6-16,13 1-1 0,7 0 0 0,-13 0-1 15,13 0-4-15,-9 0-1 0,9 0-9 0,-9-2-1 16,9 2-5-16,0 0-4 0,0 0-1 0,0 0 1 15,0 0-2-15,-9 0-1 0,9 0-8 0,0 0 1 0,0 0-4 16,0 0 0-16,0 0-5 0,0 0 7 0,23 11-3 16,-13-6-3-16,11 1 0 0,-1 0 3 0,11 1 1 15,4 0-1-15,0-1-2 0,1-1-2 16,16 0 0-16,2 1 7 0,2 1 1 0,2-3 1 0,3-1-1 16,-2-1-5-16,5 0 0 0,-2 3-5 15,4-3-2-15,24 2-2 0,-27-4-2 0,2 3 3 0,-2-2-5 16,0 2-1-16,0-2 1 0,34 1 1 0,-34-3-4 15,2 2-3-15,27 0 0 0,-29-1 4 0,29-2 0 16,-27 3-2-16,27-1-6 0,-31-1 5 0,29 3 0 16,-25-3 1-16,27 1 5 0,-27 1 1 0,25 1-1 15,-25-1 1-15,2-4-3 0,27 6-1 0,-29 1 1 16,1-7-1-16,1 8 2 0,23-3-2 0,-28-1 2 16,-3 2 1-16,7-2 0 0,-3-2 2 0,-2 0-1 15,4 2 1-15,-1 1-2 0,0-1 1 0,0-3 0 16,-3 2-3-16,-2-2 3 0,2 2-1 0,-3 1 3 15,-2-4 3-15,-1 3 0 0,3 0-2 0,-6 0 0 16,4-1 2-16,-6 1 1 0,2 0 1 0,0 0 7 0,-2-4-6 16,-12 3 0-16,1 1 1 0,1-3 1 15,0 0-3-15,11 1 8 0,-14 1-3 0,2-1 1 16,-3 0 2-16,1 1-1 0,-1-1-2 0,0-2 3 0,1 3-1 16,0-1-2-16,-3 0 0 0,1-1-2 0,0 0-3 15,-1 0 1-15,-3 1-2 0,-3-2 0 16,0 1-5-16,-5 1-3 0,4-1-5 0,-5 2-5 15,-2-2-1-15,-1 2-1 0,-1 2 3 0,-1-2-3 0,-3-1 0 16,-2 2-2-16,0-1 1 0,-2 0-2 0,2-1 1 16,-6 2-5-16,-6 0-9 0,13-3-12 0,-13 3-16 15,10-1-20-15,-10 1-29 0,0 0-35 0,0 0-39 16,0 0-33-16,0 0-21 0,0 0-163 0,-43-3-418 16,13 0 185-16</inkml:trace>
  <inkml:trace contextRef="#ctx0" brushRef="#br0" timeOffset="36244.17">6005 9950 89 0,'0'0'94'0,"-13"1"6"0,5 0-9 0,8-1 10 15,-11 0-7-15,11 0-4 0,-12 2-6 0,5 2-8 16,-1-4-9-16,8 0-5 0,-12 1-5 0,4 1-3 15,8-2 10-15,-12 3-7 0,6 1 1 0,6-4-4 16,-9 1-2-16,9-1-3 0,-8 2-6 0,8-2-4 16,0 0-3-16,0 0-7 0,-8 3-1 0,8-3 3 15,0 0-3-15,0 0 1 0,0 0 0 0,17 11 0 16,-11-8 0-16,5-1-1 0,1-1-3 0,5 2 0 16,2 0 1-16,2 0-6 0,6 1 3 0,3-1 1 15,3 0 0-15,2-3 0 0,2 3-1 0,13-1-4 16,1 2 3-16,-13 0-1 0,16-1-8 0,0-1 4 15,-2-1-2-15,6 3-3 0,-1 0 0 0,2-2-1 16,0 4 1-16,-1-5-3 0,2 2-4 0,-1 1 6 16,3-3-5-16,-1-1 2 0,0 4-7 0,-4-4 5 15,-2 0 2-15,-1-2 0 0,0 4-1 0,-14-2 0 16,12-2-1-16,-12 2 5 0,11-3-5 0,-14 3 2 16,3-2 4-16,-2 1 7 0,1 0-2 0,-3-2 4 15,1-1 6-15,1-2 7 0,-3 3 0 0,1-1 4 16,-4 3-4-16,-1-7-5 0,-12 10-3 0,3-5 0 15,-3 1-2-15,-7 2-4 0,0-2 0 0,-1 4 2 16,-3-4-5-16,-8 2 6 0,13-1-1 0,-6 0 6 16,-7 1 3-16,8-3 9 0,-8 3 3 0,0 0-2 15,0 0 7-15,11 2-2 0,-11-2-5 0,0 0 6 16,0 0-6-16,8-2-4 0,-8 2-4 0,0 0 7 16,0 0-15-16,0 0-5 0,0 0-10 0,0 0-11 15,0 0-21-15,0 0-34 0,0 0-51 0,0 0-68 0,5 7-61 16,-5-7-212-16,2 6-485 0,0 0 215 0</inkml:trace>
  <inkml:trace contextRef="#ctx0" brushRef="#br0" timeOffset="38228.19">19532 10010 60 0,'-6'-1'78'0,"6"1"-10"0,0 0-8 0,0 0-12 16,0 0 0-16,0 0-2 0,0 0-7 0,0 0-4 15,29 5 0-15,-18-5 0 0,1 1-2 0,1 1-7 16,6 1 0-16,0 0-7 0,3 0 7 0,7-3 2 16,0 3 1-16,1-3 6 0,3 4-1 0,1-1-10 15,0 0-3-15,3-1 3 0,4 0 4 0,-2 1-13 16,-2 0-3-16,1-1 13 0,14 2-4 0,-13-1-4 16,12 0-10-16,-13 1 10 0,3-2-6 0,12 2 7 15,-2-3 9-15,1-1 3 0,2 1-8 0,2-2 13 16,3 0-5-16,-2 1-1 0,2 0-12 0,-2-2 6 15,2 1-6-15,0 2-1 0,0-2-1 0,0-2 5 16,2 3 5-16,0-3-5 0,2-1-1 0,1 2-2 16,0-3-1-16,24 4 4 0,-28-3 4 0,3 1-1 0,2-1-20 15,0-2 18-15,1 4 2 0,1 0-4 16,22-4 2-16,-27 1-4 0,3 1-4 0,0 0 5 16,-1 4-5-16,1-1 5 0,0-1 5 0,-3-1-2 0,3 2-2 15,-1-3-4-15,-4 2 7 0,0 1-5 0,-4 1 1 16,7-5 2-16,-3 5-8 0,-4-3 13 15,1 5-3-15,0-2-6 0,0 0 3 0,1-3 5 0,-3 3-9 16,0-1 4-16,-3 1-3 0,2 2 2 0,-2 0-5 16,1-5 2-16,-2 4 2 0,-13-1-2 0,14-2-3 15,3 1 2-15,-4-2-2 0,0 3-1 0,-1 0 3 16,2-1 2-16,0 1-1 0,-14-2 2 0,15 2-4 16,-14-1-1-16,12 1 1 0,1 1-1 0,-13-2 4 15,12-1-1-15,-14 0 2 0,3 2-5 0,-3 0 4 16,3-2-1-16,-2 1-4 0,13-3 8 0,-13 2-3 15,2 1-1-15,-1-2 2 0,13 1 0 0,-14 2 3 16,0 0-2-16,-2-4 4 0,3 1-3 0,0 3 1 0,0-2-6 16,-2 2-2-16,2-1 0 0,-1-1 0 0,-2 0-3 15,0-1 5-15,0 3-1 0,-3-2-3 16,2 3-1-16,-1-5-1 0,-1 3 3 0,-2 0 0 0,1-1-3 16,0 1 0-16,-3 1-2 0,2 0 3 0,-5-6-3 15,-5 6-1-15,6 0 5 0,-5 0-1 0,-2-2 3 16,1 2 2-16,-2-1 8 0,-2 1-3 0,1 3 4 15,-2-7-2-15,2 5-2 0,-5 0 3 0,5-2-2 16,1 2 3-16,-4-1-3 0,-2 0-1 0,1 0 8 16,-1-2 2-16,1 4-1 0,-4-3 1 15,3 2 0-15,-3-1-4 0,-1 0-1 0,0 0-2 0,-9 0 3 16,14 2 1-16,-14-2-8 0,13-2 1 0,-6 2 0 16,-7 0 2-16,13 2-7 0,-13-2-3 0,9 0-1 0,-9 0 0 15,12 2 1-15,-12-2-1 0,7 0 1 16,-7 0-1-16,8 1-4 0,-8-1 0 0,9 2-1 15,-9-2-2-15,0 0 4 0,10 0-2 0,-10 0 2 16,0 0-1-16,8 1-1 0,-8-1 1 0,0 0-2 0,9 1 1 16,-9-1-2-16,0 0-1 0,0 0-1 15,0 0-2-15,0 0-3 0,0 0-1 0,0 0-4 0,9-2-12 16,-9 2-16-16,0 0-24 0,0 0-26 0,0 0-26 16,0 0-28-16,0 0-23 0,0 0-27 0,0 0-26 15,0 0-181-15,0 0-430 0,7-5 190 0</inkml:trace>
  <inkml:trace contextRef="#ctx0" brushRef="#br0" timeOffset="44716.15">12578 11704 60 0,'0'0'99'0,"0"0"-4"0,0 0-14 16,0 0-1-16,0 0-4 0,0 0-11 0,0 0-7 16,0 0-4-16,0 0-5 0,0 0-9 0,0 0-2 15,0 0-20-15,0 0 7 0,0 0-10 0,7 3-1 16,-7-3-9-16,0 0-2 0,7 4-15 0,-7-4-10 16,6 3-21-16,-1 1-90 0,-1 1-145 0,2 0 64 15</inkml:trace>
  <inkml:trace contextRef="#ctx0" brushRef="#br0" timeOffset="45785.22">18506 11975 112 0,'0'0'183'0,"-10"-7"-10"16,5 4 5-16,5 3-5 0,-8-4 1 0,8 4-2 15,-5-4-3-15,5 4-11 0,0 0-1 0,-7-6-13 16,7 6-6-16,0 0-14 0,0 0-9 0,0 0-8 16,0 0-8-16,0 0-8 0,0 0-16 0,0 0-7 15,0 0-4-15,0 0-3 0,0 0-6 0,0 0-4 16,0 0-1-16,0 0 1 0,15 20 2 0,-12-13-6 15,1 3-5-15,4-3-2 0,-3 2-4 0,1 1-4 16,1-1 4-16,-3 0-12 0,1-1 8 0,-3 2-11 16,2-3-1-16,-3-2-1 0,-1-5-5 0,4 11-4 15,-4-11 0-15,4 6 1 0,-4-6 0 0,4 7-2 16,-4-7 2-16,0 0-5 0,1 8 3 0,-1-8-4 16,0 0 0-16,4 4 2 0,-4-4 0 0,0 0-2 0,0 0 5 15,0 0-7-15,0 0-3 0,0 0 3 0,0 0 0 16,18-10-2-16,-3 0-5 0,8-9-10 0,7-1-14 15,12-8-24-15,3-7-34 0,4-1-50 0,25-13-45 16,2 4-46-16,-24 14-233 0,-2-2-497 0,4-4 219 16</inkml:trace>
  <inkml:trace contextRef="#ctx0" brushRef="#br0" timeOffset="67982.61">26312 11454 87 0,'0'0'97'0,"0"0"0"0,-2 11-1 0,2-11-14 0,0 0 4 15,0 0-9-15,0 0 7 0,0 0-5 16,0 0-3-16,2 8 0 0,-2-8 0 0,0 0-4 0,0 0-6 15,0 0-2-15,0 0-4 0,0 0-4 0,0 0-2 16,0 0 4-16,0 0 2 0,0 0 1 0,0 0-4 16,0 0 6-16,0 0 4 0,0 0 6 0,1 8-9 15,-1-8 3-15,0 0-1 0,0 0-1 0,0 0 3 16,0 0-6-16,0 0 3 0,0 0-6 0,0 0 3 16,0 0-9-16,0 0 0 0,0 0-2 0,0 0-6 15,0 0-6-15,0 0 1 0,0 0-6 0,0 0-1 16,0 0 4-16,0 0-1 0,0 0-3 0,0 0 2 0,0 0-1 15,0 0 0-15,0 0 0 0,0 0 4 16,0 0-3-16,0 0 6 0,0 0-3 0,0 0 3 16,0 0-6-16,0 0 0 0,0 0-6 0,0 0-2 0,0 0-2 15,0 0-2-15,0 0-2 0,-1-27-1 0,1 27-6 16,0-11 2-16,0 11-4 0,0-13 2 16,0 7 0-16,0 6-2 0,0-13-4 0,0 7-1 15,0-4 0-15,0 1 4 0,0 9-6 0,3-13-1 0,0 3 5 16,-3 5 2-16,4-3-1 0,-4-2-4 0,0 10 1 15,0-13 0-15,2 7 0 0,-2 6 2 0,2-12 4 16,-2 12-5-16,0-9 1 0,0 3-6 0,0 6 4 16,1-12-3-16,-1 12 5 0,6-10-5 0,-4 3-3 15,0 1 4-15,0-2-2 0,-1 2 0 0,3 0 3 0,-4 6 2 16,5-13-2-16,-2 7-1 0,-1 0 0 16,-2 6-4-16,6-10 6 0,-4 4-3 0,0 1 0 15,-2 5 1-15,7-11-1 0,-3 5 4 0,2-2 2 16,-2 2-1-16,0-1-3 0,1 1 3 0,-1 0-1 15,0-1 0-15,-1 1-3 0,2 0 4 0,-1 0-2 0,-1 1 2 16,1-4 0-16,2 2-4 0,-3 4-4 16,1-3 6-16,3 0-2 0,-2 1-2 0,-5 5 1 0,8-9-1 15,-3 4 0-15,-5 5 0 0,6-7 2 0,-3 2 4 16,2 0-7-16,1 2-1 0,-6 3 2 16,9-7-4-16,-5 3 6 0,-4 4-4 0,12-6 0 0,-7 2 0 15,-5 4-3-15,8-4 4 0,-8 4-4 0,11-5 1 16,-5 3 2-16,-6 2 0 0,17-2-2 0,-13 1-1 15,6 1 2-15,-10 0 1 0,17-4-2 0,-10 4 3 16,5 0-4-16,-12 0 1 0,17-1-1 0,-5-1 2 16,-4 4-3-16,-1-2 7 0,2 1 0 0,3-1-5 15,-2 3 5-15,-3-2-6 0,5-1 4 0,-4 0-2 16,1 1 0-16,5 1 2 0,-5 0-2 0,2 0-1 16,1 1 3-16,-2-1-6 0,3-1 8 0,-3 1-1 15,-1 1-6-15,3-1 6 0,-1-1-6 0,-1 0 4 16,3 1-2-16,-3-1 4 0,3 1 2 0,1-1-5 0,-3 2-3 15,5-3 4-15,0 0-3 0,2 3 3 0,0-3-1 16,-4 0-1-16,6 1 1 0,0-1 4 16,0 0-1-16,1 1-1 0,-2-1 2 0,0 0-3 0,2-1-2 15,-4-2 3-15,3 3-1 0,2 2-1 0,-4-4-1 16,3 1 3-16,1 1-3 0,-2 0-4 0,1 0 4 16,-2 1 1-16,2-1-1 0,0 2 8 0,0-1-8 15,-1 1-3-15,3 0 4 0,-3 2 2 0,7 0 0 16,-4-1-7-16,4-2 4 0,4 2 1 0,-3 0 1 15,1-1 4-15,0-1-6 0,3 0 5 0,-1-1-9 16,0 0 4-16,-1 2 1 0,1-6 2 0,0 2-1 16,-2 0-1-16,3-2-2 0,-3-2-3 0,2 0 1 15,-1-2 0-15,-6 1-4 0,3-3-5 0,0-2-13 16,0 2-14-16,2-5-8 0,-1 1-29 0,3-4-26 16,-2-2-34-16,11-6-44 0,7-7-50 0,-6-2-273 15,2-5-544-15,19-26 242 0</inkml:trace>
  <inkml:trace contextRef="#ctx0" brushRef="#br0" timeOffset="70644.77">25891 12562 82 0,'0'0'130'15,"0"0"-12"-15,0 0-18 0,0 0-3 0,0 0-3 0,0 0-8 16,0 0-7-16,0 0-7 0,0 0-1 0,0 0-2 16,-10 3-11-16,10-3-7 0,0 0 4 0,0 0-11 15,0 0-9-15,0 0 11 0,0 0-4 16,0 0-6-16,21 6 1 0,-10-4 2 0,3 0 1 0,5 3 7 16,8 0 3-16,5-1-4 0,7-2 2 0,12-1-1 15,9 2 0-15,5-1-2 0,27-1-7 0,6 1 1 16,-6-2-7-16,4 1-2 0,-1 2-4 0,3-2-1 15,-6 1 1-15,9-1-4 0,-2-1 4 0,5 0-8 16,1 5-1-16,-4-9-2 0,1 6-1 0,-6 1-2 16,0-1-1-16,-30-1 1 0,28-4-6 0,-4 3 4 15,-24 0 4-15,-4-1-10 0,2 1 3 0,-1-4 1 16,2 3-2-16,-6 0-1 0,0-2 0 0,-7-1-6 16,-12 3 2-16,-1 0-1 0,-4-3 1 0,-1 0 0 15,-5 0-2-15,-8 3-4 0,2-2-2 0,-4 1-1 16,-2 1 1-16,-5-2-8 0,-1 2-10 0,-5 1-17 15,-6 0-25-15,12-3-35 0,-12 3-45 0,0 0-156 16,0 0-327-16,0 0 144 0</inkml:trace>
  <inkml:trace contextRef="#ctx0" brushRef="#br0" timeOffset="71262.17">26007 11966 8 0,'-4'-8'125'0,"1"0"1"0,-3-1-4 0,4 4 2 16,-1-3 3-16,3 8 1 0,-4-11-4 0,2 5-13 15,2 6 0-15,-2-11-5 0,2 11-8 0,0 0-6 16,-5-9-2-16,5 9-14 0,0 0-6 0,0 0-11 16,0-9-6-16,0 9-3 0,0 0-12 0,0 0-5 15,0 0-7-15,0 0-1 0,0 0 1 0,0 0 2 16,3 37 9-16,1-7 8 0,0 18 17 0,-4 33 3 15,0 4 6-15,0 8-10 0,-2 6-2 0,0 8-5 0,2 2-1 16,-2 2-5-16,2-6-7 0,2 16-1 16,4-6 7-16,3-1 7 0,3-1-4 0,-3-1-1 15,-1-12-2-15,1-4-5 0,1-3-2 0,-2-7-2 0,-3-29 1 16,-1-1-6-16,1 2 2 0,-2-6 10 0,1-1-11 16,-4-5-4-16,0-13-2 0,0-2-20 0,0-2-18 15,-2-3-31-15,-4-8-33 0,4 0-44 0,-4-3-46 16,2-3-43-16,1-4-230 0,-5 0-472 0,0-3 209 15</inkml:trace>
  <inkml:trace contextRef="#ctx0" brushRef="#br0" timeOffset="73095.2">26095 12647 11 0,'0'0'112'0,"0"0"-10"0,0 0-6 0,0 0-16 15,0 0 0-15,0 0-1 0,0 0-14 0,-5-6-4 16,5 6-13-16,0 0 8 0,0 0 0 0,0 0-1 0,0 0-5 16,0 0 9-16,0 0 1 0,0 0-2 0,0 0-4 15,0 0 5-15,0 0-5 0,0 0-4 0,0 0 2 16,0 0-2-16,0 0-1 0,0 0-3 16,0 0 0-16,0 0-1 0,0 0-12 0,0 0 2 0,0 0-6 15,-4-6-2-15,4 6-4 0,0 0 11 0,0 0 2 16,-4-7-2-16,4 7-9 0,0 0 6 0,-3-11-2 15,3 11-1-15,-2-6 2 0,2 6-1 0,0-13-4 16,-2 6 1-16,2-3-2 0,0 1 10 0,0-7-9 16,2 4-4-16,0-5 6 0,1 1-3 0,1-4-2 15,0 4 2-15,1-4-7 0,2 1 1 0,-3-5-2 16,3 6 1-16,0-8-6 0,3 3 1 0,0-3-1 16,-1 4 0-16,-3 5-1 0,2 0 2 0,0 1-5 15,-1-1 6-15,2 4-1 0,-2-1-4 0,0-2 2 16,1 6-3-16,3-5 0 0,-1 2 1 0,1 1-6 15,2 1 3-15,1-3 0 0,-1 2-2 0,1 1-2 16,-1 0 2-16,1 2-1 0,-3 2 1 0,0 2-2 16,1-2-1-16,-4 3-1 0,1 1 5 0,3-3-7 15,-3 4 7-15,1-1-6 0,0 1 1 0,-1 2-9 16,2-3 7-16,1 3 0 0,-2-1-2 0,-1 2 2 16,3-1 0-16,-1 1-2 0,-2 1 2 0,2 1-3 15,-2 0 3-15,2 2 0 0,-3-1 1 0,2 1 2 16,-1 2-1-16,1 0 1 0,-4 2-5 0,3 0 3 15,0 4-2-15,0-1 4 0,0 3-2 0,0 3-1 16,-3-4 4-16,2 5 0 0,1 4-3 0,-3 3 2 16,1-1 6-16,0 1-3 0,-3 0-1 0,3 1-5 15,-3-3 0-15,3 1 5 0,-3-6 0 0,4 5-5 16,-4-5 4-16,2 0-3 0,-1 0 1 0,-1 6 2 16,2 0 3-16,2 1-2 0,-3 2 2 0,-1 2-1 15,0 1 4-15,-1 0 1 0,4 2-2 0,-5-4-3 16,2 1 0-16,1-1-3 0,-3 2 3 0,2 0 3 15,1-4-3-15,-1 0 1 0,2-2-1 0,-2 4-1 16,2-2 5-16,-3 2-5 0,3-4 1 0,-2 1-3 0,2-1 0 16,2 1 1-16,-3-7 1 0,3 4-2 15,-5-5 0-15,4-1-3 0,-2 0 6 0,3-3-6 16,-1 1 3-16,5 0 3 0,-2-4-1 0,1 2-1 16,3 0 1-16,2-4 1 0,2-1-2 0,2-2-1 0,0 0 1 15,3-4 2-15,-1-2 1 0,8 0 0 0,-4-3-1 16,3-1-1-16,-2-2 0 0,2 0 4 0,-2-3 0 15,-2-1-4-15,0-1 1 0,3 0-4 16,-7-3 4-16,4-2-4 0,-2 1 2 0,-4-3-1 16,-4 2 4-16,0-5 0 0,1 0-5 0,-5-4 4 0,1 1 2 15,-6-1-2-15,0 0-6 0,-4-3 1 0,-2-2 3 16,-1 0-2-16,0-2 2 0,-5 0 0 16,1 0-1-16,-6-13 1 0,2 10 0 0,-2-11 2 0,1 0 0 15,4 11-3-15,1 2-1 0,-5-14 2 0,8 12 3 16,0 4-4-16,2-1 5 0,0 3-2 0,0 2 0 15,2-3-6-15,2 4 6 0,-2 0-4 0,3-2 1 16,3 4 1-16,-1 6-3 0,-2 0-4 0,6 2 11 16,-2 0-7-16,0 2 0 0,2 1 0 0,0 2 2 15,1-1-4-15,-1 5 3 0,0 0-2 0,2 1 0 16,3-2-1-16,-2 4-4 0,-1 2 9 0,-1-2-3 16,5 2-1-16,-3 3 0 0,4-1-1 0,-4 2 4 15,3 2-7-15,3 3 6 0,-4-1-3 0,2 4 0 16,-2-1 4-16,-1 5-2 0,1 0 4 0,3 4-5 15,-9-2 3-15,7 5 0 0,-4 0 1 0,-1 2 0 16,-4 3-1-16,1-4 0 0,0 4-2 0,0 0 4 16,-2 1-2-16,-5 0 3 0,0 1 0 0,0 2-1 15,0-1 1-15,-4 1 3 0,2 2-3 0,-4 0 1 16,2 0-2-16,-3-3-1 0,-1 4 1 0,4 1 1 16,-3-2 2-16,-2 1-5 0,6-1 0 0,-3-1 0 15,0-5 0-15,6 5-2 0,-2-5 1 0,3 1 1 16,-2-6 4-16,2 3-5 0,4-6 1 0,-2-2 3 15,3-1-4-15,-4-4 2 0,3 3 0 0,0-3 1 16,-2 0 0-16,6-2-3 0,-2 0 3 0,2-2 0 16,0 0-1-16,7-1 2 0,0-1 1 0,0-2 1 15,0-1-5-15,6-1-1 0,-2-4 0 0,5 2 2 0,-6-1-4 16,0-3-3-16,1-2-4 0,4 0 1 16,-7-1-3-16,0-2 0 0,5-3-1 0,-6 1 0 15,4-8 1-15,-2 1-8 0,-6-1 0 0,4-2-5 16,-4 2 8-16,-1-6-4 0,-4 3 4 0,-3-2 4 15,-1-4-8-15,-3 1 6 0,0-1 7 0,-2-2 2 0,-2-3 0 16,2 2 0-16,0-15 2 0,-2 11 3 16,1-11 3-16,0 11 3 0,2-11-1 0,-1 1 4 15,3 13-4-15,-1 0-2 0,4-1-2 0,-2 2 3 0,3 2 6 16,-1 0 1-16,2 3 2 0,3 0 0 16,-3 2-2-16,1 9 7 0,1 0-3 0,2 0-1 15,-1-1-6-15,3 5-1 0,2-1 4 0,1 2-5 0,-1 1 1 16,0 1-1-16,1 2 0 0,0 0 0 0,0 4-7 15,-4 1 4-15,0 1-2 0,6 2 1 0,-2 2 2 16,-4 1-2-16,4 8 1 0,0 0-3 0,1 7 1 16,-1 2 3-16,-3 2-1 0,-4 3 2 0,0 4-2 15,-2 4 5-15,-2-1-8 0,-1 2 6 0,-1-1 1 16,1 12 2-16,-2-1-2 0,-1-10-3 0,1-1 3 16,0 0-2-16,-1-1 0 0,2-1 2 0,-2 1-1 15,1 2 3-15,-1-5-2 0,4 2 0 0,-1 2-3 16,0-4 5-16,2-2-5 0,4-1 2 0,-4-1-2 15,4-1 1-15,2-2-2 0,3 0 1 0,-7-10 0 16,6 0-3-16,1 1 1 0,-1-4 2 0,4-1-7 16,1-1 3-16,6 1-1 0,-5-4-9 0,0-5-6 15,6 8-12-15,-5-4-10 0,5-4-23 0,-7-2-29 16,7 0-15-16,1-3-9 0,0-2-21 0,2-2-16 16,-2 2-19-16,-10-3-117 0,5-4-311 0,-6 3 139 15</inkml:trace>
  <inkml:trace contextRef="#ctx0" brushRef="#br0" timeOffset="73612.23">28588 12599 173 0,'-7'-2'170'0,"7"2"-9"0,-6-3-7 0,6 3-13 16,0 0-8-16,0 0-13 0,0 0-11 0,0 0-7 15,0 0-6-15,36-8-6 0,-2 8-10 0,24-1-8 0,3-2-7 16,30 0 0-16,-27 0-18 0,33-2 1 0,-2-4-2 15,-2 3-8-15,-29 0-4 0,3 1-10 16,24-4 0-16,-26 3-9 0,24-2-2 0,-33 3-1 16,-1-3 0-16,0 3-12 0,-3 2-6 0,-15 0-1 0,-1 0-9 15,-1-1-6-15,-4 2-1 0,-2-1-2 0,-8 1-13 16,-3 0-6-16,-4 2-2 0,-1 0-21 0,-3 0-12 16,-2 0-33-16,-8 0-31 0,9 2-93 15,-9-2-256-15,0 0 113 0</inkml:trace>
  <inkml:trace contextRef="#ctx0" brushRef="#br0" timeOffset="77266.99">26369 11413 41 0,'0'0'82'0,"0"0"0"0,0 0-9 0,0 0-9 16,0 0-4-16,0 0 1 0,0 0-11 0,0 0 0 16,0 0-11-16,0 0 0 0,0 0-5 0,0 0-5 0,0 0 1 15,0 0-8-15,0 0-3 0,0 0 5 0,0 0-12 16,0 0 0-16,0 0-8 0,0 0-13 0,0 0-15 15,0 0-16-15,0 0-17 0,0 0-60 0,0 0-125 16,0 0 55-16</inkml:trace>
  <inkml:trace contextRef="#ctx0" brushRef="#br0" timeOffset="77745.57">26620 11111 23 0,'0'0'63'0,"0"0"-9"0,0 0-4 0,0 0-3 16,0 0-9-16,0 0 5 0,0 0-14 16,0 0-2-16,0 0-9 0,0 0-3 0,0 0-8 0,0 0 1 15,0 0-5-15,0 0-8 0,0 0-10 0,0 0-11 16,0 0-38-16,0 0-68 0,0 0 30 0</inkml:trace>
  <inkml:trace contextRef="#ctx0" brushRef="#br0" timeOffset="78116.89">27001 11104 59 0,'0'0'86'0,"0"0"5"0,0 0-14 0,0 0-2 16,0 0-12-16,0 0 10 0,0 0-23 0,0 0 1 15,0 0-6-15,0 0 2 0,0 0 1 0,0 0-14 16,0 0-7-16,0 0 4 0,0 0-9 0,0 0-1 16,0 0-9-16,0 0-2 0,0 0-8 0,0 0-10 15,0 0-10-15,0 0-19 0,0 0-4 0,0 0-14 16,0 0-73-16,1 7-138 0,-1-7 61 0</inkml:trace>
  <inkml:trace contextRef="#ctx0" brushRef="#br0" timeOffset="78405.28">27415 11099 88 0,'0'0'94'0,"0"0"-19"16,0 0-9-16,0 0-1 0,0 0-6 0,0 0-5 15,0 0-4-15,0 0-13 0,0 0-2 16,0 0-6-16,0 0-5 0,0 0-3 0,0 0-7 15,0 0-8-15,0 0-5 0,0 0-1 0,0 0-16 0,0 0-14 16,0 0-20-16,0 0-54 0,5 8-113 0,-5-8 51 16</inkml:trace>
  <inkml:trace contextRef="#ctx0" brushRef="#br0" timeOffset="78645.16">27793 11104 91 0,'0'0'120'0,"0"0"-16"0,0 0-3 0,0 0-13 0,0 0-15 15,0 0-7-15,0 0-13 0,0 0-6 0,0 0-8 16,10-1-8-16,-10 1-17 0,0 0-9 0,0 0-19 15,0 0-7-15,0 0-16 0,0 0-17 0,8 4-64 16,-8-4-127-16,0 0 55 0</inkml:trace>
  <inkml:trace contextRef="#ctx0" brushRef="#br0" timeOffset="78859.3">28135 11055 58 0,'0'0'98'0,"0"0"-10"0,0 0-9 0,0 0-24 16,0 0-14-16,0 0-10 0,0 0-12 0,0 0-17 15,0 0-17-15,7-2-27 0,-7 2-27 0,0 0-75 16,0 0 33-16</inkml:trace>
  <inkml:trace contextRef="#ctx0" brushRef="#br0" timeOffset="82494.87">26599 10871 13 0,'0'0'26'0,"0"0"-15"0,0 0-13 16,0 0-6-16,-8 11-9 0,8-11 3 0</inkml:trace>
  <inkml:trace contextRef="#ctx0" brushRef="#br0" timeOffset="86949.28">16022 14486 6 0,'0'0'9'0,"0"0"-1"0,0 0-4 0,0 0-3 15,0 0 1-15,0 0-2 0,0 0 0 0,0 0-5 16,0 0 4-16,0 0-3 0,0 0-5 0,0 0 2 16</inkml:trace>
  <inkml:trace contextRef="#ctx0" brushRef="#br0" timeOffset="87790.32">16557 14439 14 0,'0'0'102'0,"0"0"-18"0,0 0 4 0,0 0-21 15,0 0-4-15,0 0-15 0,0 0-10 0,0 0-13 16,0 0-10-16,0 0-19 0,0 0-12 16,0 0-24-16,0 0-41 0,0 0-88 0,0 0 39 15</inkml:trace>
  <inkml:trace contextRef="#ctx0" brushRef="#br0" timeOffset="89372.3">18454 12890 45 0,'0'0'44'0,"0"0"-11"0,0 0 2 16,0 0-1-16,0 0-3 0,0 0-9 0,0 0 4 16,0 0-8-16,0 0-2 0,0 0 1 0,0 0-4 15,0 0 1-15,12-8-11 0,-12 8 5 0,9-1 1 16,-9 1 3-16,9 0-4 0,-9 0-4 0,12-1 4 16,-12 1-6-16,13 1 3 0,-6-2-1 0,-7 1 0 15,14-2-1-15,-7 0-1 0,4 2 6 0,1 0-4 16,-1 0-2-16,-1 0 5 0,2 0-9 0,-2 0 5 0,2 0-4 15,-1-1 2-15,2 1-5 0,0 0-2 16,-2 0 1-16,1 0 8 0,-1 0-9 0,-2 1 5 0,-1-1-9 16,3 0 11-16,-3 0-7 0,2 2-5 15,-3-1 2-15,-7-1 3 0,14 0-8 0,-8 0 3 0,-6 0 5 16,13 1-5-16,-13-1 0 0,10 2 0 0,-10-2-1 16,9 4 2-16,-9-4-4 0,8 1 2 15,-8-1-6-15,9 4 1 0,-9-4-3 0,6 3 4 16,-6-3-3-16,6 0 2 0,-6 0-11 0,8 3-29 0,-8-3 13 15</inkml:trace>
  <inkml:trace contextRef="#ctx0" brushRef="#br0" timeOffset="89897.94">18889 13260 4 0,'0'9'8'0,"0"4"-7"15,0-4 3-15,0 1 0 0,0 0 5 0,0 1-5 16,0-1 4-16,0 2-5 0,2 1-3 0,-4-3 4 16,4 2-1-16,-2-1-4 0,-2 0-1 0,4-1 3 15,-2 1 2-15,0 0-6 0,-2 1 1 0,1-1 1 16,1 1 6-16,1-1-4 0,-2 0-3 0,0-1 1 16,0 1 1-16,1 1 0 0,-3-1 0 0,4 0-1 0,-2 1 2 15,0-1-10-15,1 0 10 0,0-1-8 16,0 2 11-16,-2 0-7 0,1-1 2 0,1-1-6 15,0 0-5-15,0 3 3 0</inkml:trace>
  <inkml:trace contextRef="#ctx0" brushRef="#br0" timeOffset="92230.02">20180 14130 33 0,'0'0'46'0,"-11"0"-2"0,11 0-9 0,0 0 1 15,-9 0-2-15,9 0-4 0,0 0-4 0,0 0 1 16,-10-3 0-16,10 3-2 0,0 0 0 0,-9-2-2 16,9 2-5-16,0 0 6 0,-12-2 1 0,12 2-8 15,-10 2 5-15,10-2-5 0,0 0 1 0,-16-2-2 16,10 4 4-16,6-2-3 0,-15 0 3 0,8 0 6 16,7 0-5-16,-15-2 8 0,7 1 1 0,8 1-5 15,-14 0 1-15,5 0-2 0,9 0 2 0,-14-1 3 16,8 2-3-16,6-1 2 0,-17 0 1 0,10 0 0 15,7 0 6-15,-14 0-2 0,14 0 6 0,-12-1 2 16,12 1 6-16,-9 1-1 0,9-1-1 0,0 0-1 16,-11 0-4-16,11 0-1 0,0 0-8 0,0 0 3 15,-11 0-1-15,11 0-8 0,0 0-1 0,0 0-5 16,0 0 6-16,0 0-7 0,-7 1 1 0,7-1-4 16,0 0-3-16,0 0-2 0,0 0 7 0,0 0-5 15,0 0 3-15,0 0-6 0,0 0 4 0,0 0-1 16,0 0 3-16,0 0 2 0,26 2 0 0,-15-2-1 15,-1 0 2-15,8-2 0 0,2 1 5 0,2 0-3 16,6-2 5-16,2-3-5 0,0 2-1 0,5 0-4 16,-2 0 1-16,4-1-3 0,1 1 2 0,-2-2-2 15,1 2 0-15,-2-2 1 0,3 2-3 0,0-1-2 16,0 2 0-16,-1-1-1 0,1 2 1 0,0-1-4 16,1-1 6-16,-2 0-8 0,-1 1 6 0,4-3-1 15,-4 3-5-15,14-1 6 0,-11-1-2 0,0 1 1 16,-3 3-1-16,3-4-3 0,1 5 0 0,-2-4-2 15,1 2 5-15,-1 1-3 0,1-2 0 0,12 3 4 0,-15-1-2 16,0 1-4-16,-1-2 2 0,2 4-4 16,-1-4 6-16,-2 2 2 0,4 0-1 0,-3 0-2 15,-1 2 0-15,0-2-1 0,-2 0 4 0,0 0-1 16,-3 0-1-16,0 0 0 0,1 1 2 0,2-1-1 0,-3 2 4 16,-1-2 3-16,-1 0-1 0,5 1 6 0,-3 0 1 15,3-1-3-15,0 0 0 0,-1-1 0 16,1 2 0-16,1 1 1 0,-1-2-2 0,0 0 0 15,-1 4-1-15,2-6 5 0,4 4-3 0,-4 0-3 0,2-2 0 16,-2 0 0-16,0-2-5 0,2 4 2 16,-3-2 0-16,1-2 0 0,1 2 1 0,-2-2-3 15,0 4 3-15,0-2 0 0,1 0-4 0,-3 0 0 0,2-2 4 16,-3 2-5-16,3 2 2 0,-2-4-2 0,2 2-1 16,-2 2-4-16,-2-2 5 0,2 0 1 0,0 2-2 15,-8-2-1-15,9-2 0 0,-3 2 0 0,0 3 0 16,0-3-1-16,0 0-1 0,2 0 7 15,-1 3-5-15,-2-3 0 0,1 1-4 0,0 1 3 0,-1 0-1 16,0-1 0-16,-7 0-3 0,7-1 6 0,1 2-3 16,-5-1 5-16,5 1-3 0,-8-1 1 0,1-1 0 15,6 0 3-15,-5 2 0 0,6-2-2 0,-6 1 2 16,-2-1-1-16,9 0 1 0,-8 2-3 0,1-1 0 16,1-1 1-16,6 1-1 0,-2 1-1 0,-5-2 1 15,-1 1-1-15,6 1-1 0,-6-1 1 0,-1-1 1 16,7 0 1-16,1 1 0 0,-6-1 2 0,-1 0-2 15,0 1 3-15,6-1-2 0,0 2-2 0,-6 0 4 16,0-2-5-16,-1 0 2 0,3 1 1 0,-2-1-4 16,0 1 0-16,6-1 2 0,-4 1-1 0,5-1 2 15,-8 1-2-15,0 1-4 0,0-3 4 0,0 2 1 16,0 1-1-16,4-1-2 0,-3-1 3 0,-1 1-4 16,1 2-1-16,-2-3 1 0,-1 2 2 0,2-1-3 15,2 2 0-15,-2-2 3 0,2 1-1 0,-3-1-4 16,0 0 4-16,1 1-3 0,-1-1 3 0,0 1-3 15,0-1-1-15,-1 1 3 0,-1 2-2 0,0-4 1 16,3 2-2-16,-2-1 1 0,-1-1 4 0,1 1-7 16,1 0 4-16,-1 0-2 0,0-1 1 0,1 3-1 15,2-6 2-15,-2 6-1 0,1-3-2 0,0 1 1 16,0 0 1-16,-1-1-1 0,0 1 1 0,2 0 1 16,-1 1-2-16,-3-2-2 0,2 1 1 0,-2-1-1 15,-3 2 1-15,0-2-1 0,0 1 2 0,5-2-1 16,-5 3-1-16,4-2 1 0,2 0-1 0,-2 0 0 15,-5 2 3-15,6-2-3 0,-2-2-2 0,-3 1 5 16,-1 1-3-16,-2 1 0 0,5-1 0 0,-5-2 1 16,3 2-1-16,-1 0 2 0,-6 1-2 0,5-2-2 15,0 1 0-15,-12 0-4 0,15 1-7 0,-9-1-2 16,-6 0-11-16,11 0-15 0,-11 0-11 0,6 1-14 16,-6-1-25-16,0 0-26 0,0 0-37 0,0 0-35 15,0 0-27-15,0 0-115 0,0 0-361 0,-37-4 159 16</inkml:trace>
  <inkml:trace contextRef="#ctx0" brushRef="#br0" timeOffset="93325.27">20224 13985 19 0,'0'0'192'0,"0"0"-19"16,0-8-19-16,0 8-16 0,0 0-12 0,1-9-16 16,-1 9-12-16,0 0-13 0,-3-9-16 0,3 9-6 15,0 0-21-15,0 0-26 0,-5-6-43 0,5 6-34 16,0 0-37-16,0 0-86 0,0 0-198 0,-20 5 88 16</inkml:trace>
  <inkml:trace contextRef="#ctx0" brushRef="#br0" timeOffset="94111.31">16712 13360 20 0,'0'0'101'0,"0"0"-3"0,0 0-5 0,0 0-11 0,0 0-6 16,0 0-2-16,0 0 0 0,0 0-17 0,0 0-3 16,0 0-6-16,0 0-3 0,0 0-8 0,0 0-2 15,0 0 2-15,0 0-14 0,0 0 4 0,0 0 2 16,0 0-6-16,0 0-8 0,0 0-13 0,0 0 0 15,0 0 14-15,0 0-1 0,-4-5 2 0,4 5-8 16,0 0-7-16,0 0-2 0,0 0 14 0,0 0-7 16,0 0-5-16,0 0 9 0,0 0-9 0,0 0 2 15,0 0 4-15,0 0-10 0,0 0 2 0,0 0 0 16,0 0 6-16,0 0-4 0,0 0 8 0,0 0-6 16,0 0 2-16,0 0 5 0,0 0-14 0,0 0 0 15,0 0 1-15,0 0-1 0,0 0 4 0,0 0 3 16,0 0-3-16,0 0 2 0,0 0 5 0,0 0-4 15,0 0-5-15,0 0 15 0,0 0-10 0,0 0 2 16,0 0 1-16,0 0-1 0,0 0 2 0,0 0 0 16,0 0 9-16,0 0-11 0,0 0 8 0,0 0-10 15,0 0 3-15,0 0 0 0,0 0-7 0,0 0 4 0,0 0 3 16,0 0 2-16,0 0-5 0,0 0-6 0,0 0-2 16,0 0-13-16,0 0-10 0,0 0-13 15,0 0-21-15,0 0-20 0,0 0-28 0,0 0-57 16,0 0-181-16,0 0 80 0</inkml:trace>
  <inkml:trace contextRef="#ctx0" brushRef="#br0" timeOffset="94794.37">16423 13415 35 0,'0'0'73'16,"4"-4"-4"-16,-4 4-15 0,0 0-12 0,0 0-25 0,0 0-18 16,0 0-24-16,0 0-19 0,0 0-48 0,0 0 21 15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23T09:37:22.64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16183 5577 5 0,'0'0'88'0,"-12"-3"4"0,12 3-13 16,-12-4-2-16,5 2-9 0,1 0-4 0,6 2-1 16,-12-5-15-16,6 4 1 0,6 1-7 0,-14-3-5 15,7 0-3-15,7 3-2 0,-10-3-11 0,10 3 8 16,-11-5 5-16,11 5-12 0,-9-1 11 0,9 1-9 15,-7-3-3-15,7 3-2 0,0 0 5 0,0 0-4 16,-8-2 3-16,8 2-5 0,0 0 4 0,0 0 0 16,0 0-7-16,0 0-6 0,0 0 6 0,0 0-7 15,-8-2 5-15,8 2-8 0,0 0 2 0,0 0-1 16,0 0-6-16,0 0 2 0,0 0 6 0,0 0-3 16,0 0-3-16,26 8-1 0,-15-7 3 0,1 2 2 15,6-2 0-15,3 0-1 0,2 0 0 0,6-1-1 16,0 0 4-16,6 1 2 0,3-2 2 0,1-2-2 15,13-1 2-15,-12 1 0 0,12-2 0 0,0 2 1 16,-12 0-4-16,11-1 0 0,-1 0 3 0,2-1-2 16,1 2 0-16,-2-2-6 0,3 0 11 0,1 1-4 15,-2 1-3-15,-2 3-2 0,2-3-2 0,-1 2 1 16,-2-2 0-16,-10 3 1 0,-2 0 3 0,2 1-3 16,11-2 1-16,-14 1-5 0,0 0 4 0,2 3-4 15,0-3-1-15,-1 1 3 0,14-2 1 0,-13 1-6 16,1 0 7-16,0 1-5 0,0 0 2 0,12 1-1 15,-16-2 1-15,1 2-5 0,2-1 4 0,-1-1 9 0,1 0-8 16,15 2 5-16,-3-4-3 0,-13 2-1 16,14 0-1-16,0-3 4 0,1 0 0 0,0 0-6 15,0 2 5-15,-1 1 0 0,3-3 0 0,3 3 5 16,2-4 3-16,0 1-4 0,1 3-1 0,-2-3-2 0,1 2 4 16,-1 1 0-16,-3-1 6 0,3-1-13 15,-4-1 5-15,-3 4-5 0,3-2 2 0,-1 2-1 0,2-4 1 16,0 5 0-16,0-4-1 0,-1 5 1 15,0-3 1-15,-1-1-5 0,1 2 1 0,0-2-1 16,-5 4 4-16,0-1-5 0,1-1 4 0,-14 1 1 0,2 0-1 16,0-2-2-16,-1 0 4 0,-2 0-7 0,1 1 2 15,-1-2 0-15,-3 2 5 0,1 3-6 16,1-2 2-16,-5-2 1 0,1 0 1 0,0 0 0 16,-2 3 1-16,-2-2-4 0,0 1 3 0,-5-1-4 0,5 0 9 15,-6 1-6-15,-1 0-1 0,0-2 7 0,2 1-6 16,-3-1 2-16,-4 2 5 0,-2-2-5 0,1 1 5 15,-1 0 6-15,-3-1 8 0,3-1-1 0,-4 2 9 16,-2-2-10-16,-7 1 1 0,16 0-3 16,-10 1-1-16,-6-1 0 0,9 0-1 0,-9 0-3 0,9 0 2 15,-9 0 6-15,0 0-11 0,0 0-4 0,0 0 0 16,11-1 3-16,-11 1-1 0,0 0-6 0,0 0 4 16,10 0-9-16,-10 0 3 0,0 0 0 0,8-1-2 15,-8 1 0-15,0 0-6 0,11 1-18 16,-11-1-13-16,0 0-28 0,10 0-33 0,-10 0-26 0,6 3-28 15,-6-3-136-15,7 5-310 0,-7-5 137 0</inkml:trace>
  <inkml:trace contextRef="#ctx0" brushRef="#br0" timeOffset="1173.16">24920 5556 7 0,'0'0'128'15,"0"0"-8"-15,0 0-4 0,0 0-17 0,0 0-5 16,-16-11-8-16,16 11-14 0,0 0-6 0,0 0-4 16,0 0-8-16,0 0-2 0,0 0-9 0,0 0-1 15,0 0-8-15,0 0 3 0,0 0-12 0,0 0 1 16,0 0 0-16,0 0-8 0,0 0 0 0,0 0-6 16,0 0-1-16,0 0 2 0,0 0-7 0,0 0 4 15,0 0-6-15,0 0 5 0,0 0-3 0,0 0 7 16,25 8-7-16,-12-4 1 0,9-1-2 0,5 3 5 15,3-4 0-15,7 3-2 0,2-1-1 0,16 1 2 16,3 1 4-16,5-2-5 0,-2-1-1 0,2 0 1 16,2-1 1-16,0 2-6 0,0 1-1 0,25-3 11 15,-25-1-9-15,29 1-1 0,-29 1-1 0,2-1 2 16,23 0 3-16,-25 0-5 0,1-1 3 0,28 2-2 16,-5 1-3-16,-22-4 4 0,31 1-5 0,-2 3 5 15,-3-3-1-15,-1 3-5 0,-2 0 2 0,0-2 3 16,2-1-2-16,-27 1 1 0,29 1 0 0,-2 1 0 15,-27-1 0-15,29 0 7 0,-31 1-9 0,29 3 2 16,-33-4-10-16,1 1 12 0,-1 1-7 0,4-2 1 16,-4 0 2-16,-1 1 3 0,-5 0-6 0,1-2 3 15,0 1 3-15,1-3-6 0,-5 0 0 0,2 3 7 16,-15-3-4-16,4 0 0 0,-4 0 5 0,3 0 2 16,-4 0-11-16,-2-1 6 0,-1 1-2 0,0 0 2 15,-7-1-3-15,4 1 3 0,-9-1-1 0,1 1 4 16,-4-2-5-16,1 1 0 0,-5 1 0 0,-1-1 6 15,-6 1-9-15,1-1 1 0,-8 1 10 0,15 0-3 0,-9-1-6 16,-6 1-3-16,0 0 0 0,11 0-7 16,-11 0-12-16,0 0-17 0,0 0-28 0,0 0-20 15,10 0-32-15,-10 0-74 0,0 0-210 0,0 0 93 16</inkml:trace>
  <inkml:trace contextRef="#ctx0" brushRef="#br0" timeOffset="3612.53">9761 6627 2 0,'0'0'39'0,"0"0"-1"0,0 0-13 16,0 0 3-16,0 0-5 0,0 0 4 0,0 0-7 16,0 0 0-16,0 0 3 0,0 0-3 0,0 0 5 0,0 0 0 15,20 7-1-15,-13-6-4 0,3 0 6 0,4 0-5 16,-4 0 5-16,3 0-9 0,5-1-1 15,1 2-2-15,-2-1 10 0,3-1-4 0,-1 0 4 16,10 0-8-16,-7 0 3 0,7 1 2 0,2-1 1 0,-1-1 1 16,1 0-6-16,1-2 0 0,1 3-4 0,-1-2 3 15,2 1-4-15,0 0-6 0,-1-1 2 16,0 2 1-16,0-3 0 0,0 3-4 0,0 0-2 0,-1 0 6 16,0-2-2-16,0 2-5 0,0-2 4 15,0 2-2-15,0 0-5 0,0 0 6 0,-2 0-4 0,-1 0 7 16,2 0-4-16,-2 0-10 0,0 0 9 0,2 0-4 15,-2 0 2-15,1 2 2 0,1-2 3 0,0 1-8 16,-2 0 2-16,1 2 0 0,0-3 4 16,0 0-3-16,1 2-4 0,2-2 3 0,-1 0 0 0,1 0 1 15,1 1 2-15,-1-1-16 0,0 0 21 0,4-1-5 16,-2 1 3-16,-5 0-4 0,5-2 0 0,-3-1 3 16,2 6-1-16,-7-3-3 0,3 0 3 0,-2 0-16 15,1 0 19-15,-2 0-10 0,1 0 7 0,0 0 0 16,2 0 1-16,-1 0 1 0,0 2-3 0,-2-2-5 15,4 1-2-15,-4-1 6 0,3 1-1 0,-2 0-2 16,1-1-1-16,1 0 0 0,1 0 9 0,-3-1-4 16,2 1 4-16,0 1-14 0,1-2 17 0,1 1 5 15,-3-2 1-15,4 0 1 0,-1 2-13 0,0 0 4 16,1-3 9-16,-2 2-5 0,2-2-3 0,1 3-5 16,-1-1-1-16,1 0 4 0,0 0-1 0,1-1 0 15,1 1-6-15,0-1 6 0,3 0 14 0,1 1-9 16,-4 0-16-16,16-1 16 0,-13 1-5 0,-1 0 5 15,17-2 6-15,-17 3-19 0,16-1 18 0,-2-1-15 16,-3 1 12-16,-8-2 3 0,-3 0-15 0,16 2 8 16,-16-1-4-16,18 0 0 0,-3 0 4 0,1 2 1 15,-2-3 2-15,3 1-3 0,-3 0-2 0,1 0 3 16,1-1 2-16,0 2 1 0,-1-1-5 0,1 2 8 16,0 0-9-16,0 0-4 0,-3-1 5 0,4 1-7 15,-3 0 10-15,1 0-6 0,-3 1 6 0,4-1-5 16,0 3-3-16,-1-3 0 0,-1 0-1 0,5 3 0 15,-2-3 5-15,-1 2 0 0,6-1 1 0,-5 0-4 0,3 1 5 16,0-2-2-16,-4 0-2 0,-2 0 0 16,6 3 1-16,-1-3 16 0,2-2-11 0,0 2 2 15,0 2-2-15,-3-2-4 0,3 0 3 0,-2-2-1 16,1 1-2-16,-1 1-17 0,0 1 25 0,0 1-6 0,-6-2 4 16,3 0-7-16,0 2 1 0,-2-1 1 0,0 2 2 15,2-1-4-15,-2 1 0 0,0-1 3 16,0-1-4-16,2-1 4 0,0 2-2 0,3-1-6 15,-5-1 3-15,2 0-2 0,1 3 4 0,-3-2 5 0,-1 3-3 16,2-3-6-16,-3 2 5 0,2-2-9 0,-1 0 7 16,-13 2-5-16,15-2 5 0,-2 0 4 0,1 1-1 15,-1 0-6-15,1-2 5 0,0 3-2 16,0 0 1-16,-2-1 2 0,4-1 0 0,-3 0 2 0,-1 2 2 16,-9-3-6-16,10 3 0 0,1-2 0 0,2-1 1 15,-2 0 1-15,-2 1-3 0,4-1-3 0,-1 2 4 16,-1-4-1-16,1 2-1 0,-2 2-2 15,2-2 1-15,-1 3 0 0,1-5 2 0,-2 2-7 0,3 2 8 16,-15 0 0-16,15-2 14 0,-2 0-16 0,-2 2-4 16,0-1 1-16,2-1 3 0,-1 0-1 0,-11 3-1 15,15-3 0-15,-3 3 0 0,2-5-1 0,1 4 3 16,0-1-2-16,-1 0 4 0,3 3 0 0,-4-4-7 16,3 1 4-16,-1-1 4 0,-3 0-4 0,6 0 3 15,-2 0-6-15,-4 0 6 0,2 0-6 0,1 0 4 16,-3 4-2-16,4-4 3 0,1 2 3 0,-3 0-2 15,-1-3-2-15,3 2-2 0,-1 0 0 0,-1 0 5 16,0 0-2-16,-1 0-3 0,0 0-4 0,-1-1 7 16,2 0-6-16,1 2 5 0,-2-1 7 0,1-1-7 15,1 0 0-15,-1-1-5 0,2-1 5 0,3 2-2 16,-4 0 0-16,2 0-2 0,1-1 0 0,-3 0 6 16,3-2-3-16,-1 3 1 0,1-1 4 0,-1 0-3 15,-4-1 0-15,5 2 2 0,-5 0-1 0,4-4-5 16,-2 4 2-16,1-3 2 0,2 0-4 0,-4 2 4 15,4 1 1-15,-3 0-3 0,0-2 1 0,0 1 0 0,-2 0-3 16,-3-1 5-16,4 0-4 0,-3 1 3 16,-14-1 3-16,17-1 1 0,-2 3-4 0,2-3 4 15,-2 4-2-15,1-3-3 0,-2 0 1 0,3 1 4 16,-2-2 0-16,-1 3-5 0,3 0-1 0,-3-1 3 0,0 2-2 16,0-1 1-16,3 2-1 0,-15-2 3 15,12 1-1-15,1-2 5 0,0 1 5 0,-14 2 5 16,15 0-2-16,-1-1 1 0,-13 0 1 0,13-1 3 15,-14 3-4-15,13-3 2 0,-12 0 0 0,0 4-1 0,0-4 1 16,-1 0 0-16,-1 0-3 0,-1 2 2 0,-2-2-4 16,-4 0 2-16,2 0 1 0,-3 1-2 15,-7-1 1-15,-2 0-5 0,2 0 0 0,-2-1 0 16,-2 1 0-16,0 1-5 0,0-2 1 0,-8 1-5 16,2-1-2-16,-1 2-11 0,-11-1-13 0,14-1-14 0,-14 1-37 15,9 0-58-15,-9 0-59 0,7-5-166 16,-7 5-383-16,0 0 170 0</inkml:trace>
  <inkml:trace contextRef="#ctx0" brushRef="#br0" timeOffset="4777.89">25738 10391 148 0,'-16'-1'243'0,"16"1"-19"15,-9 0-23-15,9 0-19 0,0 0-6 0,-11 0-8 16,11 0-9-16,0 0-15 0,-7-4-14 0,7 4-12 16,0 0-14-16,0 0-9 0,0 0-14 0,0 0-7 15,0 0-11-15,0 0-7 0,0 0-4 0,0 0-10 16,0 0 2-16,29 6-5 0,0-2 0 0,7-1-5 15,14-2-1-15,4-1-5 0,7 0 2 0,-1-4 0 16,5 2-2-16,-2-1 0 0,2-1 2 0,-2-2 0 16,-2 3-5-16,-1-2-3 0,-1 3 0 0,-7-2-4 15,-3 2 1-15,-11 1-1 0,1-1-1 0,-1-2-1 16,-5 4 0-16,-1-4-1 0,-5 1 1 0,0 1 3 0,-8 1-9 16,0-1 1-16,-6 1-3 0,1 1-2 0,-3-3 0 15,1 2-2-15,-4-1 1 0,-1 2 2 16,2-2-3-16,-9 2 2 0,14-2-13 0,-14 2-11 15,8 0-22-15,-8 0-21 0,7-3-31 0,-7 3-31 0,7-6-36 16,-7 6-24-16,0-8-37 0,0 8-154 0,0-9-404 16,0 9 179-16</inkml:trace>
  <inkml:trace contextRef="#ctx0" brushRef="#br0" timeOffset="5180.97">26971 9561 1947 0,'2'-26'13'0,"-4"6"-15"0,0 2 9 16,0 2 10-16,0 3 15 0,-4 1 9 0,6 4 6 15,-2 1 7-15,0 1 3 0,2 6 8 0,-2-12 5 16,2 12-4-16,-2-9-14 0,2 9-4 0,0-7-11 15,0 7-5-15,0 0-6 0,0 0-8 0,-5-6 0 16,5 6-3-16,0 0-1 0,0 0 1 0,2 28-5 16,-1-2 2-16,1 5-1 0,-4 5 3 0,2 11-4 15,-1 1 3-15,-1-1-2 0,2 2 2 0,-4 0 2 16,0 0 3-16,4-2-1 0,-1-15-5 0,-3 2 2 16,4 0 1-16,0-1-3 0,0 2 5 0,0 0-2 15,0-5-2-15,4 1 3 0,-3-3-3 0,3 0-2 16,-2-1 3-16,0-3-4 0,0-7-1 0,1-1 1 15,-1 0-2-15,0 0 0 0,2-5-1 0,-2-1-3 16,-1 1 2-16,-1-4-7 0,3-1-10 0,-3-6-9 16,0 10-9-16,0-10-15 0,2 7-20 0,-2-7-17 15,0 0-36-15,0 0-52 0,0 0-59 0,0 0-153 16,0 0-412-16,0 0 182 0</inkml:trace>
  <inkml:trace contextRef="#ctx0" brushRef="#br0" timeOffset="5943.87">27015 9520 60 0,'-4'-6'187'0,"4"6"-20"0,0 0-16 0,0 0-14 16,11-6-13-16,-3 5-14 0,5 0-13 0,10-2-8 16,6 0-7-16,6 0-5 0,-1-1-14 0,6 4-6 15,14-6-6-15,-2 4-8 0,-1-2 0 0,3 0-5 16,-16 1-6-16,3-2-2 0,-5 3-1 0,-2-1-6 16,2 2-2-16,-5-1 2 0,2 2-8 0,-1-1 0 15,-3 1-1-15,-2-2 4 0,-6 2-10 0,0 0-2 16,0 0 7-16,-2 0-8 0,0 2 2 0,1-2-15 15,-8 1 20-15,4 1-2 0,-3-2-1 0,3 1 2 16,0-1-7-16,-3 1 1 0,0-1 3 0,-3-1 1 16,-1 2-4-16,-1-1 8 0,-8 0-1 0,14 0 14 15,-14 0-6-15,7 0 8 0,-7 0 7 0,8 0 6 16,-8 0 0-16,0 0 8 0,10 0 3 0,-10 0 6 16,0 0 0-16,0 0 3 0,0 0-5 0,9 0-1 15,-9 0 2-15,0 0-14 0,0 0-7 0,0 0-3 0,0 0-2 16,0 0-4-16,0 0-6 0,0 0-5 15,0 0-2-15,5 4-1 0,-5-4-2 0,2 9-2 16,-1-3-1-16,2 3-1 0,-3 4 2 0,5 4 6 16,-3 10 6-16,2 1-1 0,-2-1-7 0,1 3 3 0,1 3 7 15,-3 2-6-15,-1-1 1 0,0 1 7 0,2 12-3 16,-2-11-2-16,2-3-1 0,0 2 0 16,-2 1-3-16,0-2-3 0,0-4 4 0,3 0-3 15,-3 0-1-15,0-4-2 0,0-7-2 0,1 0 3 0,2-1-3 16,-2-1-2-16,0-2 0 0,-1-2-1 0,2 0 4 15,-2-1-4-15,0-1-2 0,2-2 6 0,-2-2-6 16,0-7 2-16,0 10 8 0,0-10-5 0,0 10 1 16,0-10 12-16,2 6 5 0,-2-6 0 0,0 0 1 15,0 0 8-15,0 8-2 0,0-8 16 0,0 0-12 16,0 0-3-16,0 0-1 0,0 0-6 0,0 0 3 16,2 7-5-16,-2-7 1 0,0 0-5 0,16-2-11 15,-11 2 10-15,9-1-4 0,4 0-3 0,2-1-2 16,3 1 2-16,6 0-4 0,5-1 0 0,0-3-2 15,3 3 0-15,-1-2 7 0,4 0-14 0,-1 3-4 16,1 0-9-16,-2-1 3 0,-2-1-7 0,16 0 4 16,-14 0-22-16,1-1-22 0,-1 2-21 0,1 0-19 15,-1-1-27-15,-5 0-35 0,3 1-35 0,-3-2-42 16,1 0-245-16,-6-1-519 0,0 2 229 0</inkml:trace>
  <inkml:trace contextRef="#ctx0" brushRef="#br0" timeOffset="6364.09">29155 9503 196 0,'3'-11'231'0,"-2"2"1"15,0 1-4-15,2 2-4 0,-3 6-9 0,3-11-11 16,-3 11-20-16,1-10-15 0,-1 10-22 0,1-6-14 16,-1 6-18-16,0 0-14 0,0 0-13 0,0 0-10 15,0 0-6-15,0 0-6 0,1 36 1 0,-3-6 1 16,1 3-6-16,-3 3-3 0,0 11-5 0,-3 0-4 15,2 1 2-15,-1-2 1 0,0 3-4 0,2-4 1 16,-3 3-7-16,5-2-5 0,-3-12-2 0,1-3-1 16,3 1-5-16,1 0-6 0,-2-3-3 0,2 0 1 15,2-1-2-15,-1-2 11 0,0-3-18 0,1-3 2 16,-2-2-1-16,0 1-1 0,1-3-5 0,0-3 2 16,0-3 2-16,2 1-14 0,-3-3-13 0,0 1-16 15,0-9-31-15,0 12-33 0,0-12-35 0,0 8-33 16,0-8-58-16,0 0-265 0,0 0-526 0,0 0 233 15</inkml:trace>
  <inkml:trace contextRef="#ctx0" brushRef="#br0" timeOffset="7062.34">29191 9486 174 0,'0'0'196'0,"-1"-9"-14"0,1 9-18 0,2-9-15 15,2 5-15-15,1-2-21 0,4 1-1 0,4 1-17 16,4 0-6-16,4-2-11 0,10 3-6 0,1-1-6 16,4 1-10-16,3 0-7 0,0 0-4 0,12 0-7 15,-13 1 2-15,12 1-9 0,-10-2-3 0,-3 2-2 16,1 1-1-16,-2-1 0 0,-2-1-7 15,2 2 3-15,-4 0-6 0,-3-1-3 0,-2-1 4 0,-6 0-3 16,-1 2-3-16,-2-2-3 0,-4 2 3 0,0-2 1 16,-1 1-2-16,0 1 2 0,-2 0 5 0,1-3-1 15,-5 2 0-15,3 0-4 0,0-1-1 0,0 2-2 16,-4-2 3-16,3 1 3 0,1-1-5 0,-2 1-2 16,-8 1 5-16,14-3-3 0,-8 2 1 0,-6 1 6 15,11 0-1-15,-11 0 1 0,9-2-5 0,-9 2-2 16,0 0 4-16,9 2-6 0,-9-2 6 0,5 4-1 15,-5-4 1-15,6 8 4 0,-3-2 6 0,-1 3 0 16,2 0 0-16,-3 3-2 0,2 5 12 0,-1 2-1 16,0 0-3-16,0 6 9 0,-2 5-4 0,0-2 6 15,0 3 17-15,-2 0-3 0,-2 2-2 0,3 2-2 16,-3 1 0-16,-1 13 3 0,-2-4-4 0,1 3-6 16,-2-14-2-16,1 12-6 0,3-12-3 0,-3 12 0 15,2-14 1-15,1 0-8 0,-2-2-2 0,7 0-3 16,-2-4 2-16,1 2-6 0,-1-4 5 0,2-4-9 15,0-1 3-15,2-1-6 0,-2-2 1 0,0-2 5 0,2-3-8 16,-1 1 2-16,0-3 6 0,-1-2-10 16,0 1 2-16,-1-8 2 0,2 11 1 0,-2-11-4 15,2 7 7-15,-2-7 5 0,0 0 7 0,0 10 15 16,0-10 12-16,0 0 4 0,3 4 2 0,-3-4 14 0,0 0-8 16,8 2-7-16,-8-2-7 0,13-4-9 15,-2 4 2-15,1-3-13 0,3 0-2 0,4-2 0 0,1 3-6 16,2-1 3-16,6 0 4 0,3 1-13 15,2-1-1-15,1 1-3 0,2 2-2 0,0-2-4 0,4 2-9 16,10-2-8-16,-14 4-11 0,3-2-9 0,-3 0-11 16,2 0-16-16,-2 3-17 0,-2-2-20 0,2 1-6 15,-3 0-36-15,-2-1-42 0,0 0-38 16,-2 0-51-16,-1-2-255 0,-10-1-565 0,2 0 250 0</inkml:trace>
  <inkml:trace contextRef="#ctx0" brushRef="#br0" timeOffset="7533.88">31015 9419 19 0,'2'-12'254'0,"2"1"-4"0,-2 5-2 0,1-1-11 15,0 0-13-15,-3 7-18 0,2-9-21 0,-2 9-20 16,2-8-23-16,-2 8-16 0,0 0-13 0,0 0-13 15,0 0-14-15,0 0-6 0,0 0-4 0,5 20 3 16,-4 6-4-16,0 4-1 0,-1 3-6 0,0 13 9 16,0 3-8-16,-1 2 3 0,-3 0-7 0,0-1-1 15,-2 0-7-15,1 2-4 0,0-1-6 0,2 0-5 16,-1-5 3-16,0-10-8 0,2-1-6 0,-1-3-2 16,2 0 0-16,-3-3 2 0,3 0-12 0,-1-4 2 15,2 2-7-15,-2-8 0 0,2 5 4 0,-1-6-6 16,1-2-2-16,0-3-2 0,0-1 1 0,-1-1-4 15,-1-2-5-15,2 1-11 0,-1-3-21 0,1-7-20 16,-2 12-40-16,2-12-34 0,0 7-31 0,0-7-32 16,0 0-37-16,0 0-241 0,0 0-506 0,0 0 225 15</inkml:trace>
  <inkml:trace contextRef="#ctx0" brushRef="#br0" timeOffset="8166.96">31283 9354 154 0,'0'0'150'0,"12"-4"-12"0,3 3-15 15,2-1-13-15,6 2-7 0,9-1-10 0,1 2-7 16,3-1-6-16,2 2-11 0,0 1-4 0,2-1-7 16,-2-2-6-16,-2 0-14 0,0 1 1 0,-2 3-2 15,-1-5-8-15,-3 2 1 0,-2 0 3 0,-7-1-2 16,-1 1 6-16,-1-1 2 0,0 0-2 0,-5 0 4 16,-1 2-1-16,1-2-1 0,-4 0-2 0,-1 0 9 15,3 0 2-15,-12 0 4 0,11 0 4 0,-11 0 3 16,8 0 0-16,-8 0 4 0,8 0-2 0,-8 0 1 15,0 0-1-15,9 1-1 0,-9-1-6 0,0 0-1 16,0 0-3-16,7 1-6 0,-7-1-1 0,0 0-9 16,0 0-5-16,0 0-4 0,7 3-1 0,-7-3-3 15,4 4-3-15,-4-4-2 0,6 10 4 0,-1-2 4 16,0 5 0-16,-1-3 1 0,1 6 12 0,2 10-17 0,-2 0 5 16,1-1 2-16,-4 2 7 0,1 1 4 0,0 5-2 15,-3-1 3-15,-3 2-2 0,2 2 0 16,-4 11 1-16,0 0-6 0,0 0-5 0,-3-3 6 15,0 4-3-15,2-3-8 0,1-9 0 0,2-5-4 0,-1 2 0 16,0 1-7-16,-1-3 2 0,4-2-4 0,-4-5 1 16,2 1-1-16,2-7-5 0,0-2 4 0,-3-3 0 15,4-2-5-15,-1-1 2 0,1-1 1 16,0-9 1-16,0 13 1 0,0-13-4 0,-1 8 4 16,1-8-2-16,1 8 6 0,-1-8 8 0,5 6 8 0,-5-6 6 15,4 3 8-15,-4-3 3 0,11 4 4 0,-1-4 1 16,10 0-13-16,0-4 0 0,8 1-9 0,7 0 4 15,-2 1-11-15,5-3-1 0,14 1-17 0,6-1-20 16,-2 4-34-16,6-1-40 0,-1 2-38 0,2-2-55 16,-4 2-46-16,3-1-49 0,-3 4-236 15,-5-6-557-15,-16 4 247 0</inkml:trace>
  <inkml:trace contextRef="#ctx0" brushRef="#br0" timeOffset="11227.8">26254 8236 114 0,'0'0'169'0,"0"0"17"0,0 0 13 16,0 0 13-16,0 0 13 0,0 0 7 0,0 0 1 15,0 0-6-15,0 0-15 0,0 0-14 0,0 0-15 16,0 0-12-16,-11-19-16 0,5 9-11 0,1-1-16 16,-1 0-11-16,1 0-23 0,0-5-7 0,1 4-2 15,4-3-16-15,0-5-9 0,2-5-13 0,5-1-7 16,4-5-4-16,4 1-7 0,8-12-5 0,6 0-4 16,1 1-8-16,3-1-3 0,8 0 3 0,6 3-8 0,0 3 1 15,3 4-4-15,1 4 1 0,-2 6-1 16,-1 4-1-16,-12 6 1 0,14-1-5 0,-13 10-2 15,18 1 15-15,-17 5-19 0,13 4 2 0,2 8 2 0,2 6 1 16,1 2-4-16,0 4 5 0,22 14 5 0,-23-16-7 16,3 2 8-16,23 7-8 0,-26-11 4 0,4-3 2 15,2-4-2-15,2-4 0 0,-4-4 2 16,1 0 1-16,0-7 1 0,1-4-2 0,0 0 3 0,2-5-3 16,1-3-6-16,29-9 8 0,-4-4-3 0,-4-1-9 15,-22 4-5-15,26-9 1 0,-6-2 1 16,3-1 2-16,-3 2-1 0,-22 8-4 0,22-13-4 15,2 4-4-15,-1-1-10 0,0-5-7 0,3 2-1 0,0 1 0 16,-5 0 3-16,-21 15 4 0,2 3 3 0,-3 0 7 16,-1 4-1-16,-5 2 1 0,-16 6-1 15,-1 0 6-15,0 3 2 0,-2 1 0 0,0 4-1 0,-1-5 7 16,-3 1 15-16,7 1-3 0,-1-3-5 0,2-4-9 16,15-1-21-16,-2-6-18 0,5-5-41 0,-1-3-53 15,28-14-66-15,-28 9-211 0,25-16-458 0,-8-6 203 16</inkml:trace>
  <inkml:trace contextRef="#ctx0" brushRef="#br0" timeOffset="18028.72">23433 10175 50 0,'2'-8'220'16,"1"2"-10"-16,-2 0-6 0,-1 6 1 0,-1-13-13 15,1 13-18-15,-7-10-18 0,2 5-13 16,-2 1-5-16,0 3-8 0,-3-2-11 0,0 2-13 0,-2 1-6 16,2 1-8-16,-3 2-1 0,3 3-8 0,-4 3-6 15,-1 3-3-15,2 0-17 0,-1 4-9 0,4-1-3 16,-2 3-4-16,3-2-7 0,3 3-4 0,-1-2-2 16,2 0-5-16,4 1 0 0,1-1-4 0,1-2 8 15,2-2-11-15,4 1 0 0,3-1-5 0,3 2-1 16,2-2-4-16,10 0-8 0,2-3-11 0,4-3-22 15,3-2-36-15,3-2-51 0,4-8-49 0,9-2-41 16,-14 2-184-16,1-4-428 0,-3-1 190 0</inkml:trace>
  <inkml:trace contextRef="#ctx0" brushRef="#br0" timeOffset="18262.22">23907 9971 67 0,'-10'-6'218'16,"6"3"-17"-16,4 3-9 0,-13 0-8 0,13 0-11 16,-17 9-4-16,8-1-7 0,-3 4-10 0,0 6-9 15,-3 2-11-15,7-1-8 0,-1 6-16 0,0 2-9 16,4-1-12-16,4 2-5 0,1-2-12 0,1-1-6 16,4 1-4-16,3-2-4 0,1 2-5 0,1-3-4 0,3-8-12 15,0 1-11-15,3-1-13 0,6 0-25 16,-3-7-35-16,5 3-56 0,-3-5-21 0,6-4-43 15,-6 0-45-15,1-5-125 0,-3-2-368 0,8-4 163 16</inkml:trace>
  <inkml:trace contextRef="#ctx0" brushRef="#br0" timeOffset="18461.11">24188 10046 53 0,'-4'-17'220'0,"-1"2"8"0,1 4 0 0,2 1-3 0,-2 0 2 15,1 1 5-15,1 4-7 0,2 5-13 0,-7-10-3 16,7 10-27-16,-2-6-26 0,2 6-14 0,0 0-12 15,0 0 2-15,0 0 4 0,-5 28-13 16,2-12-16-16,2 2-9 0,0 2-6 0,2-1-11 0,0 0-8 16,2 0-10-16,-1 0-11 0,1-1 1 0,-1 3-4 15,5-3-13-15,-1 0-10 0,0 0-25 16,-1-1-44-16,-2-1-59 0,1 0-74 0,0 2-59 16,-2-2-71-16,-3-3-183 0,-3-1-528 0,-1 0 233 0</inkml:trace>
  <inkml:trace contextRef="#ctx0" brushRef="#br0" timeOffset="18594.14">24064 10175 2 0,'1'-14'215'0,"4"8"-27"0,-1-2-13 16,3 0-23-16,0-2-15 0,6-1-26 0,-1-1-34 16,3 0-38-16,3 1-48 0,0 1-47 0,-1-1-117 15,0-1-185-15,-1 1 83 0</inkml:trace>
  <inkml:trace contextRef="#ctx0" brushRef="#br0" timeOffset="18782">24423 9854 116 0,'0'0'187'0,"13"1"-15"0,-5 2 3 16,-2 0 19-16,2 5 3 0,4 4 0 0,-1 3-5 15,-4 0-8-15,1 9-9 0,-3 2-13 0,0 3-10 16,-4 1-13-16,1 3-11 0,-6 0-17 0,-4 3-10 15,-2 9-17-15,0-12-33 0,-5 2-46 0,-1-3-57 16,-8 8-75-16,4-10-57 0,-11 8-210 0,6-13-425 16,-3-4 188-16</inkml:trace>
  <inkml:trace contextRef="#ctx0" brushRef="#br0" timeOffset="19727.97">23986 8135 216 0,'0'0'229'0,"-4"-9"-16"0,4 9-17 15,0 0-18-15,-5-7-18 0,5 7-13 0,0 0-17 16,0 0-19-16,0 0-11 0,-4-5-13 0,4 5-13 15,0 0-7-15,0 0-7 0,0 0-7 0,0 0-1 16,-1 22-5-16,1-11-5 0,1 1 0 0,1 2-8 16,0-4 0-16,-1 7-6 0,-1-5-2 0,2 0-4 15,-1-1 0-15,0 1-7 0,0-1-18 0,-1 1-20 16,3-1-42-16,-2-1-28 0,-1-4-33 16,2 1-23-16,-2-7-29 0,-2 11-114 0,2-11-315 0,-2 7 139 15</inkml:trace>
  <inkml:trace contextRef="#ctx0" brushRef="#br0" timeOffset="20078.63">24013 8042 71 0,'0'0'111'0,"6"0"-6"16,-6 0-10-16,12 2 2 0,-5 1 11 0,2 2-13 15,2 0-13-15,-2 1-7 0,2 1-7 0,-1 0-12 16,2-1 5-16,-2 1-9 0,0 0-3 0,-1 0-10 15,1-1-5-15,-3-1 4 0,-1-2-5 0,-1 1-1 16,2-1-3-16,-7-3-7 0,6 6 2 0,-6-6 10 16,8 4 3-16,-8-4 4 0,5 1 5 0,-5-1 8 15,0 0 0-15,0 0 4 0,0 0-4 0,0 0-2 16,14-5-3-16,-9-1-5 0,3-1-5 0,-1-1-9 16,2-1 7-16,3-3-6 0,-2 0-1 0,4 0 0 0,-5 5-9 15,-4 0 3-15,4 1-6 0,-4 3 0 16,-1-1-6-16,-4 4-2 0,6-6-4 0,-6 6-1 15,7-4-9-15,-7 4 8 0,0 0-3 0,16 5 2 16,-12 0 6-16,1 2-5 0,-1 2 4 0,1 2 1 0,4 4-2 16,-6-4-2-16,1 7 4 0,2-2-3 0,-3 2 2 15,-1-1-10-15,0-1-5 0,0-1-19 16,1 3-30-16,0-3-46 0,0-4-49 0,-2 1-172 16,3-3-349-16,0 0 155 0</inkml:trace>
  <inkml:trace contextRef="#ctx0" brushRef="#br0" timeOffset="20312.12">24630 7915 14 0,'-9'-1'210'0,"2"-1"-7"0,7 2-7 16,-17 0-8-16,8 1-14 0,0 3-12 0,3 0-12 15,-1 3-15-15,0 3-8 0,-1 4-6 0,4 2-14 16,-2 2-11-16,4-2-11 0,4 2-6 0,0 0-12 15,1-2-1-15,2 3-6 0,4-5-6 0,1 2-5 16,0-1-6-16,5-1-10 0,-2 0-16 0,3-1-26 16,-2-4-27-16,2 1-38 0,3-5-35 0,-3 2-37 15,2-6-38-15,0 1-129 0,-5-2-340 0,2-2 151 16</inkml:trace>
  <inkml:trace contextRef="#ctx0" brushRef="#br0" timeOffset="20511.43">24815 7928 63 0,'-2'-9'229'0,"-2"2"-2"0,0 1-9 0,4 6-12 16,-2-9-19-16,2 9-18 0,-2-5-24 0,2 5-15 15,0 0-15-15,0 0 6 0,0 0 4 0,0 0-3 16,0 25-6-16,2-11-7 0,-1 5-10 0,4 5-5 16,-1-5-10-16,-2 7-5 0,1-3-9 0,0-5-8 15,-2 2-9-15,3-4-4 0,0 3-2 0,-1-3-4 16,0-1-4-16,1-3-36 0,-2 1-36 0,0-3-61 15,-1 1-75-15,0 0-46 0,-2-1-201 0,1-1-450 16,0-9 199-16</inkml:trace>
  <inkml:trace contextRef="#ctx0" brushRef="#br0" timeOffset="20657.91">24783 8006 100 0,'0'0'240'0,"3"-10"-30"0,-3 10-14 16,4-7-24-16,-4 7-9 0,2-8-21 0,-2 8-17 15,7-7-12-15,-1 4-11 0,7 0-11 0,-3 0-20 16,4-1-38-16,2-1-45 0,1 1-39 0,3 0-48 0,-8 1-51 16,1-1-91-16,1-1-262 0,-3-2 116 15</inkml:trace>
  <inkml:trace contextRef="#ctx0" brushRef="#br0" timeOffset="20829.02">25005 7792 152 0,'2'-6'161'16,"-2"6"-15"-16,0 0-16 0,3-7-13 0,-3 7-15 15,0 0-15-15,0 0-7 0,0 0 0 0,20 13 25 0,-11 1 1 16,2 4 8-16,1 5-5 0,1 7-1 0,-3 1 1 16,-2 3-7-16,-4 1-9 0,-1 12-7 0,-5-1-9 15,-5-12-4-15,-4 13-16 0,0-13-36 16,-10 14-52-16,-8-3-70 0,1-3-81 0,-7 1-136 0,-1 0-343 16,-6-8 153-16</inkml:trace>
  <inkml:trace contextRef="#ctx0" brushRef="#br0" timeOffset="37543.89">26519 11789 25 0,'0'0'52'16,"0"0"-10"-16,0 0-4 0,-13-2-1 0,13 2-11 15,0 0-4-15,0 0 4 0,0 0-5 0,0 0 1 16,0 0-1-16,-14-4-10 0,14 4 3 0,0 0 1 15,0 0 2-15,-8 2 3 0,8-2 1 0,0 0 0 16,0 0-5-16,0 0 2 0,-11-2-2 0,11 2-2 16,0 0-42-16,0 0-54 0,-10 2-87 0,10-2 317 0,0 0-110 15,-4 3 23-15,4-3-18 0,0 0-1 16,0 0-5-16,-11 1-1 0,11-1-8 0,0 0 1 16,-14 0-10-16,14 0 7 0,-9-1 1 0,9 1-1 15,-11 0 8-15,11 0-7 0,-10-1 8 0,10 1-4 16,-10 0 0-16,10 0 8 0,0 0 7 0,-9-2-6 0,9 2 10 15,0 0-4-15,-12-2-2 0,12 2 1 16,0 0 5-16,0 0-4 0,-9-1 5 0,9 1-4 16,0 0 4-16,0 0-3 0,0 0-4 0,0 0-1 0,0 0-3 15,0 0-6-15,0 0 4 0,-4-4-6 16,4 4-1-16,0 0-8 0,0 0 1 0,0 0 0 0,0 0-6 16,0 0 2-16,0 0-4 0,0 0-4 0,0 0-2 15,0 0 1-15,0 0-2 0,0 0 3 0,0 0-2 16,21-2 0-16,-21 2-3 0,13-1 3 0,-7-1-3 15,-6 2-5-15,19-1 5 0,-6 1 6 0,-1-1-5 16,0-1-3-16,3 1 0 0,-2 1 5 0,0-1-7 16,5-1 4-16,-5 1 1 0,1-1-4 0,3 2 7 15,-5-2-9-15,6 1 2 0,-4 2 4 0,-1-2-3 16,1 1 1-16,-3-1-5 0,5 0 1 0,-3 1-4 16,-2 0 8-16,3 0 4 0,-1-2-4 0,1 1 5 15,-1 1-4-15,1-1-1 0,-3 0 1 0,2 1-2 16,-1-1-1-16,-3 1 1 0,3-2-2 0,0 2 3 15,-5 0-1-15,1-2 1 0,-8 2 5 0,17-1 1 0,-11 0 4 16,-6 1 2-16,13 0-1 0,-13 0-5 16,10-2 3-16,-10 2 0 0,7 0-1 0,-7 0 0 15,0 0 3-15,0 0-3 0,10-2 0 0,-10 2 5 16,0 0 6-16,0 0-3 0,0 0-2 0,0 0 3 16,0 0 1-16,0 0 3 0,10 2-4 0,-10-2 0 15,0 0 0-15,0 0-2 0,0 0-1 0,0 0 0 0,0 0-2 16,0 0-4-16,0 0 0 0,0 0-2 15,0 0 4-15,0 0-5 0,0 0-1 0,0 0-2 16,0 0 3-16,0 0-4 0,0 0-2 0,0 0 5 16,0 0-3-16,0 0 0 0,0 0 0 0,0 0-2 15,0 0 1-15,0 0-5 0,0 0 5 0,5-6-3 16,-5 6 0-16,0 0-1 0,0 0-2 0,0 0 3 0,0 0 1 16,0 0 0-16,0 0-3 0,0 0 2 0,0 0-1 15,0 0 0-15,0 0-1 0,0 0 1 0,0 0 4 16,0 0-3-16,0 0 0 0,0 0 5 0,0 0-2 15,0 0-2-15,0 0 1 0,0 0 2 0,0 0 1 16,0 0-4-16,0 0 7 0,0 0-7 0,0 0-1 16,0 0 0-16,0 0 1 0,0 0-1 0,0 0 2 15,0 0-4-15,0 0 2 0,0 0-4 0,-14-11 4 16,14 11-2-16,0 0 1 0,0 0 0 0,-3-10 0 16,3 10-3-16,-2-5 1 0,2 5 5 0,0 0-3 15,-4-12-6-15,4 12 4 0,-2-5-3 0,2 5 6 16,-3-7-5-16,3 7 2 0,-4-9-2 0,4 9 2 15,0-13-4-15,-2 7 1 0,2 6 0 0,-2-9 3 16,2 9 1-16,-2-8 0 0,2 8 0 0,0-9-2 16,0 9-2-16,-4-11 4 0,4 11 0 0,0-8 0 15,0 8-2-15,-2-10 1 0,2 10 1 0,-2-8-3 16,2 8 2-16,-2-9 0 0,2 9 0 0,0-10 0 16,0 10 1-16,-4-10-2 0,4 10-2 0,-3-9 0 15,3 2 2-15,0 7 2 0,-2-8-4 0,2 8 3 16,-2-11 0-16,2 11-3 0,-2-6 3 0,2 6-4 15,-2-9 3-15,2 9 2 0,-2-9 0 0,2 9-1 0,-1-8 1 16,1 8-2-16,-4-9-1 0,4 9 5 16,-5-6-4-16,5 6 4 0,0-9-9 0,0 9 9 15,0 0-3-15,-3-11 0 0,3 11-1 0,0 0 3 0,-2-8 0 16,2 8-2-16,0 0-2 0,0-10 4 0,0 10-2 16,0-8 0-16,0 8 4 0,0 0-3 15,-2-9-1-15,2 9 3 0,0 0-6 0,-2-9 10 16,2 9-11-16,0 0 5 0,0 0-4 0,2-12 4 0,-2 12-2 15,0 0 1-15,0 0 2 0,0-12 0 0,0 12-3 16,0 0 4-16,0 0-4 0,-2-7 2 0,2 7-3 16,0 0 4-16,0 0-5 0,0 0 4 15,0-9-2-15,0 9-1 0,0 0-2 0,0 0 5 0,0 0-2 16,0-9-3-16,0 9 9 0,0 0-5 0,0 0-1 16,0 0 7-16,0 0-9 0,2-9 4 0,-2 9-3 15,0 0 5-15,0 0-3 0,0 0 4 0,0 0-4 16,0 0-5-16,0 0 5 0,-2-8-1 0,2 8-3 15,0 0 4-15,0 0-1 0,0 0-3 0,0 0 2 16,0 0 2-16,0 0-1 0,0 0 2 0,0 0-2 16,0 0 2-16,0 0-1 0,0 0-2 0,0 0 3 15,0 0 0-15,0 0-3 0,0 0 4 0,0 0-4 16,0 0 1-16,0 0 1 0,0 0 3 0,0 0-6 16,0 0 3-16,0 0 3 0,0 0-2 0,0 0-2 15,0 0 1-15,0 0 2 0,0 0-2 0,0 0-3 0,0 0 5 16,0 0-1-16,0 0-1 0,0 0 0 15,0 0 4-15,0 0-3 0,0 0-1 0,0 0-1 16,0 0 6-16,0 0-8 0,0 0 2 0,0-10 1 16,0 10 1-16,0 0-4 0,0 0 5 0,0 0-2 0,0 0 1 15,0 0 2-15,0-9-1 0,0 9-2 0,0 0 2 16,0 0-2-16,0 0 0 0,0 0-1 16,0 0 3-16,0 0-7 0,0 0 13 0,0 0-8 15,0 0-2-15,0-9 2 0,0 9 0 0,0 0-2 0,0 0 3 16,0 0-1-16,0 0-1 0,0 0 1 0,0 0-2 15,0 0 3-15,0 0-1 0,0 0 0 16,0 0 0-16,0 0-2 0,0 0 2 0,0 0-1 0,0 0 0 16,0 0 2-16,0 0-1 0,0 0 0 0,0 0 0 15,0 0 0-15,0 0-3 0,0 0 3 0,0 0 0 16,0 0-3-16,0 0 6 0,0 0-6 0,0 0 2 16,0 0 1-16,0 0 4 0,0 0-3 0,0 0-2 15,0 0 1-15,0 0-2 0,0 0 1 0,0 0 4 16,0 0-2-16,0 0 0 0,0 0-2 0,0 0 3 15,0 0 1-15,0 0 2 0,0 0-2 0,0 0-2 16,0 0-1-16,0 0-2 0,0 0 2 0,0 0 5 16,0 0-2-16,0 0 5 0,0 0-6 0,0 0 3 15,0 0-3-15,0 0 1 0,0 0 0 0,0 0 1 16,0 0-2-16,0 0 1 0,0 0-1 0,0 0 4 16,0 0-7-16,0-8 0 0,0 8 1 0,0 0 3 15,0 0 0-15,0 0-1 0,0 0 1 0,0 0 1 16,0 0-4-16,0 0 4 0,0 0 0 0,0 0-2 15,0 0-4-15,2-9 2 0,-2 9-3 0,0 0 5 0,0 0-2 16,0 0 0-16,0 0 2 0,0 0-5 0,0 0 9 16,0 0-7-16,0 0 2 0,0 0 0 15,0 0-2-15,0 0 3 0,0 0-4 0,0 0 1 16,0 0-2-16,0 0 1 0,0 0 1 0,0 0 1 0,0 0 1 16,0 0-3-16,0 0 3 0,0 0-1 15,0 0 0-15,0 0 1 0,0 0-2 0,0 0-2 16,0 0 0-16,0 0 5 0,0 0-3 0,0 0 2 15,0 0-3-15,0 0-1 0,0 0 3 0,0 0-5 16,0 0-2-16,0 0 5 0,0 0 0 0,0 0 7 16,0 0-8-16,0 0 3 0,0 0-5 0,0 0 2 15,0 0 0-15,0 0-9 0,0 0 8 0,0 0-2 16,0 0 0-16,0 0-1 0,0 0 3 0,0 0 0 0,0 0-3 16,0 0 4-16,4-5-1 0,-4 5 2 0,0 0-3 15,0 0 3-15,0 0-2 0,13 2 4 0,-13-2 0 16,8 0-4-16,-8 0 2 0,0 0 0 15,15 1 1-15,-15-1-5 0,10 1 3 0,-10-1 1 0,13 0 2 16,-13 0-1-16,12 1 3 0,-12-1-3 0,9 0 2 16,-9 0 1-16,11 3-5 0,-2-2 2 0,-4 0 2 15,-5-1-3-15,11 3 0 0,-5-1 2 0,-6-2-1 16,14 2-4-16,-10-1 1 0,-4-1 0 0,15 3-1 16,-10-1 2-16,5 0 0 0,2 0-1 0,-5-1 2 15,5 1-1-15,-1-1-3 0,1 0 5 0,-1-2-4 16,2 2-1-16,5-2 1 0,-5 1 1 0,1-1-4 15,3-1 5-15,0 1 0 0,0-1-3 0,1 0-2 16,-1-1 1-16,-2 3-6 0,3-2-4 0,-5 0 0 16,3 2-7-16,-3-1-2 0,-2-1-6 0,5 1-6 15,-5-1 2-15,3 0-4 0,-1 0 3 0,2 0 0 16,-2 1 1-16,-2-3 1 0,2 1-2 0,-1 3-1 16,1-1-2-16,-4-1 4 0,0 0-2 0,1 0-6 15,-10 2-3-15,13 0-1 0,-7 0-1 0,-6 0 2 16,14-3 1-16,-14 3 4 0,7-1 6 0,-7 1 5 0,0 0-10 15,12 0 8-15,-12 0-5 0,0 0 5 0,0 0-5 16,10 0 12-16,-10 0 0 0,0 0 4 16,0 0-6-16,0 0 9 0,0 0-4 0,0 0 8 0,7-1-1 15,-7 1-6-15,0 0 12 0,0 0-4 0,0 0-14 16,0 0 20-16,0 0-5 0,0 0 1 16,0 0 8-16,0 0 3 0,0 0-4 0,0 0 1 15,0 0 1-15,8 3-2 0,-8-3 1 0,0 0 5 0,0 0-4 16,0 0 0-16,0 0 3 0,0 0 6 0,0 0-6 15,0 0 5-15,0 0 0 0,0 0 2 0,0 0-1 16,0 0 3-16,0 0-7 0,0 0 3 0,0 0 1 16,0 0-3-16,0 0 2 0,0 0-2 0,0 0 0 15,0 0-5-15,0 0 0 0,0 0 6 0,0 0-7 16,0 0 4-16,0 0 4 0,0 0-1 0,0 0-10 16,0 0 9-16,0 0-3 0,0 0 0 0,0 0 5 15,0 0-6-15,0 0 4 0,0 0 3 0,0 0-19 16,0 0 20-16,0 0-7 0,0 0-18 0,0 0 22 15,0 0-4-15,0 0 5 0,0 0-1 0,0 0-5 16,0 0 16-16,0 0-18 0,0 0 4 0,0 0 4 16,0 0 2-16,0 0-9 0,0 0-3 0,0 0 4 15,0 0-5-15,0 0 4 0,0 0 2 0,0 0-7 16,0 0 5-16,0 0 0 0,0 0-2 0,0 0-3 16,0 0-1-16,0 0-1 0,0 0 7 0,0 0-7 15,0 0 8-15,0 0-1 0,0 0 3 0,0 0 0 16,0 0-3-16,0 0 4 0,0 0-4 0,0 0 4 15,0 0-2-15,0 0-4 0,0 0 7 0,0 0 2 16,0 0-8-16,0 0 7 0,0 0 1 0,0 0-5 0,0 0 3 16,0 0-3-16,0 0 4 0,0 0-2 0,0 0 2 15,0 0-1-15,0 0 0 0,0 0-6 16,0 0 12-16,0 0-11 0,0 0 3 0,0 0 5 0,0 0 0 16,0 0 4-16,0 0-2 0,0 0-9 0,0 0 6 15,0 0 2-15,0 0 4 0,0 0-1 0,0 0 0 16,0 0-4-16,0 0 0 0,0 0 0 15,0 0 3-15,0 0-6 0,0 0 8 0,0 0-8 0,0 0 8 16,0 0-11-16,0 0 6 0,0 0-7 0,0 0 6 16,0 0-6-16,0 0-3 0,0 0 8 0,0 0-3 15,0 0 3-15,0 0 2 0,0 0-4 0,0 0 4 16,0 0-5-16,0 0-2 0,0 0 2 0,0 0 5 16,0 0-1-16,0 0 2 0,0 0-5 0,0 0 4 15,0 0 3-15,0 0 3 0,0 0-4 0,0 0-2 16,0 0 2-16,0 0-4 0,0 0 8 0,0 0-7 15,0 0 5-15,0 0-1 0,0 0 0 0,0 0 1 16,0 0-1-16,0 0-6 0,0 0 5 0,0 0 2 16,0 0-6-16,0 0-3 0,0 0 7 0,0 0-5 15,0 0-2-15,0 0 6 0,0 0-3 0,0 0 4 16,0 0-6-16,0 0 10 0,0 0 0 0,0 0-1 16,0 0 0-16,0 0 0 0,0 0-4 0,0 0 5 15,0 0-6-15,0 0 7 0,0 0-6 0,0 0-2 16,0 0 1-16,0 0 2 0,0 0-4 0,0 0-5 15,0 0 4-15,0 0 3 0,0 0-5 0,0 0 3 16,0 0-6-16,0 0 1 0,0 0 2 0,0 0 0 16,0 0-6-16,0 0 7 0,0 0-3 0,0 0-2 15,0 0 3-15,0 0 4 0,0 0-7 0,0 0 2 0,1 8-2 16,-1-8 4-16,0 0 1 0,0 7-1 0,0-7 3 16,0 0 3-16,2 11-3 0,-2-11 1 0,2 9 4 15,-2-9-3-15,0 10 3 0,0-4 0 0,0-6 6 16,2 12 0-16,0-6-1 0,-2-6 2 0,1 14 0 15,-1-8 1-15,0 1-3 0,1 2 2 0,-1 1-1 16,1-4-1-16,-1-6 3 0,-1 14-6 16,2-9 3-16,-1-5 0 0,0 15 0 0,0-9-1 0,3 3-4 15,-3-2 3-15,0 3-4 0,0-3 0 0,0-7-2 16,2 12-3-16,-2-5 2 0,2 0 1 0,-2-7 0 16,2 15-2-16,-2-9 3 0,3 4-1 0,-2-3-1 15,0 1-3-15,1-1 5 0,0 1-3 0,-2 0 5 16,0-2-8-16,4 1 6 0,-4 0-3 0,0-7-1 15,4 13-6-15,-1-7 9 0,-3-6-1 0,2 10-1 16,-2-10 1-16,0 9-1 0,3-4 5 0,-3-5 0 16,2 9 3-16,-2-4 2 0,0-5-3 0,3 10 2 15,-3-10-4-15,1 8 3 0,-1-8-3 0,1 10 1 16,-1-5-1-16,0-5-4 0,2 8 1 0,-2-8 1 16,0 0-5-16,0 12 4 0,0-12-3 0,2 5-1 0,-2-5 1 15,0 8 2-15,0-8 4 0,0 0-5 0,2 8 0 16,-2-8-1-16,3 5-4 0,-3-5 3 15,0 0 0-15,0 0 0 0,1 9 1 0,-1-9 2 16,0 0-4-16,0 0 4 0,2 6-4 0,-2-6 0 0,0 0-1 16,0 0-5-16,1 7 9 0,-1-7 0 0,0 0-2 15,0 0 0-15,0 0 1 0,0 0 0 0,0 0-4 16,0 0 5-16,0 0 1 0,0 0-4 16,0 0 0-16,0 0 0 0,0 0 3 0,0 0 0 0,0 0-7 15,4 5 5-15,-4-5 0 0,0 0 2 0,0 0-3 16,0 0 1-16,0 0 1 0,0 0-2 0,0 0 1 15,0 0 0-15,0 0-3 0,0 0 4 0,0 0-5 16,0 0 3-16,0 0 1 0,0 0 0 0,0 0 0 16,0 0-3-16,0 0 1 0,0 0 1 0,0 0 0 15,0 0 2-15,5 4-1 0,-5-4 0 0,0 0-2 16,0 0 1-16,0 0 2 0,0 0-2 0,0 0-1 16,0 0 2-16,0 0-1 0,0 0 2 0,9 1-2 15,-9-1 1-15,0 0-2 0,0 0 0 0,0 0 3 16,0 0-3-16,0 0 0 0,0 0 1 0,0 0 1 15,9 0 4-15,-9 0 4 0,0 0 2 0,0 0-1 16,0 0 1-16,0 0-4 0,0 0 5 0,0 0-1 16,0 0 4-16,0 0-1 0,0 0 7 0,0 0-8 15,0 0 1-15,0 0-1 0,0 0 1 0,0 0-2 16,0 0-1-16,0 0-1 0,0 0 1 0,0 0 1 16,0 0-1-16,0 0-5 0,0 0 4 0,0 0-1 15,0 0 1-15,0 0-6 0,0 0 4 0,0 0-3 16,0 0 0-16,8-7 3 0,-8 7-1 0,0 0-3 15,0 0 1-15,0 0-3 0,0 0 2 0,0 0 2 0,0 0 3 16,0 0-8-16,0 0 4 0,0 0 0 16,0 0-6-16,0 0 4 0,0 0 9 0,0 0-11 15,0 0 3-15,0 0 0 0,0 0 3 0,0 0-2 16,0 0 2-16,0 0-1 0,0 0-1 0,0 0-2 0,0 0 2 16,0 0-4-16,0 0-1 0,0 0 5 0,0 0-5 15,0 0 2-15,0 0 0 0,0 0 2 16,0 0-3-16,0 0-1 0,0 0 0 0,0 0 0 15,8-4 1-15,-8 4 0 0,0 0 0 0,0 0 1 16,0 0-1-16,8-3-1 0,-8 3-2 0,0 0 0 0,5-2 4 16,-5 2-3-16,0 0 3 0,0 0-4 0,11-1 0 15,-11 1 0-15,0 0 2 0,8-3 1 0,-8 3-2 16,0 0 2-16,8-3-2 0,-8 3 1 16,6-1-1-16,-6 1 2 0,0 0-3 0,7-4-1 0,-7 4 3 15,8-2-2-15,-8 2 1 0,0 0 0 0,10-3-2 16,-10 3 2-16,7-1 1 0,-7 1-3 0,0 0 2 15,11-2 9-15,-11 2-9 0,10 0-1 0,-10 0-1 16,8-3 4-16,-8 3-4 0,9 0 2 0,-9 0-3 16,10-2 6-16,-10 2-6 0,11-1 0 0,-11 1 5 15,12-1-1-15,-4-1-1 0,-8 2-3 16,13-2 3-16,-6 2-1 0,3-1 2 0,-2-1 0 16,-8 2 1-16,19-1-2 0,-11 1-1 0,0-1 3 0,-8 1 0 15,17 0-1-15,-8 0 0 0,-1-1 0 0,-8 1 1 16,16 0-4-16,-5 0 2 0,-4 0 0 0,5 0 1 15,-12 0 5-15,13-2-8 0,-6 2 0 0,2-1 2 16,-9 1-2-16,13 1 0 0,-13-1 0 0,16-3-2 16,-9 3 5-16,-7 0-1 0,13-2 0 0,-13 2 0 15,14-2-1-15,-5 2 2 0,-3 0-1 0,-6 0 1 16,14-3-2-16,-8 2 4 0,2-1-3 0,-8 2 2 16,13-1-2-16,-6 1 1 0,-7 0-1 0,13-1 0 15,-13 1-3-15,11 1 3 0,-3-1 0 0,-8 0 2 16,10 1-4-16,-10-1 2 0,11-2 3 0,-11 2-3 15,10 0 0-15,-10 0 1 0,10 0-1 0,-10 0 2 0,10-2-3 16,-10 2 2-16,9-3 1 0,-9 3 1 0,10 1-3 16,-10-1 1-16,0 0-2 0,11-1 1 15,-11 1-1-15,0 0 4 0,9 0-7 0,-9 0 5 16,0 0-4-16,0 0 2 0,0 0 0 0,8 0 3 16,-8 0 0-16,0 0-3 0,0 0 1 0,0 0 5 0,0 0-3 15,0 0-3-15,0 0 0 0,0 0 1 16,0 0-2-16,0 0 11 0,0 0-10 0,0 0 0 15,9 0 0-15,-9 0 1 0,0 0 2 0,0 0-1 16,0 0-4-16,0 0 3 0,0 0 0 0,0 0 5 16,0 0-5-16,0 0 3 0,0 0-1 0,0 0 5 15,0 0-6-15,0 0-2 0,0 0 1 0,0 0 3 16,0 0-1-16,0 0 1 0,0 0 1 0,0 0 1 0,0 0 0 16,0 0 1-16,0 0-3 0,0 0 1 0,0 0 3 15,0 0 0-15,0 0-3 0,0 0 2 0,0 0-1 16,0 0 2-16,0 0-2 0,0 0 0 0,0 0-3 15,0 0 2-15,0 0-3 0,0 0 3 0,0 0-4 16,0 0 6-16,0 0 1 0,0 0-2 0,0 0-3 16,0 0 1-16,0 0 1 0,0 0-2 0,0 0-2 15,0 0 4-15,0 0 0 0,0 0-1 0,0 0 0 16,0 0 1-16,0 0 3 0,0 0 0 0,0 0 0 16,0 0 3-16,0 0-3 0,0 0 2 0,0 0 3 15,0 0-1-15,0 0-2 0,0 0 3 0,0 0 0 16,0 0-2-16,0 0-3 0,0 0 3 0,0 0-2 15,0 0 1-15,0 0-4 0,0 0 6 0,0 0-3 16,0 0 3-16,0 0-4 0,0 0 2 0,0 0-4 16,0 0 12-16,0 0-13 0,0 0 2 0,0 0-4 15,0 0 7-15,0 0-3 0,0 0-5 0,0 0 3 16,0 0 0-16,0 0-1 0,0 0 1 0,0 0-1 16,0 0-2-16,0 0 3 0,0 0-3 0,0 0 2 15,0 0-2-15,0 0-2 0,0 0 5 0,0 0-3 16,0 0 2-16,0 0-2 0,0 0 1 0,0 0 1 15,0 0-3-15,0 0 1 0,0 0 0 0,0 0 5 0,0 0-3 16,0 0 2-16,0 0-1 0,0 0-4 16,-11-18 0-16,11 18 0 0,0 0 0 0,0 0 0 15,0 0 2-15,0 0-2 0,0 0 3 0,0 0 0 16,0 0 0-16,-3-7-3 0,3 7-3 0,0 0 1 0,0 0 2 16,0 0-3-16,-3-7 2 0,3 7 2 0,0 0-4 15,-3-7 5-15,3 7-5 0,0 0 2 16,-3-10-1-16,3 10 0 0,-3-6 7 0,3 6-8 15,-2-7 5-15,2 7-2 0,-4-12 0 0,2 7 0 0,2 5 7 16,-2-12-12-16,2 6 5 0,0 6 0 0,-1-12-2 16,-1 4 4-16,2 8-5 0,-4-15 3 0,2 8-4 15,0-2 5-15,0 3 0 0,1-5-1 16,1 11 3-16,-4-15-1 0,2 8 0 0,-1-4-2 0,1 2 4 16,0-2-5-16,1 0-4 0,-2 0 4 0,-2 2 5 15,2-3-5-15,2 2 2 0,-1 0 8 0,0 0-9 16,1-1 1-16,-4 2 8 0,3-1-12 0,0 1 3 15,0 1 0-15,-3-3 0 0,3 2 1 0,0-1-2 16,2 4 3-16,0 6 0 0,-4-15-2 0,2 10 2 16,1-3-5-16,-1 0 6 0,0-1 0 0,-1 1-1 15,3 8 6-15,-2-16 6 0,1 8-1 0,0-2-5 16,0 3-1-16,-3-2-2 0,1-1 3 0,2 0-2 16,-2 1 7-16,1-2-6 0,0 5-3 0,0-3 3 15,0-1 1-15,2 10-2 0,-2-13-7 0,-2 3 18 16,2 2-14-16,0-2-3 0,0 4 0 0,-1-2 5 15,3 8-1-15,-2-14 0 0,0 8 0 0,1-2-4 16,1 8-3-16,-5-15 0 0,5 5 4 0,-2 2-2 16,-1 0-2-16,3 8 3 0,-1-10 2 0,-1 2-1 15,2 8-2-15,-4-10 11 0,4 10-8 0,0-13-8 16,-2 7 5-16,2 6-2 0,0-14-4 0,0 14 6 16,-2-12 1-16,2 6 1 0,-3 0-1 0,3 6 1 15,-4-14-2-15,4 14-1 0,0-11 4 0,0 5 1 16,0 6-8-16,-2-12 2 0,2 12 0 0,-2-12 6 0,2 6 0 15,0 6-6-15,-2-10 5 0,2 10-3 0,-2-10 0 16,2 10 3-16,0-8-1 0,0 8 4 0,-2-9-7 16,2 9 4-16,0 0-2 0,-3-12-1 15,3 12 5-15,0-7-7 0,0 7 4 0,0 0-2 0,0-12 1 16,0 12 0-16,0 0 5 0,-2-7-1 16,2 7 0-16,0 0 0 0,0 0-1 0,0 0 3 15,0-11 0-15,0 11 5 0,0 0-3 0,0 0-2 16,-2-8-5-16,2 8 3 0,0 0-4 0,0 0 6 0,-1-8-5 15,1 8 3-15,0 0-4 0,-2-8 3 0,2 8-1 16,0 0 2-16,0 0-2 0,2-13 0 16,-2 13-3-16,0 0 2 0,1-5 3 0,-1 5-1 0,0 0-6 15,0 0 3-15,0 0 3 0,0 0-2 0,0 0 1 16,0-10-5-16,0 10 9 0,0 0-9 0,0 0 0 16,0 0 12-16,0 0-9 0,0 0-3 0,2-7 4 15,-2 7 1-15,0 0-2 0,0 0 0 0,0 0 2 16,0 0-1-16,0 0-2 0,0 0 4 0,0-10 1 15,0 10-5-15,0 0 1 0,0 0-2 0,0 0 1 16,0 0 5-16,0-8 1 0,0 8-4 0,0 0-1 16,0 0-2-16,0 0 3 0,0 0-5 0,0 0 5 15,0 0-4-15,0 0 3 0,0 0 2 0,0 0-3 16,0 0-4-16,0 0 8 0,0 0-3 0,0 0-5 16,0 0 7-16,0 0-4 0,0 0-1 0,0 0 2 15,0 0-4-15,0 0 6 0,0 0 0 0,0 0-6 16,0 0 3-16,0 0 2 0,0 0-4 0,0 0 4 15,0 0-1-15,0 0-2 0,0 0 1 0,0 0-2 16,0 0 6-16,0 0-5 0,0 0 3 0,0 0-4 16,0 0 1-16,0 0 0 0,0 0 0 0,0 0 5 15,0 0-7-15,0 0 8 0,0 0-8 0,0 0 3 16,0 0 0-16,0 0 3 0,0 0-7 0,0 0 17 16,0 0-16-16,0 0 1 0,0 0-1 0,0 0 6 15,0 0-5-15,0 0 2 0,0 0 13 0,0 0-14 16,0 0 2-16,0 0 1 0,0 0 0 0,0 0 1 15,0 0-5-15,0 0 2 0,0 0-3 0,0 0 6 0,0 0-2 16,0 0 10-16,0 0-11 0,0 0 1 16,0 0-3-16,0 0 4 0,0 0-2 0,0 0-1 15,0 0 10-15,0 0-10 0,0 0 2 0,0 0-2 0,0 0 3 16,0 0 0-16,0 0-4 0,0 0 4 0,0 0-6 16,0 0 8-16,0 0-2 0,0 0 2 15,0 0-4-15,0 0 4 0,0 0-3 0,0 0 2 16,0 0-1-16,0 0 0 0,0 0-3 0,0 0 1 0,0 0 11 15,0 0-12-15,0 0 0 0,0 0-5 0,0 0 5 16,0 0 1-16,0 0-2 0,0 0 1 16,0 0 9-16,0 0-4 0,0 0-2 0,9 0-2 15,-9 0-2-15,0 0-1 0,0 0 1 0,0 0 3 0,0 0 5 16,13 2 0-16,-13-2-9 0,8 2 2 0,-8-2 12 16,0 0-6-16,12 3 1 0,-12-3-6 0,9 2 4 15,-3-2 0-15,2 4-2 0,0-3-1 16,-1 1-1-16,5 0 1 0,-3 0 1 0,4-1-5 0,-2 1 4 15,3-2 0-15,0 3-3 0,3-3 0 0,2 1 2 16,-2-1 10-16,2 1-9 0,0-1-4 0,-3-1-3 16,2 0 8-16,-4 1-6 0,0-1 2 0,-1 1 3 15,0 1-5-15,1-1 2 0,-2 0 1 0,0 0-2 16,0-1-1-16,-2 1 2 0,3-2 4 0,-3 2 0 16,0-2 2-16,2 1-5 0,-7-1 0 0,-5 2-4 15,14 0 6-15,-5-2 1 0,-9 2-4 0,11-3 6 16,-5 0 0-16,-6 3-4 0,12 0 1 0,-12 0 4 15,9-1-5-15,-9 1 2 0,9 1-1 0,-9-1 9 16,0 0-11-16,10-1 1 0,-10 1-3 0,0 0 5 16,7-3-8-16,-7 3 7 0,0 0 1 0,0 0 1 15,0 0-4-15,0 0 0 0,0 0-3 0,0 0 5 16,0 0 0-16,10 1-4 0,-10-1 1 0,0 0 1 16,0 0 3-16,0 0 1 0,0 0-2 0,0 0-1 15,0 0 1-15,0 0 1 0,0 0-4 0,0 0 12 16,0 0-12-16,0 0 0 0,0 0 0 0,0 0 2 0,0 0-2 15,0 0 2-15,0 0-4 0,0 0 18 0,6 2-16 16,-6-2-1-16,0 0-1 0,3 8 4 16,-3-8 0-16,4 8 0 0,-3-2 2 0,2-1-3 15,-3-5 3-15,3 16-3 0,-3-7 5 0,3 1-6 0,-2-1 1 16,1 2-3-16,-1-2 7 0,0 4-1 0,-1-3 1 16,1 1 3-16,1 1-4 0,-2 0 1 0,4 1-2 15,-3-2 3-15,1 1-4 0,1 4 3 16,-1 0-2-16,0-5 2 0,-2 8 3 0,4-8-1 0,-4 4 0 15,2 2-6-15,-1-6 7 0,-1 5-4 0,2-3 0 16,-2-2 3-16,1 3 0 0,0-2-1 0,1 2-2 16,-2-4 4-16,2 3-4 0,-2-2 0 0,1 0-2 15,1 2 5-15,-1-3-1 0,3 2-6 0,-3-1 5 16,4-1-6-16,-2 2 5 0,0-1-2 0,0 2 6 16,0-3-9-16,2-1 5 0,-3 3 3 0,1-4-2 15,1 3-1-15,1-2-2 0,-4 1 0 0,3-3 0 16,0 3 7-16,0-2-6 0,-1 3 3 0,3-1-8 15,-1 1 7-15,1-2-4 0,-5 0 4 0,4 1-2 16,-1 1 4-16,-1-1 0 0,1 2 1 0,-2-2-4 16,2-1 1-16,1 1-3 0,-4-3 2 0,2 3 2 15,-1-2 2-15,1 0-3 0,1 0 1 0,1 1-1 16,-3-3-1-16,1 3 2 0,0-3 1 0,-1 2-3 16,1-3-1-16,-1 3 2 0,-2-8-1 0,4 11 0 15,-1-4-5-15,-2 0 4 0,2-1 7 0,-3-6-6 16,3 12 1-16,-1-6 1 0,-1 0-5 0,-1-6 2 15,4 9 1-15,-1-4 4 0,-3-5-5 0,3 7-4 16,-3-7 5-16,5 10 1 0,-5-10 1 0,3 9-1 16,-1-4 10-16,0-1-17 0,-2-4 5 0,2 9 4 15,-2-9-4-15,5 8 0 0,-5-8-1 0,6 6 2 16,-6-6-1-16,2 5 1 0,-2-5 3 0,0 0 5 16,4 6-8-16,-4-6-2 0,5 5 3 0,-5-5-2 15,0 0 10-15,5 3-10 0,-5-3 1 0,0 0 0 16,8 5 1-16,-8-5-2 0,0 0-3 0,10 0 8 15,-10 0-6-15,9 2 1 0,-9-2 4 0,13-2 10 16,-7 2-12-16,-6 0-2 0,17-4 2 0,-7 2 11 16,-2 0-11-16,6-1 0 0,-1 0-4 0,0 0 4 15,2 0-2-15,2-1-1 0,3-1 2 0,0 1 0 0,2-1-4 16,6-1 5-16,-7 1-3 0,5-1 4 16,-7 1-2-16,2 0 1 0,-2 1 1 0,3-2 6 0,-1 3-8 15,-1-2-7-15,-1 1 6 0,-1 1 2 16,0-1-5-16,-1 2-2 0,-4 0 18 0,0 0-13 0,1 0-3 15,-2 0 7-15,0 2-7 0,-1 0 1 0,-1-1 3 16,0 1-3-16,-2-3 5 0,-8 3-2 0,18 0 1 16,-11 0-1-16,-7 0 0 0,12 0-1 0,-12 0-1 15,10 0 3-15,-10 0-1 0,10-3 2 0,-10 3-2 16,9 0 0-16,-9 0-1 0,0 0 2 0,9-2 2 16,-9 2-7-16,0 0 5 0,8-1 1 0,-8 1 2 15,0 0-1-15,0 0 0 0,0 0-4 0,0 0 7 16,0 0-3-16,0 0 1 0,9 0-4 0,-9 0 0 15,0 0-1-15,0 0 3 0,0 0-2 0,0 0 4 16,0 0 1-16,0 0-7 0,0 0 7 0,0 0-1 16,0 0 2-16,0-9-3 0,0 9-3 0,0 0 4 15,0 0-3-15,0 0 0 0,0 0 1 0,0 0 6 16,0 0-10-16,0 0 3 0,0 0 0 0,0 0-3 16,-3-11 8-16,3 11-5 0,0 0 1 0,0 0-5 15,0 0 3-15,0 0-1 0,0 0 4 0,0 0-3 16,0 0 2-16,0 0 2 0,0 0-3 0,0 0 3 15,0 0-4-15,0 0 4 0,-1-11-6 0,1 11 3 16,0 0-4-16,0 0 2 0,0 0 1 0,0 0 0 16,0 0 0-16,0 0-3 0,0 0 4 0,0 0-2 15,0 0 1-15,0 0 1 0,0 0-5 0,0 0 5 16,0 0-2-16,0 0-2 0,0 0 3 0,0 0-1 16,0 0 0-16,0 0-4 0,0 0 5 0,0 0 3 15,0 0-5-15,0 0 3 0,0 0-1 0,0 0 5 0,0 0-2 16,0 0-3-16,0 0 1 0,-3-7 2 0,3 7-7 15,0 0 1-15,0 0 4 0,0 0 1 16,0 0-2-16,0 0 0 0,0 0 1 0,0-10 4 16,0 10 0-16,0 0-1 0,0 0 9 0,-1-8-16 0,1 8 7 15,0 0-8-15,0 0 4 0,0 0 0 16,-1-13 1-16,1 13-1 0,-4-8 2 0,4 8-2 16,-2-9-2-16,2 9-1 0,-3-10 0 0,3 10 8 15,-1-12-7-15,-1 6 1 0,0-2-1 0,2 8 1 0,-3-16 3 16,2 8 0-16,0-4 0 0,-2 1-5 0,2-6 2 15,1 6-2-15,-2-5 13 0,2 1-16 0,0-2-3 16,0 1 6-16,-1-3-1 0,4 0 1 0,-3 2-4 16,-2-3-2-16,1-5 0 0,1 5 0 0,0-5-1 15,0 5 6-15,1 1-2 0,-2-6 0 0,1 5 1 16,-1 2 6-16,0 2-10 0,-2-4 8 0,3 3-1 16,-1 6 1-16,1 0 1 0,-3-3-2 0,2 3 2 15,0-1-5-15,1 1 2 0,-1-3 2 0,-1 4 3 16,1-2-4-16,1 0 3 0,-3-4-1 0,2 6 0 15,0-1 0-15,0 0-1 0,-2 0 2 0,2 1-4 16,-1 3 3-16,0-3-2 0,-1 1 2 0,1 2-2 16,0-3-1-16,-1 2 4 0,0-4 2 0,2 5-3 15,-2-3-2-15,1 1 1 0,-1-3-4 0,2 0 2 16,-2 2 2-16,1-1-1 0,-1 2 0 0,1-1-1 16,0-1 3-16,1 0 3 0,-3 3 0 0,2-2-3 15,1 1 10-15,-2-3-13 0,2 2 7 0,-2-1-5 0,0 0-3 16,2 1 2-16,-1-2-1 0,0-4 4 15,-2 4 4-15,3 1-4 0,-1-2 1 0,-1 3-4 16,2-3 1-16,-3 3 3 0,3-2 2 0,0 3-6 16,-1 1 14-16,1 1-14 0,1 7 0 0,-1-14-1 15,-1 7 4-15,2 7 1 0,-2-12-7 0,2 12 15 0,-3-12-10 16,2 6 2-16,1 6-1 0,-1-13 5 16,-1 8-8-16,2 5 0 0,0-12-1 0,0 12-2 15,-1-11 4-15,1 11 1 0,-1-8-1 0,1 8 1 0,1-9-1 16,-1 9 2-16,0-10 7 0,0 10-14 15,0-9 4-15,0 9-1 0,0-8 0 0,0 8-3 0,0 0 9 16,0-8-3-16,0 8-5 0,0 0 6 16,0 0 1-16,1-9 0 0,-1 9-2 0,0 0-3 0,0 0 6 15,0 0-6-15,0 0-8 0,0 0 8 0,0 0 1 16,0-8 0-16,0 8 2 0,0 0-1 0,0 0-2 16,0 0-1-16,0 0 3 0,0 0 2 0,0 0-1 15,0 0-4-15,0 0 3 0,0 0-1 0,0 0-1 16,0 0 0-16,0 0 0 0,0 0 0 0,0 0 3 15,0 0-3-15,0 0-1 0,0 0 2 0,0 0-1 16,0 0-1-16,0 0 2 0,0 0-1 0,0 0 1 16,0 0-2-16,0 0 3 0,0 0 1 0,15 3-5 15,-15-3 4-15,12 3-3 0,-4-1 5 0,0 1-3 16,6 0 2-16,-3-1 3 0,2-1-5 0,1 2-2 16,4-1 0-16,1 1 5 0,-1-3-4 15,-5 2 6-15,5-2-8 0,-4-1 3 0,2 2 2 0,2-2-1 16,-1 0-5-16,-1 1 6 0,0-3-1 0,-1 1 2 15,-1 1-7-15,-1-1 2 0,1 2 2 0,-4 0 1 16,1-1-1-16,0-1 8 0,-1 2-8 0,-10 0 2 16,13 0-1-16,-4-2-1 0,-9 2 1 0,14 0-4 15,-8 0 5-15,-6 0-6 0,14-1 3 0,-14 1 2 16,12 0-5-16,-12 0 4 0,11 0-1 0,-11 0 5 16,12 0-5-16,-12 0 0 0,9 1 2 0,-9-1-4 15,9 2 3-15,-9-2 2 0,7 2-3 0,-7-2 0 16,7 1 1-16,-7-1-2 0,0 0-1 0,6 3 6 15,-6-3-3-15,0 0-2 0,4 4 2 0,-4-4 0 16,6 3-1-16,-6-3 4 0,5 6-2 0,-5-6 1 16,6 6-4-16,-4-1 1 0,3 0 2 0,-1 1 1 15,4 2-3-15,-3 3 1 0,0-1-3 0,1 0 6 16,2 7 5-16,-2-1-3 0,1 1-6 0,-1 0 0 16,2 2 18-16,-2 0-15 0,2 5 1 0,-4-5 10 15,2 6-12-15,1 0 2 0,-2-2-5 0,0-5 1 0,-4 2 6 16,0-1-6-16,3 6-2 0,-1-7 7 0,-3 7-4 15,0 0 3-15,1-8-3 0,-1 2 2 16,-1 0 1-16,3 0-3 0,-4 0 1 0,2-1 3 16,0-1-1-16,1 1-1 0,0 0 0 0,-1-1 2 0,0 2 0 15,2 0-4-15,-4-2 4 0,4 2-1 0,-4-4-1 16,2 3 1-16,0-2-1 0,2 0 1 16,0 0-3-16,-2-3 2 0,0 1-3 0,1-2 3 15,1 0 0-15,-1-3 2 0,0 4-6 0,1-1 4 0,0 0 0 16,1 1 2-16,2-3-5 0,-1 0 2 0,-1 1 0 15,3-1 2-15,-3 0-2 0,3 0 4 0,1 0-3 16,-2-1 0-16,0-1-2 0,-1 1 4 0,0-2-4 16,0-1 10-16,2 1-9 0,-2-1 4 0,1 0-3 15,-2 0-1-15,1-1 2 0,-4-5-1 0,6 9 0 16,-3-4 2-16,-3-5-3 0,5 7 1 0,-3-3 1 16,-2-4 0-16,5 6 2 0,-5-6-5 0,4 5 3 15,-4-5-4-15,4 5 4 0,-4-5 0 0,0 0-2 16,5 5 4-16,-5-5-1 0,7 1-3 0,-7-1 1 15,6 3 1-15,-6-3-2 0,10 0 5 0,-10 0-4 16,14 0 1-16,-4 0-1 0,1 0 2 0,2-3-3 16,2 0-1-16,1 0 5 0,4-2 0 0,2 3-3 15,8-3 5-15,-1 0-10 0,-1 1 5 0,4-1-8 16,-1 1 9-16,1-2 1 0,1 3-2 0,2-3-2 16,-1 3 4-16,2-1-2 0,0-2-4 0,-2 0 2 15,5 2 2-15,0 0-3 0,0 0-4 0,-1 2 0 16,17-4-6-16,-1 1-13 0,-16 1-8 0,0 1-3 15,1-2-1-15,0 2-10 0,1-3-15 0,12-1-17 16,-16 4-27-16,3-2-34 0,0 3-34 0,11-7-18 16,-11 5-29-16,-3 0-173 0,0-1-427 0,0 1 190 15</inkml:trace>
  <inkml:trace contextRef="#ctx0" brushRef="#br0" timeOffset="48035.77">27252 10024 93 0,'0'0'119'0,"0"0"1"0,0 0-5 0,0 0-4 15,0 0-1-15,0 0 0 0,0 0-8 0,0 0 0 16,0 0-1-16,0 0-5 0,0 0-5 0,0 0-1 16,0 0-8-16,0 0 0 0,0 0-7 0,0 0-4 15,0 0-2-15,0 0-6 0,0 0-2 0,0 0-4 16,0 0 0-16,0 0-4 0,0 0-4 0,0 0-3 15,0 0-1-15,0 0-6 0,0 0-2 0,0 0 0 16,0 0-4-16,0 0-1 0,0 0 0 0,-2-7-2 16,2 7 0-16,0 0-2 0,0 0-1 0,0 0-2 15,0 0-3-15,0 0-2 0,0 0 0 0,0 0-4 16,0 0-1-16,0 0-1 0,0 0-3 0,0 0 6 0,0 0-6 16,0 0-3-16,0 0 4 0,0 0-5 0,0 0-4 15,0 0 1-15,0 0 1 0,0 0-5 16,0 0 0-16,0 0-7 0,0 0-8 0,0 0-9 0,0 0-14 15,0 0-10-15,0 0-19 0,0 0-15 16,0 0-26-16,0 0-26 0,0 0-28 0,0 0-19 16,0 0-126-16,0 0-332 0,0 0 147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23T09:38:40.90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17011 5910 6 0,'-7'-4'40'0,"2"0"-2"0,-1 1-16 0,6 3-5 15,-13-4-11-15,5 0-12 0,1 2-5 0,-1 0-8 16,-5 1-20-16,3-2 8 0</inkml:trace>
  <inkml:trace contextRef="#ctx0" brushRef="#br0" timeOffset="985.12">16023 5808 85 0,'-7'-4'101'0,"7"4"-7"0,-7-3 3 16,7 3-11-16,0 0 2 0,-5-4-12 0,5 4 0 16,0 0-19-16,0 0 3 0,0 0-2 0,0 0-9 15,-7-5-6-15,7 5-8 0,0 0-18 0,0 0 19 16,0 0-13-16,0 0 3 0,0 0-7 0,0 0 1 15,0 0-1-15,0 0-6 0,0 0 2 0,0 0-8 16,0 0 3-16,0 0 4 0,27 7-5 0,-15-5 1 16,6-1-2-16,2 2 2 0,2 0 2 0,8 0 1 15,2 0-7-15,3-3 7 0,-1 1 3 0,5 0-1 16,0-1 1-16,14-1-3 0,-15 2-3 0,3-2 5 16,-3 1-1-16,1 1 3 0,1-2-6 0,-3 1 2 0,1 1-5 15,0-1 8-15,-1 2-10 0,0-2 2 16,0 1-2-16,0 1 5 0,2-2-5 0,0 2-1 15,1-1 4-15,-2 2-1 0,1-1-5 0,0 0 5 16,1-1-10-16,-3 0 5 0,1 1 0 0,14 0 2 16,-14-1 8-16,-1 2-7 0,0-3-3 0,1 1-8 0,-1 2 8 15,0-3 3-15,4-2 0 0,-3 2-3 16,2 0 7-16,-3 0-6 0,4-1 5 0,-1 0-10 16,12 0 15-16,-15-1-8 0,14 2 2 0,-13 0-8 15,12-1 5-15,-11-2-1 0,0 2 5 0,-2-1-4 0,3 2-8 16,-1-2 11-16,1 2-7 0,-1 0 10 0,10-1-3 15,-10 0 3-15,-1 1 7 0,0 0-11 0,2 0 0 16,11-2 1-16,-14 2-1 0,2 2 0 0,-1-2-3 16,13-2 2-16,-15 2-3 0,4 0 0 0,-2 2-2 15,1-1 6-15,0-1-4 0,0 1-1 0,14-1 2 16,-17 0-4-16,4 2 0 0,12-2 5 16,-15 0-4-16,3 0 3 0,0 1-5 0,11-4 6 15,-14 3-2-15,2 2-1 0,12-2 1 0,-14 0-2 0,1 1 5 16,3 0-7-16,-1-1 5 0,-2 1 6 0,16-1-8 15,-16 1 2-15,13-1-4 0,-11 0 7 0,11-1-3 16,-13 1-1-16,15-3 5 0,-15 1-4 0,-1 1-2 16,1-2 1-16,13-1-1 0,-15 4 3 0,0-3-1 15,4 0-2-15,-3 1 2 0,0-2-2 0,0 1-2 16,-1 1 6-16,1 0-3 0,-3-1 0 0,1 1 1 16,-2 0 4-16,-2 0 2 0,-2 0-6 0,-1-2 6 15,-5 3 2-15,3-2-1 0,-5 2 4 0,0 1 2 16,-1-2 20-16,-1 1-3 0,-1-1-1 0,-6 0-3 15,-1 2-5-15,-1-1 3 0,-3 0-2 0,-7 1 4 16,14-1 1-16,-14 1 1 0,11 0 6 0,-11 0-5 16,9 0-3-16,-9 0-2 0,0 0 1 0,8-2-1 15,-8 2 4-15,0 0-3 0,0 0-1 0,0 0-1 16,12 0-2-16,-12 0 0 0,0 0-5 0,0 0-3 16,0 0 9-16,0 0-13 0,0 0-5 0,9 0-1 15,-9 0-11-15,0 0-13 0,7 0-17 0,-7 0-27 16,0 0-27-16,9 2-24 0,-9-2-44 0,0 0-41 15,8 3-147-15,-8-3-371 0,0 0 164 0</inkml:trace>
  <inkml:trace contextRef="#ctx0" brushRef="#br0" timeOffset="2331.23">23757 5899 95 0,'0'0'93'0,"0"0"4"16,0 0-5-16,0 0-5 0,0 0-4 0,-10-14 3 0,10 14-4 15,0 0 4-15,0 0-12 0,0 0 1 0,-5-7-7 16,5 7-9-16,0 0 7 0,0 0-18 0,0 0 1 16,0 0-8-16,0 0-2 0,-5-4-4 0,5 4-3 15,0 0-6-15,0 0 2 0,0 0-1 0,0 0-9 16,0 0 7-16,0 0-14 0,0 0 0 0,0 0-4 15,0 0 4-15,0 0-3 0,0 0-3 0,0 0 0 16,0 0 1-16,0 0-5 0,0 0-2 0,0 0 3 16,0 0-3-16,0 0 3 0,28 2-3 0,-10-1 6 15,2-1-2-15,10 1-2 0,3 2-2 0,1-1 8 16,5 0-6-16,12-4 2 0,4 6 1 0,-3-3 11 16,3 2-13-16,0-2 1 0,3 2 5 0,0-3-6 15,4 0-5-15,-2 2-3 0,2 1 9 0,1-1 0 16,-2 1-6-16,2-1 9 0,1 0-6 0,0-1-2 15,-1 1 4-15,3-2-2 0,-5 3 1 0,2-1 1 16,-6-2 0-16,3 1 2 0,-2 2-2 0,3-3 1 16,-5-2-5-16,3 1 4 0,-2 2-2 0,4-2 0 15,-3 0-3-15,-1 1 4 0,-3-2 9 0,0 2-5 16,-15-1 3-16,15 0-4 0,-17 1-4 0,1-1 0 0,0 2-3 16,-1 0 8-16,-3-3-6 0,1 2 3 15,1 0 6-15,2-2-10 0,-2 2 2 0,-4 0-1 16,4 1 2-16,-2-3 1 0,1 2-1 0,-1-3-1 15,0 2 4-15,-3 0 2 0,0 1-3 0,1-2 4 0,-1 0-2 16,1 2 1-16,1 0-8 0,-1 0 12 0,1-3-8 16,-3 2-1-16,3 0 2 0,-1 1-1 0,-3-2 4 15,2 1-4-15,-1 1 3 0,1-1 2 16,-2 1-12-16,1 0 10 0,-3-2-6 0,2 2 2 16,-2-1 3-16,2 0-4 0,-2 0 2 0,3 0 3 0,-1-1-1 15,2 0 1-15,-4 2 2 0,1 0-5 0,0-2 2 16,3 2-2-16,-2 0 0 0,0-2-10 0,1 1 11 15,-1 0 2-15,0 0-5 0,0-2 2 16,-3 2 4-16,5-1 2 0,-4 0-5 0,2-1 0 0,3 1-1 16,-3 0-2-16,0 0-1 0,0-1 3 0,-3 2-9 15,4 0 8-15,1 0 0 0,-1-1 4 0,-1 0-8 16,0 2 6-16,-2-2 0 0,4-1-3 16,1-1 0-16,-3 4-1 0,0 0 4 0,1-3 0 0,-1 1-3 15,3 0 9-15,-1 0-4 0,0 0-2 0,2 0 11 16,-1 0-2-16,2 0-6 0,0 0 3 0,-1 1 0 15,2-2-3-15,-2 1-3 0,1 0 2 0,-5 0-1 16,2-1-1-16,-2 3 1 0,-9-1 0 0,1 0-2 16,0-1-1-16,-3 1 0 0,1 1-2 0,-3-2 5 15,-2 0-1-15,-2 2-4 0,-4 0 3 0,3-1-4 16,-11 1-1-16,13-1-6 0,-4 1-10 0,-9 0-15 16,0 0-12-16,14 0-27 0,-14 0-27 0,6 1-32 15,-6-1-120-15,7 3-272 0,-7-3 121 0</inkml:trace>
  <inkml:trace contextRef="#ctx0" brushRef="#br0" timeOffset="4114.76">6039 6906 61 0,'-11'-3'74'0,"11"3"-10"0,-10-7 3 16,5 3-4-16,-1 1-4 0,6 3-6 0,-10-7-7 15,5 4-5-15,-3-2 1 0,8 5-6 16,-11-4-6-16,4 1-3 0,2 1-2 0,-3 0-1 16,8 2-2-16,-11-6-3 0,5 5-4 0,6 1 1 0,-13-5 2 15,7 4-6-15,-2-1 0 0,8 2 3 0,-14-3-7 16,6 2-4-16,1 0 6 0,7 1-3 0,-21-3-1 15,11 1 1-15,2 1-1 0,-2 1 6 0,0-2 3 16,2-1-11-16,-2 2 8 0,0 1 0 16,10 0-8-16,-17-3 0 0,8 3 4 0,-1-1 4 0,-2-1-12 15,2 4 2-15,0-4 3 0,-3 2-3 0,3 2 1 16,1-1 1-16,-1-2-7 0,-2 1 13 0,12 0-4 16,-16 1 1-16,7-2 15 0,9 1-11 15,-13-2 9-15,13 2-15 0,-13 0 13 0,13 0-4 0,-9 2-1 16,9-2-1-16,0 0 2 0,-9-2 5 0,9 2-8 15,0 0 3-15,0 0-1 0,0 0-5 16,0 0-5-16,-9 2 2 0,9-2 9 0,0 0-11 16,0 0 6-16,0 0 0 0,0 0 2 0,0 0 2 0,26 2-3 15,-13-2-1-15,0-1 15 0,6 1-9 0,9-3 3 16,0 0 4-16,2 1-1 0,2-3 1 0,3 1 1 16,3-1-1-16,1 1 1 0,13-5 0 0,-1 2-3 15,2 0-1-15,0 2-5 0,2-2 8 0,0-1-5 16,1 1 6-16,-2 0-9 0,2 1-7 0,-1 2-1 15,3-2-1-15,-1 4 5 0,-2-2-2 0,5 2 1 16,0 0 5-16,-5-1-10 0,5 3 5 0,-2-2-3 16,-2 2-3-16,2 0 4 0,-6 0-7 0,2 0 5 15,-16 1-2-15,14-1 11 0,-13 0-8 0,0-1-5 16,11 1 0-16,1 1 2 0,2-1 1 0,-14 0-3 16,11 0-6-16,3-1 9 0,-2 0 3 0,0-2-10 15,3 3 6-15,2 0 5 0,-4 0-7 0,-1-1 0 0,0 1 3 16,2 2-4-16,-1-2 0 0,-12 2 1 15,11-2 0-15,-12 2-9 0,13-1 14 0,-1 3-2 16,0-3-2-16,-1 3 2 0,-9-4-3 0,10 2-5 16,1-2 7-16,2-2 3 0,-2 0-5 0,2 1 0 0,-3 0 1 15,0-1-1-15,2 1-1 0,-14-1 0 0,14 2 0 16,-1-2-1-16,2 1 1 0,-15 1-3 16,17-2 11-16,2 1-5 0,-2 1-8 0,1-2 10 15,-3 3 0-15,1-1-1 0,-1-1-9 0,-3-2 11 0,4 3-4 16,-3-1 0-16,-13 1-3 0,1-2 3 15,13 0 0-15,-2 2 1 0,-1 0-1 0,3-1 0 0,-16 1 8 16,2-2-6-16,1 1-3 0,-2 1 3 16,14-1 2-16,-14 2-3 0,-3-1 4 0,1-1-4 0,1 2 0 15,0-1-4-15,-2 1 6 0,1 1 0 16,-1-2-2-16,-3 0 2 0,2 3-4 0,-1-3 1 16,-1 2 1-16,-3 2 1 0,2-3-1 0,-3 3 2 15,1-3 2-15,-2 0-4 0,1 3 7 0,-6-2 0 16,4-1-6-16,-5 0 4 0,7 1 4 0,-6 0-4 0,0-1-2 15,5-1 1-15,-7 4-2 0,2-5 2 0,-1 2-7 16,-1-1 5-16,1 0 3 0,-1 1-3 0,0-2-2 16,0 1 1-16,0-1-1 0,-1-1 5 15,0 1-3-15,-2 0 3 0,0 1-1 0,0 0-2 0,-3-4 4 16,-1 3 4-16,-1 0-4 0,0 0-1 0,-4-1-2 16,0 0-1-16,-8 2 4 0,14-1-3 15,-8-1-3-15,-6 2 0 0,10-2 8 0,-10 2-6 16,9-1-2-16,-9 1-10 0,0 0-21 0,0 0-31 0,8-1-42 15,-8 1-48-15,0 0-151 0,0 0-325 0,0 0 144 16</inkml:trace>
  <inkml:trace contextRef="#ctx0" brushRef="#br0" timeOffset="7371.17">28178 9859 53 0,'-3'-10'124'0,"3"0"-3"15,0-1-6-15,3 2 1 0,-3 1-1 16,0 0 6-16,0 8-4 0,-3-14-5 0,3 14-3 0,0-14-8 16,0 14 1-16,0-8-12 0,0 8-12 0,-2-7-9 15,2 7-1-15,0 0-15 0,0 0-7 0,0 0-6 16,0 0-7-16,0 0-5 0,0 0-6 0,0 0 3 16,0 0-3-16,-2 29-2 0,1-3 0 0,-2 6 0 15,-3 17-6-15,4 5 3 0,-1 5 0 0,-1 26-4 16,2 2 2-16,2 1-3 0,-2-2 0 0,0 1 0 15,0-3 19-15,4 3 6 0,-2 1 0 16,4-3 7-16,1 1-4 0,-1-3 0 0,6 1 5 0,-8-26-1 16,2 23-2-16,0-23-5 0,2 24-1 0,0-22 1 15,3 22-4-15,-3-32-3 0,-1 8-2 0,-1-3-6 16,1 2 5-16,-1-4-6 0,1 3 0 0,-3-6-6 16,0-3 0-16,-1-12-1 0,-1-3-3 0,-1-2-11 15,1-2-20-15,-2-4-18 0,2-6-14 0,0-2-35 16,-1-4-14-16,0-4-36 0,-1 1 7 0,-1-2-23 15,3-7-38-15,0 0-118 0,0 0-334 0,0 0 148 0</inkml:trace>
  <inkml:trace contextRef="#ctx0" brushRef="#br0" timeOffset="7798.29">28035 10975 1987 0,'-8'-10'85'0,"-1"1"-31"0,4 2-24 0,-2 3-15 16,4-2-5-16,-1 0-5 0,4 6-9 0,-4-7-4 15,4 7 4-15,0 0-3 0,0 0 5 0,0 0 0 16,18-11-2-16,0 11 3 0,11 0 0 0,9-1 7 15,25 1-2-15,29 3-5 0,3-1-3 0,4 1 2 16,10 2-2-16,10 3 3 0,5-4 1 0,7 5 5 16,7-3-6-16,4 4 1 0,-1-6 1 15,-1 3-2-15,4 3 5 0,1-3-7 0,1-5 6 0,2-2-4 16,7-2-1-16,-12 2 5 0,7-6-2 0,3 6 6 16,3-4-1-16,-2 0 2 0,-3 1 0 0,-5-1 4 15,-8-2 0-15,-3 1 16 0,-12 0-8 0,-7-1-5 16,-10-4 0-16,-14 4-3 0,-30 2 2 0,-2-2-3 15,-4 2 0-15,-18 0-2 0,-2 2-2 0,-3-1-1 16,-1 0-2-16,-5-1-1 0,-8 2 1 0,-6 2-3 16,-4-1-12-16,-1-3-16 0,-3 2-33 0,-5 2-40 0,0 0-31 15,0 0-27-15,0 0-157 0,-33-6-341 0,2 5 152 16</inkml:trace>
  <inkml:trace contextRef="#ctx0" brushRef="#br0" timeOffset="9715.12">28089 10945 17 0,'0'0'40'0,"7"5"1"0,-2-2-4 0,-5-3-1 0,9 5-3 16,-5-1-1-16,-4-4-3 0,4 3-1 0,-4-3-1 15,2 7 2-15,-2-7-7 0,3 6-1 16,-3-6 4-16,4 6-5 0,-4-6-1 0,0 0 0 16,3 10-3-16,-3-10-3 0,2 5 1 0,-2-5 4 0,0 0-7 15,0 0 6-15,0 0 3 0,0 0 6 0,0 0 4 16,0 0 13-16,0 8 0 0,0-8 13 0,0 0 7 16,0 0 9-16,0 0 4 0,0 0 13 0,0 0 15 15,0 0 17-15,0 0 2 0,0 0-12 0,0 0-9 16,0 0-14-16,5-28-13 0,-3 13-6 0,1-6-10 15,-1-5-6-15,4-4-5 0,-1-4-4 0,1 3-5 16,5-4-5-16,2-13-1 0,4 3-3 0,-2 1-4 16,3-2-7-16,-2-4 1 0,3 3-1 0,1-4-5 15,3-1-3-15,-1-3 2 0,2 7-2 0,-1 2-3 16,-1 2 1-16,1 0 0 0,-5 14-3 0,-3 1-3 16,2 0-2-16,-2 4 7 0,-5 10-2 0,3-1 2 15,-5 3-4-15,-1 4-1 0,0 1-2 0,0 1-1 16,-3 0-2-16,0 2 0 0,-4 5-1 0,11-2-3 15,-11 2 3-15,16 7-2 0,-7 1-4 0,4 5 4 0,-1 2 2 16,4 12-2-16,-3 3 0 0,4 15 4 0,-2 5 1 16,-3 4-3-16,1 2 5 0,1 25-4 15,0 0 5-15,-4-24-1 0,4 28-2 0,5-1 1 16,-3-2 1-16,-7-22-1 0,10 26-1 0,0-4 4 0,-1-24-2 16,10 22 0-16,-7-26-1 0,-2-1-2 15,3-5 2-15,3 5-3 0,2-2 0 0,0-2 2 16,0-1 3-16,-5-19-5 0,7 9 2 0,-9-9 5 15,3 0-4-15,0-6-2 0,-1-5-1 0,-3 0 2 0,-1-8-2 16,0 0 0-16,0-5-1 0,1-1 6 16,2-4-6-16,-1-4 3 0,0-1-5 0,7-7-2 0,-5-4 1 15,3-2 0-15,0-6 0 0,0-2 0 0,-4-2 2 16,0-2 3-16,9-7-6 0,-3-6-3 0,-4 1-2 16,-4 0-3-16,4-3-5 0,-1-3-5 15,-7-1 1-15,0-2 0 0,-2-2-6 0,1 0-1 0,-4-4 10 16,-5-3 2-16,7-20 1 0,-14 26 5 0,3-2 10 15,1 3 4-15,-2 0-1 0,-1 0 2 0,-1-4 0 16,-1 1-1-16,-1-3 2 0,0 1-4 0,-2-1 0 16,8 1-2-16,-2 1 6 0,5 0-3 0,-1 5 5 15,0 1-2-15,5 3 4 0,-4 13 0 16,5 3 1-16,-1 1-5 0,1 0 4 0,2 4-1 0,-2 2 1 16,-1 7-1-16,0 4-4 0,0 0-5 0,0 4 2 15,0 1-3-15,1 3 0 0,2 3 4 0,-5 0-1 16,2 3-2-16,5 4-1 0,2 4 5 0,-1 5-2 15,6 9 6-15,-1 5-5 0,5 18 8 0,-4 6 8 16,10 28 2-16,-4 2-3 0,-3 2 2 0,0 7 1 16,-7 0-3-16,1-4-3 0,-1-2-1 0,-1-3-5 15,2 1 6-15,-2-2 0 0,9 1-1 0,-11-24-9 16,7 24 9-16,-7-26-2 0,2-4-2 0,0 2-7 16,1-5 0-16,2-5 0 0,-6-9 5 0,9 9-3 15,-7-12-4-15,3-1 5 0,0 0 1 0,-3-5-1 16,3-2 0-16,-1-2-3 0,-3-7 1 0,1-2 6 15,-1-1-9-15,-4-4 7 0,2-1 2 0,2-2 0 0,-1-3 1 16,1-3 1-16,2-4 3 0,2-4-4 16,3-7 0-16,-2-5-1 0,0-1-1 0,-1-8 1 15,6-12-4-15,-6-6-3 0,0-4-4 0,-1-5-6 16,1-21-4-16,-5-1-3 0,-3 22 4 0,6-26-4 16,-10 26 1-16,5-28 6 0,-5 29-5 0,2-24 9 0,-3 24-4 15,1 1-4-15,5-27 2 0,-3 26 1 16,1-2 2-16,6-22 4 0,-5 29-3 0,2 1 6 15,4 5 4-15,-5 11 1 0,0 1 2 0,4 5-4 16,0 2 1-16,2 4-2 0,0 3 1 0,3 1 0 16,-4 5-4-16,-1 4 1 0,4 2-2 0,-4 4-3 0,0 2 4 15,13 4-3-15,-10 1 1 0,1 9 4 16,7 6-1-16,-3 9 3 0,4 12 3 0,-3 11 0 16,-1 5 1-16,4 25 4 0,-5 5 2 0,-4-1 3 0,-3-2 0 15,-1 2-3-15,-5-27-3 0,0 33 2 0,4-6 0 16,-6-27-1-16,9 24-1 0,-9-26-2 0,2-1-1 15,2-5 12-15,1-2 0 0,1 2-5 0,-4-17 1 16,1-2-7-16,1-1 5 0,3-2-4 0,-3-2-2 16,-2-8 3-16,4-1 0 0,-2 0-4 0,3-3 2 15,3-3 0-15,-2 0-4 0,2-2 1 0,2-7 2 16,2-2 1-16,-1-2-7 0,7-4 2 0,-2-4 1 16,1-3-3-16,1-6-2 0,-5-6-1 0,8-11 2 15,-2-8-10-15,-3-4-1 0,-4-4 0 0,9-24-3 16,-15 22 0-16,7-26-3 0,-9 22 3 0,1-26-4 15,-3 2 9-15,-4 24-3 0,-1-26 9 0,0 25 4 16,-3 1 5-16,6-23-1 0,-1 24-2 0,0 3 5 16,1 1 0-16,0 6-1 0,4 3 0 0,-7 14 1 15,2 1 1-15,-4 12 12 0,1 1 3 0,3 4-3 16,-4 3-7-16,-2 2-2 0,1 1-5 0,-3 7-5 16,7-4 2-16,-7 4-2 0,16 12 0 0,-6 6 2 15,2 13-3-15,7 17 6 0,1 10-4 0,1 32 1 16,-4 4 0-16,0-1-18 0,-8-2 0 0,-8 0 0 15,8 0 8-15,-5-5 1 0,1-27 0 0,3-1-1 0,-2-2-1 16,2 3 5-16,1-3 0 0,4-7-4 16,2-1 2-16,-1-13 3 0,1-5-3 0,4 0 2 15,6-1 5-15,-1-4-2 0,16 4 2 0,4-6-3 16,5-9 3-16,1-4-5 0,5 3-12 0,4-10-23 16,3-6-18-16,1-4-39 0,26-11-43 0,-30 2-46 15,-3 1-116-15,6-9-324 0,18-10 144 0</inkml:trace>
  <inkml:trace contextRef="#ctx0" brushRef="#br0" timeOffset="9997.26">32477 10845 83 0,'97'-9'144'0,"3"6"-23"0,-6-4-16 15,-29-2-33-15,33 2-37 0,-8-9-46 0,-30 9-81 16,0 2-99-16,6-4 44 0</inkml:trace>
  <inkml:trace contextRef="#ctx0" brushRef="#br0" timeOffset="11664.94">28159 7792 148 0,'0'0'197'0,"-7"-5"1"0,7 5-2 0,0 0-8 15,-6-5-6-15,6 5-5 0,0 0-8 0,-7-3-11 16,7 3-11-16,0 0-10 0,0 0-13 0,0 0-11 16,0 0-11-16,0-10-12 0,0 10-6 0,0 0-14 15,0 0-6-15,4-18-5 0,-1 14-9 0,1-1-3 16,-1-4-2-16,0 5-7 0,0-1-4 0,-1-3-3 16,0-2 1-16,2 1-11 0,1-1 0 0,-2 1-4 15,0 0 3-15,-1-3-3 0,1 5-1 0,-2-1-4 16,-1 8 2-16,4-9-3 0,0 7-3 0,-4 2 1 15,1-9 0-15,-1 9-6 0,0 0-3 0,5-8-2 16,-5 8 3-16,0 0-6 0,2-5-4 0,-2 5 2 16,0 0 0-16,0 0-1 0,0 0 3 0,6 26 3 15,-5-8 3-15,2 7-4 0,-2 3 1 0,-1 4-3 16,0 4 3-16,0-4-2 0,-3 4 4 0,2 9-1 16,-4-8-1-16,5-4 3 0,-2 1 0 0,-1-3-1 15,0-2 2-15,2-3-1 0,1 0-1 0,0-9 1 0,1 1 1 16,-2-2 0-16,1-6-4 0,0 3 6 15,-1-2-2-15,2 0 0 0,-1-3 1 0,0 0-3 16,-1 2 2-16,1-10-1 0,1 11 1 0,-1-11 1 16,1 10 0-16,-1-10 2 0,0 0-7 0,0 9 5 0,0-9 1 15,0 0 0-15,0 0 2 0,-3 8-5 0,3-8 7 16,0 0 1-16,-7 1-7 0,7-1-5 16,-15 1 5-16,2 1-4 0,0-2-1 0,-7 1-1 0,2-2 3 15,-4 1-4-15,-5 3 7 0,-2-1-2 0,1 0-3 16,9-1-2-16,-1 2 4 0,6-3 1 0,3 0-2 15,2 4 0-15,9-4 1 0,-12 0-1 0,12 0-2 16,-9 1-1-16,9-1 3 0,0 0-3 0,0 0-4 16,0 0-7-16,66-6-8 0,-6 0-36 0,37-7-63 15,11-3-64-15,4-4-247 0,7 1-470 0,2-3 208 16</inkml:trace>
  <inkml:trace contextRef="#ctx0" brushRef="#br0" timeOffset="12437.01">30982 7642 166 0,'0'-7'160'15,"0"7"8"-15,0 0-9 0,0-10-2 0,0 10-13 16,0 0-13-16,0 0-17 0,0 0-9 0,0 0-16 15,0 0-13-15,-3-9-8 0,3 9-9 0,0 0-9 16,0 0-1-16,0 0 2 0,-14 19 3 0,8-3-6 16,-2 2-4-16,-2 5 0 0,0 0-11 0,4-6 4 15,1 2-3-15,1 0-5 0,3 1-6 0,0 0 4 16,2 1 12-16,3-5-4 0,0 4-4 0,2-3-6 16,3-1 11-16,0-2-15 0,3-1 1 0,4-1-3 15,2-1 2-15,8 0 0 0,2-5-4 0,0 0 1 16,6-5 0-16,-3-1 3 0,1-3 2 0,0-1-1 15,-3-5 6-15,-3 0-2 0,3-2 14 0,-10 2 2 16,-2-1 14-16,0-3-6 0,-2-7-8 0,2 1-7 16,-5-5-2-16,-3 2-7 0,0-3-1 0,-9-2-3 15,-2-4-17-15,-6 5-11 0,0 0-20 0,-8 0-28 16,-7 1-36-16,-4 8-57 0,-5 2-59 0,-24 3-196 16,-35 8-435-16,-6 7 193 0</inkml:trace>
  <inkml:trace contextRef="#ctx0" brushRef="#br0" timeOffset="23195.73">28167 11157 4 0,'0'0'28'0,"0"0"-11"0,-4-8 1 16,4 8-9-16,0 0-9 0,0 0-13 0,-2-9-14 0,2 9 7 15</inkml:trace>
  <inkml:trace contextRef="#ctx0" brushRef="#br0" timeOffset="23570.65">28148 11114 45 0,'0'0'87'0,"0"0"-3"0,0 0-9 16,0 0 8-16,0 0-13 0,-2-7 0 0,2 7-2 16,0 0 6-16,0 0-17 0,0 0 5 0,0 0-3 15,0 0-2-15,2-13 0 0,-2 13-4 0,0 0-13 16,2-11 3-16,-2 11-5 0,0-8 2 0,0 8-6 16,0-13 3-16,0 6-11 0,0-3 9 0,2 0-13 15,-1-3-1-15,1 1-4 0,0-4 1 0,0-1 0 0,0-1 2 16,0 0-9-16,1 1 3 0,0-2-5 15,3-7-1-15,-2 2-3 0,0-2-4 0,1 1-1 16,4-6-7-16,-4 0 0 0,3 3 1 0,-3-2 1 0,4 1 5 16,-2 0-9-16,0-1-6 0,0 3-9 0,1-5-14 15,2 4-18-15,-1-3-6 0,0 0-5 16,0 2-10-16,4-3-6 0,0-12 2 0,-1 11-4 16,-1-2-55-16,0 0-150 0,2-10 66 0</inkml:trace>
  <inkml:trace contextRef="#ctx0" brushRef="#br0" timeOffset="24087.03">28588 9349 58 0,'0'-8'65'0,"0"8"9"0,0 0-3 0,5-6-7 15,-5 6-4-15,0 0-4 0,1-7-8 0,-1 7 7 16,0 0-11-16,0 0-6 0,0 0-5 0,0 0-3 16,0 0-3-16,4-7-6 0,-4 7-1 0,0 0 0 15,0 0-5-15,0 0 1 0,0 0-6 0,0 0-2 16,0 0-1-16,0 0 3 0,0 0-3 0,0 0 1 15,0 0-8-15,6 17 3 0,-3-10 1 0,0 2-1 16,-2 2 0-16,0 0 1 0,2 6-2 0,-1 0-3 16,2 6 2-16,0 2 0 0,0 3 0 0,1-3-1 15,-1 3-2-15,0 1 2 0,1 0-1 0,-1 0 0 16,1 2 2-16,2-1-3 0,0 3-1 0,-1-2-1 16,1 3 2-16,4 12 1 0,-2-16-6 0,-1 6 7 15,3-1-4-15,-3 9-3 0,1-10-1 0,2 14 8 16,-2-2-1-16,2-1 2 0,3 0-4 0,-2 1-6 15,0-1 6-15,0-1-1 0,1 0-2 0,0 1-4 0,-5-12 7 16,2 15-1-16,4 0-2 0,-6-1 3 16,3-2-1-16,1 5 0 0,-2 0-3 0,-2-4 3 0,3 2 2 15,-1 2 0-15,3 2-9 0,0-2 8 0,-3 4-6 16,3-3 4-16,-3 2-6 0,-2-1 2 0,4 2 8 16,-1-2-8-16,-1 5-5 0,3-5-8 15,0 3-17-15,-3 4-19 0,8-2-39 0,-7-3-105 16,1 1 47-16</inkml:trace>
  <inkml:trace contextRef="#ctx0" brushRef="#br0" timeOffset="27851.14">28179 11081 9 0,'0'0'25'15,"0"0"-9"-15,0 0 0 0,0 0 1 0,0 0-2 16,0 0-6-16,0 0 1 0,0 0-2 0,0 0-4 16,0 0-1-16,0 0 0 0,0 0-4 0,0 0 2 15,0 0-4-15,5-4-2 0,-5 4 1 0,0 0 0 16,0 0-8-16,4-9-7 0,-4 9-18 0,3-6 8 15</inkml:trace>
  <inkml:trace contextRef="#ctx0" brushRef="#br0" timeOffset="30283.14">29269 12201 135 0,'-1'-16'202'0,"1"-2"2"0,-1 2-14 16,-1 5-12-16,1-3-10 0,0 5-2 0,-2-1-4 16,3 1-8-16,0 9-11 0,0-9-17 0,0 9-17 15,-2-10-11-15,2 10-13 0,0 0-14 0,0 0-7 16,0 0-8-16,0 0-8 0,0 0 0 0,2 28-6 15,-1 2-2-15,2 19-4 0,0 6-4 0,-3 31 0 16,-2-2-3-16,-2 0 11 0,1 3-7 0,0-5-2 16,-2 0 0-16,4-27-4 0,1 5-3 0,1 22-2 15,0-27 1-15,0-2-5 0,6-4 1 0,-5-15-3 16,4 13 1-16,-3-12-2 0,4 12 3 16,-2-16 0-16,-1 0 0 0,0-1-2 0,1-3-5 0,-3-1 3 15,3-7-2-15,-1-2-2 0,-1-2 2 0,0 1-3 16,-1-4 0-16,0 0-2 0,0 0 0 0,0 0 2 15,1-4-2-15,-2 4-7 0,3-3-23 0,-2-1-13 16,1 0-32-16,-1-3-47 0,-2-5-33 16,3 10-33-16,-3-10-30 0,3 8-178 0,-3-8-420 0,1 7 186 15</inkml:trace>
  <inkml:trace contextRef="#ctx0" brushRef="#br0" timeOffset="30665.2">29399 13062 1726 0,'-19'-19'64'0,"0"-1"-19"0,4 6 6 0,-1 1-17 0,2 2-14 16,4 2 6-16,0 1 4 0,1 0 5 0,1 1 4 15,4 1 8-15,-2 2-1 0,6 4 0 0,-5-8-3 16,5 8-8-16,-3-5-1 0,3 5-5 0,14-9-5 15,6 4-2-15,14 0-2 0,20-2-7 0,5 2 2 16,30-2 0-16,4 1 1 0,3 0-5 0,0 5 3 16,10-5 9-16,-2 4-1 0,-1-3-4 0,2 5-2 15,2-2-2-15,1 1 0 0,3-3-3 0,6 3 3 16,11-1-5-16,6-3-4 0,7 3-1 0,3-1 0 16,7 0 0-16,1-1-18 0,9 2 1 0,-2 1 1 15,-2-1-1-15,2 2 8 0,3-4-5 0,-3 4-3 16,-5 0 31-16,-6-2-5 0,-14 2-2 0,-3-3 0 15,-11 3-1-15,-7 5-24 0,-13-2-7 0,-33 0 9 16,-2-2 1-16,-4-1-1 0,-2 3 6 0,-7-4-1 16,-15 3 1-16,-2 0-1 0,-35-2 4 0,51 1 6 15,-51-1-5-15,31 0-2 0,-31 0-1 0,0 0-2 16,0 0-12-16</inkml:trace>
  <inkml:trace contextRef="#ctx0" brushRef="#br0" timeOffset="33047.62">29307 12981 33 0,'-1'8'37'0,"1"-8"-3"0,0 0-3 15,-4 6-1-15,4-6 0 0,0 0-6 0,0 0 2 16,0 0 0-16,-3 9-2 0,3-9-7 0,0 0 11 0,0 0-2 16,-2 7-2-16,2-7-3 0,0 0 2 15,0 0 1-15,0 0-2 0,0 0 5 0,0 0 0 16,-2 7-4-16,2-7 3 0,0 0 2 0,0 0-4 15,0 0 8-15,0 0 5 0,-2 8-3 0,2-8 10 0,0 0 7 16,0 0-4-16,0 0-1 0,0 0 5 0,0 0 2 16,0 0 14-16,0 0-2 0,0 0 0 0,0 0 12 15,0 0 0-15,0 0-2 0,0 0 1 16,0 0-12-16,0 0-3 0,0 0-5 0,0 0 2 0,0 0-6 16,0 0-6-16,6-28-4 0,-6 21-2 0,0 7 5 15,1-18-5-15,-1 9 2 0,1-3-7 0,-1-5-2 16,1 1 11-16,2-2-5 0,-1-1-5 0,1 0 0 15,-1-7-3-15,1 7-4 0,1-7-2 0,0 1-1 16,0 1-2-16,-2-2-4 0,2 2 12 0,2-1-8 16,-3 6 3-16,1-6 3 0,-2 1-4 0,1-1 2 15,1 6-1-15,-2 0-5 0,2-5 3 0,-1 6-2 16,3-8-3-16,-1 3 2 0,-1 3-1 0,1-2 3 16,-2 3-4-16,1-6-2 0,2 1-1 0,1 1-3 15,-3-1 0-15,1-1-1 0,3 0-2 0,-3 7 1 16,4-5 0-16,0-2-2 0,-2 1 1 0,4 1-1 15,-3 5-2-15,1-3-4 0,-2 3 0 0,2 2 2 16,0-2-1-16,-1 1 0 0,2 2-2 16,-2-1 1-16,-1 1 5 0,2 0-2 0,2 1-4 0,-1-1-2 15,0 1-1-15,0 1 0 0,2-1 1 0,-2 2 1 16,3 0 0-16,1 0-1 0,-1 2 2 0,1-1-2 16,2 2 0-16,0 0 2 0,1 1-5 0,-1-1 1 15,2 2 2-15,-7 2 0 0,1 0-2 0,4-1 2 16,-4 2-1-16,-2 0 2 0,2-1-2 0,-1 1 2 15,-3 2-3-15,-1 1-1 0,4 1 2 0,0-1-1 16,-11 1 1-16,14 0-2 0,-5 2-1 0,1-1 7 16,1 2-3-16,-5-1 1 0,5 1-1 0,-2 2-2 15,2-1 0-15,0 1 1 0,-1 0 1 16,-1 0-1-16,0-1-1 0,0 2-2 0,0-1 5 0,1 2-1 16,1 0 2-16,-4 2-1 0,2-3 2 0,1 1 1 15,-2 2-2-15,0 0 1 0,1-1 1 0,0 7 2 16,-2-2-2-16,1 1 6 0,0 2-4 0,-1 0 4 15,0 1-4-15,-1 2 1 0,4 5 3 0,-5-7-1 16,4 8-2-16,-5-6 3 0,3 9-5 0,-1-3 5 16,0 0 0-16,1 1-1 0,-2-2 0 0,0-5-1 15,1 1-2-15,1-1 2 0,-2-1 2 0,0 1 2 16,2-2-4-16,0 1 4 0,1-1 0 0,-2 0-2 16,1 1-1-16,4 4 5 0,-3-5 8 0,-2 2 6 15,1-1 0-15,-2 0 4 0,5 6-3 0,-5-6-2 16,0 1 3-16,3 5-5 0,-1-5-1 0,-2 6 7 15,3 0-2-15,-3-1 0 0,1-7-1 0,-3 3-2 16,2-3-7-16,-1 1 5 0,1 1-5 0,0-2 1 16,-2 1 14-16,1-2-2 0,0 2-3 0,-2-3 0 15,1 3-5-15,0 0 0 0,0 0-1 0,2-2 6 16,-2 0 4-16,1 0-2 0,0 0-11 0,-2 4 2 16,2-5-4-16,-2 2 5 0,3 2-4 0,-2-1 3 15,0 0-2-15,0 2 2 0,0-1 1 0,2 5-1 16,-2-4 5-16,2 4 5 0,-3 2-2 0,1-7-3 15,1 8-4-15,-3-1 1 0,2-7-6 0,-1 5 9 16,1 1-15-16,-1 1-1 0,1-3 10 0,-2-3-9 16,2-1-3-16,-2 0 2 0,1 0-2 0,2 0-11 15,1 4 9-15,-1-4-4 0,1-1 1 0,-1 1 0 16,-2-2 5-16,1 2-2 0,1-1-3 0,0 3 1 16,-2-4 2-16,1 2-5 0,2-2 1 0,0-2 2 15,-1 3-1-15,1-2-12 0,2-2 14 0,-1 3 2 16,2-1-4-16,-3-2-4 0,2 2-2 0,0-2 9 15,-1-3-2-15,1 1 0 0,-2-1 2 0,4 3-9 16,2-1 8-16,-4-2-2 0,0 2-1 0,2-3 6 0,0-1-2 16,-1 3-10-16,2-3-23 0,-1 0 0 15,-1-2 5-15,1 0 1 0,-1 0 0 0,-1 0 9 16,1-1-3-16,-1 2 0 0,1-5-1 0,0 3 8 16,-2 0 9-16,1-3 6 0,1 3-14 0,1 0 2 15,-1-2 1-15,1-1 0 0,1 3-4 0,-1-3 9 0,0-2 12 16,2 2-11-16,1 0 0 0,1-1-4 15,-2-2-4-15,1 1-9 0,2-1-7 0,-1 0-4 16,1-1-23-16,2-1-14 0,2 1-29 0,-1 1-29 16,2-5-43-16,0 2-38 0,0-4-52 0,2 0-42 15,-4 3-187-15,3-5-523 0,0 1 233 0</inkml:trace>
  <inkml:trace contextRef="#ctx0" brushRef="#br0" timeOffset="34040.76">30373 12873 47 0,'0'0'70'0,"0"0"1"0,0 0-6 15,0 0 2-15,0 0-10 0,-1-9 10 0,1 9 4 16,0 0-15-16,0 0 3 0,0 0-15 0,0 0 14 15,0 0-3-15,0 0-9 0,0 0-8 0,0 0 6 16,0 0-14-16,0 0 7 0,0 0-19 0,0 0 8 16,0 0-5-16,0 0-4 0,0 0 3 0,0 0-11 15,0 0-2-15,0 0 0 0,0 0 1 0,0 0 0 16,0 0 3-16,0 0-7 0,0 0 9 0,6 23-7 16,-6-23 2-16,5 11 9 0,-3-5-6 0,-1 1 1 15,-1-7-8-15,1 8-8 0,0-1 26 0,-1-7-7 16,3 10-15-16,-2-3 21 0,-1-7-6 0,2 10 7 0,0-4-2 15,-2-6-3-15,2 12-6 0,0-6 3 0,-1 0 3 16,-1-6-3-16,3 11-6 0,-2-7 1 16,-1-4 0-16,2 11-4 0,0-6-9 0,-2-5 7 15,1 9 4-15,-1-9 1 0,4 8-5 0,-4-8-1 0,1 6 3 16,-1-6-2-16,0 0 1 0,4 7 0 16,-4-7 1-16,0 0-2 0,0 0-1 0,1 7 9 15,-1-7-11-15,0 0 8 0,0 0-3 0,0 0 5 16,3 8-5-16,-3-8-1 0,0 0-4 0,0 0-2 0,0 0 11 15,0 0-5-15,0 0-1 0,0 0-3 0,0 8 5 16,0-8-5-16,0 0-1 0,0 0-9 0,0 0 2 16,0 0-7-16,0 0-11 0,0 0-20 0,0 9-13 15,0-9-19-15,0 0-20 0,0 0-101 16,0 0-215-16,0 0 96 0</inkml:trace>
  <inkml:trace contextRef="#ctx0" brushRef="#br0" timeOffset="38348.37">30349 12952 11 0,'0'0'69'16,"-2"17"-9"-16,3-7-6 0,-1 2-1 0,-1 4-2 16,2 1 0-16,-1 0-6 0,1 1 8 0,-2-1-11 15,2 1 19-15,-1-1 13 0,1 2-3 0,-1 0-6 16,3 7 14-16,-3-2-3 0,1 0-8 0,-1-4-2 15,3 5-10-15,-2-6-2 0,3 6-3 0,-3 0 1 16,3-5-7-16,2 4-7 0,-2-6 1 0,2 1-4 16,-2 0 0-16,1-2-3 0,-1 1 1 0,0-3 1 15,1 0-1-15,3 1 8 0,-1 1 6 0,0-2-2 16,1 1-7-16,-2-3-5 0,2-1-1 0,-2-1-5 16,-1 0-5-16,4 5 0 0,-3-6-4 0,0-1-4 15,-1 2 3-15,2-2-5 0,-1 2 5 0,-3-3-6 16,4 3-3-16,-2-4 3 0,1 5-5 0,1-3 1 15,-2-1 1-15,2 2-3 0,-2 0 2 0,1 0-3 16,-1-1 2-16,0 2-2 0,0 0 3 0,1-2 0 16,-2-2-6-16,1 3 2 0,0-1-3 0,-2-3 4 15,2 1-2-15,0 0 0 0,-2 0-1 0,0-1 2 16,0 0-1-16,2 2 5 0,2 0-6 0,-3-3 3 16,-1 0 1-16,2 1 2 0,-1 1 3 0,0-3-2 15,1 1 2-15,2 0 2 0,-2-1-1 0,2 2 4 16,0-1 0-16,0 1 4 0,2-1 10 0,1 0 1 15,1-3 3-15,-2 2 8 0,3-1-10 0,-3-2 0 16,2-1-2-16,1 3 0 0,-1-3-4 0,1 0 5 16,0 0-10-16,-2 0-4 0,4-1 3 0,-3 1-5 15,1 0 3-15,1-2-4 0,-1 1-1 0,2 1-3 16,2-2 1-16,2 0 2 0,-5-1-4 0,1 1-1 16,-1 1-1-16,1-3 2 0,0 2-2 0,-1-1 2 15,-1 1-2-15,1 0-4 0,1-1-2 0,-2-1 0 16,-2 2 7-16,1-2-2 0,0 2-2 0,-2 0 3 15,0-1-4-15,-3-1 1 0,3 0 2 0,-1-2-2 16,2 2 0-16,-4-2 0 0,1 1 1 0,-2 0 2 16,4-1-3-16,-4 2-1 0,0-3-2 0,3 1 2 15,-3 1 1-15,0-2 0 0,-3 1-5 0,2-2 6 16,0-1-2-16,-1 3-4 0,2-4 2 0,-3 3-2 16,1-3 2-16,1 2 4 0,1-1-1 0,-2-2 5 15,-1 1-10-15,2 1 2 0,-4-2 0 0,2 0 2 16,1 0-1-16,-3 0 2 0,0-5-5 0,0 5 1 15,1-6 0-15,-1 1 0 0,0-1-1 0,-1-1-2 16,1-1-2-16,-3 1 0 0,1 0-2 0,-1-2-1 16,0-5-7-16,0-1 1 0,1 7 4 0,-1-7-3 15,0 7 0-15,1-1 0 0,0 1-10 0,-2-7 1 16,3 6 5-16,-1 0 1 0,-2 1 3 0,2 1-1 16,1-3-6-16,-1 2 1 0,0 1-5 0,1 0-3 15,0 0 2-15,1 0-3 0,1 1 8 0,-1 0 3 16,0 1-3-16,0-2 3 0,1 1 1 0,2 1 1 15,-3 3 3-15,1-3 7 0,0 5-10 0,-1-3 5 16,4 0 1-16,-4 2 1 0,3 2 1 0,-2 1 2 16,0 2 0-16,1-1 1 0,-2 0-4 0,0 8 6 15,0-11-1-15,0 3 0 0,0 8-2 0,1-11 0 16,-1 11 2-16,3-11-12 0,-3 11 8 0,0-9 8 16,0 9-5-16,0-8 0 0,0 8-4 0,1-8 7 15,-1 8 1-15,0 0-5 0,0-9 3 0,0 9-2 16,0 0 0-16,0-9 4 0,0 9-5 0,2-6 5 15,-2 6-3-15,0 0-5 0,0 0-5 0,0 0-3 0,0 0 5 16,0 0-6-16,0 0 0 0,0 0-6 16,0 0-1-16,-2-11 0 0,2 11 5 0,0 0 2 15,0 0 11-15,0 0 0 0,0 0-10 0,0 0 11 16,0 0-9-16,0 0 8 0,0 0-6 0,0 0-11 16,0 0 2-16,0 0 2 0,0 0-2 0,0 0 4 0,0 0-7 15,0 0 13-15,0 0 3 0,0 0-13 16,0 0 8-16,0 0 4 0,0 0 2 0,0 0 1 15,-1-8-7-15,1 8-5 0,0 0 4 0,0 0-1 16,0 0 6-16,11 0 6 0,-11 0 1 0,12 0-14 16,-12 0 12-16,19-2-1 0,-10 4 2 0,2-2-7 15,-11 0 6-15,23 1 3 0,-13-2-7 0,6 1 10 16,0 0-7-16,-2-2 2 0,4 2 9 0,1 0-6 16,2-2-3-16,-1 2-2 0,3-1 8 0,4 1-7 15,1-1 8-15,0-2-4 0,-6 2 0 0,5 0-3 16,-5 0 8-16,6-1-10 0,0 2 6 0,0-1-1 0,-10 2-1 15,4-1 13-15,4-3-13 0,-4 2-6 0,-3 0 9 16,10-1-5-16,-9 0 1 0,8 1 1 0,-6-2-2 16,-3 1 13-16,1 2-7 0,2-2-10 15,-3 2 6-15,2-1 3 0,0-1-6 0,-3 2 0 16,0-4 18-16,2 4-14 0,0-2-1 0,-6 1-11 0,5 0 11 16,-1 0-7-16,-1-2 3 0,2 2 12 15,-2 0-9-15,0-1-2 0,-4 4 4 0,5-4-2 16,-5 2-10-16,6 0 6 0,-7 2 8 0,0-1-3 15,5-1 0-15,-2 1-8 0,-3 0 14 0,2 2-1 0,-2-4-3 16,1 3-1-16,1-2 5 0,-2 0-10 0,2 0 4 16,-4 0-9-16,0 0 10 0,3 0 2 0,-5 0 1 15,2-1-17-15,1 1 19 0,0-1-1 0,-1-1 0 16,0 2 0-16,2 0-10 0,-5-1 3 0,-7 1 1 16,17-1 11-16,-7 0-9 0,2-1-4 0,-5 2 6 15,-7 0-3-15,13 0-2 0,-13 0-1 0,14-1 2 16,-9-1-4-16,-5 2 5 0,12 0 4 0,-12 0-4 15,7-2 2-15,-7 2 10 0,0 0-8 0,0 0-6 16,11 0-1-16,-11 0 5 0,0 0 0 0,0 0-3 16,0 0-3-16,7-2 9 0,-7 2-2 0,0 0 1 15,0 0 4-15,0 0-5 0,0 0 0 0,0 0 0 16,0 0-7-16,0 0 10 0,0 0-12 16,-24-4 5-16,24 4 6 0,-15-2-3 0,3 2-5 0,1 0 9 15,-2 0 3-15,-5 0-9 0,1 0 7 0,-3 0-7 16,1 0 3-16,-9 2 8 0,8 0-6 0,-1-3-3 15,-9 2 1-15,0 1-3 0,2-2-6 0,1 1 12 16,6-1-4-16,1 1-5 0,1-1 9 0,6 2 3 16,0-2-7-16,2 2 2 0,3-1-3 0,0-1 4 15,8 0 1-15,-11 2 0 0,11-2-6 0,0 0 3 16,0 0 3-16,0 0 1 0,0 0 5 0,0 0 2 16,25 7 0-16,-4-6-4 0,-1-1-5 15,11-1 9-15,1-1-2 0,2 2-1 0,1 0 3 16,1-2-2-16,-3 1-1 0,4 0 0 0,-1 1 1 0,-3-1-3 15,-33 1 3-15,66-3-2 0,-35 1 1 0,-31 2-2 16,56-3-1-16,-56 3 5 0,42-1 19 0,-42 1 2 16,48-4-4-16,-48 4-4 0,41-2-7 0,-41 2 1 15,38 0 0-15,-38 0-5 0,0 0-1 0,41-2-1 16,-41 2-2-16,0 0-1 0,0 0 2 0,0 0-2 16,38-2-3-16,-38 2 1 0,0 0 0 0,0 0 6 15,0 0 0-15,0 0 4 0,0 0 0 0,0 0-2 16,0 0-4-16,0 0 5 0,0 0-9 0,0 0 3 15,0 0-5-15,0 0 4 0,0 0 1 0,-110-19 3 16,76 19 2-16,-3-3 1 0,-4 1-1 0,1 0 5 16,-13 0 1-16,-3-2 0 0,5 4-3 0,-2-1 0 15,13 0 8-15,-13 0-2 0,14 0 2 0,1 2 3 16,2-1-3-16,2-1 1 0,2 1-1 0,4 0-5 16,8 0 0-16,6 0-1 0,3 0-7 0,1 2 3 15,3-2-7-15,7 0 0 0,-9 3 2 0,9-3-6 16,0 0 5-16,0 0-2 0,18 12 2 0,3-7-2 15,12 0 0-15,19-1-3 0,4 2 0 0,3-3 5 16,3 0-6-16,-1 1-1 0,-4-1 1 0,1 0-2 16,-3-1-2-16,-3-1 1 0,-1 1 0 0,-11-2-3 15,-4 4 1-15,0-3-1 0,-36-1 2 0,62 2-1 16,-62-2 2-16,41 2-2 0,-41-2 0 0,0 0-2 16,42 0-2-16,-42 0 0 0,0 0 4 0,0 0 4 15,0 0 0-15,36 2 3 0,-36-2 6 0,0 0 2 16,0 0-1-16,0 0 0 0,0 0-2 0,0 0-2 15,0 0-2-15,0 0 4 0,0 0 1 0,-116-9-4 16,65 4 3-16,-4 6-3 0,-3-1 2 0,-4 0-2 16,2-3 4-16,-6 5 1 0,5-4 2 0,1 4-4 15,-1 0 4-15,2 1 2 0,3-2 0 0,6 0 0 16,10 2-1-16,8 1-2 0,2-2 1 0,10-1-1 16,2 1-5-16,6-1-1 0,0 0-2 0,4 2-2 15,5 0 0-15,3-3 2 0,0 0 1 0,0 0-1 16,0 0-2-16,32 12 1 0,-3-7 1 0,8-1-4 15,19-3 5-15,6 0-4 0,0 2-5 0,1-3 4 16,1-1 0-16,0-1-1 0,-2 4 0 0,-4-4-2 0,-5 0 4 16,-3 0-1-16,-14 0-2 0,-36 2 1 15,58-2-3-15,-58 2 2 0,38-1 3 0,-38 1-4 16,0 0 3-16,0 0 1 0,37-3 2 0,-37 3-1 16,0 0 2-16,0 0 2 0,0 0-5 0,0 0-4 15,0 0 4-15,0 0-2 0,0 0 0 0,0 0 5 16,-105-2-5-16,55 3 4 0,-5-1-2 0,-3 1 0 15,-2 0 2-15,-4 1-5 0,-1-1 5 0,-2 1-2 16,4 0 4-16,2-2-1 0,1 3 1 0,8 1 2 16,15-4-1-16,6 3-3 0,11 0-4 0,4-3-2 15,2 1 2-15,8 1-5 0,2 1 5 0,4-3 1 16,0 0-3-16,19 7 3 0,10-5-1 0,7-1 0 16,19 2 0-16,6-3-6 0,5 0-5 0,24-7-8 15,-28 6-20-15,-1 0-22 0,0-2-59 0,-4-1-58 16,-6 5-223-16,-15-2-435 0,-6-1 193 0</inkml:trace>
  <inkml:trace contextRef="#ctx0" brushRef="#br0" timeOffset="39496.92">30143 12322 236 0,'1'8'217'0,"-1"-8"-25"0,0 0-17 16,0 0-9-16,0 0-5 0,0 0-1 0,0 0 0 15,0 0-12-15,0 0-15 0,0 0-9 0,0 0-14 16,0 0-11-16,0 0-10 0,0 0-6 0,0 0-9 16,0 0-11-16,0 0-4 0,0 0-6 0,0 0-10 0,0 0 2 15,0 0-12-15,0 0-8 0,0 0-16 0,0 0-20 16,0 0-34-16,0 0-34 0,0 0-46 15,0 0-41-15,2 6-52 0,-2-6-118 0,0 0-363 16,0 0 160-16</inkml:trace>
  <inkml:trace contextRef="#ctx0" brushRef="#br0" timeOffset="41731.18">19877 9761 50 0,'-2'-7'226'15,"2"7"-5"-15,-3-6-7 0,3 6-10 0,-4-6-7 16,4 6-11-16,0 0-15 0,-6-5-13 0,6 5-10 16,0 0-22-16,0 0-9 0,-17 2-12 0,17-2-18 15,-12 7-3-15,3 2-5 0,-4 3-5 0,0 3-4 16,3 0-10-16,-4 7-1 0,0 1-12 0,4-6-2 15,-1 7-8-15,5-6-4 0,2 0-2 0,-1 0-5 16,5 0-1-16,1 1-3 0,2-2-5 0,-1-1 2 16,5-1-4-16,-1 0 2 0,2-1-4 0,1-4-1 15,2 2 0-15,2-1-1 0,2-3 0 0,1 1 1 16,2-4-1-16,-3-2 0 0,4-1-1 0,0 0 0 16,-2-2-4-16,-1 0 1 0,-1-3-1 0,-2 0-1 15,-1-1 2-15,5-5-2 0,-7 1 4 0,0 1-3 16,3-5-2-16,-4-1 2 0,-3-2 4 0,-1 0-3 15,-2-2-1-15,-3 0 0 0,0-2-3 0,-3 0-1 16,-2 0-2-16,-2 3 4 0,-1-2-5 0,-2 1 9 16,-4-4-4-16,3 5 0 0,-3 0-3 0,-1 4 2 15,1-2-3-15,-1 2 1 0,-1 2 1 0,0-2-2 16,0 5-4-16,1 1 0 0,1 3 0 0,-3 0-6 0,2 2-6 16,3 0-28-16,-3 3-30 0,2 1-29 15,1 2-36-15,1 1-35 0,4 3-30 0,0 1-16 16,2 1-148-16,3 1-399 0,2-12 176 0</inkml:trace>
  <inkml:trace contextRef="#ctx0" brushRef="#br0" timeOffset="42114.76">20133 9900 140 0,'0'0'164'0,"9"1"-15"0,-9-1-16 0,0 0-5 16,5 6-11-16,-5-6 3 0,3 11 8 0,-1-1-4 15,1 1-19-15,-2 2-6 0,1 2-3 0,0-3 3 16,-1 0-4-16,-1 2-2 0,1-2-6 0,-1-1-7 16,1-3-3-16,-1-2-5 0,0-6 9 0,2 9 4 15,-2-9 5-15,0 0 6 0,1 10 8 0,-1-10 7 16,0 0 2-16,1 7 6 0,-1-7 0 0,0 0 3 16,0 0 1-16,0 0-5 0,0 0-4 0,0 0-19 15,0 0 0-15,0 0-30 0,2-25-6 0,2 8-7 16,1 3-6-16,1-4-3 0,3 0-2 0,-1 0-9 15,6-5 2-15,-2 1-9 0,4-1-9 0,2 0 13 16,2 2-18-16,-7 6 6 0,0 2-6 0,1 1-2 16,-1 2 5-16,-1 3-14 0,-3 2-10 0,-1 2 2 15,-2 0-2-15,3 2 2 0,-9 1 2 0,16 1 2 16,-6 3 5-16,-4 0-7 0,3 1 3 0,-1 3-8 16,1 0 6-16,-2 0-6 0,1 2 5 0,0 1-5 15,-1 4 12-15,1 2-17 0,0-3-29 0,-2 1-31 16,-2-3-42-16,5 2-45 0,-1 2-41 0,-1-5-39 15,2 1-30-15,0-2-221 0,0-3-534 0,8 2 236 0</inkml:trace>
  <inkml:trace contextRef="#ctx0" brushRef="#br0" timeOffset="42364.35">20842 9556 6 0,'0'-17'289'0,"-1"4"-10"0,0 2-6 15,1 0-5-15,0 4-21 0,0 7-20 0,-2-11-32 16,2 11-18-16,0 0-20 0,0 0-16 0,0 0 3 0,0 0 14 16,-5 49 9-16,4-13-4 0,-3 11-16 0,0 2-14 15,-2-1-14-15,-2 2-9 0,4-4-16 0,-3 2-3 16,2 2-10-16,1-2-11 0,-1-2 0 16,2-12-16-16,-1 2 0 0,2-1-8 0,-2-1-3 0,3-1-17 15,1-3-20-15,1 0-33 0,1-1-54 0,0-5-65 16,-1-5-57-16,3-7-62 0,4 4-61 0,-5-6-173 15,8-4-538-15,0-2 238 0</inkml:trace>
  <inkml:trace contextRef="#ctx0" brushRef="#br0" timeOffset="42664.92">21068 9926 213 0,'0'0'273'0,"-1"-9"-26"16,1 9-23-16,0 0-5 0,0 0-18 0,0 0-13 15,0 0-16-15,0 0-14 0,0 0-18 0,0 0-16 16,0 0-14-16,0 0-9 0,0 0-9 0,3 30-12 16,1-24-8-16,2 1-3 0,0-2-8 0,3 2-2 15,0-2-7-15,1-3-5 0,2-2-2 0,-1 2 0 16,1-5-8-16,-1 2-3 0,0-2 0 0,0-2 6 16,-3 1 6-16,0-2 0 0,-3 1 7 15,1 1 8-15,-2-5-7 0,0 0-4 0,-2-1-5 0,-3-2-4 16,1 1-4-16,-3 0-6 0,1 0-7 0,-2-1 0 15,-2 3-6-15,2-1-1 0,-3 3-11 0,2 1-7 16,0-1-15-16,-5 1-22 0,2 3-30 0,-1 0-39 16,-1 3-44-16,-1 0-53 0,11 0-32 0,-17 3-243 15,17-3-518-15,-11 6 230 0</inkml:trace>
  <inkml:trace contextRef="#ctx0" brushRef="#br0" timeOffset="42860.08">21414 9746 191 0,'0'0'244'16,"0"0"-10"-16,0 0-5 0,3-7-11 0,-3 7-14 15,7-7-19-15,-7 7-21 0,5-6-15 0,0 0-13 0,1 3-13 16,6-4-13-16,-3 4-9 0,2-5-13 0,4 0-9 16,-3 5-10-16,2-2-7 0,-2 0-16 15,-1 1-20-15,-2 1-26 0,1 0-40 0,-5 0-39 16,-5 3-33-16,9-4-35 0,-9 4-27 0,0 0-27 0,0 0-117 15,0 0-344-15,0 0 153 0</inkml:trace>
  <inkml:trace contextRef="#ctx0" brushRef="#br0" timeOffset="43065.68">21429 9694 26 0,'-7'2'172'0,"7"-2"-7"0,0 0-13 16,-7 4-21-16,7-4-14 0,0 0-5 0,-5 9-5 15,5-9 5-15,-3 14 16 0,1-2 4 0,2-1 10 16,-2 4 10-16,2 2 2 0,-2-1 0 0,0 3-3 15,0-4-7-15,0 4-17 0,1-2-14 0,0 2-9 16,1-2-10-16,0-3-10 0,0 4-11 0,0 0 4 16,1-3-12-16,0 1-9 0,-1-3-7 0,2 0-6 15,-4-1-14-15,4-2-30 0,-1 2-41 0,-1-2-47 16,1 0-56-16,1-3-53 0,-2 0-55 0,0 2-154 16,0-9-440-16,0 8 195 0</inkml:trace>
  <inkml:trace contextRef="#ctx0" brushRef="#br0" timeOffset="43437.01">21421 9965 73 0,'1'-6'204'0,"-1"6"-24"0,0 0-9 0,0 0-22 0,4-9-11 16,-4 9-14-16,9-1-14 0,-2-2-9 0,4-3-11 16,2 2-23-16,5 0-22 0,-2-2-37 0,5 2-24 15,-1-1-24-15,1-2-27 0,-1 2-20 0,-2-1-10 16,0 1-5-16,-3-1 8 0,-1 1 12 0,-2 0 18 15,-1 1 27-15,-2-1 23 0,-1 0 25 0,0-1 23 16,0-2 17-16,-4 2 20 0,2-3 27 0,-4 2 16 16,1 1 5-16,-2-3 7 0,2 2 10 0,-2 0 10 15,-1 7 10-15,1-12 8 0,-1 12 1 0,4-9-8 16,-4 9-7-16,1-6-14 0,-1 6 1 0,0 0-27 16,1-8-13-16,-1 8-11 0,0 0-16 0,0 0-7 15,0 0 11-15,0 0 11 0,7 19 18 0,-7-8-14 16,1 6-6-16,0 0-3 0,-1 1-6 0,2 1 0 15,-1 1-22-15,-1 4 6 0,0-9-9 0,1 3 0 16,0 0-11-16,-1-1 2 0,0 0-6 0,2-1-5 16,-2-3-5-16,1-3-13 0,0 0-22 0,1-2-25 15,-2 1-23-15,0-9-37 0,2 11-34 0,-2-5-26 16,0-6-35-16,0 0-24 0,0 8-41 0,0-8-39 0,0 0-165 16,0 0-498-16,0 0 221 0</inkml:trace>
  <inkml:trace contextRef="#ctx0" brushRef="#br0" timeOffset="43596.02">21760 9753 194 0,'1'-12'217'0,"3"0"-9"16,-2 1-8-16,0 2-9 0,0 1-16 0,0 1-8 15,1 1-17-15,-3 6-19 0,7-10-12 16,-2 6-16-16,2 1-8 0,0 0-13 0,2-1-8 16,5 1-7-16,-3 2-15 0,2 2-21 0,1 2-39 0,-1 0-58 15,0 2-41-15,1 1-51 0,-4 3-162 0,-4-1-346 16,0 2 153-16</inkml:trace>
  <inkml:trace contextRef="#ctx0" brushRef="#br0" timeOffset="43733.63">21836 9935 166 0,'0'0'173'0,"-2"6"-15"0,2-6-11 0,0 0-12 0,0 0-11 15,0 0-12-15,0 0-9 0,12 8-19 0,-12-8-28 16,28-7-37-16,-9 2-56 0,1 1-63 0,1-3-90 15,4-3-207-15,3 1 92 0</inkml:trace>
  <inkml:trace contextRef="#ctx0" brushRef="#br0" timeOffset="43971.89">22396 9672 267 0,'-4'-8'282'0,"1"2"2"0,-1-2 0 0,4 8 12 16,-4-11-17-16,1 7-23 0,3 4-23 0,0 0-11 15,-2-9-34-15,2 9-21 0,0 0-21 0,0 0-15 16,0 0-7-16,0 0-19 0,0 0-2 0,0 28-17 16,2-8 0-16,-2-1 1 0,3 7-2 0,-2 1-5 15,-1 1-6-15,-1 1-16 0,2-3-4 0,-1 4-2 16,-1-1 2-16,2 0-12 0,-2-1-3 0,0-2 0 16,-2 2-13-16,3-9-26 0,-1 2-26 0,-3-4-50 15,1 0-55-15,1 1-67 0,-2-2-64 0,1 0-57 16,-3 0-218-16,0-6-580 0,-1-1 256 0</inkml:trace>
  <inkml:trace contextRef="#ctx0" brushRef="#br0" timeOffset="44831.08">22542 9726 78 0,'2'-8'304'0,"2"0"-9"0,-1 2-13 0,-2-1-11 16,-1 7-12-16,3-7-13 0,-3 7-19 0,1-8-21 0,-1 8-19 15,0 0-25-15,0 0-6 0,0 0-27 0,0 0-12 16,0 0-12-16,-24 15-12 0,7-3-8 16,3 1-8-16,0-2-15 0,-1 2-1 0,2 1-2 15,1-2-9-15,2 0-12 0,1-4 3 0,4 3-8 0,-1 0-4 16,0 1-7-16,1-1 9 0,2 1-9 0,-1 0-7 16,1 0 1-16,5-2-7 0,-1 3 1 15,3 0-4-15,1-4-2 0,1 1-4 0,2-1 2 0,2 1-4 16,1-3 1-16,5 0-12 0,0-1-2 0,5-5-4 15,-1-1-5-15,8-3 12 0,-6 0-6 0,8 0 1 16,-2-3 4-16,0-2-5 0,-1-4 7 0,0 5-3 16,-8-3 3-16,1 3 0 0,-5-2 2 0,2 1 3 15,-3-2-2-15,1-1 1 0,-6 3 3 0,-1-1 2 16,0-3 1-16,-2 2 1 0,-2 0-1 0,0-1 4 16,-6 3 4-16,4-1 6 0,-2 9-1 0,-3-13 3 15,1 5 5-15,2 8 5 0,-5-12-6 0,1 7 4 16,4 5-4-16,-5-7-3 0,5 7-1 0,-8-3-4 15,8 3-4-15,0 0 0 0,-19 10 11 0,10-1-10 16,-3 3-3-16,1 1 0 0,2 1 2 0,0 0-5 16,3-4 2-16,1 8-4 0,1-6 2 0,2 1 1 15,2-2-6-15,2 1 4 0,2-1 2 0,1 0 1 16,3-1 2-16,3-3 0 0,5 1 5 0,-3-4 1 16,6-2-5-16,1 0 5 0,0-2-3 0,-1-2-1 15,8-2-3-15,0 0 1 0,-8-2-1 0,1-1-3 16,-3-1-3-16,-3 4 19 0,0-6-17 0,-4 3 5 15,0 1-7-15,-3-4-1 0,1 0-4 0,-2 2 3 16,0 0-3-16,-1-2-1 0,-2 1-4 0,0-2 5 16,-1 3 0-16,1 1 0 0,-1 0 0 0,-2 7 3 15,2-7 1-15,-2 7-2 0,2-6-3 0,-2 6 1 16,0 0-2-16,0 0-3 0,0 0 14 0,0 0-13 16,0 0 2-16,0 0 2 0,0 0 9 0,0 0-8 15,8 16 1-15,-6-11-3 0,-2-5 1 0,8 11 1 16,-4-5 4-16,4 1 1 0,2-2 0 0,-1 1 3 0,1-3-1 15,4 0 3-15,-1-1 2 0,5-2-1 0,-2 0 2 16,1-3 1-16,-6-1 1 0,3 1 2 16,-2 1 5-16,-3-3 1 0,1 1 7 0,-4 0 4 15,0 0-2-15,0-3 2 0,-1 2 4 0,-1-1 0 0,0 0-10 16,-2-1 8-16,1 0-2 0,-3 7-5 0,2-10 14 16,1 5-5-16,-3 5-3 0,1-7 1 0,-1 7 6 15,0 0-15-15,0 0-12 0,4-7 17 0,-4 7-29 16,0 0 9-16,0 0 7 0,0 0 12 0,0 0-3 15,-1 29 5-15,0-16 2 0,-1 4 6 0,1 1 6 16,0-1-2-16,-2 2-13 0,1 9 10 0,2-4-6 16,-2-4 0-16,4 5-2 0,-4-5-10 0,2-1-2 15,-1-2-23-15,1 0-33 0,1-5-38 0,-1 0-53 16,0-2-55-16,0 1-53 0,2 0-34 0,1-5-22 16,3 1-52-16,3-2-196 0,1 0-585 0,0-3 260 15</inkml:trace>
  <inkml:trace contextRef="#ctx0" brushRef="#br0" timeOffset="45031.18">23529 9760 222 0,'0'-6'281'0,"1"-2"-7"16,-1 8-15-16,0-10-20 0,2 5-20 0,-2 5-24 16,0 0-23-16,0 0-19 0,0 0-13 0,0 0-9 15,0 0-9-15,0 0-12 0,2 30-12 0,-4-17-10 16,4 3-10-16,-1 2-10 0,-1 0 1 0,0-2-12 15,1 3-4-15,-2-2-4 0,2-1-9 0,1 1-31 16,-1 0-38-16,-2-2-61 0,-1 1-65 0,2-6-62 16,-1 0-223-16,1-10-476 0,-3 18 211 0</inkml:trace>
  <inkml:trace contextRef="#ctx0" brushRef="#br0" timeOffset="45180.48">23534 9552 141 0,'0'0'159'0,"0"-8"-43"0,0 8-20 0,0 0-14 15,0 0-15-15,0 0-30 0,5 23-46 0,-3-7-37 16,1 4-62-16,1 3-116 0,1 5 52 0</inkml:trace>
  <inkml:trace contextRef="#ctx0" brushRef="#br0" timeOffset="45804.18">23641 9865 126 0,'0'0'230'16,"0"0"-17"-16,0 0-7 0,2-16 8 0,-2 16-4 16,2-14-6-16,-1 4-19 0,0-1-21 0,3-2-16 15,1 1-10-15,3-5-10 0,1 6-4 0,-1 0-11 16,2-2-3-16,1 2-13 0,-2 2-10 0,-1 2-9 16,1 4-8-16,-2 0-9 0,0 0-10 0,-7 3 4 15,14 2-11-15,-5 0-6 0,-1 5-4 0,-1 0-8 16,1 2 2-16,1 0-3 0,-4 2-3 0,1-1-1 15,-2-1 0-15,1 3-1 0,3-1-3 0,-2-1-2 16,0 0 1-16,0 2-5 0,0-5 0 0,3 3-5 16,0-4-12-16,2-2-11 0,2-1-19 0,0 1-15 15,5-2-13-15,-1-2-13 0,-3 0-10 0,3-4 0 16,0 0 12-16,0 0 1 0,0 0 9 0,-2-2 6 16,-1 1 11-16,-2-3 5 0,-1 2 7 0,-1-3 5 15,-2 1 14-15,1-2 3 0,-2 2 10 0,0-2 14 16,-2 3 18-16,-2-2 16 0,0-1 13 0,-1 5 7 15,-2 5 2-15,-3-12-1 0,3 12-3 0,-5-6-5 16,5 6-1-16,-10-5 10 0,3 4-18 0,7 1-2 16,-20 5-4-16,12-4 1 0,-2 4-4 0,2-1-8 15,-1 3-2-15,4-1-4 0,-2-1-2 0,2 1-2 16,1 0-3-16,0 1-2 0,1-1 0 0,3-6-2 16,-1 12 1-16,1-12-1 0,4 10-10 0,0-4 2 15,-4-6-3-15,7 5-2 0,0-2 7 0,-1 0-8 16,1 0 3-16,-7-3 0 0,10 2 1 0,-10-2 1 15,10 1-3-15,-10-1 1 0,0 0-3 0,8 2 9 0,-8-2-12 16,5 1-3-16,-5-1 1 0,5 6-1 16,-1 0 2-16,1 1 3 0,-4 7 5 0,2 5 0 15,-1 9 12-15,-2 4-3 0,-4 4 5 0,3-2 6 16,-6 15-1-16,-1 0 1 0,3-3 1 0,-2-12 4 16,2 2 12-16,0-1 15 0,1 1-12 0,2-6 12 15,-1 0 11-15,1 1 8 0,-4-4 0 0,4 2-7 16,-1-4 5-16,-1-9-2 0,-2 3-2 0,-2-2 0 15,2-2 2-15,-4-2-5 0,-3 0-7 0,-1 0-1 0,-5-3-8 16,-7 2-8-16,-1-3 2 0,2-1-5 0,-3-5-11 16,-2 1-8-16,-3-3-18 0,2-3-19 15,-1-3-42-15,2-2-53 0,0-1-62 0,-5-2-80 16,4-2-91-16,-1-5-319 0,3 0-718 0,2-3 318 0</inkml:trace>
  <inkml:trace contextRef="#ctx0" brushRef="#br0" timeOffset="45980.4">23393 9499 4978 0,'-5'-17'61'0,"0"0"-16"16,1 8-17-16,1 0-32 0,1 1 12 0,1 2-5 16,1 6-8-16,-4-9 6 0,4 9-6 0,-3-9 5 15,3 9-8-15,-1-5-10 0,1 5-27 0,0 0-50 16,0 0-63-16,0 0-90 0,0 0-109 0,0 0-341 15,0 0-754-15,0 0 334 0</inkml:trace>
  <inkml:trace contextRef="#ctx0" brushRef="#br0" timeOffset="50798.07">27187 8538 5 0,'-4'-9'255'0,"4"9"-30"0,0 0-26 0,-3-7-25 15,3 7-16-15,0 0-14 0,0 0-15 0,-3 24-4 16,3 0-5-16,-2 6-2 0,2 20-10 0,-2 1-6 16,-2 6-9-16,4 28-5 0,-1-25-9 0,-3 22-5 15,4-22-7-15,0 26-3 0,0-28-7 0,5 0-5 16,1-4-3-16,-4 3-3 0,6-5-9 0,-4-4-8 16,3-14 3-16,-3 2-1 0,2-3-2 0,2-2 2 15,-6 0 10-15,2-1 10 0,-4-2 3 0,7 0 0 16,-7-4-2-16,4 1-9 0,-4-6-4 0,2-5-1 15,-2-1-8-15,2-2 0 0,-4 0-4 0,2-2-2 16,2-4 0-16,-2-5-2 0,0 14-4 0,0-14-7 16,-2 10-8-16,2-10-20 0,0 9-26 0,0-9-30 15,0 0-32-15,-2 9-36 0,2-9-51 0,0 0-73 0,0 0-143 16,0 0-441-16,0 0 195 0</inkml:trace>
  <inkml:trace contextRef="#ctx0" brushRef="#br0" timeOffset="51148.53">27214 9328 68 0,'-10'-6'263'0,"-3"0"-23"0,4 1-17 0,-2 1-7 16,2 0-6-16,0 1 0 0,9 3-9 0,-9-4-18 15,9 4-20-15,-7-4-17 0,7 4-20 16,0 0-13-16,0 0-9 0,0 0-11 0,32 0-6 0,3-2-8 15,26-1-11-15,33-6-6 0,8-2-4 0,1-2-6 16,2-6-4-16,6 1-8 0,1-5 1 16,-4 8-7-16,2-4 0 0,-9 4-5 0,-10 3-7 15,-26 3 2-15,-3 3-4 0,0-5 0 0,-5 5-5 0,-3 1-2 16,-14 2-1-16,1 3 1 0,-3-5-1 0,-2 3 1 16,-1 0-5-16,0 2-1 0,-7-1-2 0,-6 1 1 15,0-2-3-15,-7 3 0 0,-2-2 0 0,-1 3 2 16,-1-2 0-16,-4 0-1 0,-7 0-4 0,12-1 0 15,-12 1-12-15,0 0-14 0,9 0-45 0,-9 0-45 16,0 0-62-16,0 0-58 0,0 0-226 0,-32-3-499 16,10 7 222-16</inkml:trace>
  <inkml:trace contextRef="#ctx0" brushRef="#br0" timeOffset="52936.92">27083 9426 15 0,'10'0'27'16,"-10"0"4"-16,0 0-9 0,10 2-2 0,-10-2 0 16,9 1 2-16,-9-1-6 0,12 3-3 15,-12-3 1-15,11 3-1 0,-11-3-1 0,8 2-4 0,-8-2 1 16,0 0 5-16,8 2 11 0,-8-2 3 0,0 0 8 15,7 0 10-15,-7 0 0 0,0 0 15 0,0 0 11 16,0 0 4-16,8 2 8 0,-8-2 10 0,0 0 2 16,0 0 5-16,0 0-1 0,0 0-4 0,0 0 7 15,0 0-4-15,0 0 2 0,0 0-5 0,0 0 0 16,0 0 3-16,0 0-4 0,0 0 3 0,0 0-8 16,0 0-10-16,0 0-5 0,0 0-8 0,-2-15-2 15,2 15-2-15,0-9-7 0,0 9-2 0,2-14-9 16,-2 4-2-16,0-1-2 0,2 0-7 0,-1-3 6 15,3-2 4-15,-2-3-3 0,0 0-2 0,1-1-9 16,2-7 0-16,-1-3-4 0,2 1-2 0,-1 1-2 16,-1 0-3-16,4-1 3 0,-2-1-5 0,-1-1-1 15,3 2-2-15,-1-1-2 0,0 2-2 0,0 3-1 16,1-4-1-16,1 5-2 0,-1 6-2 0,-2 0-1 16,1 1 3-16,1 6-7 0,-2 1 2 0,0 1-1 15,-1 2-3-15,4 1-3 0,-5 2 1 0,3 0 2 16,-7 4-1-16,18 4-4 0,-4 1 3 0,3 7 0 15,6 5 2-15,-1 8-2 0,6 12 2 0,-4 4 1 16,0 4 3-16,-1 3 2 0,-2 7 0 0,1-2 0 0,-2 2 0 16,-2 2-2-16,-1-3 6 0,0-5-8 0,-4-1 2 15,3-4 2-15,-3-12-1 0,0-2-2 16,3-3 2-16,-2-1-1 0,0-4-1 0,-4-5 0 16,-1-2 3-16,1-1-5 0,3-2 4 0,-5-3 1 0,2-2 0 15,-3 1-3-15,0-4 5 0,-1-1-2 0,1-1 3 16,-7-2-2-16,13 2 5 0,-8-2-3 15,-5 0 3-15,12-8 6 0,-4 1-8 0,-2-4 1 0,2-3-1 16,-4-4-1-16,3 0-1 0,-3-8-1 0,-4-2-1 16,2-4 3-16,-6-2-5 0,-2 0 1 0,2-2-2 15,-4-10-2-15,-1 0 7 0,5 14-2 0,-5-14 2 16,2 11-4-16,2-1-2 0,-3 2-1 16,-2 0 1-16,3 0 1 0,1 0-4 0,-2 2 7 0,1-2-2 15,-1 4 0-15,1 2-2 0,1 3 1 0,2 9 4 16,2-1-5-16,-1 5 0 0,-2 2 2 0,3 2-6 15,2 1-2-15,0 7 0 0,-3-9-6 0,3 9 3 16,0 0-4-16,0 0 2 0,0 0 2 0,19 15 1 16,-1 6 0-16,2 4 0 0,10 18 5 0,-2 4 1 15,-1 6-2-15,5 24-2 0,0-1 8 0,-14-22-2 16,-1 0 6-16,-1 2-5 0,-5 2 0 0,0-4 5 16,-1-6-8-16,-1-2 0 0,-3-17 2 0,1 2-1 15,-3-7 1-15,4-6-1 0,-4-1 2 0,2-4-2 16,-3-4 3-16,-1 0-3 0,0-2 3 0,2-3 7 15,-2 2-2-15,-2-6 3 0,3 7 17 0,-3-7 17 16,0 0-6-16,0 0-9 0,0 0 0 0,7-32 0 16,-5 8-1-16,-1-7-10 0,-4-2 4 0,6-13-6 15,-2-2-3-15,3-3 0 0,-1 3-1 0,1-6-2 16,-3-2-3-16,3 1-2 0,6 2-6 0,-4-1 2 0,1 2 3 16,-1 3-5-16,4 4-2 0,-3 12 5 15,-2 3-1-15,0 2 2 0,1 12-2 0,-2 0 0 16,0 4 0-16,0 2-4 0,-2 5-5 0,1-2-3 15,-3 7-2-15,4-3 5 0,-4 3-3 0,14 10 5 16,-7 8 1-16,8 8-1 0,-3 5 2 0,3 12 0 0,1 3 0 16,-2-2-1-16,3 1-1 0,-1-2 4 0,-3-10 0 15,0-1 3-15,-1 0-3 0,4-7 0 0,0 1 4 16,-3-2-5-16,-2-8 12 0,-1 0-9 16,1-3 1-16,0-1-2 0,-4-4 1 0,-1-1 4 0,-1 0 1 15,-1-3 0-15,0 2-2 0,0-2 5 0,-4-4 5 16,0 0 15-16,9 3 2 0,-9-3-8 0,0 0 2 15,4-15-4-15,-2 5-4 0,0-8 2 16,-1-2-3-16,-1-6-2 0,1-1-5 0,-2-5 7 0,2-1-6 16,1-2 0-16,-1 3 1 0,-1-4 4 0,-1-14-18 15,3 14 5-15,1 1-3 0,1-11 13 0,-3 13-13 16,1 1 0-16,1 3-2 0,1 3 4 16,-4 10-2-16,2 3-3 0,0 4-1 0,-1 3-4 0,-1 1-4 15,0 5 0-15,0 0 1 0,0 0 10 0,19 20-10 16,-5 3 6-16,1 9 1 0,6 10 0 0,-5 5 0 15,-1-1-1-15,5-1-1 0,-6-13 8 16,0-2-4-16,0-2 7 0,-1-4-5 0,2-1 2 0,1-1 1 16,-5-7-2-16,3-2 0 0,0-1 7 0,2 0-4 15,-5-5 2-15,1 1 10 0,-3-4-10 0,3-1-1 16,-1-1 4-16,-1-2 1 0,0-2 2 0,-10 2-4 16,15-3 3-16,-9-4 3 0,2-2-3 0,-3-3 1 15,1-3 3-15,-4-2-4 0,-1-2 5 0,-1 0-6 16,-1-8 2-16,-1-1-3 0,-2-1-6 0,2-2-1 15,-1-1 4-15,-1 1-1 0,1-1 2 0,1-2-5 16,1 0 2-16,-2 3-3 0,3 4 1 0,0 9 3 16,-1 2-3-16,1 4-3 0,0 3 3 0,-2 1-9 15,2 8 0-15,3-7-1 0,-3 7-2 0,0 0 4 16,0 0-2-16,20 25 3 0,-7-1 1 0,1 6 0 16,0 3 1-16,4 11 2 0,0 1 2 0,-5-10-4 0,2-7 1 15,0 6-1-15,0-7 3 0,0 3 0 16,-2-8 1-16,-1-6 2 0,-1-3 0 0,-4-4 0 15,2 1 3-15,1-2 1 0,-2-1 6 0,-1-1-9 0,1-3 6 16,-1 0-1-16,1-1 3 0,-8-2-6 0,12-7 2 16,-4-1-4-16,-2-2 3 0,1-7-1 15,1-1-3-15,-1-6 0 0,-1-3 1 0,0 1 1 0,-3-4-5 16,3-2 0-16,-3-2-2 0,4-14-8 0,-3 1 3 16,1 12-1-16,0 4-1 0,0 4 0 0,0 0 4 15,-2 11 3-15,-1 6 5 0,-2 0-9 0,3 4-6 16,-3 6 0-16,2-4 1 0,-2 4 3 0,0 0 1 15,9 31-2-15,-4 0 5 0,2 15 1 16,-1 5-1-16,-3-1 0 0,0 2 2 0,3-2-1 0,1 1 4 16,-2-5-5-16,3-12-34 0,0-3-46 0,1 2-43 15,3-3-42-15,1-5-61 0,1-1-214 0,8-7-482 16,2-4 213-16</inkml:trace>
  <inkml:trace contextRef="#ctx0" brushRef="#br0" timeOffset="53502.82">29099 9076 59 0,'-13'1'179'0,"3"-1"2"0,3 1-6 0,-1 0 2 0,8-1-1 15,-14 3-6-15,14-3-7 0,-8 1-12 0,8-1-15 16,0 0-16-16,-5 3-9 0,5-3-13 0,0 0-7 15,29 1-6-15,8-5-7 0,25-2-4 16,35-4-3-16,0-6-8 0,11 0-1 0,4-1-9 16,3 2-7-16,0-3-3 0,-3-2-2 0,-3 7-6 0,-8 2-4 15,-5-2-3-15,-4 5-3 0,-3-3 0 0,1-1-5 16,-26 5 0-16,25 1-4 0,-24 3 0 0,27-3-6 16,-32 4 18-16,3-2-5 0,-6 2-1 0,1 2-3 15,-3-4 2-15,-5 2-6 0,-15 1 0 0,0-1-2 16,-3 2 3-16,-11 0 2 0,0 0 3 0,-2-3 5 15,-2 3 5-15,-3 0 5 0,-1-1 4 0,-3 1 2 16,-1 0-2-16,-9 0 2 0,11-1 3 0,-11 1-9 16,11 0-2-16,-11 0-4 0,10-2-4 0,-10 2-1 15,11-1 0-15,-11 1-7 0,0 0-1 0,9 0-2 16,-9 0-1-16,0 0-3 0,10 0 0 0,-10 0 0 16,0 0-4-16,0 0-2 0,8-2-10 0,-8 2-6 15,0 0-12-15,0 0-12 0,0 0-15 0,0 0-13 16,0 0-21-16,0 0-20 0,0 0-20 0,0 0-18 15,0 0-26-15,7-2-14 0,-7 2-10 0,0 0-7 16,0 0-16-16,0 0-124 0,0 0-367 0,0 0 164 16</inkml:trace>
  <inkml:trace contextRef="#ctx0" brushRef="#br0" timeOffset="54398.47">30766 8900 26 0,'0'0'69'0,"0"0"-1"15,-12 3-3-15,12-3-5 0,0 0-10 0,-9 0 0 16,9 0-6-16,0 0-4 0,-9 3-8 0,9-3 1 0,0 0-10 15,-6 3 2-15,6-3 3 0,0 0-2 16,0 0-12-16,0 0 13 0,-8 2 9 0,8-2 16 0,0 0 15 16,0 0 16-16,0 0 9 0,0 0 9 15,0 0 10-15,0 0 9 0,0 0 9 0,0 0 10 16,0 0 10-16,0 0 4 0,0 0-9 0,0 0-11 0,-9-8-6 16,9 8-4-16,-1-9-3 0,1 9-6 15,-3-12-6-15,2 2-4 0,1-1 4 0,0 0-20 0,1-4 2 16,1 2-11-16,-1-2-4 0,0 1 3 15,2-2-7-15,-4 0 5 0,1 0-1 0,1-3-16 0,0-1-9 16,0 1 9-16,4 3 18 0,-5 1-2 0,3-2-4 16,-2 0-13-16,0-1-5 0,2 1-7 0,2 3-2 15,-1-1-7-15,-1 4-9 0,-1 0-3 16,2 2-5-16,-4 3-2 0,5-1 1 0,-5 7-11 16,4-8-3-16,-4 8 0 0,9-5-9 0,-9 5-2 0,14 8 16 15,1 1 1-15,1 4-15 0,2 7-2 0,-1 6 3 16,3 0-1-16,0 0 4 0,-5 6-4 0,5-3 2 15,-1-2-1-15,-1-1 1 0,1-1 4 0,-3-2-11 16,0-1 7-16,-3-6 5 0,0-2 2 0,0-2-9 16,-1 0 5-16,-2-5 2 0,-1 2-6 0,2-2-6 15,-3-1-13-15,-1-1 6 0,3-2 4 0,-4 1-2 16,2-2 7-16,-2 1 0 0,2-2-4 0,-8-1 3 16,15 0 1-16,-15 0-1 0,13-3 0 15,-4-2 5-15,2 0-2 0,-2-2 2 0,-2 0 2 0,7-3-7 16,-6 1 0-16,-1 1 5 0,6-5-3 0,-3 1-2 15,1-3-1-15,-3 5 3 0,0 0 1 0,-2 1-5 16,2 0 3-16,-2 3-3 0,-1-2-3 0,-1 4-4 16,3 0-3-16,-7 4-7 0,8-3 7 0,-8 3 0 15,0 0-2-15,12 3 3 0,-7 1 5 0,0 0 1 16,2 2-3-16,-1 1 4 0,4 2 2 0,-3-3 1 16,1 3 0-16,2-1-3 0,-1 1-1 0,0-5 12 15,-4 2-15-15,7 1-4 0,1-5-5 0,-1 2-3 16,2-3-7-16,4-1-13 0,0-1-3 0,1-3-13 15,-1-1-6-15,2-2 0 0,-1 0-9 0,6-3-23 16,2-1-8-16,-3 0-22 0,4-2-33 0,-1 0-41 16,-2 1-47-16,-2-1-148 0,2-2-432 0,-1 2 192 15</inkml:trace>
  <inkml:trace contextRef="#ctx0" brushRef="#br0" timeOffset="55698.47">30735 9039 11 0,'0'0'262'0,"0"0"5"0,-9 1 0 15,9-1-4-15,0 0-14 0,-10-8-7 16,6 2-13-16,0-3-21 0,-1-1-16 0,5-1-14 16,-3-7-21-16,-1 1-8 0,4 1 12 0,-1-2-28 15,0-1-8-15,1-6-11 0,0 0-10 0,1 6-13 0,0-7-4 16,3 3-6-16,0-4-14 0,-1-1-2 0,6-1-16 15,1 1 12-15,-1 0-11 0,0 1 4 0,4-3-10 16,-1 2-6-16,2 0 0 0,1 1-10 16,2-1 0-16,1 1-4 0,1 3-4 0,2 2-9 0,-3 3 3 15,-3 6-3-15,-1 0-6 0,0 2 3 0,0 5-1 16,-5 1-8-16,4 1-6 0,-3 1 6 0,3-1-1 16,0 6 2-16,1 0 0 0,2 5-8 15,3 2 4-15,5 5 1 0,1 9-2 0,-2 3 4 16,3 2-5-16,4 9 8 0,-3 3-2 0,-1 4-6 0,-2-3 1 15,-1 4 12-15,-2-2-11 0,-1 0 3 0,-2-10 1 16,1 9 0-16,-2-7-2 0,-2-5-2 0,0-1 5 16,1 0-1-16,0-1 1 0,0-2-6 0,3 1 4 15,-1-2-6-15,-3 0 10 0,4-2-3 0,-1-3-2 16,0 2 5-16,-4-2-1 0,1-4 3 0,0-3-2 16,1-1-3-16,1-2 6 0,1-2-3 0,1 2-9 15,-3-5 3-15,4 1 8 0,-4-2-7 0,5-1 4 16,-1 0-7-16,-1-3-9 0,3 0-3 0,0-3-5 15,-3-2-2-15,3-1 6 0,-1-1-5 0,-3-1-2 16,0-1 1-16,1-6 0 0,-2 3-7 0,-2-2 3 16,2-5 2-16,-6 4-5 0,5-8-8 0,-5-3-6 15,-1 0 4-15,-5-3 1 0,-1-5 3 0,-5 0 6 16,0-14 4-16,-3 0 1 0,-4-1 10 0,-1-1 2 16,0 2 1-16,4 0 4 0,1 3-2 0,1 9 3 15,4-13 1-15,-1 15 2 0,4 2-3 0,-2-4 3 16,3 0-3-16,3-9 6 0,-3 12-1 0,7-1-19 15,-3-1-3-15,5 4 5 0,-2-1-4 0,4 6 6 16,-2 2 2-16,1 3-1 0,-3 6 2 0,-3 5 1 16,1-2 2-16,3 6-4 0,3 0 4 0,-2 2-2 15,-1 3 1-15,5 2-1 0,-1 6 5 0,0 2-2 0,5 7 8 16,-1 5-11-16,0 3 4 0,-5 5 0 16,2 0 0-16,-2 14 1 0,1 4 5 0,-3 5-1 15,0 6 2-15,-2-5-2 0,-4 1-1 0,3-1 2 0,0-1 1 16,2-5 1-16,1-3 0 0,-4-12-1 0,3-2 3 15,0-1 0-15,1-1-3 0,1-3 2 0,4-1 2 16,-2-6 0-16,3 1 1 0,-20-19-4 0,32 23 1 16,-14-11-3-16,-18-12 2 0,44 17-11 0,-44-17-18 15,52 5-11-15,-20-5-16 0,-32 0-27 0,67-9-23 16,-32-1-41-16,15-4-37 0,-14 0-20 16,1 1-159-16,-4-5-396 0,13-5 175 0</inkml:trace>
  <inkml:trace contextRef="#ctx0" brushRef="#br0" timeOffset="55948.02">31976 8825 61 0,'19'-11'178'15,"16"0"-26"-15,27-6-27 0,38-8-25 0,14-1-23 16,6 5-24-16,5-7-48 0,3 3-33 0,-9 9-93 16,-6-2-131-16,1-3 59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23T09:40:50.55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17505 10775 88 0,'-3'-8'223'0,"-1"-1"0"0,1 0 3 16,-1 2 0-16,4 7-6 0,-1-10-7 0,1 10-19 16,-3-7-12-16,3 7-15 0,0 0-21 0,-1-10-14 15,1 10-17-15,0 0-9 0,0 0-15 0,0 0-10 16,0-8-11-16,0 8-6 0,0 0-5 0,0 0-3 16,0 0-6-16,0 0 5 0,0 0-10 0,8 20-3 15,-8-20 5-15,4 12 10 0,0-2 8 0,-1-1-4 16,1-2-4-16,-3 3-3 0,3-2-4 0,-1 3-5 15,1-1 7-15,-2 2 1 0,1-2-3 0,-1 3-5 16,2-1-3-16,-1-1-4 0,-1 1-21 0,2-1 5 16,-1-2 8-16,-1 0-11 0,-1-2-2 0,2 0-4 15,-2-1 6-15,-1-6-3 0,3 9-3 0,-3-9 0 0,2 7 5 16,-2-7 9-16,2 7 8 0,-2-7 4 16,0 0 9-16,5 5-1 0,-5-5 6 0,0 0-1 15,0 0 0-15,0 0-5 0,0 0-2 0,24-16-9 16,2-6 0-16,15-13-5 0,31-22-11 0,5-5-4 0,7-3-26 15,6-2-23-15,2-3-32 0,1-2-34 16,-6 2-29-16,-1 5-32 0,-10 5-44 0,1 3-45 16,-2 6-26-16,-22 19-54 0,-3-1-175 0,-1 1-545 15,-4 2 242-15</inkml:trace>
  <inkml:trace contextRef="#ctx0" brushRef="#br0" timeOffset="2733.37">21185 12028 118 0,'0'0'122'0,"0"0"-12"0,0 0 1 0,0 0-13 0,0 0 2 15,0 0-8-15,0 0-1 0,0 0-9 0,7-2 3 16,-7 2-10-16,0 0 0 0,0 0 1 0,0 0-11 16,0 0-5-16,0 0 1 0,0 0 0 0,0 0-6 15,0 0-7-15,0 0 1 0,9 4 3 0,-9-4 8 16,7 3-5-16,-7-3-3 0,3 7 2 0,3-4 4 15,-6-3-6-15,9 6-3 0,-5-2-2 0,-1 1 15 16,4-1-4-16,-4 2-5 0,3-1-5 0,-1 3 0 16,-1-2-7-16,1 0-4 0,1 1-3 0,-2 0-3 0,0-2 2 15,0 1-1-15,1 2-1 0,-1-2-1 0,-1-1-1 16,2 1-5-16,-3-1-4 0,-2-5-2 16,6 7 1-16,-3-3-3 0,-3-4-2 0,5 4 2 15,-5-4-4-15,0 0-2 0,4 5 2 0,-4-5-1 0,7 1 0 16,-7-1-6-16,17-4-10 0,-6 1-12 0,9-6-25 15,5-3-37-15,7-3-35 0,12-13-18 0,8-1-39 16,1-1-51-16,0-5-126 0,21-13-377 0,-24 13 167 16</inkml:trace>
  <inkml:trace contextRef="#ctx0" brushRef="#br0" timeOffset="4349.85">17691 13813 8 0,'0'0'58'15,"0"0"-8"-15,0 0 0 0,0 0-8 0,0 0-6 16,0 0-7-16,0 0 7 0,0 0-4 0,0 0 1 16,0 0 4-16,15 3 4 0,-15-3-2 0,0 0 3 15,9 3-4-15,-9-3-4 0,5 6 2 0,-5-6 10 16,8 5 12-16,-5 1 3 0,1-1-14 0,1 1 0 15,-1 0-6-15,2 3 9 0,0-2-6 0,-4 0 5 16,5 2-10-16,-5 1 3 0,5-1-2 0,-3-4-10 16,-1 4-1-16,2-1 7 0,-1-2-7 0,-1 2-5 15,-2-1-6-15,-1-7 6 0,5 10-7 0,-1-5 7 16,-4-5-15-16,4 7 6 0,-4-7-3 0,6 7-3 16,-6-7-1-16,7 3 7 0,-7-3 2 0,10 0-7 15,-10 0 8-15,19-7-9 0,-7 0 4 0,4-5-4 16,7-7-16-16,3-1-12 0,2-1-14 0,8-13-7 15,7 0-34-15,1-2-16 0,0 1-33 0,1 1-76 16,-8 4-217-16,-6 8 96 0</inkml:trace>
  <inkml:trace contextRef="#ctx0" brushRef="#br0" timeOffset="5482.62">15454 15496 58 0,'0'0'90'0,"0"0"-2"0,0 0 3 0,0 0-13 0,0 0-16 16,14 6-3-16,-14-6-8 0,7 3-6 0,-7-3 3 16,7 4 0-16,-7-4 2 0,7 7-2 0,-5-3 11 15,3 1 6-15,0 0-1 0,-1 0-9 0,3 0-5 16,-7-5-7-16,9 8-1 0,-4-3-3 0,-3-1 0 16,3 0-7-16,-2 1 0 0,-3-5 6 0,11 10 2 15,-4-6-2-15,-2 2-1 0,-1-1-6 0,2 1 4 16,-2-1-7-16,1 0-4 0,-1 0 1 15,-4-5 0-15,8 6-4 0,-6-3-7 0,-2-3 1 16,8 6 1-16,-8-6-2 0,4 4-6 0,-4-4 11 0,0 0-4 16,5 6-3-16,-5-6-3 0,0 0 4 0,0 0-3 15,4 3-5-15,-4-3 3 0,0 0-3 0,0 0 1 16,0 0-5-16,0 0 9 0,0 0 3 0,0 0 7 16,10 0 6-16,-10 0-1 0,13-11-4 0,-3 2 1 15,5-4-2-15,4-11-1 0,7-2-6 16,8-16-9-16,2-7-18 0,19-18-29 0,6-5-31 15,5-1-38-15,-1 2-37 0,10-1-127 0,-12 4-297 0,3 4 133 16</inkml:trace>
  <inkml:trace contextRef="#ctx0" brushRef="#br0" timeOffset="11022.34">22236 16757 19 0,'0'0'93'0,"0"0"-9"0,0 0-4 16,0 0-8-16,0 0 0 0,0 0-11 15,0 0-11-15,0 0 4 0,0 0-3 0,0 0 5 16,0 0 3-16,7-3 0 0,-7 3 1 0,0 0 2 15,0 0-7-15,0 0 2 0,0 0 0 0,0 0-7 16,0 0-3-16,0 0 2 0,0 0-6 0,0 0 4 0,0 0-2 16,0 0-3-16,0 0-4 0,0 0-7 0,0 0 1 15,0 0-3-15,0 0-2 0,4 9 2 16,-4-9-6-16,0 0 9 0,2 7 10 0,-2-7 7 16,5 7-3-16,-2-3-7 0,-3-4-1 0,2 10-5 15,-2-10 2-15,4 8-8 0,-4-8 0 0,3 6-4 0,-3-6 1 16,2 6-3-16,-2-6 1 0,3 4-1 0,-3-4-2 15,0 0-6-15,5 4 2 0,-5-4-6 0,0 0 2 16,0 0-8-16,23-12-12 0,-8 0-13 16,6-6-26-16,4-4-25 0,11-11-47 0,5-6-36 15,1-5-137-15,14-22-316 0,-15 20 140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23T09:41:17.88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268 9297 56 0,'0'0'140'15,"0"0"-9"-15,0 0-10 0,0 0-1 0,0 0-10 16,-31-26 0-16,31 26-6 0,0 0 9 0,0 0-10 15,0 0-2-15,0 0-1 0,-21-21 1 0,21 21-10 16,0 0-2-16,0 0-13 0,0 0 0 0,-13-21 1 16,13 21 0-16,0 0 5 0,0 0 1 0,0 0-2 15,0 0-4-15,0 0 2 0,0 0-8 0,0 0-2 16,-21-20-7-16,21 20-5 0,0 0-6 0,0 0-6 16,0 0-4-16,0 0-7 0,0 0-6 0,0 0-3 15,0 0-6-15,0 0-4 0,0 0-1 0,0 0 0 16,0 0-2-16,0 0 1 0,0 0-3 0,9 107 1 15,-6-72-3-15,4 15-27 0,0-2 1 0,-3 2 3 16,0-14 2-16,1 11-3 0,-1-1 5 0,0-12 1 16,-1 0-1-16,2-4 2 0,-5-30-1 0,8 55 4 15,-5-28 0-15,-3-27 0 0,6 44-2 0,-6-44 4 16,10 36-1-16,-10-36 3 0,4 35-4 0,-4-35 6 16,7 31-4-16,-7-31 2 0,6 28-4 15,-6-28-2-15,0 0-15 0,9 36-13 0,-9-36-31 0,0 0-22 16,0 0-24-16,8 30-35 0,-8-30-37 15,0 0-156-15,0 0-368 0,0 0 163 0</inkml:trace>
  <inkml:trace contextRef="#ctx0" brushRef="#br0" timeOffset="749.09">425 9573 91 0,'0'0'171'0,"0"0"-8"0,0 0-2 0,0 0-13 16,0 0-19-16,0 0-6 0,0 0-9 0,0 0-11 15,0 0-3-15,0 0-4 0,0 0-9 0,0 0-4 16,0 0-5-16,0 0-7 0,-8 84-13 0,8-84-3 16,0 0-5-16,4 46-1 0,-4-46-7 0,0 0-6 15,13 36-3-15,-13-36-5 0,11 25-2 0,-11-25-7 16,16 18 3-16,-16-18 0 0,0 0-2 15,27 19-5-15,-27-19 1 0,0 0-3 0,29 16 0 16,-29-16-1-16,0 0 4 0,27 5-7 0,-27-5 1 0,0 0 0 16,0 0 0-16,0 0-1 0,0 0-3 0,0 0-3 15,0 0-3-15,0 0-1 0,51-18-10 16,-51 18 0-16,0 0 0 0,0 0-2 0,3-35 0 0,-3 35 2 16,0 0-2-16,0 0 2 0,-16-50 5 0,16 50-4 15,-20-26-1-15,20 26 3 0,-20-22 0 16,20 22 5-16,-22-25-2 0,22 25 2 0,-23-20-3 0,23 20 6 15,0 0 4-15,-16-19 3 0,16 19-5 0,0 0 1 16,0 0-3-16,0 0-1 0,0 0 2 16,-22-20-5-16,22 20-1 0,0 0 1 0,0 0-1 15,0 0 3-15,0 0-8 0,29-43 8 0,-29 43-2 16,23-21-2-16,-23 21 1 0,33-16-2 0,-33 16 4 0,32-15-1 16,-32 15 4-16,34-5-6 0,-34 5 6 0,0 0-4 15,46 0 2-15,-46 0 0 0,36 9-4 16,-36-9 6-16,27 14-2 0,-27-14 1 0,25 18 3 15,-13-10-1-15,-3 0 2 0,-3 2 2 0,2 0 8 16,-8-10-3-16,10 17 2 0,-7-11 4 0,1 0 7 16,-4-6 4-16,0 0-1 0,0 0 3 0,0 0 4 15,0 0 4-15,0 0-2 0,0 0 0 0,0 0 2 16,0 0-2-16,0 0-3 0,0 0-4 0,0 0-2 16,0 0-2-16,0 0-3 0,0 0-7 0,0 0-4 15,0 0-2-15,0 0-5 0,0 0-7 0,0 0-4 16,-50-56 0-16,50 56 0 0,6-54 1 0,-6 54-2 15,13-50 0-15,-13 50 1 0,13-33-1 0,-13 33 0 16,15-28 0-16,-8 20 5 0,0 1-11 0,-3 2 4 16,6-2 1-16,-2 4-3 0,-8 3 3 0,19-2-4 15,-9 2 1-15,-10 0 4 0,21 7 1 0,-12 0 2 16,4 0 2-16,-1 6-2 0,1 1 2 0,-2 1 2 16,1 2 1-16,-3 0-3 0,-1 1 0 0,2 6-4 15,-4 0-19-15,-2-5-28 0,-1 0-27 0,1-2-56 16,-2 0-42-16,-1 1-141 0,-1-4-348 0,3-4 154 15</inkml:trace>
  <inkml:trace contextRef="#ctx0" brushRef="#br0" timeOffset="1646.22">1193 9200 125 0,'-11'-1'201'0,"0"1"-12"15,11 0-9-15,-23 7-18 0,12 0-9 0,1 2-20 16,-7 0-1-16,7 2-22 0,0 5-4 16,-1-1-13-16,4-1-10 0,3 3-10 0,0-5-10 15,0 1-5-15,2-3-9 0,8 1-2 0,-2-1-5 16,0-1-6-16,2-1-9 0,1-2-12 0,3 1-6 16,-3-4-7-16,1 1-12 0,3-2 6 0,1-1-3 15,-12-1-9-15,18-4-2 0,-18 4 5 0,14-3-4 16,-8 0 6-16,-6 3-2 0,11-9 4 0,-11 9 1 15,9-12 0-15,-8 4 5 0,-1 8 1 0,1-15 6 16,-1 15 4-16,1-14 2 0,-1 14-5 0,-1-15 7 16,1 15-11-16,-1-11 11 0,1 11-2 0,0 0-4 15,-1-10-6-15,1 10-1 0,0 0-5 0,0 0 0 16,0 0 4-16,0 0 5 0,0 0-2 0,28 26 0 16,-17-3 1-16,5 3-4 0,1 2 6 0,-1 4 6 15,-3 2 8-15,7 11 0 0,-11-9 6 0,0 10-2 16,-3-14-5-16,2 3 1 0,0 0-2 0,-7 0 0 15,-1 11-4-15,0-13 0 0,-4 1 1 0,1 1-1 16,-5-5 1-16,0 3 1 0,0-4-2 0,-1-2-5 16,-5-3-3-16,3 1-14 0,2-9-3 0,-1-4-8 15,1-3 1-15,1-1-2 0,-2-4-8 0,2 1-3 16,8-5-7-16,0 0-14 0,-23-13-5 16,17-1 0-16,1-12 2 0,1-2-12 0,1-4 25 15,3-2 3-15,3-2 10 0,1-11-2 0,5 0 4 16,1-3 9-16,-4 2 2 0,3 0 1 0,0 13 2 0,0-14-2 15,4 3 9-15,-4 0 0 0,5 1-1 0,-8 10-1 16,1 1 9-16,3-13-8 0,-6 17 8 16,-2 1 10-16,5-1-3 0,-5 3 3 0,-2 0 6 15,4-1 5-15,-4 3-1 0,0 6 7 0,0 1 2 16,0 5 24-16,0 3 9 0,-2 1 0 0,2 9-4 16,-2-15-8-16,2 15 3 0,-2-10-13 0,2 10 7 15,0 0 0-15,-4-13 2 0,4 13-6 0,0 0-1 16,0 0-9-16,0 0 0 0,0 0-10 0,0 0-1 15,-22 21-7-15,14-6 1 0,1 10-4 0,-4 4 3 0,2 1-5 16,3 0 0-16,-1 2-1 0,3-6-2 16,1-6 0-16,3-2-1 0,1 1-5 0,3-3-1 15,0 2 0-15,2-4 0 0,1-5 1 0,2 1 1 16,0-2-1-16,0-2 3 0,4-2-1 0,2-2-4 16,3-3 1-16,-18 1-1 0,33-6-9 0,-17-1 1 15,2-2-3-15,-1 1 1 0,-2-3 2 0,-1 0 1 16,0-3 2-16,-3-1 3 0,-2-1-3 0,3 3-1 15,-5-4 3-15,-3-1 3 0,3 3 0 0,-3-3-3 16,-2-6 2-16,0 6 1 0,-2 0-1 0,6 1 5 16,-6 2-4-16,0 1-1 0,0 14 5 0,3-20-2 15,-3 20 0-15,0-12-2 0,0 12-1 0,0 0-5 16,2-17-1-16,-2 17 4 0,0 0-7 0,0 0 7 16,0 0-6-16,0 0 5 0,0 0 6 0,0 0 0 15,0 0-1-15,34 25 0 0,-27-14 2 0,0 4-1 16,3-1 0-16,-4-4-3 0,5 6-13 0,-5-6-22 15,4 3-56-15,3 1-44 0,-4-6-44 0,-9-8-110 16,16 16-317-16,-9-12 140 0</inkml:trace>
  <inkml:trace contextRef="#ctx0" brushRef="#br0" timeOffset="2479.8">1850 8825 155 0,'0'0'182'0,"-23"0"-14"0,9 3-16 16,1 2-11-16,2 1-13 0,-1 5-7 0,0 2-6 15,-1 1-13-15,3 0-11 0,2 1-6 0,1 2-12 16,4-1-6-16,1 1-9 0,1-4-5 0,1-13-8 16,3 27-5-16,-1-16-3 0,2 1-3 0,4 0-3 15,2-4-3-15,-1 0 2 0,1-1-4 0,3-6-2 16,2 4-3-16,3-4 0 0,0-1 2 0,1-1-6 15,0-2 2-15,-3-5-1 0,1 0 0 0,-4-1-1 16,1-2-1-16,-2-3-4 0,-3 1 4 0,0-1-2 16,-6-1 3-16,1-1-2 0,-2-2 0 0,-4-7-3 15,0 2 0-15,-2-5-2 0,-2 2 5 0,-1-2 0 16,1 0-2-16,-2-4 2 0,-2-2 1 0,1 4-4 16,1-5-1-16,-1 3-2 0,-5 0 2 0,3-14 6 15,-1 17-1-15,2 3 2 0,1 1-2 0,2 9 14 16,3 4 12-16,-4 1-2 0,6 1-1 0,2 10-8 15,-4-13-4-15,4 13-6 0,-3-9-6 0,3 9-7 16,0 0-3-16,0 0-1 0,0 0 2 0,0 0-3 16,12 41 2-16,-1-13 2 0,0 4-3 0,4 13 7 15,1-1-8-15,1 4 1 0,-6-15 1 0,1 2 1 16,2-5-2-16,1-2-2 0,-1-2-3 0,-2-4 3 16,-2-6 4-16,1-1-5 0,-1-3 1 0,1 0-1 15,0-5 1-15,0 1 4 0,-2-3 1 0,1-1-3 16,-3-2 0-16,-7-2 2 0,15 4 1 15,-15-4 0-15,16-7 0 0,-6 1 0 0,-1-1 2 16,2-6-5-16,-5 0 5 0,3-2-2 0,-2-3-1 16,-1 1 0-16,-1-2 0 0,0-1 1 0,-2 2 3 15,-1-7-6-15,-1 6-2 0,-1 1 1 0,-1 0 0 16,0 6-1-16,1 12-2 0,-3-20 3 0,3 20-1 0,-1-13-3 16,1 13-3-16,0 0-2 0,0 0-2 15,0-14-4-15,0 14 2 0,0 0 4 0,0 0 1 16,0 0 1-16,0 0 2 0,14 46-4 0,-10-36 3 15,0 3-7-15,1 3 6 0,-1-4 1 0,2 0 1 16,2-2 2-16,-1 0-6 0,1-2 4 0,1 0 2 16,-9-8 0-16,14 7 3 0,-4-6-2 0,-10-1 0 15,15 2 3-15,-15-2 0 0,0 0-2 0,22-10 4 16,-13 1-3-16,1 2 7 0,-2-8-6 0,2 1-5 16,-2-1-1-16,-2 4 7 0,-2-4 1 0,-1-3 0 15,-2 5-2-15,0-1 5 0,-2-2-8 0,1 16-1 16,-1-29 1-16,-2 17 4 0,3 12-5 0,-1-22 2 15,1 22-1-15,-1-11-1 0,1 11-3 0,0 0-3 16,0 0-4-16,0-14 6 0,0 14-3 0,0 0 3 16,0 0-5-16,0 0 9 0,0 0-1 0,0 0 2 15,2 55-1-15,-2-38 3 0,0 2 0 0,3 0-3 16,-2-2-1-16,0 1 2 0,-1-1-3 0,3 0-24 16,1 0-35-16,-4-17-36 0,2 24-47 0,2-14-56 15,-4-10-192-15,3 20-425 0,-3-20 189 0</inkml:trace>
  <inkml:trace contextRef="#ctx0" brushRef="#br0" timeOffset="2638.57">2078 8440 70 0,'-5'-7'152'0,"5"7"-30"0,0 0-15 15,0 0-22-15,0 0-27 0,0 0-57 0,0 0-101 16,0 0-107-16,32-4 48 0</inkml:trace>
  <inkml:trace contextRef="#ctx0" brushRef="#br0" timeOffset="2879.61">2347 8210 84 0,'-2'-11'253'0,"2"11"-8"0,-2-9-5 0,2 9-2 15,0 0-9-15,-2-13-10 0,2 13-23 0,0 0-20 16,0 0-28-16,0 0-6 0,0 0-25 0,0 0-11 16,0 0-10-16,0 0-2 0,0 0-9 0,0 0 16 15,28 33-7-15,-14-12-5 0,-1 4-6 0,2 3-4 16,0-2-4-16,0-1-9 0,-3 3-5 0,0 2-2 16,-2 1-5-16,1-1 6 0,0-5-19 0,-4 5-11 15,1-7-31-15,-3 3-29 0,-1-7-48 0,0 0-43 16,0-1-59-16,1-1-46 0,-1-2-43 0,-4-3-174 15,0-12-479-15,1 19 212 0</inkml:trace>
  <inkml:trace contextRef="#ctx0" brushRef="#br0" timeOffset="3314.08">2397 8406 12 0,'0'0'162'0,"0"0"-13"0,12-26-18 15,-5 19-11-15,7-7-5 0,0 4-21 0,3-3-7 16,0 4-10-16,0-3 0 0,3 1-10 0,-2 2-7 16,1-2-10-16,-1 2-4 0,-4 1-5 0,1 0-3 15,-4 4-3-15,-3 0-3 0,-1 0-1 0,-7 4 3 16,11-6 6-16,-11 6 7 0,8-5 1 0,-8 5 8 16,0 0-2-16,0 0 7 0,0 0-3 0,0 0 12 15,-23 37 1-15,15-23-1 0,0 2 4 0,-2 1-5 16,2 1-8-16,1 0-6 0,0 6 0 0,1-7-9 15,1 0-3-15,4-2-7 0,1-3 0 0,1 1-2 0,3-4-5 16,1 1-4-16,4-2 1 0,-4-1-5 0,3-2-1 16,2-1 0-16,0 0-3 0,-1-2-3 15,4-2 0-15,-13 0-5 0,24-7-4 0,-11 1 1 16,1-2-6-16,-3 1 0 0,-2 1 5 0,-1-4-5 16,0 1 0-16,-2-3 1 0,-2 2 1 0,-2-1 1 15,1 1 2-15,-3-1 1 0,1 0 2 0,-1 11-1 16,0 0-2-16,-1-20 0 0,1 20 0 0,0 0 0 15,-1-10-6-15,1 10-2 0,0 0-1 0,0 0-5 16,0 0 3-16,0 0 2 0,0 0 2 0,0 0-1 16,0 0-5-16,9 27-12 0,-7-13-39 0,1 0-54 15,1-2-67-15,2 4-220 0,-4 0-431 0,1-3 191 16</inkml:trace>
  <inkml:trace contextRef="#ctx0" brushRef="#br0" timeOffset="3517.89">2852 8242 145 0,'4'-9'227'0,"0"1"-13"0,-4 8-19 16,6-12-22-16,-6 12-20 0,5-7-13 0,-5 7-14 16,5-5-15-16,-5 5-7 0,0 0-12 0,19-1-4 15,-19 1-8-15,16 5-6 0,-16-5-6 0,16 7-6 16,-8-2-6-16,1 2-7 0,-1-2-7 0,-3 1-15 15,3 1-38-15,-8-7-61 0,11 11-70 0,-9-5-192 16,-2-6-362-16,0 0 161 0</inkml:trace>
  <inkml:trace contextRef="#ctx0" brushRef="#br0" timeOffset="3879.71">3122 7928 78 0,'-8'-6'243'0,"8"6"-18"0,-13-4-17 0,13 4-21 16,0 0-13-16,-18 9-6 0,13 2-8 16,-3 7-7-16,1 0-7 0,3 8-16 0,3-1-9 15,0 4-7-15,3-4-19 0,4-7-6 0,1 2-12 16,2 2-7-16,2-7-8 0,7 5-2 0,-4-7-6 16,4-3-2-16,2-2-7 0,1-3-1 0,1-5-2 0,7 0-3 15,-1-1-1-15,-6-3-4 0,6-8-3 0,-4 1 0 16,2-1-3-16,-8 1-2 0,-3 0-1 15,-1 1-2-15,-4-5-1 0,2 1-2 0,-2 0-1 16,-5-4-2-16,-1 2-3 0,-1-1-3 0,-3-3-1 16,0 2-4-16,-2-2-4 0,-1 1 0 0,-3 1 2 0,1 2-2 15,-1 5 2-15,0 1-4 0,0 1 2 16,-1 2-6-16,0 3 0 0,-4 2-2 0,11 2 0 16,-27 9-3-16,12 4-7 0,-7 8 12 0,4 2-1 15,3 2-1-15,1 2-11 0,1 0-17 0,4 3-33 16,1-2-32-16,2 1-47 0,6-3-46 0,1 3-240 15,-1 0-468-15,3 0 207 0</inkml:trace>
  <inkml:trace contextRef="#ctx0" brushRef="#br0" timeOffset="4479.79">832 10973 103 0,'0'0'265'0,"0"0"-28"15,0 0-21-15,0 0-18 0,0 0-4 0,-1 28-12 16,-1-12-14-16,0 0-18 0,0 1-17 0,4 1 18 16,-2-1-11-16,2-5-17 0,-1 1-14 0,0-4-9 15,-2 1-10-15,2-2-9 0,-1-8-3 16,1 12-8-16,-1-12-5 0,0 8 6 0,0-8 8 0,-1 8 9 15,1-8 5-15,0 0 12 0,0 0 6 0,0 0-3 16,0 0-26-16,0 0-5 0,0 0-2 0,0 0-33 16,-24-60 12-16,24 60 2 0,-14-52-12 0,3 22-7 15,4 1-6-15,-3-3-8 0,-2-13-4 0,3-1-7 16,4-1-11-16,1 1 12 0,2 12 2 16,-2-2-6-16,2 3 1 0,-6 4 1 0,8 29-5 15,0-38-2-15,0 38 3 0,0 0-7 0,4-40 0 16,-4 40 0-16,0 0-2 0,0 0-6 0,0 0-2 0,0 0 1 15,12-26-2-15,-1 29 0 0,3 2 1 0,3 7 8 16,6 2-2-16,2 4 3 0,0-2 1 16,1 3 1-16,1 3-3 0,-2-4 3 0,0 3 2 15,-2-1-3-15,1-1 3 0,-2 1-3 0,-3-4 0 16,2 1 4-16,-2 1-2 0,-5-2 0 0,1-3 1 16,4 5-13-16,-7-5-23 0,-1 1-39 0,1-1-49 15,-3 1-51-15,-4-3-49 0,4 4-60 0,-7-3-249 0,0 5-573 16,-6-6 254-16</inkml:trace>
  <inkml:trace contextRef="#ctx0" brushRef="#br0" timeOffset="4929.91">870 10983 54 0,'-11'0'274'16,"11"0"-31"-16,0 0-38 0,-7-4-24 0,7 4-20 15,0 0-12-15,0 0-17 0,5-14-5 0,3 4-20 16,1-2-12-16,9-5-7 0,1-5-10 0,0 3-6 15,4-4-8-15,0 3-8 0,-3 1-3 0,2-1-5 16,0 2-4-16,-8 8-7 0,0-1-6 0,1 1 1 16,-3 2-4-16,-2 2-6 0,-1 3-4 0,0-2-2 15,-2 1-4-15,-7 4 0 0,13-1-2 0,-13 1 0 16,17 2 2-16,-8 4 3 0,1-1 2 0,0 0 0 16,1 4 3-16,-4-1-2 0,3 1-2 0,-2-2 2 15,0 2-4-15,-3 0 1 0,-1-6-3 0,2 3 4 16,-4-2 1-16,-2-4-1 0,6 8 2 0,-6-8 5 15,5 5 5-15,-5-5 10 0,0 0 5 0,0 0 4 16,4 4-5-16,-4-4-11 0,0 0-8 16,0 0-4-16,0 0-5 0,-11-30 4 0,5 14-6 15,6-1 2-15,-4-1-5 0,4-1-3 0,0 1-3 0,2-1 3 16,0-1-1-16,0 4-4 0,0 4 0 0,0 0 2 16,0 1-3-16,0 1-1 0,1 5-2 0,-1-2-3 15,0 1 1-15,-2 6 1 0,11-3-2 0,-2 3 1 16,-9 0 0-16,13 3 2 0,0 2-1 0,-3 1 0 15,-1 1 3-15,5 5 1 0,-1 0-1 0,-4 2 1 16,3 2 0-16,-1-3 2 0,-1 3-4 0,0-2-26 16,-2 2-39-16,0-2-54 0,-2-4-72 0,0 0-65 15,-1-1-138-15,-5-9-428 0,9 11 190 0</inkml:trace>
  <inkml:trace contextRef="#ctx0" brushRef="#br0" timeOffset="5163.22">1382 10288 158 0,'-4'-7'260'0,"2"1"-20"15,2 6-26-15,-5-10-21 0,2 5-25 0,3 5-15 16,0 0-13-16,0 0 0 0,0 0-11 0,0 0-4 16,17 33-1-16,-4-11-12 0,-2 4-10 15,2-2-9-15,1 3-9 0,0-1-8 0,-2-2-9 16,4 1-4-16,1-1-7 0,-2-1-5 0,-4-7-6 15,5 6-1-15,-7-6-10 0,-1-1-10 0,0-3-19 16,0 3-26-16,-3-3-53 0,0-3-57 0,-1 2-70 16,-4-11-212-16,3 14-446 0,-3-14 198 0</inkml:trace>
  <inkml:trace contextRef="#ctx0" brushRef="#br0" timeOffset="5295.18">1417 10444 78 0,'0'0'101'0,"0"0"-33"0,26 15-57 0,-15-1-54 15,-5-4-48-15,3 6 22 0</inkml:trace>
  <inkml:trace contextRef="#ctx0" brushRef="#br0" timeOffset="5566.26">1661 10541 76 0,'8'-18'177'0,"-1"-6"-6"0,1 0 2 0,-4 4-6 0,0 1-13 15,1-8-11-15,-1 1-11 0,-2-1-12 0,-2 8-4 16,2 0-1-16,-2 2-7 0,0 4 4 0,-2 2 3 16,2 1-1-16,-2 0-1 0,2 10 0 0,-6-12-3 15,6 12-14-15,-7-6-3 0,7 6-13 16,0 0-5-16,-17 14-6 0,11-3 1 0,-2 6 1 15,2 1-5-15,-3 6-10 0,4-6-8 0,2 2-2 16,2-2-5-16,2 2-5 0,3-2-3 0,2-2-14 16,2-2-23-16,2 1-29 0,2-2-30 0,-2-3-44 0,4-1-28 15,-1-3-48-15,2 1-38 0,-2-4-193 16,1 1-448-16,-2-4 198 0</inkml:trace>
  <inkml:trace contextRef="#ctx0" brushRef="#br0" timeOffset="5913.09">1860 10348 83 0,'-2'-11'197'0,"2"11"6"0,0-11 14 16,0 11-16-16,-3-9-12 0,3 9-18 0,-1-7-13 15,1 7-19-15,0 0-14 0,0 0 4 0,0 0-2 16,0 0 0-16,0 0-3 0,0 0-11 0,18 19 2 16,-12-11-6-16,-1 1-12 0,-1-2-7 0,-1-2-11 15,-1 1-6-15,-2-6-8 0,7 8-7 0,-7-8-4 16,5 6 3-16,-5-6-9 0,0 0 2 0,0 0 18 15,5 7 3-15,-5-7 15 0,0 0-1 0,0 0-12 16,0 0-5-16,0 0-12 0,0 0-5 0,-10-30 3 16,7 14-12-16,-3 0-3 0,3-2-9 0,1-1-8 15,0-2-4-15,4-4 1 0,-2 7-3 0,2-1-6 16,1 2-6-16,-2 6 2 0,3 0-2 0,-3 2-2 16,-1 9 2-16,3-13-4 0,-3 13-1 0,5-9-9 15,-5 9 4-15,11-2-4 0,-11 2 5 0,0 0 0 16,24 11 3-16,-16-4-1 0,2 2 3 0,2 2-1 15,-2 3-4-15,2-1-2 0,-1 2-22 0,-2 0-41 16,1-2-46-16,-2 3-46 0,0 0-68 0,-3-6-58 16,0 2-225-16,1-2-556 0,-1-3 246 0</inkml:trace>
  <inkml:trace contextRef="#ctx0" brushRef="#br0" timeOffset="6279.88">2060 10159 256 0,'-4'-5'302'16,"4"5"-30"-16,0 0-29 0,0 0-16 0,0 0-24 16,0 0-13-16,0 0 0 0,0 0-21 0,0 0-7 15,0 0-19-15,0 0-11 0,19 24-12 0,-14-14-2 16,1-2-19-16,-6-8-11 0,7 11-10 16,-3-4-4-16,-4-7-9 0,5 8-2 0,-5-8-2 15,0 0-8-15,3 9 11 0,-3-9 9 0,0 0-7 16,0 0 26-16,0 0 4 0,0 0-11 0,0 0-29 0,0 0 20 15,0 0-10-15,0 0-11 0,0 0 4 0,-6-43-8 16,1 30-11-16,5-8 1 0,0 2-16 16,-1-6-1-16,2 0-1 0,2 5-2 0,-1 3-8 15,2 1-1-15,-2 4 6 0,0 1-12 0,-2 11 2 16,8-13-12-16,-8 13 5 0,7-9-1 0,-7 9-5 16,12-2 3-16,-12 2-5 0,0 0 8 0,25 15-6 15,-16-6 10-15,4 5-7 0,-1 2 0 0,-1-2-14 16,1 1 33-16,-2 2-20 0,4-1-20 0,-3 1-42 15,0-3-47-15,0-1-50 0,-2 1-62 0,0-5-63 16,1-2-61-16,-1-2-175 0,-9-5-566 0,22 3 250 16</inkml:trace>
  <inkml:trace contextRef="#ctx0" brushRef="#br0" timeOffset="6612.73">2420 9974 25 0,'-13'-13'241'0,"4"5"-5"0,-5 0 6 16,1 0 5-16,2 4-5 0,-2 0 3 0,13 4-11 15,-24-3-15-15,24 3-22 0,-22 7-17 0,13 2-13 16,-2 4-15-16,3 6-7 0,0-3-9 0,0 1-23 16,4 0-6-16,0 0-13 0,4-2-11 0,2-2-7 15,-2 0-7-15,0-13-5 0,7 24-8 0,2-15-5 16,-3-1 0-16,2 0-7 0,-2 0-4 0,-6-8-5 16,19 3-2-16,-19-3-1 0,21-2-8 0,-21 2-5 15,22-9-1-15,-10 1-3 0,-3 0-3 0,-1-1 0 16,0 0 2-16,3-9-5 0,-5 8 1 0,0-1 0 15,-1-1-12-15,-2 1 0 0,-3 11 5 0,9-18 1 16,-5 8-1-16,-4 10-2 0,4-12-4 0,-4 12 8 16,0 0-5-16,4-12-8 0,-4 12 6 0,0 0-3 15,0 0 2-15,13-2-2 0,-13 2-1 0,0 0 2 16,0 0-1-16,12 19-2 0,-12-19 6 0,15 13-2 16,-8-6-26-16,0 2-50 0,-1-2-80 0,-6-7-84 15,14 15-98-15,-14-15-177 0,12 13-562 0,-12-13 249 16</inkml:trace>
  <inkml:trace contextRef="#ctx0" brushRef="#br0" timeOffset="7587.53">2497 9479 1629 0,'-12'-23'387'16,"3"6"-185"-16,2 6-57 0,1 2-41 0,3 0-37 15,-3 2-22-15,4 3-11 0,-1-2-14 0,3 6 0 16,0 0 3-16,0 0 8 0,0 0 7 0,16 25 7 16,-5 0 0-16,6 1-2 0,2 6-3 0,-2 0-5 15,0 0-4-15,5 8-2 0,-5-10-4 0,-2-3 1 16,3 1-7-16,-5-1-1 0,0-5 3 0,-3 1-2 16,-2-7-2-16,-1-2-2 0,-3-3-1 0,0-1 1 15,0-1 1-15,-3-3-2 0,2-1-4 0,-2 1 5 16,-1-6-4-16,3 6 4 0,-3-6-1 0,0 0 5 15,2 7 0-15,-2-7-6 0,0 0 0 0,0 0 1 16,0 0-8-16,0 0 3 0,-8-30-10 0,8 19 4 16,2 0-3-16,-2-6 3 0,1 5-1 0,2-4 0 15,0 4 0-15,2 2-4 0,-3 5 0 0,0-3-5 16,-2 8 4-16,5-8-1 0,2 5-2 16,-2-1 3-16,-5 4-4 0,18-4 3 0,-7 4 1 15,1 3 2-15,-1-3-2 0,1 0-2 0,3 1 1 0,0-2 8 16,3 1-4-16,-1-5 4 0,0 0 1 0,0-2-6 15,1-2 5-15,0 2 1 0,-2-6-1 0,1 1 0 16,-2-2 1-16,1-1-1 0,0-5-1 0,-5 6 0 16,-1-2 1-16,-1 0 5 0,-1 1-4 0,-5 2 1 15,1-2-5-15,0-1 4 0,-4 1 0 0,-1 2 1 16,0-3-3-16,-5 1-4 0,-1 0 1 0,-1 2 0 16,-1-1 4-16,3 4-2 0,-3 0-2 0,1 3-2 15,-1 0 0-15,0 2 0 0,1 3-2 0,8 2-3 16,-17 2 0-16,7 4 0 0,2 3 0 0,0 1 7 15,1 6-6-15,-1 1-2 0,3 2 3 0,1 1-2 16,4-1 1-16,-1-1 0 0,3 0 2 0,0-3-1 16,4 2-3-16,2-3 8 0,-1-1 0 0,2-5-3 15,3 1 2-15,3-1 1 0,2-3 2 0,-1-2 1 16,3-5 1-16,-1 0 4 0,3-4-2 0,-5-2-4 16,2 1 2-16,-1-3 8 0,1-1-9 0,-3 0 2 15,1 0-3-15,-4 0 4 0,0 0-3 0,-6 1 2 16,4-4-1-16,-6 4 0 0,0-2-2 0,-1 0 3 15,0 0-2-15,-5 0 1 0,-1 0 1 0,1 1-2 16,-3 0 0-16,1 3 1 0,0-3 0 16,-1 4 1-16,1 1-6 0,3 0 5 0,1 6-4 0,-4-10 1 15,4 10-2-15,-3-6-6 0,3 6-1 0,0 0 0 16,0 0 0-16,0 0 2 0,0 0-2 0,0 0 7 16,0 0 0-16,0 0-1 0,15 25 1 0,-9-15 2 15,0 0-2-15,1-1 5 0,0 0-3 0,-3-3 0 16,6 1 3-16,-1-2 2 0,-2-3-3 0,3 2 3 15,1-3-4-15,1 1 4 0,-1-2 1 0,0-6 2 16,0 0-5-16,1 1 1 0,-3-3-2 0,0 0 4 16,-2-3-2-16,3-2 3 0,-3 3-2 0,-2 2-1 15,-2-3 0-15,0 2 2 0,-1-3-4 0,-2 12 2 16,-2-19 1-16,1 7-3 0,0 2-4 0,1 10 4 16,-5-20-1-16,3 14-2 0,2 6 1 0,-3-10-6 15,3 10 4-15,-4-7 3 0,4 7-12 0,0 0 3 16,0 0 5-16,0 0-4 0,0 0 12 0,0 0 12 15,0 0 10-15,14 30 7 0,-9-14-3 0,1 3 3 16,-1 5-3-16,3 2-3 0,1 0-6 0,0-1 2 16,-1 0-3-16,-3-6-5 0,4 5 1 0,-2-7-2 15,1 0 1-15,-2-1-14 0,1 0-17 0,-1-6-27 16,0 1-36-16,0-2-41 0,-2 1-38 0,-2-4-55 16,-2-6-28-16,7 9-48 0,-6-5-167 0,-1-4-490 15,0 0 217-15</inkml:trace>
  <inkml:trace contextRef="#ctx0" brushRef="#br0" timeOffset="7756.92">3031 9209 184 0,'0'0'226'0,"0"0"-27"0,-13 4-25 0,13-4-23 16,-4 5-24-16,4-5-26 0,0 0-41 0,0 0-57 15,14 18-58-15,-4-13-140 0,1 0-212 0,-1-1 94 16</inkml:trace>
  <inkml:trace contextRef="#ctx0" brushRef="#br0" timeOffset="8113.81">3267 9131 150 0,'0'0'196'0,"4"-5"-7"0,-4 5 4 0,3-9-12 16,-3 9-15-16,4-4-19 0,-4 4-18 0,0 0-8 15,11 0 6-15,-3 6-7 0,0 1 6 0,3 2-1 16,4 3-9-16,-1 1-1 0,4 8-5 0,-1-9-10 16,0 9-4-16,3 0-6 0,-7-6-4 0,1 0-8 15,-3 0-10-15,-3-5-9 0,1 0 0 0,-3 0 7 16,1-3-4-16,-3 0-6 0,-2-2-2 16,3-1-1-16,-5-4-2 0,4 8-4 0,-4-8 2 0,2 5 6 15,-2-5 2-15,0 0 6 0,4 5 6 0,-4-5-17 16,0 0 6-16,0 0-7 0,5-18-14 15,-2 6-5-15,1-4-5 0,1-3-7 0,1 2 0 0,-1-1 4 16,1 2-7-16,-3 1-4 0,3 4-10 16,-3 2-1-16,1 2 0 0,2 3-3 0,0-1 0 0,-6 5-1 15,10-6 2-15,-10 6-7 0,0 0-3 0,18 8 5 16,-11-1 5-16,0-1 0 0,1 1 3 0,-1 4-3 16,1-1-8-16,-2 2-16 0,1-2-37 0,1 1-48 15,-4 0-65-15,2-4-84 0,-4 2-297 0,1-4-602 16,-3-5 266-16</inkml:trace>
  <inkml:trace contextRef="#ctx0" brushRef="#br0" timeOffset="8379.78">3549 8842 191 0,'-6'-11'283'0,"1"2"6"0,0 2-1 0,1-1-12 16,-1 4-25-16,5 4-27 0,-2-10-14 0,2 10-29 15,0 0 0-15,0 0 2 0,0 0-9 0,12 33-3 16,0-8 4-16,1 6-14 0,0-2-10 0,1 2-1 16,0 0-12-16,0-1-7 0,0 0-12 0,0-5-10 15,1 4-7-15,-2-3-9 0,2-3-10 0,1-3-6 16,-5-4-5-16,1-1-11 0,-1-2-2 0,-2-3-16 16,0-1 5-16,-1-2-9 0,1 0-13 0,-1 1-24 15,0-5-41-15,0 0-50 0,-2 0-47 0,-6-3-47 16,14 0-48-16,-14 0-54 0,9-5-55 0,-9 5-233 15,0 0-621-15,7-12 274 0</inkml:trace>
  <inkml:trace contextRef="#ctx0" brushRef="#br0" timeOffset="8528.79">3572 9038 125 0,'0'0'237'15,"-10"-6"-29"-15,10 6-18 0,-8-4-16 0,8 4-14 16,-2-6-21-16,2 6-14 0,8-15-10 0,-2 5-12 15,3 0-18-15,3-4-23 0,3 1-40 0,-1 2-51 16,3-3-57-16,-4 4-66 0,-3 3-95 0,-1 0-267 16,-1 2 119-16</inkml:trace>
  <inkml:trace contextRef="#ctx0" brushRef="#br0" timeOffset="9178.9">1505 11848 279 0,'0'0'273'0,"-6"3"-23"0,6-3-28 16,0 0-17-16,-8-19-27 0,7 4-14 0,6-12-12 15,-5-1-17-15,6-4-9 0,5-3-14 0,-2-1-13 16,7-8-8-16,-7 11 0 0,2-1-16 0,-4 1-7 16,2 3-5-16,-5-2-8 0,2 3-3 0,-2 12-5 15,-4-2-1-15,0 7-1 0,-3 1 21 0,3 2 6 16,-1 3-5-16,1 6-3 0,-1-11-5 15,1 11-3-15,-2-9-3 0,2 9-2 0,0 0-8 0,0 0-7 16,0-10-8-16,0 10 0 0,0 0-2 0,0 0-5 16,0 0-1-16,9 27-2 0,-6-15-2 0,2 4-5 15,3 0 7-15,-3-6-9 0,5 2 0 0,-3-2 0 16,4-1 4-16,0-1-4 0,3 2 0 16,-2-7 4-16,5-3-5 0,2-2 3 0,0-3 9 0,0-2-11 15,5-8-1-15,-2-2 1 0,0 1-2 0,-3-4 0 16,-1-2-2-16,-5 5-2 0,-3 2 1 0,0-2 1 15,-1-1 0-15,-4 1-3 0,-2 0 1 0,-2-1-4 16,-1 0 3-16,-3 0-4 0,0 1 1 0,-4 2 1 16,2 3 3-16,0-1-8 0,0 5 5 0,0-2 4 15,1 4 2-15,0 0-3 0,-2-1 3 0,6 7-4 16,-3-6-9-16,3 6 7 0,-4-6 0 0,4 6-3 16,0 0 5-16,0 0 1 0,0 0 2 0,7 30 0 15,-5-15 10-15,5 3-9 0,-2 2-4 0,0-4 4 16,1 4-1-16,-2-3-4 0,5 2 6 0,1 3 0 15,-4-3-4-15,2-2-2 0,1 2-3 0,-1-2-20 16,-2-1-26-16,1-2-36 0,-2 1-34 0,-1-3-54 16,-2 1-49-16,1-3-38 0,-1 1-226 0,-4 4-525 15,0 1 233-15</inkml:trace>
  <inkml:trace contextRef="#ctx0" brushRef="#br0" timeOffset="9347.11">1602 11155 25 0,'-10'-4'251'0,"0"0"-25"0,1 2-19 0,4 0-24 16,5 2-20-16,-11 0-19 0,11 0-18 0,-9-3-26 16,9 3-25-16,0 0-52 0,0 0-60 0,0 0-73 15,23-11-120-15,-5 5-248 0,-1 0 110 0</inkml:trace>
  <inkml:trace contextRef="#ctx0" brushRef="#br0" timeOffset="9765.92">2141 10939 211 0,'0'0'330'0,"0"-10"-36"0,0 10-32 16,5-9-28-16,-1 6-22 0,1-2-21 0,5 0-18 15,0-1-19-15,2 2-16 0,6 1-12 0,-1-1-15 16,2 4-11-16,9 0-11 0,-10 3-3 0,9 3-12 16,-7 0-7-16,-2-1 3 0,0 4-13 0,-2-2-6 15,0 0-3-15,-6 1-4 0,3 0-2 0,-5-1-3 16,0 2-2-16,-3-1 4 0,0 1 6 0,-3-1 1 15,-3 1 7-15,1-9-14 0,-6 15 0 0,-1-6-4 0,-2-2-5 16,-1 2-4-16,0-4 4 0,-2 0-6 16,3-1-2-16,-3-3-1 0,0-2-2 0,1-2 0 15,0-2-6-15,4-1-2 0,-1-6-6 0,-2-2-1 16,3-10-2-16,1-1-3 0,2-4-4 0,3 1-7 0,5-3-1 16,0 2-5-16,2 1-11 0,3 1-11 15,2 0-15-15,1 2-27 0,1 3-32 0,-6 5-30 16,1 2-36-16,1 8-38 0,0 0-32 0,-1 0-17 15,1 4-136-15,-9 3-435 0,0 0 193 0</inkml:trace>
  <inkml:trace contextRef="#ctx0" brushRef="#br0" timeOffset="11313.03">2544 10937 121 0,'2'6'189'0,"-2"-6"0"15,0 0 1-15,6 3-7 0,-6-3-5 0,0 0-14 16,7-17-17-16,0 7-11 0,0-1-8 0,0-6-6 0,2 3-17 15,0-1-12-15,0-10-8 0,1 2-5 0,-4 6-7 16,1-2 6-16,-1 0-13 0,-1 0-3 16,0-4-6-16,-3 5-2 0,0 1-2 0,-1-1-3 15,-1 5 10-15,-1 1 14 0,0 2 18 0,0-1-5 0,-2 1-7 16,-1 5-13-16,4 5-5 0,-6-10 0 16,-1 7 5-16,7 3-5 0,-9-5-10 0,9 5 0 0,-9-2-1 15,9 2-7-15,-11 7-9 0,6-2-4 16,1 4-2-16,1 2-1 0,0 1-3 0,0 6-3 15,2-1-2-15,-1 2 0 0,1 0 2 0,4 6-3 0,-1 0-4 16,1-7 2-16,3-3-4 0,1-1-3 16,2 2 0-16,0-6-3 0,3 0 2 0,0-3 3 0,5-4 0 15,0 0-6-15,1-3 2 0,3-4 2 16,-1-1-6-16,-2-3-5 0,8-3-4 0,-7 2-6 16,-4-4 2-16,7-3-1 0,-9 4-6 0,1-1 2 0,-3 0-4 15,-1-1 6-15,-2 0-5 0,-4 3 5 0,1 2 0 16,-2-3 2-16,-2 1 2 0,-2 2-3 0,1-3 5 15,-2 3 3-15,1 0-2 0,1 9 2 0,-4-12-3 16,3 6 3-16,-3 0-2 0,4 6 0 16,-5-9 13-16,5 9 0 0,-5-9-2 0,5 9 5 0,-5-5-3 15,5 5 0-15,-3-7-3 0,3 7 4 0,0 0 3 16,0 0-6-16,-5-7-1 0,5 7 1 16,0 0 3-16,0 0-6 0,0 0-2 0,-4-4 0 0,4 4 4 15,0 0-2-15,0 0 0 0,0 0-3 16,0 0 7-16,0 0 1 0,0 0-2 0,0 0 4 0,0 0 2 15,0 0-6-15,0 0 5 0,0 0-3 0,0 0 1 16,0 0-4-16,0 0 0 0,0 0 2 0,0 0-7 16,0 0-1-16,0 0 6 0,0 0-8 0,0 0 2 15,0 0 3-15,0 0 1 0,0 0-4 16,0 0 0-16,0 0 1 0,0 0 5 0,0 0-5 0,0 0 2 16,0 0 0-16,0 0 0 0,0 0 5 0,0 0 0 15,0 0 3-15,0 0-4 0,0 0 3 0,0 0-9 16,0 0 6-16,0 0-3 0,0 0-3 0,0 0-3 15,0 0 3-15,0 0 0 0,0 0 0 0,0 0 2 16,0 0-8-16,0 0 11 0,0 0-10 0,0 0-8 16,0 0-6-16,0 0-11 0,0 0-17 0,0 0-16 15,0 0-26-15,0 0-17 0,0 0-21 0,0 0-21 16,0 0-21-16,0 0-20 0,0 0-8 0,0 26-2 16,0-26-3-16,0 0 7 0,0 0 15 0,8 6 14 15,-8-6 14-15,5 1 15 0,-5-1 15 0,0 0 17 16,0 0 16-16,0 0 13 0,0 0 19 0,0 0 20 15,18-9 18-15,-18 9 20 0,0 0 25 0,4-8 7 16,-4 8 13-16,1-8 14 0,-1 8 29 0,1-7 11 16,-1 7 7-16,0-9-1 0,0 9-9 0,0 0-4 15,-2-10 2-15,2 10 15 0,0 0 17 0,-3-10 2 16,3 10-6-16,-2-6-6 0,2 6-2 0,-6-5 4 16,6 5-3-16,0 0-8 0,-5-5-6 0,5 5-12 15,0 0-6-15,0 0-2 0,-11 0 2 0,11 0-4 16,0 0-3-16,-13 9-5 0,9-5-5 0,-1 2-12 15,1-1-6-15,-1 3-3 0,0 2-3 0,1 1-6 16,2 0 12-16,0 5-13 0,1-1 4 0,1-4-5 16,0 1-5-16,1 5-3 0,2-7-2 0,1 0-1 15,0 2 1-15,1-2 0 0,1-2-6 0,2 1 4 16,-2-1-9-16,1-5 0 0,2 1-4 0,1-1-1 16,0-1 2-16,-10-2 1 0,20-9 9 0,-9 2-16 15,0-1 7-15,-1 0 2 0,-1 0-5 0,0-2 1 16,-1 1 4-16,-2-2-10 0,-1-1 0 0,-2 0 2 15,1-5 3-15,-3 5-8 0,-2-3-3 0,-2-1 6 16,2 1-1-16,-4-2-1 0,1 1 3 0,-2-2-2 16,-2 1-3-16,0 0 4 0,-3-4 10 0,-2-1-20 15,2 0 3-15,0 4-2 0,-1-5 3 0,-1 1-2 16,-2-1 5-16,4 0 0 0,-3 1 0 0,5 4-3 16,2 3 8-16,-1 0-7 0,0 5-1 0,3-1-3 15,1 6 5-15,0-1-1 0,1 0-7 0,3 6 5 16,-4-7-12-16,4 7 2 0,0 0 9 0,0 0-4 15,0 0-1-15,0 0 0 0,11 24 11 0,-4-6-6 16,5 8 21-16,-1 2-13 0,0 0 12 0,2 2 2 16,1-5-10-16,-3-1 2 0,4-1 0 0,-4-4 0 15,4 0-2-15,-3-5 0 0,3-1-2 0,-4-4 6 16,0-2 4-16,0-1-6 0,4-2 0 0,-3-1-2 16,2-3-22-16,-1 0 23 0,1-1-2 0,4-3 3 15,-6-1-3-15,4-3 2 0,-6-1 2 0,-1 2-2 16,5-5-1-16,-6 5-4 0,0-3 1 0,-3-1-31 15,2-3 30-15,-3 3-1 0,0-1-14 0,-2 1 12 16,-4-2 0-16,1-1 2 0,-4 0-9 0,5 2 4 16,-4 0-1-16,-2 2 3 0,1 0-3 0,5 10-3 15,-7-12 9-15,5 7-5 0,2 5 13 0,-4-9-20 16,4 9-4-16,0 0-3 0,0 0 12 0,0 0 5 16,0 0-6-16,0 0 0 0,5 33 5 0,-1-18 0 15,1-5 11-15,-3 2-11 0,5-2-3 0,-2 1 6 16,1-2-1-16,-1-1-1 0,2-3-3 0,2 2 4 15,-9-7 3-15,10 6-2 0,-4-4 3 0,-6-2 12 16,14 1-11-16,-14-1-1 0,0 0-6 0,17-9 1 16,-9 2 0-16,-2-1-3 0,-2 0 2 0,0-1 6 15,1 1-6-15,-3-2-7 0,1 1 0 0,0-4 7 16,-3 13 2-16,-2-19 7 0,1 9-29 0,1 10-2 16,-1-22 6-16,1 13 9 0,0 9 0 0,-2-12 1 15,2 12 3-15,0 0-5 0,3-14 1 0,-3 14-4 16,0 0 1-16,0 0 1 0,0 0 2 0,0 0 3 15,0 0 6-15,0 0-10 0,0 0 11 0,0 0-1 16,23 22-1-16,-18-12-15 0,-1-4-19 0,1 1-29 16,4 0-42-16,-3 1-48 0,-1-2-58 0,3-1-61 15,2 0-46-15,-3-1-235 0,-7-4-597 0,13 1 264 0</inkml:trace>
  <inkml:trace contextRef="#ctx0" brushRef="#br0" timeOffset="12062.06">3362 10081 142 0,'0'0'235'0,"-8"-10"-7"0,3 4-16 0,5 6-21 15,0 0-16-15,-10-5-15 0,10 5-4 16,0 0 14-16,0 0 8 0,1 24-12 0,3-14-8 16,1 3-8-16,0 2-9 0,-2-2-10 0,3-4-13 15,2 5-14-15,1-4-2 0,0 0-15 0,-1-1-9 16,3-2-6-16,0-4-7 0,0 1-4 0,3-1-4 15,-1-3 0-15,0-3-6 0,4-1-6 0,0-1-3 16,-2-1-5-16,2-2-2 0,-3-3-4 0,1-1-5 16,-3-1-2-16,-2 0 3 0,-1 4-6 0,-2-2-1 15,0 1-2-15,1-6-2 0,-3 4-5 0,-3 1 6 16,-1-6-5-16,1 5-3 0,-2 12-2 0,-4-22 2 16,0 10-6-16,0 2 2 0,-1 1 1 0,5 9-2 15,-8-11 2-15,5 4-2 0,3 7 2 0,-9-8-2 16,9 8-3-16,-12 0 0 0,12 0 3 0,0 0-4 0,-17 13 5 15,14-4 4-15,-1 0 3 0,1-1-4 0,1 4-4 16,3-5 4-16,0 5-6 0,3-5 4 16,0 3 3-16,2-3 6 0,3 2-10 0,2-4 9 15,3-3 8-15,4-3-34 0,2-2-7 0,8-4-9 16,-4-2-15-16,3-2-10 0,-1-5-6 0,-6 2-8 0,5-5-7 16,-6-1 2-16,-3 9 4 0,3-7 6 15,-6 3 6-15,1 2 6 0,-3-1 9 0,-5 0 1 16,0 2 8-16,-1 1 4 0,-2-1 1 0,-2 2 10 15,-2 0 12-15,-2 1 3 0,0 0 4 0,-4 2 16 16,3 1 6-16,-2 1 5 0,-1 2 5 0,-1 1 5 0,8 2 0 16,-17 0 3-16,7 2 0 0,1 2-3 0,0 5 1 15,0-1 5-15,1 3 5 0,1 3 8 0,2-3-6 16,-1-1-6-16,2 3-7 0,3-2 5 16,0 1-9-16,2-1 7 0,2 1-11 0,-3-12-7 15,5 19 4-15,0-15-3 0,3 3-3 0,1 0-4 0,-2-4 2 16,2-1-1-16,-9-2 6 0,21-8-14 15,-11 4 2-15,0-2 10 0,4-5-6 0,-6 3-3 16,1-3 6-16,-2 2-15 0,0-2 3 0,-3 1-4 16,0-2 1-16,0 2 3 0,-3-2-7 0,-1 0 7 15,-4 0-6-15,0-3-5 0,-2 0-4 0,-2-1 10 0,-1 2-6 16,1 0 14-16,-1-1-20 0,-2 2 16 0,3-1 0 16,1 5 12-16,0-3-10 0,1 5-3 15,-1 0 14-15,4 1 0 0,-1 1 0 0,4 5-6 16,-7-7-2-16,7 7-2 0,-4-5-4 0,4 5-6 15,0 0 0-15,0 0 5 0,0 0 11 0,7 30 0 0,-2-14-3 16,0 2-7-16,-1 0-6 0,6 5-19 0,-3-4-34 16,3 3-35-16,-1-3-64 0,0 6-77 15,1-10-81-15,-4 2-294 0,6-2-652 0,-3 3 289 0</inkml:trace>
  <inkml:trace contextRef="#ctx0" brushRef="#br0" timeOffset="12195.28">4075 9878 15 0,'0'0'367'16,"0"0"-34"-16,0 0-24 0,13-3-15 0,-13 3-19 16,0 0-21-16,0 0-26 0,0 0-26 0,0 0-24 0,0 0-43 15,0 0-41-15,0 0-63 0,0 0-79 0,0 0-99 16,-19 26-85-16,10-17-150 0,-4 2-413 0,0 1 183 16</inkml:trace>
  <inkml:trace contextRef="#ctx0" brushRef="#br0" timeOffset="12514.13">3219 10814 39 0,'0'0'279'0,"-8"0"-32"0,8 0-21 16,0 0-29-16,0 0-12 0,5-17-17 0,7 2-17 16,8-4-17-16,5-2-9 0,14-13-10 0,5-3-14 15,7-2-9-15,16-15-12 0,4 2-16 16,-25 17-29-16,2-4-51 0,2 0-66 0,19-21-61 0,-30 22-191 15,1 1-360-15,-3 1 160 0</inkml:trace>
  <inkml:trace contextRef="#ctx0" brushRef="#br0" timeOffset="27246.14">13508 14901 2 0,'-13'-5'99'0,"8"3"-9"16,-3-1-1-16,8 3-8 0,-10-3 5 15,10 3-4-15,-13-5-14 0,8 4 4 0,5 1-9 16,-14-3 1-16,10 0-1 0,4 3-5 0,0 0 3 0,-11-3-2 16,11 3-2-16,-8-1-2 0,8 1-4 0,0 0-9 15,0 0-3-15,-10-2-3 0,10 2-5 16,0 0-11-16,0 0 1 0,0 0-4 0,0 0-3 15,0 0 6-15,0 0-4 0,0 0-6 0,25 9-4 16,-13-6 5-16,3 1-2 0,5 0 6 0,0 1-7 16,7-1 0-16,4 2-1 0,3 1 1 0,0-4 0 0,5 0-2 15,-1 0 2-15,16 2-1 0,-1-2-2 0,-3-2 2 16,2 0-1-16,-1-1-7 0,1 1 4 16,-12 2 0-16,-1-3 2 0,12 3-4 0,1 2 2 0,-13-5 3 15,14 1-1-15,-1-1-2 0,-15 3-1 0,1-3-4 16,1 3 4-16,0-2 3 0,-1 2-5 0,1 0 2 15,13 1 0-15,-12-2-3 0,12-1 2 0,-1 1 0 16,0 1-2-16,0 1 1 0,-12-4 5 0,16 2-7 16,-4-2 5-16,0 4-6 0,3-3 5 0,-4 3-2 15,1 0 2-15,2-3-4 0,1 0 3 0,-1 1 0 16,0-1 1-16,6 0-2 0,-4 3 2 16,0-3-2-16,-1-1-1 0,0-1 0 0,0 0 3 0,0 1-1 15,1-2-1-15,4 2-1 0,-1-2 4 16,0 1 0-16,-2 0-2 0,1 0 0 0,2-1 3 0,1-2-1 15,-2 0 4-15,2-1-4 0,-1 3 3 0,0-1-7 16,-1-1 2-16,1 0 2 0,1 1 1 16,-2-3-2-16,-2 2 3 0,3-4-2 0,-3 5 6 0,4-3-3 15,-4 0 2-15,3-2-6 0,-1 2 7 0,-2 1-4 16,1 1 4-16,-3 0-9 0,1-2 6 0,2-1-1 16,-6 3-1-16,0-2-1 0,0-2-1 0,2 3 2 15,-2-3 3-15,-11 3-3 0,-2 0 4 0,1 1-4 16,13-2 8-16,-15 1-6 0,2 1 8 0,-4 1-3 15,3 0 1-15,-3 0 2 0,0 1-4 0,-5 2 2 16,2-4 1-16,1 4 4 0,-3 0 1 0,-1-3-1 16,-1 2 3-16,-1 1 1 0,1 1 0 0,-7-2-4 15,0-1 0-15,6 1-2 0,-8 1 0 0,1-2 0 16,8 2-3-16,-8 0 1 0,1-1 1 16,7-1-3-16,-8-1-2 0,2 1 2 0,5 1-7 15,0 0-5-15,-6-1-10 0,1-2-15 0,6 1-21 0,-7 1-26 16,6-2-46-16,-7 2-44 0,2-1-123 0,-4 1-308 15,2 1 137-15</inkml:trace>
  <inkml:trace contextRef="#ctx0" brushRef="#br0" timeOffset="28696.07">22927 14715 11 0,'-16'0'11'15,"7"3"1"-15,9-3-3 0,-21 2 3 0,10-1-5 16,-1 0 6-16,1 0-7 0,-1 2 2 0,-1-2-4 0,1 2 3 16,0-3-2-16,-1 0 3 0,-1 0 1 0,2 0 9 15,1 1 10-15,-2-1 1 0,1 0 8 16,0 0 3-16,1 0 1 0,2 2-5 0,-2-2 0 16,11 0 3-16,-15 0-1 0,6-3 4 0,9 3-5 15,-13 1-2-15,13-1-2 0,-12-1 0 0,12 1-2 0,0 0-2 16,-12 0-1-16,12 0-2 0,0 0 0 0,0 0 0 15,-11 0 6-15,11 0-16 0,0 0 11 16,0 0-6-16,-6 4 2 0,6-4 6 0,0 0-2 16,0 0-9-16,0 0 14 0,0 0-13 0,0 0 9 15,0 0-3-15,0 0 2 0,0 0-5 0,0 0 1 16,20 7 1-16,-12-5 0 0,2 0 1 0,2 1-6 16,-1-1 2-16,2 0-1 0,5 0-1 0,-1 1 4 0,1-1 2 15,-1 3-1-15,0-3-8 0,3 0 11 0,8 2-6 16,-9-4-2-16,1 4 2 0,2-3-1 15,-3 3 1-15,1-2 0 0,2 1-2 0,-1 1 9 0,0-2-3 16,1-1-1-16,6 1 0 0,0 1-2 0,-1 0 0 16,2-2-1-16,2 1 2 0,2-1 1 0,-1 1-5 15,4-1 2-15,-3 2-4 0,3-2 3 0,0 1-6 16,0-2 3-16,-1 2-1 0,4 0-4 16,-4-2 4-16,4 3-4 0,-2-1 2 0,4 0 5 0,10 0 5 15,-13 0-1-15,2 0-1 0,12-2 0 0,-11 0-5 16,10 0 5-16,2 0 0 0,-2 2 1 0,2-2 3 15,-1 0-5-15,0 2 4 0,0-1-2 0,1-1-4 16,-1-2 2-16,0 2-1 0,1-3 0 16,-3 5-6-16,2-2 11 0,-2-2-10 0,5 2 2 15,-1 0 2-15,1-1 2 0,-2 1-5 0,5-1-3 0,-3-1 5 16,2 1-7-16,2-1 1 0,-2 1 1 0,0 0-3 16,-5 3-2-16,6-3 1 0,0 0 0 0,-3 2 1 15,0-2 0-15,-3-1 3 0,2 0-3 0,-2 1 1 16,-1 0-1-16,1 2-1 0,-1 2 0 0,-10-3 5 15,9 0-1-15,0-2-2 0,-11 2 2 0,0 0-2 16,12 2 2-16,0-2-3 0,-13 1 2 16,15 0 1-16,-2-1 4 0,-13 0-3 0,14-1 0 15,-16 2 3-15,20-1-3 0,-20 0 3 0,4 0-2 0,12-1-16 16,2 1-2-16,-16 0 1 0,11 0-1 0,-8 1 5 16,-1-1-5-16,12 0 2 0,-1-1 0 0,-14-2 1 15,-1 3 3-15,2 0 6 0,2-1-7 0,12 0 6 16,-14 0 2-16,0 1-1 0,-1-1 4 0,1-1-2 15,0 1 0-15,-1 1 1 0,-1-3-2 0,1 2-1 16,1-1 9-16,-2 4-10 0,1-4 8 0,0 2-13 16,2 0 5-16,-4 0-4 0,3-1-1 0,-4 1 2 15,3 0-2-15,0-2 2 0,1 2-5 0,-2 0 3 16,-2 0 0-16,1 0 2 0,-5-1-2 16,4 1 3-16,1 0-2 0,-1 0-3 0,-2-2-1 15,-1 2 3-15,-1 0-1 0,2-1 2 0,0 1-1 0,-2 0 0 16,2 0 2-16,-1 0-2 0,3-3-2 0,-3 2 2 15,3 2-1-15,-3 2 6 0,1-2 0 0,-1-4 4 16,2 6 1-16,-3-3-6 0,1 0 7 0,1 0 3 16,-3 0-5-16,2 0 0 0,1 2 0 0,-4-2-1 15,3-2 1-15,-5 2-2 0,3 0-1 0,-9 3 0 16,1-4-2-16,0 2 0 0,0-1-2 0,0 0 0 16,-1 0 2-16,-2 0-4 0,4 0 3 0,-9 0 0 15,1 0 0-15,-1 0-2 0,1 0 0 0,-5 2 1 16,3-2-5-16,-4 0 4 0,0 1-2 0,-8-1 5 15,14 0-3-15,-14 0-3 0,10 0 1 0,-10 0 1 16,9 0-1-16,-9 0 2 0,8 0-1 0,-8 0 0 16,0 0 0-16,0 0-3 0,0 0-16 0,0 0-6 15,0 0-40-15,0 0-48 0,0 0-51 0,0 0-55 16,0 0-56-16,-28-10-147 0,10 9-453 0,-13 0 200 16</inkml:trace>
  <inkml:trace contextRef="#ctx0" brushRef="#br0" timeOffset="30333.65">5701 15781 59 0,'0'0'60'0,"0"0"-2"0,0 0-5 0,0 0 1 0,0 0-12 16,0 0 0-16,0 0 12 0,0 0-15 16,0 0 6-16,0 0-11 0,0 0 9 0,0 0-7 15,0 0-7-15,0 0 4 0,0 0-2 0,0 0-5 16,0 0-2-16,0 0 1 0,-4 5-7 0,4-5-3 15,0 0 0-15,0 0 0 0,0 0 0 0,0 0-6 16,0 0 9-16,0 0-12 0,0 0 8 0,0 0 4 16,14 8-14-16,-8-5 3 0,-6-3 8 0,12 5 4 15,-4-3-3-15,4 2-7 0,1 0 4 0,4 2 1 16,-1-2 0-16,5 0 7 0,0 0-3 0,-1 0-6 16,9 0 3-16,-1-1 1 0,0-1 1 0,3-1 5 15,2 3-5-15,-1-1 6 0,1 0-7 0,2-1-10 16,-1 0 16-16,3 0-12 0,-3 0 5 0,-1 2 3 15,1-1-9-15,0 1 8 0,-1-1-8 0,0 0-2 16,-2 1-2-16,2-1 1 0,-1-1 9 0,0 3-7 16,2-4 0-16,5 3 4 0,-5-4-1 0,-1 2 6 15,2-2-2-15,-1 2 4 0,0 1-2 0,-1-3 0 16,0 0-4-16,3 0-4 0,0 0 7 0,-1 0 4 16,-1 0-1-16,-1 0-18 0,1 0 7 0,0-2-3 15,0 1 9-15,1 2-4 0,-2-1-4 0,3-1 2 16,-3 2 1-16,1-2-2 0,1-1-2 0,-1 2-3 15,1 0-4-15,0-1 10 0,-1 1-3 0,3 3 0 16,-3-3-2-16,4 0 5 0,-1-2 1 0,0 2-9 16,2 0 6-16,0-1-6 0,-1 1 3 0,0-1-1 15,13 0-1-15,-15 1 1 0,1-1 4 0,0 0 0 16,-4 2-1-16,1-1 4 0,2 0-5 0,-2-1 6 16,1 3-7-16,-1-3 6 0,1 2-4 0,-3-1-6 15,5 1 7-15,-3 0-3 0,3 2 8 0,-2 0-8 16,-1-2 8-16,1-1-5 0,3 3 6 0,-1 1 4 15,0-2-3-15,2-1-3 0,-1 1-2 0,0 1 3 16,2 0 4-16,-4-2 1 0,3 1 1 0,-1 0 3 16,0-2-3-16,-1 5 5 0,-1-5 2 0,1 0 0 15,2 3-2-15,-2-3 7 0,2 1-7 0,-1-4 4 16,1 3-2-16,1 0-3 0,12 2 1 0,-3-2 5 16,-8 0 0-16,10-2 2 0,0 1-4 0,0 1-1 15,-1-3 0-15,-11 0-1 0,1 3-4 0,12-3 0 16,-1-1-2-16,-12 1 3 0,16 3-4 0,-4-5-1 15,2 0 0-15,-14 2 4 0,14-3 1 0,-1 0-2 16,-1-1-2-16,-12 2-4 0,13 1 3 0,-2-1-4 16,-9 2 6-16,10-1-6 0,-12 1 4 0,14-3-1 15,-14 3 0-15,1 1 0 0,-1-4 0 0,0 2 7 16,-1 1-6-16,-2-1 1 0,-1 1-1 0,-1 2 5 16,-3-4 0-16,1 2 3 0,-3 2-4 0,-6-2-3 15,-2 2 1-15,-1-1-2 0,-2 0 2 0,-1 0 0 16,-3 0 3-16,-1 0 7 0,-1 0 3 0,-2 1-1 15,-1 1-1-15,-9 0 0 0,13-1-7 0,-13 1 4 16,10 0-3-16,-10 0 0 0,7-1-8 16,-7 1 0-16,0 0 2 0,0 0 3 0,10 0-13 15,-10 0 4-15,0 0-9 0,0 0-13 0,0 0-22 0,0 0-26 16,9 0-27-16,-9 0-35 0,0 0-46 0,0 0-32 16,0 0-30-16,0 0-159 0,0 0-420 0,0 0 186 15</inkml:trace>
  <inkml:trace contextRef="#ctx0" brushRef="#br0" timeOffset="31645.79">13899 15968 73 0,'0'0'85'0,"0"0"-13"0,0 0 1 0,0 0 4 16,10 3-10-16,-10-3-5 0,0 0-6 0,0 0-1 15,4 6-4-15,-4-6-7 0,0 0 0 0,0 0-8 16,0 0-2-16,8 10 4 0,-8-10-14 0,0 0 5 16,9 6 9-16,-9-6 4 0,12 2-6 0,-12-2 5 15,15 4 5-15,-3-1 2 0,1-1 1 0,0 0-2 16,8 1 18-16,-1-3-6 0,10 0-7 0,1 3-5 15,-2-2-5-15,3 1 0 0,3-2-9 0,1 0 0 16,-2 0-1-16,6 3-2 0,-1-3-5 0,14-3 0 16,-14 3-5-16,14 0 1 0,-1 0-7 0,7 3 5 15,-6-3 1-15,4 0 6 0,-6-3-9 0,4 9 4 16,0-6-1-16,-2 1-3 0,4 1-1 0,2 0-3 16,-6 0 7-16,6-1-1 0,2-1 5 0,3 2-7 15,0 0 4-15,28 0-9 0,-29 0 4 0,29 0 1 16,-32-2-1-16,5 1 0 0,26-2-5 0,-34 1 0 15,8 1-2-15,27 2 5 0,-30-2-1 0,27 5 0 16,-25-6-2-16,3 0 2 0,27 1-4 0,-29 1 0 16,27 3-1-16,-30-4-2 0,5 4 0 0,28-3-1 15,-31 2 3-15,2-1-5 0,28 1 5 0,-5 2-2 16,0-6 0-16,-23 3 0 0,26 0-3 0,-27 1 6 16,28-1-2-16,-26 3 2 0,25-1 4 0,-27-3-1 15,28 4-1-15,-3-2 1 0,-24 1-2 0,29-7-4 16,-3 11-2-16,-28-13 0 0,33 7 4 0,-5-3 1 15,-3 0-3-15,-25 4 0 0,29-7 5 0,-4 7-8 16,3-6 0-16,-2 0 4 0,-26 2 2 0,33 2 0 16,-3-2-1-16,-1-3 4 0,-29 0-4 0,29 3 7 15,2-1-2-15,-29-3-2 0,31 4 0 0,-3-4 1 16,-1 3-1-16,-4 0 7 0,-25 0-5 0,28-2 3 16,-1 0-4-16,-27 3 3 0,28 3-1 0,-26-4-2 15,29 3 0-15,-5-2-1 0,-27 2-1 16,31-1-4-16,-27-6 5 0,23 6-6 0,-26-4 0 0,26 6 1 15,-26-3-1-15,28 5 0 0,-27-5 1 0,29 1-5 16,-33 0 2-16,4-1 2 0,27-3-1 0,-33 2 5 16,4-1-9-16,1 2 1 0,28-4 0 0,-35 6 4 15,-1-2-3-15,3-4 1 0,1 0-8 0,5 3 7 16,-1-1 1-16,0-4-2 0,-1 4 4 16,-2-1-2-16,0 4 1 0,-2-2-5 0,3-4 3 0,2 1-4 15,-6 1 4-15,0-1 0 0,0 2 1 0,3-2-2 16,-5 0 0-16,2-1-2 0,-4 4-1 0,4-2 2 15,-3 0 3-15,0 2-2 0,-3-4 3 0,2 3-4 16,-4 0 3-16,1 0-3 0,0 1 2 16,-11-3-3-16,-2 3 5 0,17-3-3 0,-3 2 4 0,-2-3 1 15,1 5-3-15,-11-4-1 0,-2 1-1 0,17-3 2 16,-2 1-4-16,-1 1 4 0,-12 2-3 0,11-4-3 16,-14 4 4-16,0 1 0 0,1-4 1 0,3 1 2 15,-3 0-4-15,2 0 7 0,12-1-5 0,-17 3 3 16,6-1 6-16,-7-1 0 0,5 0 8 0,-1 0-3 15,-1-1 10-15,0 4-9 0,0-3 4 0,2 2-6 16,-1-1-4-16,0 2 1 0,-2-1 2 0,1-1-4 16,0 0 4-16,2-2-4 0,12 4 0 0,-15-1 0 15,0-1 1-15,0 1-6 0,0 1 4 0,5-3-5 16,-4 2 11-16,14 1-12 0,-14-1 3 0,-1-2-1 16,-3 3 1-16,-1 1 0 0,4-2 5 15,-1 2 0-15,0 0 1 0,3-1-3 0,-2 1 4 0,0-2-5 16,0 0 5-16,-1 4 4 0,-1-2 1 0,3-2-7 15,-4 1 3-15,-1 2 1 0,-1-1 15 0,-2 0-12 16,-1-1 4-16,1 4-2 0,-8-3 4 16,6 0 0-16,-8 0-1 0,0 2 6 0,2-2 3 15,-5 0 4-15,-3 0-7 0,0 1 9 0,-1-1 2 0,-12 0-5 16,16-1-2-16,-16 1 9 0,13 0 1 0,-13 0 5 16,0 0 3-16,11 0 0 0,-11 0-1 0,0 0-12 15,0 0-4-15,0 0-2 0,0 0-4 0,16 0-3 16,-16 0 0-16,0 0-14 0,0 0-24 0,0 0-26 15,1-7-43-15,-1 7-55 0,0 0-70 0,-17-13-91 16,6 7-282-16,-7-1-628 0,-11-3 278 16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23T09:42:15.76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6409 16098 26 0,'0'0'44'15,"-11"1"-3"-15,11-1-1 0,-12 3-7 0,5-3 2 16,7 0-3-16,-13 0-2 0,5 0-5 0,8 0 4 16,-12 3-4-16,6-3 2 0,-2 2-5 0,8-2 0 15,-11 2-2-15,11-2 7 0,-11 3-4 0,11-3 3 16,-6 3 1-16,6-3-7 0,0 0 22 0,-9 1-29 16,9-1-1-16,0 0 2 0,0 0-5 0,-6 2 10 15,6-2-9-15,0 0 3 0,0 0-5 0,0 0 1 16,0 0-6-16,0 0-5 0,0 0 12 0,0 0 1 15,0 0 10-15,0 0-12 0,0 0-2 0,15 12 5 16,-10-9-1-16,-5-3-8 0,12 5 5 0,-5-5 3 16,3 2 3-16,-1 1 0 0,2 1-2 0,1-1-4 15,1-1 1-15,1-1 2 0,3 0 4 0,-3 2-2 16,3-1-4-16,2 0 7 0,-3 0-2 0,2-2-2 16,3 2 13-16,-2-2 0 0,4 2-5 0,-2-3 3 15,9 0-4-15,-2 1 0 0,-1-4 0 0,1 2-7 16,0-2-7-16,4 3 14 0,-1 0 1 0,2-1-4 15,-1-1-2-15,-1 0 0 0,4 1-5 0,-3 0 2 16,3 1 6-16,-1 1-8 0,0-2 7 16,0 2-4-16,-1 0-1 0,1-2-3 0,-2 2 12 0,1 0 6 15,1 4-8-15,3-6-3 0,-4 2-3 0,2 0 6 16,1 2-1-16,-2-1-5 0,2 2 6 0,-3 1-3 16,3-1-3-16,-2-1 0 0,1 3 0 15,1-1 0-15,0 0 2 0,0 2-6 0,-1-5 4 16,2 5-2-16,-5-2-5 0,5-1 4 0,2 1-4 15,0-1-1-15,12 1 0 0,-15-2 2 0,0 2 2 0,1-2-11 16,-1-2 12-16,1 2-3 0,1-2-5 0,-1 1 9 16,0 0-2-16,-1-1-5 0,2 2 2 15,0-1-2-15,-4-1 10 0,4 0-7 0,1 3-10 0,-2-3 9 16,0-3-2-16,2 6 3 0,-2-2-3 16,2 2 3-16,-5-3-7 0,2 2-2 0,-1 2-2 15,0 0 12-15,1-2-9 0,-1 1 2 0,0 0 6 16,1 0-6-16,15 2 0 0,-16 1 7 0,1-3-4 15,1 2 0-15,-3 0 0 0,6 1 0 0,-2-3-3 16,1-1 4-16,1 0 6 0,-1 4-12 0,-2-3 5 16,3 1 1-16,9-1 2 0,-9 2 3 0,-2-4 22 15,15 1-2-15,-16-1 0 0,15 2 1 0,-15-3-5 16,3 3 0-16,11-2-2 0,-13-1 2 0,2 0-6 0,14 0 3 16,-3 0-4-16,0 0 5 0,-13 0-6 15,16 0 6-15,-3 0-2 0,-12-1-2 0,18-1-2 16,-2 1 1-16,0-1-3 0,0 0-1 0,-2-2-4 15,1 4 8-15,1-3-7 0,-1 2 6 0,-2 0-2 16,4-1 1-16,-1-1-2 0,-14 1 2 0,16-2-4 16,-3 0-1-16,3 3 1 0,-1-2 2 0,1 1-1 0,-3 1-2 15,1-1 2-15,1 4-3 0,-1-6 3 16,1 5 0-16,-1-1 5 0,2 1 1 0,-3 1 5 16,-15-2-6-16,20 0 3 0,-5 1-4 0,0 3 1 15,-1-4 5-15,-1 4 2 0,4-2-2 0,1 0 4 16,-3-4-3-16,-1 5 4 0,3-3-9 0,-1 0 1 15,4 3-1-15,-8-3-2 0,0-1 3 0,3-1-3 16,-2 1 0-16,-3-1 0 0,6 4-1 0,-2-2-1 16,3 0-1-16,-2-4 3 0,2 2 2 0,-3 1 1 15,-1 1 0-15,3-5-1 0,-1 4-5 0,-2-3 6 16,-3 0-3-16,-8 3 5 0,12-2-9 0,1-1 3 16,-4 1-3-16,-12 3 2 0,16-2-1 0,-3-2 3 15,-10 4 6-15,10-2-2 0,-12 0-4 0,10-1 1 16,-9-1-2-16,-1 1-1 0,-1-2-4 0,0 1 6 15,0 0-3-15,0 1 5 0,-4-1-2 0,0 1-3 16,-5-2 2-16,3 3 3 0,-3-3 0 0,-10 3 3 16,4-2 0-16,-3 2-14 0,-2 0 11 0,2-1-2 15,-3 3 0-15,-4 0 1 0,0-2-6 0,-2 2 0 16,-1-2-1-16,0 2-1 0,-10 0-3 0,18-3 3 16,-11 4-6-16,-7-1 3 0,10-1-11 0,-10 1-11 15,9-1-15-15,-9 1-21 0,0 0-23 0,0 0-34 16,0 0-28-16,13 5-25 0,-13-5-24 0,7 3-34 15,-7-3-44-15,9 13-133 0,-5-7-429 0,3 1 189 16</inkml:trace>
  <inkml:trace contextRef="#ctx0" brushRef="#br0" timeOffset="713.9">15735 16295 141 0,'0'0'162'16,"-14"-2"0"-16,14 2-12 0,-13-3-13 0,13 3-3 0,-11-1-6 15,11 1-11-15,-9 0-8 0,9 0 4 16,0 0-20-16,-12 0-11 0,12 0-8 0,0 0-6 15,0 0-7-15,0 0-3 0,-6-3-12 0,6 3-1 16,0 0-4-16,0 0-7 0,0 0-1 0,0 0 0 16,0 0-3-16,22 6-2 0,-11-4-3 0,1-2 5 15,3 4-7-15,3-3-1 0,4-1 6 0,6 3-2 0,4 0 2 16,-2 0-6-16,4 0 2 0,2-3-5 16,1 1 3-16,15 2-2 0,-12-2-1 0,11-1-2 15,-12-1-5-15,15-1-2 0,1 1 4 0,-15 0-1 16,16 2-3-16,-4 0-1 0,-2-1 1 0,1 2-2 15,-11-4 1-15,12 4-2 0,2-1-2 0,-17 1 12 16,3-2-3-16,15-2 7 0,-17 4 0 0,14-4 2 16,-1 2-4-16,-12 0 0 0,-1 0-1 0,0-3 10 15,3 2 6-15,11-2-2 0,-16 3-5 0,1-1-1 16,-1 1-2-16,0-3 0 0,-4 3-1 0,0-3 7 16,-3 0-2-16,1 3 2 0,-9 0 2 0,-1 0-1 15,-1-1 2-15,-1 1-5 0,-5 0 4 0,-2-1-4 16,0-2-5-16,0 3 2 0,-11 0 0 0,10-1 8 15,-10 1 6-15,10-1 1 0,-10 1-3 0,0 0 2 16,9 1-3-16,-9-1-6 0,0 0-3 0,9-1-1 16,-9 1 0-16,0 0-3 0,0 0-7 0,0 0 2 15,0 0-3-15,0 0 3 0,0 0-10 0,0 0-9 16,8-2-20-16,-8 2-18 0,0 0-34 0,0 0-30 16,0 0-45-16,0 0-50 0,0 0-39 0,0 0-43 15,0 0-147-15,0 0-461 0,0 0 204 0</inkml:trace>
  <inkml:trace contextRef="#ctx0" brushRef="#br0" timeOffset="1834">19564 16130 138 0,'0'0'149'0,"0"0"-13"15,-33-19-2-15,33 19-4 0,-6-4-7 16,6 4-1-16,0 0-3 0,-9-5 3 0,9 5-9 16,0 0-6-16,0 0-7 0,-12-4-5 0,12 4-8 15,0 0-5-15,0 0-5 0,0 0-5 0,0 0-7 16,0 0-11-16,0 0-4 0,0 0-5 0,0 0 3 16,0 0-8-16,0 0-2 0,0 0-4 0,0 0-1 15,0 0-5-15,0 0 5 0,0 0 0 0,0 0 3 16,47 4-3-16,-29-3 7 0,3 1-5 0,8 0-2 15,-1-2-3-15,5 2-1 0,2-4-5 0,2 0 1 16,3 4-3-16,8-4 0 0,-11 2-5 0,17 0 0 16,-16 0-3-16,13 0 0 0,-11 0-2 0,12-2 4 15,-13 4-4-15,17-2 0 0,-18-2-2 0,20 4-1 0,2-5 2 16,-4 4 0-16,4 1 3 0,2-5-3 16,-4 6 8-16,5-3-3 0,26 0-4 0,-32 0 2 15,-2 0-2-15,6-3 2 0,0 3-1 0,3-3 1 16,1 4-1-16,0-1 0 0,2 2 0 0,22-6-2 15,-23 4-1-15,26-2 4 0,-34 5-1 0,6-3-4 16,-1 0 2-16,1 0-2 0,25-1 0 0,-23 3 1 16,0-2 0-16,26 2-6 0,-29-2 4 0,29-3-2 15,-28 0-1-15,26 2 4 0,-27 2-3 0,29-7 3 16,-32 9-2-16,4-4 1 0,28-5-2 0,-28 9 0 16,2-4 3-16,1-3 4 0,23 9-1 0,-24-4 1 15,24-1-3-15,-30-1 3 0,3 0-1 0,2-1-1 16,-2 2 4-16,28-3-7 0,-26 6 3 0,-8-6-4 15,36 3 2-15,-31-3 3 0,0 3-8 0,30-7 0 16,-30 6 4-16,3-2-3 0,0 1-3 0,-1 1 4 16,28-7 1-16,-33 6-1 0,6-1 2 0,0-2-11 15,3 2 14-15,-3 2-6 0,27-6-1 0,-28 7 0 16,1-6 0-16,22 1 3 0,-27 1-7 0,2 2 5 16,0-3 1-16,4-1-5 0,-1 5 12 0,-2-3-2 15,-1 4 1-15,0-5 2 0,4 0-2 0,-4 1 3 16,0 4 8-16,-1-1 3 0,0-1-6 0,2 1-4 15,-3 0 8-15,-3 0 7 0,3 3-10 0,-2-2-1 16,0 3-1-16,-4-6 1 0,2 6 0 0,1-3 2 16,1 1-5-16,-5-1-6 0,0 0-4 0,3 2 3 15,2-2-2-15,-4 0 1 0,2 2-4 0,-2-2 0 16,0-1 3-16,0-2-4 0,-14 5-3 0,15 0 6 16,-1-1 0-16,-3 1-4 0,-13-1 2 0,16-1-13 15,-13 0 17-15,10 1 1 0,-10-1 2 0,8 0 1 16,-11 0 5-16,1-1-2 0,1 2 6 0,12-3-1 15,-15 2-2-15,2 0-2 0,1 0 0 0,-1 0-5 16,-3 2 10-16,3-1-19 0,-5-1 36 0,-1-1-18 16,2 1-2-16,-2 0 2 0,4 0-2 0,-2-1 11 15,-3-2-17-15,-1 3 6 0,1-1-5 0,-1 1 3 16,-2 0-3-16,1 0 7 0,-1 3 4 0,-7-3-9 16,-1-2 2-16,1 1 2 0,-3 1 4 0,2 0-3 15,-2-1 0-15,-2 1-5 0,-5 0-2 0,0-1-2 16,-12 1 10-16,21 0-2 0,-12-2 2 0,-9 2 3 15,14 0-4-15,-14 0-4 0,11-1-14 0,-11 1 8 16,0 0 7-16,0 0-5 0,13-2-3 0,-13 2 5 16,0 0-8-16,0 0-2 0,0 0 3 0,0 0-18 15,0 0-3-15,11 2-29 0,-11-2-17 0,0 0-40 16,0 0-52-16,0 0-64 0,0 0-83 0,-32-8-67 16,10 4-226-16,-7 0-641 0,-4 1 283 0</inkml:trace>
  <inkml:trace contextRef="#ctx0" brushRef="#br0" timeOffset="4652">11420 17209 22 0,'-13'-1'47'0,"5"1"-3"0,-2-4-2 0,10 4 13 16,-15-1-18-16,7 0 11 0,8 1-6 0,-10-1-1 16,10 1-1-16,-12-4 22 0,12 4-19 0,-7-3 9 15,7 3-2-15,0 0 3 0,-11-2 7 0,11 2-19 16,0 0 12-16,0 0-13 0,0 0 14 0,-5-2-19 15,5 2-5-15,0 0 2 0,0 0-10 0,0 0-6 16,0 0 7-16,0 0 0 0,0 0-2 0,0 0-9 16,0 0 3-16,21 8 3 0,-12-5-3 0,1 0 4 15,1-1-6-15,3 1 6 0,1 1 0 0,4 2 1 16,0-3-9-16,8 1 0 0,0 3 8 0,-6-5 2 16,9 2-5-16,-4 1 9 0,5-2-10 0,1-1 6 15,-3 3 5-15,2-2 4 0,2-1 0 16,2 1 1-16,1 0 0 0,2-1 8 0,0 2-8 15,1-1 6-15,12 0-5 0,0 3 0 0,-13-6-5 0,13 6 3 16,0-5 1-16,2 3 2 0,-1-1 0 0,-14-1 0 16,15 1-4-16,-1-3-2 0,2 1-2 15,-1 1 2-15,-1-2 0 0,6 1-2 0,-5-4-3 0,2 6 4 16,1-6-9-16,4 2 3 0,-3 1-3 16,3-3-2-16,-1 3 5 0,-1-1-8 0,-2 0 2 15,0 1 6-15,5-4-2 0,1 1 3 0,-3 1 0 16,2 0 2-16,2-1-3 0,-3 0 6 0,3 0 0 15,2 2 7-15,-2-2-3 0,2 4 6 0,1-5-1 16,1 3-1-16,23-3-1 0,-31 5-2 0,6-4-1 0,-1-1-2 16,0-1 0-16,27 2 1 0,-32 3-2 15,6-6 0-15,25 2 1 0,-29 2-5 0,4-3 1 16,0 4-7-16,24-4 3 0,-27 3 2 0,2-4-6 16,1 1 5-16,0 3-2 0,27-8-4 0,-28 6 1 15,1-3-4-15,0 4 2 0,30-6 3 0,-30 5-3 16,0 1 8-16,25 0-5 0,-28-1 5 0,1 1-2 15,3 0 2-15,-2-3-4 0,28-1 1 0,-30 4-1 16,3 0-2-16,1-1-1 0,25-3 5 0,-27 4-5 16,1 1 5-16,-4-3-3 0,7 5-2 0,-4 0 1 15,28-1 4-15,-29-3-2 0,2 1-4 0,24-1 0 16,-27 4 2-16,1-2 1 0,3 2 4 0,0-4 0 16,-1 3 1-16,2-2 2 0,-3 3-1 0,-2-1-2 15,6-1 0-15,23 2 1 0,-32-1-3 0,1 1 4 16,1 1-3-16,2 0-3 0,-2-3-1 0,5 1 9 15,-3 1-10-15,1 1-1 0,-3 0 2 0,1-1-5 16,-1-1 4-16,1 3-3 0,0-1-4 0,-2-1 1 16,0-1 7-16,1 1-7 0,-1 0 1 0,-2 2 1 15,3-1-4-15,2-3 12 0,-4 3-15 0,1 3 1 16,0-5-3-16,0 5 4 0,0-3-5 0,-4 5-5 16,-5-5 4-16,4 1 10 0,-1-1-8 15,0 3 6-15,-1-4 1 0,0 4-2 0,-14-2 5 16,16 3-4-16,-2-4-2 0,-1 1 12 0,-2 1-6 15,-11-1 4-15,11 6-7 0,-9-4 15 0,9-4-21 16,-17 3 8-16,8 1 1 0,-2 1 1 0,12 0-1 0,-14-2 10 16,1 1-10-16,2 1-9 0,11 0 11 15,0 0-3-15,-17 0 3 0,5-3-4 0,-1 2-6 0,2-2 2 16,-3 4 11-16,1-2-19 0,2-2 4 16,-1 2 3-16,0 0-2 0,-2-1 0 0,-1 0 3 15,1-1-6-15,-2 0 4 0,0 0 5 0,-1 2-8 16,-2-3 4-16,3 4 10 0,-2-5-13 0,2 6-5 15,-1-3 7-15,-3-1-2 0,2 0 1 0,-2 1-2 16,2 0 3-16,-1-1-6 0,2 3 7 0,-3-2-3 0,0 2 2 16,1-1-5-16,-2-3 2 0,4 4 0 15,-1-4 3-15,-3 6 1 0,2-5-1 0,-1 4-2 16,2-4 0-16,-3 2-8 0,2-2 10 0,-2 0-4 16,1 2 1-16,1-2-1 0,0-1 5 0,-3 5 1 15,3-4-5-15,0-2-2 0,-1 3 3 0,-2-2-6 16,3 1 25-16,-2 1-25 0,-1-3 11 0,6 2-6 15,-5 0-7-15,2-2 1 0,1 0 14 0,3 1-7 16,-4-1 2-16,4 0 3 0,-4 3-5 0,4-5-8 16,-4 2 5-16,-1 2 6 0,3 0-5 0,-1-2 0 15,-1 0 12-15,0 2-10 0,0-2 0 0,0-2-3 16,1 4 0-16,-1-2-4 0,-1 1 4 0,1 0-7 16,0-1 7-16,1 0-3 0,1-1 2 15,1 2 6-15,-1-2-6 0,3 1-2 0,-1 2 9 0,-1 1-4 16,-2-3-1-16,3-2-5 0,2 4 2 0,-2-4 6 15,3 4 3-15,0-4-7 0,-1 2 7 16,-1 0-3-16,0 0-4 0,2-3-4 0,-4 3 5 16,4-1-3-16,13 1 4 0,-17-2-1 0,4 2-2 0,-3-1 7 15,1 1-5-15,3 0 4 0,11-5-6 0,-14 3 4 16,-1 2-1-16,2-2 2 0,-1 4 0 0,3-4 0 16,-2 1 1-16,0-1-10 0,12 1 7 0,-14 1-3 15,2 0 3-15,-1 1-6 0,16-2 4 16,-20 0 4-16,1 1-1 0,1-1-4 0,2 1 11 15,1 0-6-15,-4 0-3 0,4 0-5 0,0-2 8 16,-2 1-5-16,0 1 0 0,-2-2-2 0,3 4 6 16,-2-2-5-16,1 0 6 0,2-1-1 0,-5 2 2 0,3-1 0 15,-2 4 6-15,1-4-8 0,0 0 2 0,-1 0-2 16,2-1-4-16,0 3 8 0,-3-3-7 0,2 2 1 16,-1 0 5-16,3 1-2 0,-3-2 2 15,1 0-5-15,1 0 6 0,-6 0-8 0,6-2 5 16,-3 4 1-16,0-2 6 0,1 0-1 0,0 1-1 15,1 1 8-15,-2-2-5 0,0-2-1 0,1 4 6 16,-1-2 1-16,1-2-10 0,2 4 11 0,0-2-4 16,-2-3-5-16,2 4 3 0,-2-1-4 0,-1 2 11 15,3-2-2-15,2-2-6 0,-4 1 0 0,2 2-4 16,0-2 2-16,-2 1-2 0,6 0-7 0,-4 0 6 16,0 1-6-16,2-2 9 0,-4 2 1 0,2-2-7 15,2 1 6-15,-2 0-5 0,2-2 0 0,-2 2 1 16,0 0 0-16,0-1-3 0,-3-1 6 0,3 0 9 15,3 1-5-15,-5 1 13 0,-1-2-18 0,3 0 3 16,-2 1 3-16,1-2 5 0,3 0-13 0,-5 1 15 16,0 2-4-16,1-1-1 0,0 0-2 0,1-1 4 15,-1 0 1-15,2 0-7 0,-3 1 14 0,1 0-6 16,-1-3-4-16,0 3 5 0,1 1-7 0,-3-2 2 16,1 0-6-16,-3 1 0 0,-3 1 3 0,3-2-3 15,-7 2 2-15,1 0 1 0,4 2-1 0,-7-2 1 16,1 0 1-16,-1 0 9 0,-3 1 3 0,-3-1 1 15,0 0 0-15,0 1-1 0,-1-1 12 0,0 1 2 16,-1-1 1-16,-1 2-8 0,-11-2 0 0,16 0-1 16,-7 1-1-16,1 1 3 0,-10-2 9 0,12 1-3 15,-12-1 4-15,13 1-8 0,-13-1-1 0,0 0 1 16,0 0-1-16,0 0-3 0,12 0-2 0,-12 0-3 16,0 0 0-16,0 0-6 0,0 0 2 0,0 0-5 15,0 0 0-15,0 0-7 0,0 0-4 16,11-5-14-16,-11 5-22 0,0 0-32 0,0 0-45 15,0 0-48-15,0 0-46 0,-14-27-50 0,9 15-51 0,-5-2-44 16,5-4-62-16,-9-4-294 0,3-7-760 0,-2-2 337 16</inkml:trace>
  <inkml:trace contextRef="#ctx0" brushRef="#br0" timeOffset="7066.2">25906 12459 13 0,'6'-3'224'0,"-6"3"-15"0,0 0-10 0,10-5-1 16,-10 5-5-16,1-5-8 0,-1 5-7 0,0 0-13 0,0 0-16 15,0 0-12-15,0 0-15 0,0 0-13 0,0 0-11 16,0 0-8-16,0 0-11 0,0 0-7 0,0 0-9 16,0 0-5-16,0 0-9 0,0 0-4 15,13 7-7-15,-13-7 7 0,0 0-11 0,0 0 0 0,0 0-6 16,4 5-2-16,-4-5 0 0,0 0 9 0,0 0 6 15,0 0-2-15,0 0 1 0,16-5-2 16,-5 0-3-16,3-4-2 0,10-6-8 0,5-2-3 16,2-4-5-16,11-7-14 0,-2-6-17 0,4 5-20 0,0-3-36 15,2-1-36-15,-5 1-44 0,1-4-57 0,-3 0-229 16,-1-3-472-16,-2-1 209 0</inkml:trace>
  <inkml:trace contextRef="#ctx0" brushRef="#br0" timeOffset="7400.92">25780 11205 161 0,'0'0'188'16,"0"0"6"-16,0 0-2 0,0 0-16 0,0 0-18 0,0 0-9 16,0 0-16-16,-2-7-9 0,2 7-13 0,0 0-5 15,0 0-13-15,0 0-7 0,9-9-10 16,0 2-9-16,4-2-6 0,6-2-8 0,5-4-13 15,5-2-12-15,2 1-15 0,1-1-26 0,0-3-26 0,2-1-46 16,0 2-16-16,8-9-35 0,-15 8-171 0,0-4-330 16,0 2 146-16</inkml:trace>
  <inkml:trace contextRef="#ctx0" brushRef="#br0" timeOffset="8717.45">25950 9890 21 0,'21'-13'25'0,"-9"-1"-9"16,7-5-8-16,4 0-11 0,4-3-2 0,5-2-6 15,8-5-11-15,10-2 5 0</inkml:trace>
  <inkml:trace contextRef="#ctx0" brushRef="#br0" timeOffset="10785.59">26197 8087 152 0,'0'0'185'16,"0"0"-7"-16,-8 2-9 0,8-2 5 0,0 0-4 16,0 0-2-16,0 0 1 0,-7 4-6 0,7-4-5 15,0 0-9-15,0 0-5 0,0 0-3 0,0 0-11 16,0 0 4-16,0 0-7 0,0 0-3 0,0 0-5 16,0 0 0-16,0 0-5 0,0 0-8 0,0 0-3 15,0 0-1-15,0 0-8 0,0 0-6 0,17-19-9 16,0 9-10-16,14-8-8 0,13-13-6 0,14 2-7 15,23-18-17-15,4 4-6 0,1 3-34 0,-6-2-37 16,3 3-53-16,-26 13-57 0,28-17-76 0,-5 5-68 16,-25 12-201-16,26-10-543 0,-30 12 240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23T09:42:52.51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24051 6709 19 0,'-8'1'122'0,"8"-1"-16"15,-13-1-4-15,13 1-8 0,-11 0-9 0,11 0-8 16,-7 0-3-16,7 0-11 0,-9 1-3 0,9-1-19 16,0 0 13-16,0 0-6 0,0 0-11 0,-11 0-3 15,11 0-6-15,0 0 0 0,0 0-14 0,0 0 12 16,0 0-7-16,0 0 1 0,0 0-12 0,0 0 7 16,0 0-4-16,23 10 4 0,-10-7-5 0,8 2 1 15,8-1-4-15,3-1 4 0,4-1-4 0,2-1 2 16,3 2 1-16,10-2-5 0,2-2 3 0,-14 2 3 15,15-2-3-15,4-2 3 0,3 2 0 0,4-3 3 16,27-1-11-16,-27 4 5 0,0-4 8 0,27 4-11 16,-33-1-11-16,8 2 8 0,-6-1-1 0,3-1-2 15,0 0 0-15,2-1 1 0,-1 0-2 0,-2 1 9 16,1 1-7-16,1 0-1 0,0-1 3 0,-2 0 5 16,2 1-5-16,2-5-1 0,25 0-3 0,-29 4 0 0,2-1-1 15,-1 0-1-15,25 0-2 0,-23 1 1 16,-3-2 0-16,27-2-1 0,-32 5 0 0,4 1-2 15,4-3-15-15,-5 2 13 0,4 1-4 0,-2 0 1 0,-2-2 2 16,1 0-9-16,1 2-1 0,-2 2 3 0,-3-3-8 16,1 1 11-16,-4 3-7 0,-3-3 3 15,0 1 1-15,-1 2 3 0,-12-2-2 0,12 0 0 16,-15 3 3-16,5-4-7 0,-3 1 2 0,-2 1 2 0,2 0 1 16,-1-2 1-16,-4-2 8 0,-1 2-2 0,-1 0-13 15,-2 0 10-15,2 2-6 0,-11-2 2 0,3-2-2 16,4 2-4-16,-5 0-6 0,-2 0 0 0,-1-2-13 15,-5 2-12-15,0-1-60 0,0-1-121 0,-3 0 53 16</inkml:trace>
  <inkml:trace contextRef="#ctx0" brushRef="#br0" timeOffset="1416.01">10994 7560 26 0,'0'0'114'0,"-5"-5"-8"0,5 5-4 0,0 0-6 0,-5-5-6 15,5 5-8-15,0 0-7 0,0 0-1 0,0 0-10 16,-9-2-11-16,9 2-3 0,0 0-11 0,0 0-2 16,0 0-9-16,0 0-3 0,0 0-3 0,0 0-1 15,0 0-5-15,0 0 3 0,0 0-4 0,0 0-4 16,27 9 3-16,-13-6 2 0,3 0-1 0,4 4-3 16,10-3-3-16,1-1 5 0,5 3-8 0,1-4 4 15,2 3-6-15,12-3 3 0,2 2-1 0,0-1 4 16,0-2-6-16,8 2 2 0,-5-3-3 0,7 0 3 15,1 2-2-15,-1-2 4 0,2-2-4 0,1 2 5 16,-4 3-5-16,2-2 2 0,0 1-3 0,1-2 0 0,-4-2 3 16,-2 1-3-16,4 0 0 0,-3-1 1 15,-2 2 0-15,5 0 0 0,0 0 2 0,-2 0-6 16,-3 0 3-16,3-3 4 0,-1 6-5 0,-5-6 1 16,6 0-3-16,-1-1 3 0,-2 3-2 0,3-1 4 0,-3 0-2 15,4 1-3-15,-3-1 4 0,3 0 2 16,2 2-5-16,27 0 3 0,-33-2-2 0,4 3 0 15,27-5 4-15,-28 3-3 0,1 0-3 0,0-1 0 0,2 0 5 16,4 3-3-16,21-1-3 0,-26 0 7 0,-1-1-3 16,30-1-3-16,-31 0 2 0,3 1 3 0,27-3-4 15,-31 2 0-15,6 0 3 0,21-2-1 0,-26 3 0 16,1-2 5-16,2 3 1 0,28-3-1 0,-34 2-5 16,3-1 8-16,1-1-3 0,1 3 4 0,2 0-4 15,1 0 3-15,27-1 4 0,-32 1-4 0,1-3 0 16,-1 3 3-16,4-3-8 0,-1 3 1 0,25 0 4 15,-27-2-1-15,1 4 5 0,1 1-8 0,0-2 1 16,1 1-3-16,-1-1 1 0,-1 1-2 0,-2 2 2 16,1-2-3-16,-3 1 1 0,3-1-3 0,-6 0 2 15,7 1 5-15,-3-3-2 0,1 1 0 0,-2-1 0 16,0 0 3-16,0 3-2 0,-3-4 4 0,1-1 1 16,-2 2 4-16,-2-1-2 0,-4-2-5 0,-12 3 3 15,0-2 1-15,-2 1-1 0,-1 2-1 0,-3-3-2 16,-2 0 0-16,1 1-2 0,-2-1 1 0,-1 1-2 15,-5-2 2-15,-3 1-5 0,0-1 6 0,-1 2-1 16,0 1 1-16,-1-3-11 0,-6 3-3 0,-2-2-16 0,-1 0-19 16,-9 2-31-16,14 2-50 0,-9-4-156 0,-5 2-300 15,0 0 133-15</inkml:trace>
  <inkml:trace contextRef="#ctx0" brushRef="#br0" timeOffset="8105.15">20111 8733 28 0,'0'0'84'0,"-6"2"9"16,6-2 1-16,0 0-14 0,0 0-9 0,0 0-9 15,0 0-9-15,0 0 11 0,-9 0-18 0,9 0-1 0,0 0-10 16,0 0-3-16,0 0-3 0,0 0-1 16,0 0-8-16,0 0 1 0,0 0-5 0,0 0 2 15,0 0-11-15,0 0 6 0,0 0-1 0,0 0 2 0,25 6-1 16,-12-4-1-16,5 1-3 0,3 1 4 0,7-2-6 16,5 0 8-16,4 1-9 0,14-5-2 0,3 1 5 15,1 1 1-15,1 0-5 0,3 0 11 16,-1-2 0-16,3 2-7 0,0-2-3 0,-2-1 1 0,-4-2-10 15,2 2 7-15,-2 3 2 0,-3-1-6 0,1-2 1 16,-3 3 0-16,-9-3 8 0,10 0-5 0,-12 3-2 16,15-4 2-16,1 4-4 0,-1-3 5 0,-1 2 0 15,0-4 3-15,-2 2-5 0,2-3 2 0,-1 5-3 16,-13-4-1-16,15 1 2 0,0 0 6 0,-1 1-10 16,0-4 2-16,-3 4 1 0,-13 1 1 0,14-2-3 15,-13 1 9-15,0 1-9 0,1 0 2 0,-1-1-7 16,-1 2 14-16,-1-1-12 0,-2 1 4 0,2-1-5 15,-4 0 2-15,0 0 1 0,-1 0 4 0,-3 0-1 16,0 1 1-16,-2-1-2 0,1 4 3 0,-6-4-6 16,1 1 5-16,-4-2-2 0,0 3 4 0,1 0-2 15,-3-1 2-15,-3 0-9 0,0 1 8 0,-1 0-4 16,0 0 1-16,-1-2-5 0,-4 2 10 0,2 0-11 0,-9 0 0 16,14 0-5-16,-14 0-4 0,11 0-11 15,-11 0-16-15,0 0-25 0,12 0-24 0,-12 0-74 16,0 0-175-16,7 2 77 0</inkml:trace>
  <inkml:trace contextRef="#ctx0" brushRef="#br0" timeOffset="8852">25089 8632 52 0,'0'0'63'15,"-12"-1"-1"-15,12 1-6 0,0 0 3 0,-8-3-1 16,8 3 0-16,0 0 0 0,0 0-7 0,0 0-3 16,0 0-9-16,0 0 4 0,0 0-5 15,0 0-1-15,0 0 2 0,0 0-6 0,35 11 0 0,-8-5-1 16,5 0-10-16,19 4 3 0,6 0 2 0,4-2 0 15,33-1-3-15,-2 2-2 0,2-1-11 0,9-2 5 16,-8-2-5-16,3 0 0 0,-1 0 3 0,0 1-11 16,-8 4 4-16,-23-5 4 0,31 2-1 0,-5-2-1 15,0-2-6-15,0 1 8 0,-27 1-11 0,27-4 6 16,-27 5-6-16,25-3 13 0,-31 0-9 0,1-1 4 16,1-2-8-16,-3 1-2 0,3 1 2 0,-6-1 0 15,4 0 0-15,-3-1-1 0,-2 1-4 0,-14 0 8 16,10-4-4-16,-14 5 7 0,0-2-6 0,0 1 3 15,-5 1 2-15,0-1-7 0,-8-1 4 0,4-2 0 16,-4 2-1-16,-1 1 2 0,5-1 0 0,-7 2-1 0,1-2-1 16,-2 1 4-16,0 1-5 0,-2-1 3 15,-5 1-1-15,-3-1-1 0,2 3 3 0,-4-3 6 0,2 0-12 16,-1 1 8-16,-8-1-10 0,12-1 1 0,-12 1-3 16,9 0-2-16,-9 0-7 0,0 0-9 0,9-2-10 15,-9 2-12-15,0 0-15 0,0 0-23 0,0 0-69 16,0 0-166-16,0 0 73 0</inkml:trace>
  <inkml:trace contextRef="#ctx0" brushRef="#br0" timeOffset="11706.16">10563 9831 56 0,'0'0'70'0,"0"0"-5"0,17-2-1 16,-11 2 3-16,-6 0-9 0,13-1-1 0,-5 1-7 16,3-1 1-16,0 1 0 0,-4-1 2 0,5 0 3 15,1-2-11-15,2 3 6 0,2-3-4 0,3-1 4 0,2 0-8 16,6 0 1-16,1-2-10 0,3-1 2 16,3 3-10-16,0-2 11 0,-3 1-3 0,3-1-11 15,-2 0 1-15,0 3-7 0,3-3 5 0,-3 2-4 16,1-1 2-16,3 2-4 0,-2 2-1 0,1-2 4 0,3-2-12 15,0 3 6-15,14-2 4 0,-15 2-6 16,13-1-1-16,0 3-1 0,0-3-5 0,2 3 7 0,3-1-7 16,3 1 0-16,-2-3 0 0,2 3-1 15,-3 0 6-15,7-1-2 0,2 1-3 0,-4-1 1 0,-3-2-5 16,0 4 5-16,-4-3-6 0,-4 3-1 0,-10-1 6 16,-2 0-2-16,-2-1 3 0,-3 1-2 15,4-1-1-15,1 1 0 0,-2 0 2 0,2 0-1 0,-2-2 6 16,1 2-8-16,1-1 0 0,-1-1 3 0,1 2-5 15,-1-3-2-15,-1 2-2 0,-3-1 2 0,3 0 3 16,-4-1 4-16,-3 2-2 0,2 0-2 0,1 0-1 16,-5-1 0-16,2-1 0 0,-2 2 2 0,2 1-3 15,-2-1 1-15,2-1 3 0,0 0-5 0,0 1-2 16,-8-1 8-16,8 2-7 0,0-1 8 0,3-1 4 16,-1 0-5-16,1-1-1 0,-3 3-2 0,2-2-2 15,-2 0-2-15,3 2 6 0,-1-2 6 0,-1 1-9 16,-1-1 7-16,4 0-9 0,-1 1 6 0,-3-1-3 15,-2-1-2-15,3 1 1 0,-1 1 2 0,0-3-1 16,0 3-1-16,-3-2 0 0,-3 5 5 0,4-4-4 16,-4 1 0-16,4 0 5 0,-1 1-16 0,-5 0 10 15,8-2 14-15,-8 2-13 0,-2 0 2 0,10-2-1 16,-8 1-5-16,2 1 8 0,5-1-8 0,0-2-2 16,1-1 14-16,0 2 0 0,-2 0-6 0,-1 0-1 0,1-1 9 15,-4 1 4-15,5 0-4 0,-1 0-2 0,0 0-2 16,-8 1 1-16,10-2-5 0,-8 3-4 15,8-2 14-15,2 2-11 0,-3-1 0 0,-2-2 4 16,-3 5-4-16,0-4 10 0,5 1-8 0,0 1-8 16,-9 0 9-16,4 1 0 0,0-1-7 0,-1 0 4 15,-2 0 3-15,7 4 2 0,-4-2-9 0,-6 0 5 16,6-2-1-16,-2 1-4 0,1 0-1 0,-1 1 2 16,0-1 2-16,0 2 4 0,2-2 2 0,-1 0-5 0,-2 1 1 15,3 1-8-15,-3-1 1 0,-1 1 1 0,0 0 2 16,0 0 3-16,0-3-6 0,-3 2 5 0,4 0 0 15,-4-1-3-15,-1 1 2 0,2-2 4 0,2 3-13 16,-3-1 11-16,3-2-2 0,-1 3 7 0,-2-1-1 16,2 0-7-16,-5-1 4 0,6 1-4 0,-2-2 11 15,0 2 1-15,2-1 0 0,1 1 3 16,-1 0-3-16,0 1-6 0,2-2-1 0,-1 2 5 0,0-2-2 16,-1 1 3-16,1 0-2 0,-2-2-3 0,1 0 1 15,-1 1 3-15,2 0-5 0,1 2 1 0,-3-3-1 16,1 0 3-16,1 0-2 0,0 0-4 0,1 0 3 15,0 0-3-15,9 1-1 0,-8 0 5 0,8-1-1 16,-4-1 0-16,-4 0-6 0,6 2 2 0,-9-2-1 16,2-1-1-16,-1 0 1 0,0 2-7 0,-1-3 9 15,0 3 2-15,-1 0 4 0,1 0-8 0,-2 0 5 0,0-2 3 16,-4 1-2-16,5 1 0 0,-4-2 2 16,0 0-2-16,0 0 1 0,0 1 12 0,-1-2 4 15,-1 2-2-15,2 1-2 0,-3-1 0 0,3 0 0 16,-2 0-3-16,0-1 1 0,3 0-3 0,-1 2-8 0,0-1 10 15,2 0 1-15,3 0-6 0,-5 0 1 0,-2-1 1 16,1 1-2-16,-1-2-1 0,0 2 2 16,2 0 6-16,-2 0-1 0,0-2-3 0,1 2-9 15,-3 0 6-15,2 2-3 0,-1-2 8 0,1 1-3 0,-1 0 0 16,0-2-1-16,-1 1-1 0,1 1 1 0,0-1-2 16,-4-1-4-16,3 2-3 0,1-1 3 15,-2 1-3-15,-9 0 4 0,15-2-3 0,-7 2 3 16,-8 0-2-16,11 0-1 0,-3-2-2 0,-8 2 1 0,15 0 6 15,-5 0 0-15,-1-1-1 0,-1 0-1 0,-8 1 0 16,17-3-1-16,-10 3 2 0,-7 0-4 0,18 0 4 16,-8-1 2-16,-2 1-7 0,-8 0 1 15,14 0-1-15,-6 1-1 0,-1-1 5 0,4 0-7 0,-11 0 5 16,14 0 0-16,-8 0-3 0,-6 0 1 0,14 0 5 16,-5 0-5-16,-1 3-2 0,1-4 3 0,-2 2 1 15,5-2-2-15,-2 1-1 0,-1 0 0 0,4 0 8 16,-4-2-4-16,-1 4 2 0,-8-2 1 0,15 0-2 15,-15 0 4-15,11-2 0 0,-11 2 5 0,14 2-1 16,-7-4 2-16,0 1 0 0,-7 1 0 0,16-2-3 16,-6 1-1-16,0-1-2 0,2 0-1 0,-1 2-1 15,2-1-2-15,0 0 0 0,0 1 1 0,1-2-1 16,-3 2-5-16,1 0 3 0,-1 0 3 0,1 0-1 16,0 0-2-16,-1-2 4 0,0 1-6 0,1 1 5 15,-2-3-4-15,0 3 2 0,1-1-4 0,0-2 2 0,-2 3-1 16,0 0 2-16,-9 0-1 0,15 0 1 15,-8-1-3-15,3 1 3 0,-10 0 2 0,14-3-4 16,-7 3 3-16,2-1-3 0,-9 1 3 0,18-2-2 0,-8 0 0 16,1 2 0-16,-1-3-6 0,-1 1 8 15,1 2 2-15,-1-2-5 0,4 1-4 0,-3 1 3 16,0 0 3-16,2 1 0 0,-1-1-3 0,0-1 0 16,0-1 1-16,-3 2 2 0,4 0 1 0,1 0 1 0,4-1-2 15,-3 1-5-15,-1-2 4 0,1 1-1 0,4-2-4 16,-2 3 3-16,-3-2-2 0,2 1 5 0,-2 0-4 15,5-1 3-15,-5 1-1 0,-2 0 0 0,3-1 2 16,-1 0 1-16,1 1-3 0,-1-1-2 0,0 2 1 16,-2-1 0-16,0-2 0 0,0 2 1 0,0 0-2 15,0 1-2-15,0-1-2 0,-1 1 8 0,1 0-3 16,0 1 0-16,-1-1 0 0,-2-1-3 0,-8 1 2 16,17 0 0-16,-7 0-1 0,-1 0 2 0,-9 0 2 15,15-2-2-15,-8 2 2 0,-7 0-5 0,13-2 4 16,-6 2-1-16,-7 0-2 0,10-1-1 0,-10 1 3 15,12 0-2-15,-12 0 4 0,9-2-1 0,-9 2 0 16,7 0-1-16,-7 0-1 0,0 0 6 0,12 0-7 16,-12 0 4-16,0 0 2 0,10 0-1 0,-10 0-3 15,0 0 2-15,0 0-2 0,9-1 2 0,-9 1 1 16,0 0 0-16,0 0 3 0,0 0-1 0,0 0 0 16,10 0-1-16,-10 0 9 0,0 0-4 0,0 0-2 15,0 0 5-15,0 0-4 0,0 0 1 0,0 0 2 16,0 0-1-16,0 0 1 0,0 0-2 0,0 0-1 15,0 0-1-15,0 0 0 0,0 0 0 0,0 0-5 0,9 1 7 16,-9-1-3-16,0 0 1 0,0 0 2 16,0 0 1-16,0 0 2 0,0 0-2 0,0 0 3 15,0 0 2-15,0 0-2 0,0 0 1 0,8 0 0 0,-8 0 0 16,0 0 3-16,0 0-4 0,0 0-3 0,0 0 2 16,0 0-3-16,0 0 1 0,0 0-5 0,0 0 3 15,0 0-4-15,0 0 3 0,0 0-4 16,0 0 1-16,0 0 0 0,0 0 0 0,0 0-2 0,0 0-2 15,0 0 3-15,0 0-1 0,6 3-4 0,-6-3 3 16,0 0 1-16,0 0-1 0,0 0 1 0,0 0-2 16,0 0 1-16,0 0 1 0,0 0-7 0,0 0-7 15,0 0-4-15,0 0-8 0,0 0-11 0,0 0-14 16,0 0-18-16,0 0-23 0,0 0-35 0,0 0-26 16,0 0-38-16,0 0-176 0,0 0-396 0,0 0 175 15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23T09:43:29.56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15816 11853 70 0,'0'0'78'0,"-8"-4"-4"16,8 4-9-16,-6-4 2 0,6 4-4 0,-5-4 1 0,5 4 9 15,-8-6-19-15,8 6 1 0,-6-5-12 0,6 5-6 16,-8-6-4-16,8 6 1 0,-8-3 1 0,8 3-1 15,-8-4-11-15,8 4 4 0,-7-4-4 0,7 4-4 16,-9-5-9-16,9 5 7 0,-6-4-4 0,6 4 2 16,-7-4 6-16,7 4-3 0,-5-4 5 0,5 4 4 15,0 0 3-15,-8-5-6 0,8 5-7 0,0 0 3 16,0 0-5-16,0 0-1 0,0 0-4 0,0 0 7 16,0 0 1-16,0 0-3 0,0 0-4 0,-7-2 0 15,7 2-5-15,0 0-3 0,0 0 0 0,0 0 9 16,0 0-5-16,0 0-8 0,0 0-1 0,0 0 5 15,20 8 5-15,-12-5-4 0,0 1-2 0,-2-1 2 16,4-2 0-16,0 3 4 0,3-1-7 0,-1 0 2 16,2 0 1-16,4 2 0 0,2-5-1 0,-1 4 4 15,8-2-2-15,1 1 1 0,0-2-4 0,2-1 7 0,0 3-1 16,2-2-4-16,0 0 2 0,-1 3 1 16,2-3 0-16,-1 2 0 0,3-3-4 0,0 2 3 15,1 2-4-15,1-1 1 0,0-1 8 0,0 0-2 16,3-1-2-16,-1 1 4 0,12 1-4 0,-13-2 7 0,0 2 3 15,2 0-6-15,12-1 5 0,-2-1-1 0,-12-1 1 16,14 0 8-16,-12 3-4 0,12-6 6 16,1 3-3-16,-13-1-2 0,13 1 2 0,4-2-8 15,-1-1 3-15,1-1 4 0,1 1 1 0,-1 3-3 0,-3-2 1 16,2-1-2-16,-3 1-4 0,4-1 0 16,2-2-1-16,-3 3 2 0,3-3 2 0,0 1-2 15,0-3 1-15,-1 4-1 0,4 0 2 0,-1 0-6 0,2 1 5 16,-1-2-1-16,0-1-2 0,0 4 0 0,1 2 1 15,-4-5-4-15,1 3 0 0,1 1 1 0,0 0 2 16,-1 0 6-16,2 0-1 0,-1-2-4 16,-1 1 2-16,2 2-1 0,1-1-1 0,-1 2-2 0,2-4 0 15,-3 1-2-15,-1 1 0 0,1-1 2 0,2 2 0 16,0-1-2-16,-3 1 2 0,1-1 3 0,0 2-3 16,-1-2 2-16,-2 0-1 0,-2 0 1 0,2 0-3 15,1 1 1-15,1-1 3 0,0-1-2 0,-1 1-1 16,1-2-2-16,0 2 4 0,2 2 6 0,0-6 1 15,-1-1 0-15,2 2-1 0,-1 3-3 0,1-5-1 16,-2 2 0-16,2 1-3 0,-2-2-3 0,1 1 8 16,-2 1-10-16,3 1-1 0,-1-3 6 0,-1-2 1 15,2 3-4-15,-1-1-3 0,0-1-2 0,0-1 2 16,1 2 2-16,0 0-2 0,-2 0-1 0,0-1-2 0,1-2 1 16,-5 1 0-16,6 3 5 0,-6-2-5 15,3-3 1-15,-4 4 3 0,2 1-2 0,-4-1 1 16,-2 1-4-16,0 1 0 0,0-1 3 0,-1-1 0 15,-11 2-1-15,-2 1 2 0,14-1-4 0,-15 2 0 0,1-1 7 16,-2 0-6-16,1-1 0 0,-2 1 2 0,0 0 1 16,-4 1 2-16,3-2-7 0,-4 0 6 15,1 0 0-15,-9 2-3 0,-1 0 1 0,-1-2 7 16,0 1 0-16,2 1 2 0,-3 0 1 0,-1-2 3 0,-5 1 3 16,2-1-1-16,-3 2-5 0,-1-2 5 0,-2 2-2 15,-1 0-4-15,-1-1 2 0,-7 1 0 0,12 1-3 16,-12-1 3-16,7-2-5 0,-7 2 0 0,0 0-3 15,12-3-3-15,-12 3-1 0,0 0 0 0,6-2-3 16,-6 2-7-16,0 0-12 0,0 0-24 0,0 0-28 16,0 0-41-16,0 0-41 0,0 0-45 0,9-1-45 15,-9 1-189-15,0 0-463 0,0 0 205 0</inkml:trace>
  <inkml:trace contextRef="#ctx0" brushRef="#br0" timeOffset="745.63">24507 11794 64 0,'0'0'130'0,"0"0"-11"0,0 0-12 0,0 0-4 15,0 0-13-15,0 0-1 0,0 0-9 0,0 0-2 0,0 0-12 16,-11 11-4-16,11-11-10 0,0 0 0 0,0 0-10 16,0 0-4-16,0 0 0 0,0 0-1 15,0 0-6-15,0 0 10 0,0 0-4 0,0 0 4 0,0 0-2 16,0 0-1-16,9 8 0 0,-5-4-2 0,6-2 4 15,0 0-5-15,4-1-6 0,3 3-1 0,3-3-1 16,8 1 3-16,2-1-1 0,2 0-1 0,1 0-3 16,3 2 3-16,4-2 0 0,9 3-6 0,6-1-2 15,-1-3-3-15,-3 3-1 0,3-1 2 0,-2-1-1 16,3 3 0-16,-1-4-1 0,2 3-1 0,5 0 1 16,-4-2 2-16,-1 2 0 0,2-1-3 0,0 0 1 15,3 0-1-15,-3 2-1 0,2-2 0 0,1 4 4 16,0-3 1-16,0-1 1 0,1 2 1 0,1 0 1 15,-2-1-3-15,36 1 3 0,-32-2 0 0,25 0-2 16,-25 1 0-16,27-4 0 0,-27 5-1 0,30 0-3 16,-30 1-1-16,27-3-1 0,-27 2-2 0,25 0-1 15,-1-2 4-15,-24 2-2 0,26-3-1 0,-26 1-1 16,27-2-5-16,-27 2-5 0,25-2 0 0,-25 3 0 16,26-2 4-16,-30 1 1 0,3 4 5 0,28-4 3 15,-28 1 0-15,2 2 3 0,1-4-1 0,25 3-4 16,-30 0 0-16,2-1 1 0,1 0-3 0,1-3-1 15,0 3-3-15,24-1 3 0,-29 1-2 0,-2-1 1 16,1-4-1-16,-1 3 1 0,2-1-4 0,-5 0-2 0,-1-1 1 16,1 0 0-16,-3 2-1 0,-15-1 2 0,1-1-1 15,0-1 1-15,-5 1 0 0,-2 2 2 16,-1-2 2-16,-3 0 6 0,-8 1-4 0,-3-1 11 16,1-1-8-16,0 0 4 0,-3 1-6 0,-6 1 0 0,3-3 2 15,-1 3-2-15,-3 0-2 0,-8 0-1 0,12-1-2 16,-12 1-1-16,7 0-6 0,-7 0 4 0,0 0-9 15,10-2-7-15,-10 2-16 0,0 0-18 0,0 0-33 16,0 0-49-16,4-5-37 0,-4 5-40 0,0 0-167 16,-23-3-402-16,10-1 178 0</inkml:trace>
  <inkml:trace contextRef="#ctx0" brushRef="#br0" timeOffset="1873.96">9130 12818 66 0,'0'0'131'0,"0"0"-5"16,0 0-16-16,0 0-14 0,0 0-16 0,0 0-8 15,0 0-3-15,0 0-9 0,0 0-3 0,0 0-3 16,14-4-4-16,-14 4-4 0,16 4-10 0,0-2-4 16,-4-2-2-16,9 2-3 0,-2-1-4 0,0 2 0 15,9-3 5-15,2 2-4 0,-1 0-5 0,2-2 11 16,3 0 3-16,2 0 2 0,2 0-1 0,1 0-5 16,13 0-5-16,-12 0 7 0,-1 0-6 0,14 0-2 15,-14 0-2-15,14 2-1 0,-3-2 1 0,1 4 1 16,0-4 1-16,1 1 8 0,3 2 3 0,1-2 2 15,-1 2-3-15,4-1 0 0,0 2 0 0,1 3-2 16,1-3 6-16,1 3 2 0,-2-2-1 0,1 0 2 16,-2-2-2-16,2-1-2 0,1 5-2 0,3-2-2 0,-3-1 0 15,0 1-1-15,3 2 3 0,0-4-4 0,-1 1 4 16,2 1-2-16,25-4-4 0,-32 2-2 16,0 0 2-16,2 0 1 0,1 3-4 0,-1-6 3 15,0 0 9-15,2 0-4 0,1 0 2 0,-1-3 1 0,-2 0 6 16,-4 0-3-16,3-1 3 0,-4 2 0 15,-1-3 0-15,-14 2 1 0,-1-1-2 0,-2 3 0 0,-1-6-1 16,-1 3 1-16,-9 1-2 0,1 0-2 16,-7 3-1-16,-5-3-3 0,-1 2 0 0,-4 0 0 0,-1-1 1 15,-4 1 5-15,-6 1 1 0,12-1 5 0,-12 1 4 16,9-2 4-16,-9 2 0 0,0 0-1 0,11-1-6 16,-11 1 2-16,0 0-8 0,0 0-6 15,9-1-7-15,-9 1 2 0,0 0-8 0,0 0-2 0,0 0-4 16,0 0-7-16,0 0-4 0,9-1-12 0,-9 1-12 15,0 0-19-15,0 0-24 0,0 0-28 0,0 0-30 16,0 0-36-16,0 0-30 0,0 0-18 0,5 7-15 16,-5-7-30-16,7 7-179 0,-1-7-465 0,0 4 206 15</inkml:trace>
  <inkml:trace contextRef="#ctx0" brushRef="#br0" timeOffset="2641.02">14564 12895 92 0,'0'0'184'0,"0"0"-13"16,0 0-7-16,0 0-9 0,0 0-15 0,0 0-8 15,0 0-16-15,0 0-11 0,0 0-8 0,0 0-12 16,0 0-9-16,0 0-6 0,0 0-10 0,0 0-2 16,2 8-6-16,-2-8-4 0,0 0-2 0,13 2-1 15,-5-2-2-15,0 0-3 0,3 0-7 0,6 2 2 16,0-1-2-16,3-2-2 0,3 2 2 0,6-4-2 15,2 2 0-15,3-2-2 0,2 0-3 0,2 0-5 16,12 0 2-16,5-2 0 0,-3 1-3 0,2 0 1 16,3 0 2-16,1 4-4 0,-1-4 1 0,3-3-1 15,0 6 3-15,4-6 3 0,-2 4 0 0,28-3 5 16,-31 2-4-16,1-2-2 0,5 3 3 0,-1 1 0 0,31-4-1 16,-30 3 1-16,24-2-5 0,-23 0 1 15,26 0-1-15,1-2-4 0,-4 1 0 0,-23 2 2 16,28 0-4-16,-29 2-4 0,26-4 1 0,1-1 4 0,0 4-4 15,-2-1-1-15,-25 1-2 0,29 1 2 0,1-2-5 16,-4 2 2-16,-26-1-1 0,31 3-1 0,-4-3-2 16,-27 1 3-16,33-1 3 0,-8 0-5 0,3 0-1 15,-27 2 0-15,33-3-1 0,-8 1-1 0,-27 1 6 16,29 0-3-16,-28 0-1 0,28-3-3 0,-3 2 6 16,-29 2 3-16,3-2-4 0,29 1 1 0,-27 1 2 15,23-3 4-15,-25 4 4 0,0-3 1 0,1 0-1 16,28 0 5-16,-31-2-4 0,0 1 2 0,3-1 1 15,-6 1-2-15,1-1 6 0,0 1 1 0,-2-2 0 16,-1 2 5-16,-3 0-7 0,-16 2 9 16,2 0-1-16,-2-2 3 0,-2 1 4 0,-1 1 4 0,-2 0 6 15,-1 0-9-15,-2 0 19 0,-7 0-14 0,-3 0 1 16,-1 1 6-16,-1-1-1 0,0 1-2 0,-2 0 9 16,-4-1-19-16,-1 1-4 0,-1-1-3 0,1-1-4 15,-4 3-5-15,-7 0 3 0,13-1-4 0,-6 0 0 16,-7 1-7-16,9-2 1 0,-9 2 2 0,8-1-9 15,-8 1 7-15,0 0-7 0,0 0-1 0,11-2-4 16,-11 2 2-16,0 0-17 0,0 0-9 0,9 0-16 16,-9 0-20-16,0 0-25 0,0 0-31 0,0 0-33 15,0 0-42-15,0 0-38 0,0 0-31 0,0 0-32 0,0 0-209 16,-30 7-538-16,30-7 238 0</inkml:trace>
  <inkml:trace contextRef="#ctx0" brushRef="#br0" timeOffset="3424.7">21477 12726 91 0,'-19'0'126'0,"-3"-2"-10"0,2 2 4 16,2 1-8-16,0-1-6 0,4 0-11 0,0 0-1 15,1 0-6-15,-2 1 0 0,3 0-6 0,2 1-4 16,3-1-2-16,7-1-3 0,-16 1-7 0,16-1-1 16,-10 0-4-16,10 0-10 0,-9 3-1 0,9-3-3 15,0 0-1-15,-6 3-1 0,6-3 7 0,0 0 1 16,0 0 5-16,0 0-7 0,0 0 0 0,12 13-7 15,-4-8-3-15,1-1-6 0,3 0 2 0,2 0 2 16,5 1 2-16,0 0 3 0,10 0 4 0,0 0-4 16,5-1 4-16,-1 0-10 0,4 1 2 0,16-1-5 15,-15 0 0-15,18 1-7 0,2 0 0 0,-3-2-3 16,7 1 0-16,1-1-1 0,3 2-5 0,1-1 6 16,26-4-2-16,-26 2-5 0,30 2 0 0,-3-2-5 15,-3 0 1-15,-3 0-4 0,-21-2 2 0,30 2-1 16,0 1 3-16,1-4-6 0,2-1 5 0,1 2-4 0,1-1 0 15,1 4-3-15,4-3 1 0,-5 0 3 0,3-3 5 16,4 4-1-16,2 1 4 0,-1-2-2 16,3 1 7-16,-4 1-2 0,-2-4 5 0,0 2-2 15,-2-1 9-15,0 3-2 0,3 1 1 0,-5-2 1 0,-3-3 4 16,-2 4 8-16,1-3-8 0,-9 4 2 16,2-2 1-16,-27 0 5 0,26 0 8 0,-26-1-8 15,2-1 1-15,22-1 6 0,-26 4 3 0,0-2-5 0,-4 0-1 16,-1-2 3-16,-1 0-3 0,-4 1-3 0,-1-2-2 15,-16 2 26-15,1 0-19 0,0-2-7 0,-11 0 5 16,1 2 2-16,-4-1 2 0,-12 1-6 0,7-1-2 16,-5 1 4-16,-3 0 1 0,-3-1-16 0,-7 2 0 15,11 0 5-15,-11 0-2 0,11-1-7 0,-11 1-1 16,7-3-13-16,-7 3-12 0,0 0-21 0,2-8-43 16,-2 8-45-16,0 0-61 0,-18-14-75 0,7 7-92 15,-18-2-311-15,-3-1-697 0,-4 1 309 0</inkml:trace>
  <inkml:trace contextRef="#ctx0" brushRef="#br0" timeOffset="7122.37">11719 13250 2 0,'0'0'10'0,"0"0"-2"0,0 0-3 15,0 0 1-15,0 0 4 0,0 0 3 0,0 0-1 16,0 0-8-16,0 0-3 0,0 0 4 0,0 0 2 16,0 0-3-16,0 0 1 0,0 0-2 0,0 0-3 15,0 0 9-15,0 0-9 0,0 0-2 0,0 0 2 16,0 0 7-16,0 0-10 0,0 0 4 0,0 0 0 16,0 0 1-16,0 0-3 0,0 0-4 0,0 0 5 15,0 0-7-15,0 0 0 0,0 0 5 0,0 0-2 16,0 0 0-16,0 0 2 0,0 0-2 0,0 0 2 15,0 0-10-15,0 0 9 0,0 0-1 0,0 0-6 16,0 0 10-16,0 0-4 0,0 0 3 0,0 0-6 16,0 0 9-16,0 0-8 0,0 0 7 0,0 0-6 15,0 0-6-15,0 0 4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23T09:44:18.10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5708 10326 14 0,'-9'-3'74'15,"3"2"-10"-15,6 1-3 0,-9-7 2 0,9 7-10 0,-11-1-9 16,11 1 2-16,-12-4-7 0,12 4-2 16,-13 0-1-16,13 0-7 0,-13 0-4 0,13 0 1 15,-11 2 0-15,3-1-5 0,1 1 0 0,-1 3 0 16,-1 1-16-16,-1-1 12 0,0 1-5 0,-1 3 1 16,-3 0 1-16,3 3-1 0,-3-2 0 0,2 2-4 15,-3 2 2-15,2-3 1 0,-1 3-1 0,1 0 0 16,0 2-1-16,2-1-4 0,-2 0 6 0,2 1 5 15,-3 6 0-15,3-3 4 0,-4 4-13 0,5 0 7 16,0 1-2-16,0 0 18 0,0 2-1 0,4-2-2 0,1-4 1 16,1-1-4-16,0 7-5 0,3-8 0 0,1 2-1 15,1-2-13-15,2 2 12 0,2 0-7 0,0 4 3 16,-1-5 1-16,2-2 0 0,1 2 2 16,0 0-7-16,2 4-3 0,0 0 4 0,4 0-2 0,-1-1 9 15,-1 1 2-15,4-2-11 0,0 1 17 0,1-3-8 16,-2-3-5-16,0-2-5 0,8 4 7 0,1-1-8 15,0 1 11-15,1-3-8 0,2 2-2 0,1-3 3 16,1-2-4-16,1 2-1 0,2-1 0 16,2-1 4-16,-1 1 5 0,1-5-13 0,2 3 5 0,-2-2-1 15,3-1 2-15,-2-3-5 0,3-1 0 0,-1 2 2 16,4-5 4-16,-2 2 1 0,0-2-7 0,1 1-1 16,0-2 5-16,0 0-5 0,-1 0 6 15,0-3-2-15,1-2-1 0,-5-3-2 0,3-2 8 0,-2 0-7 16,1-3 6-16,1-2 6 0,7-6 5 0,-12 3-1 15,11-8 2-15,-14 6-2 0,2-2 4 0,6-9-1 16,0-2-2-16,-14 9-1 0,2-4 13 0,-1 2 8 16,-3-4 2-16,-1 1-1 0,1-2-4 0,-3 2 2 15,-4-4-3-15,-3 1-2 0,6-13 8 0,-8 13-4 16,0-1-6-16,-4-3-2 0,-4-11-4 0,-1 12 4 16,-4-11 0-16,-5-1-6 0,-3-1-2 0,-5-2 0 15,-1-1-4-15,-4 1-3 0,-2 6-1 0,-1-2-4 16,-1 2-2-16,-10 1-1 0,8 4-4 0,-11 1-2 15,-1 2-2-15,-2 4 1 0,-6 6 3 0,2 4-7 16,-2 5-3-16,-6 4-3 0,-2 6 2 0,-7 9-4 16,-27 12-3-16,1 10-7 0,-3 13 0 0,0 13-8 15,-2 8-7-15,4 7-6 0,2 8-16 0,0 1-21 16,5 1-8-16,2 2-11 0,7 1-15 0,3 4-5 16,7 0-18-16,6-1-12 0,10-4-101 0,4 1-268 15,16-28 118-15</inkml:trace>
  <inkml:trace contextRef="#ctx0" brushRef="#br0" timeOffset="1559.65">19182 15773 49 0,'0'0'208'0,"-4"-7"-9"0,4 7-3 0,-1-8-8 16,1 8-12-16,-3-6-9 0,3 6-16 0,0 0-16 15,0 0-15-15,-2-7-11 0,2 7-13 0,0 0-12 0,0 0-11 16,0 0-9-16,0 0-8 0,0 0-10 0,0 0 1 15,0 0-5-15,0 0-4 0,-4 21-7 0,4-6 0 16,-1 6-2-16,2 2-5 0,-3-3 2 16,0 8-4-16,0-3-8 0,0-5 3 0,1 7-1 15,-2-7-3-15,2-2-3 0,0 7-2 0,-2-11-1 16,1 5 1-16,0-3-2 0,1-4 4 0,0 0-6 0,1 1 0 16,1-5-1-16,-2-1 1 0,1-7-1 0,-1 10 1 15,1-10 0-15,0 0 3 0,0 11-5 16,0-11 5-16,-4 6 0 0,4-6 9 0,0 0 8 15,0 0 12-15,0 0 0 0,0 0 3 0,0 0-12 16,0 0-4-16,0 0-2 0,7-37-3 0,-3 18 0 16,1-8 5-16,1 0-7 0,-1-4-4 0,4 1-6 0,0-1 0 15,0-3-4-15,2 3 1 0,-1-4-3 0,-1 3 0 16,4-13-3-16,-4 14 5 0,1-1-4 16,0 2 3-16,-1 2-2 0,2 5 12 0,-5 4-14 15,0 5 2-15,-2 4 0 0,-1 0 1 0,-1 2 2 16,1 1-9-16,-1 2 1 0,-2 5 0 0,4-6-1 15,-4 6 0-15,0 0 1 0,13 1-1 0,-13-1 1 16,12 8 4-16,-5 2-5 0,5 6 7 0,0 6 0 0,0 2-3 16,2 1 2-16,0 1 3 0,-1 1-3 15,0 0 3-15,-1 0-1 0,-1-3-2 0,-1 3 0 16,1-3 0-16,-3-1 1 0,-3-3 1 0,2-2-4 16,0 5 5-16,-2-7-2 0,3 1-2 0,-4-5 0 15,1 0 1-15,-1 2 3 0,-2-4-4 0,1 0 4 16,1-1-4-16,-2 0-9 0,1 0-17 0,-3-9-15 15,2 14-32-15,-2-14-16 0,4 10-28 0,-4-10-25 16,3 6-18-16,-3-6-27 0,0 0-139 0,0 0-355 16,0 0 157-16</inkml:trace>
  <inkml:trace contextRef="#ctx0" brushRef="#br0" timeOffset="1754.64">19236 15939 78 0,'0'0'150'0,"0"0"-15"16,0 0-14-16,0 0-9 0,0 0-20 0,0 0-3 16,10-12-6-16,2 7-11 0,7-1-10 0,1-1-1 15,9-4-13-15,2-1-15 0,0 1-29 0,1-3-14 16,2 4-35-16,-1-3-24 0,2 1-17 0,-4-1-69 16,-1 2-169-16,0-1 75 0</inkml:trace>
  <inkml:trace contextRef="#ctx0" brushRef="#br0" timeOffset="1970.93">19806 15643 37 0,'-3'-8'155'0,"3"8"-4"15,-2-6-1-15,2 6-5 0,0 0-8 0,0 0-19 16,-2-9-14-16,2 9-9 0,0 0-15 16,0 0-2-16,0 0-11 0,0 0-4 0,0 0-2 15,4 28-5-15,-3-14-6 0,1 3-7 0,-1 2 3 16,2 0-4-16,0 5-3 0,-1-5-6 0,3 5-4 15,-1-5-1-15,-2-1 0 0,1-1-6 0,-1-1 1 16,0 0-6-16,-1-1-1 0,0-2-7 0,2-2-22 16,-3 1-19-16,1 1-41 0,-1-4-34 0,0 1-33 15,0-4-120-15,0 2-281 0,0-8 125 0</inkml:trace>
  <inkml:trace contextRef="#ctx0" brushRef="#br0" timeOffset="2351.86">19815 15723 80 0,'0'-11'149'0,"0"11"-12"0,-2-7-22 15,2 7-4-15,0 0-16 0,0 0 1 0,0 0-20 16,12-1-3-16,-12 1-4 0,0 0-3 0,17 12-12 16,-9-5 0-16,3-1-13 0,-2 2-2 0,2-2-7 15,4 1 6-15,-4-3-10 0,1 2 3 16,0 0 1-16,1-3-9 0,-2-2-1 0,2 1 2 15,-2-2-5-15,0-1-2 0,0-3 0 0,1 0 1 16,-2 0 0-16,-1-1-2 0,1-1-2 0,-2-2 4 0,0 2 7 16,0-3 5-16,-1-1 0 0,-2-1 8 0,0 1 3 15,-1 1 3-15,-1-3-1 0,-1 1-2 0,2 0-1 16,-2-1-1-16,0 0 3 0,-1 1 3 0,0 4 7 16,-1 0 6-16,0 7-3 0,1-11 2 0,-1 11-13 15,0 0-6-15,0-11-5 0,0 11-9 16,0 0-2-16,0 0 2 0,0 0 6 0,0 0 2 0,0 0 0 15,11 31 1-15,-7-15-1 0,1 8-2 0,1 1-1 16,-2 1 1-16,-3 0-6 0,2-6-2 0,-1 5-1 16,2 1-2-16,1-1 1 0,2 1-8 0,-1-3-20 15,2 2-44-15,-2-1-67 0,2-7-75 16,1 7-220-16,2-7-448 0,1-4 199 0</inkml:trace>
  <inkml:trace contextRef="#ctx0" brushRef="#br0" timeOffset="2749.5">21420 15334 53 0,'-9'0'214'0,"9"0"-3"16,-13 3-17-16,13-3-16 0,-10-3-21 0,10 3-13 0,0 0-16 15,0 0-13-15,0 0-8 0,0 0-6 0,0 0-6 16,0 0-11-16,32-13-8 0,-13 7-9 16,9-1-2-16,2-1-27 0,0-2-3 0,3 1-3 15,-3 1-1-15,0 1-10 0,-3-2-7 0,-6 2-14 16,-3 4-21-16,-6-1-29 0,0 1-36 0,-2 0-36 0,-1 1-29 16,-3 1-138-16,-6 1-312 0,0 0 139 0</inkml:trace>
  <inkml:trace contextRef="#ctx0" brushRef="#br0" timeOffset="2981.99">21463 15343 95 0,'0'0'168'0,"-9"1"-13"0,9-1-9 0,-7 6 2 16,4 0-2-16,1 1 2 0,-1 3 8 0,-1 8-3 15,4 9-5-15,-2-1-1 0,0 5 2 0,2 5-8 16,0-2-8-16,2 1-7 0,-1-2-10 0,-1 2-8 15,-1-4-12-15,1 1-6 0,2-2-9 0,-1-1-3 16,2-4-13-16,-3-1-7 0,1-3-4 0,2-5-6 16,-2 0-8-16,3 0-19 0,-3-6-26 0,2 0-37 15,-2 0-46-15,-1-2-47 0,1-2-39 0,-1-6-31 16,2 8-20-16,-2-8-132 0,0 0-387 0,0 0 171 16</inkml:trace>
  <inkml:trace contextRef="#ctx0" brushRef="#br0" timeOffset="3125.52">21528 15651 56 0,'18'-4'87'0,"-1"-3"-22"0,2 1 0 0,-2 2-8 16,4-1-21-16,1-2-28 0,-4 2-30 0,1-1-37 15,-2-2-64-15,0 1 29 0</inkml:trace>
  <inkml:trace contextRef="#ctx0" brushRef="#br0" timeOffset="3333.58">21899 15391 25 0,'0'-11'219'0,"0"11"-6"16,0 0-10-16,3-10-16 0,-3 10-21 0,0 0-18 16,0 0-15-16,0 0-14 0,0 0-14 0,0 0 21 15,0 0-7-15,9 20-5 0,-6-5-13 0,1 2-4 16,-3 4-13-16,-1-1-5 0,6 5-9 0,-3-1 4 15,0 0-19-15,0-3-5 0,-1 2-3 0,3 2-2 16,-1-8-12-16,-1 2-13 0,-2-1-31 16,1-4-30-16,-2-1-50 0,-1-1-45 0,6-2-40 15,-3 2-188-15,-2-12-392 0,1 14 174 0</inkml:trace>
  <inkml:trace contextRef="#ctx0" brushRef="#br0" timeOffset="3716.35">21918 15424 42 0,'-1'-11'169'0,"1"11"-20"0,0 0-10 15,0 0 7-15,0 0-3 0,0 0-8 0,0 0-14 0,0 0-9 16,28 15-10-16,-20-8-6 0,1 1-7 0,0-2-4 16,1 3-9-16,-1-3-11 0,-1 0-1 0,2-3-5 15,1 3-8-15,-2-4 3 0,3 0 5 0,-2 1 1 16,0-3 0-16,3-1-2 0,-4-3-3 15,1-1-1-15,0-3-1 0,-1 4-4 0,0-6-6 16,1 0 1-16,-2 1-8 0,-3-4 2 0,4 0-3 0,-4 2-6 16,4-2 5-16,-4-2-1 0,0 4-1 15,-1 2 2-15,-2-2-1 0,1 2 1 0,-3 9-1 16,3-12-1-16,-3 12-8 0,4-9-3 0,-4 9-6 16,0 0-5-16,6-4 2 0,-6 4-3 0,0 0 8 15,8 20 3-15,-4-10 0 0,0 8 9 0,-2 8 0 0,6-1 4 16,-3 1-4-16,-1 2 4 0,-1 0-2 0,3-1-4 15,-2 0-6-15,-1 0-1 0,4-2-6 16,-2-5 3-16,2 3-3 0,-1-4-8 0,-1 0-28 0,1-1-46 16,-2-1-63-16,0-4-75 0,0 3-271 15,-2-6-516-15,-1 0 228 0</inkml:trace>
  <inkml:trace contextRef="#ctx0" brushRef="#br0" timeOffset="4003.44">21785 16095 20 0,'0'0'224'0,"-1"7"0"0,1-7 5 15,0 0-14-15,0 0-17 0,26-3-11 0,-7-3-20 16,9-4-14-16,18-9-20 0,4-5-14 0,0-1-25 16,2-1-40-16,3-7-70 0,1 2-92 0,-5 1-208 15,-2-5-342-15,1 4 151 0</inkml:trace>
  <inkml:trace contextRef="#ctx0" brushRef="#br0" timeOffset="4161.09">22725 15499 256 0,'0'0'326'0,"0"0"0"0,0 0 7 16,0 0-12-16,0 0-22 0,0 0-33 0,0 0-28 15,0 0-28-15,0 0-35 0,0 0-41 0,-2-13-65 16,2 13-74-16,7-10-91 0,1 1-117 0,-1-3-228 15,5-3-476-15,4-4 212 0</inkml:trace>
  <inkml:trace contextRef="#ctx0" brushRef="#br0" timeOffset="5799.9">22090 16063 41 0,'0'0'151'0,"0"0"-20"0,0 0-14 0,0 0-11 15,0 0 7-15,0 0-4 0,0 0-8 0,0 0-1 16,-30 3-2-16,22-3-10 0,1 0-5 0,7 0-9 15,-21 1 3-15,7-1-5 0,2 2-7 0,-5-1-5 16,-2 1-5-16,1-1-2 0,-3-2-10 0,-7 4 9 16,7-2-6-16,-7-2 2 0,-3 1 6 0,-4 0-5 15,1-3 0-15,-6 0 5 0,-11 0 3 0,1 1-7 16,12 1-5-16,-12-5-1 0,15 2 0 0,-2 2-8 16,4-2 0-16,-1 1 1 0,3-2 1 0,2-1-3 15,1-3 2-15,1 0 0 0,7 3 1 0,0-1-3 16,0-3 1-16,-2-3-10 0,-1-4 2 0,1-1-6 15,2-2 1-15,1-1-6 0,-1-3 2 0,1-2-4 16,6-5 1-16,1-2-3 0,-5-13-4 0,5-3-3 16,3-4 5-16,7 2-7 0,-1-3 1 0,3 3-5 15,3-4 3-15,1 5 0 0,2-1 1 0,1 3-3 16,5 4 2-16,1 0-3 0,5-1-1 0,5 2-3 16,4-2 3-16,1 0 0 0,4-1 0 0,4 3-1 15,1-1 1-15,2 3 7 0,1 4-9 0,2 0 0 16,6 4 3-16,0 3-2 0,5-1-1 0,1 2-1 15,3 3 3-15,1 6-2 0,0 2 3 0,1 0-4 16,3 6 4-16,-3-1-1 0,-3 7 0 0,5 2 0 16,-4 3-2-16,0 5 0 0,-2 0 2 0,0 5-2 15,-6 5 6-15,2 4-10 0,-15-4 1 0,11 12 1 16,-6 3 0-16,-3 4-5 0,-4 4 2 0,-4 3 0 16,-2 4 2-16,-3 3-3 0,-2 4 1 0,-2 1 0 15,0 1-1-15,-8 0 2 0,6 2 0 0,-4-2-1 16,-1 0 1-16,-6 1 1 0,-2-3 3 0,-1-1-1 15,-2-5 0-15,-1 2 0 0,-7-14 0 0,5 3 1 16,-6-4 4-16,-2 1-1 0,-2 0-3 0,-1 0 2 16,-2-2-1-16,-3 1-1 0,0-4 5 0,-5 0-3 15,3-2 3-15,-3 1-4 0,0-5-1 0,-2-2 4 16,-2 0-1-16,-3 0 3 0,1-2-4 0,-5-1 1 16,-1 2 2-16,-3-5-6 0,-10 7 7 15,10-8 2-15,-11 7-5 0,11-8 2 0,-1 0-8 0,0-2-16 16,0 1-15-16,5-1-27 0,-1-1-25 0,3-3-47 15,11 1-19-15,4-3-23 0,-2-1-164 0,4 0-371 16,3-2 164-16</inkml:trace>
  <inkml:trace contextRef="#ctx0" brushRef="#br0" timeOffset="6066.07">22939 15328 238 0,'0'0'218'0,"0"0"-10"0,7-4-2 0,-7 4-12 15,0 0-11-15,0 0-18 0,6-6-15 0,-1 3-14 16,3 0-14-16,2-5-11 0,0 2-16 0,7-2-20 15,0-3-23-15,7-3-28 0,3-1-47 0,1-4-61 16,3-1-63-16,0-1-174 0,9-9-347 0,0 1 153 16</inkml:trace>
  <inkml:trace contextRef="#ctx0" brushRef="#br0" timeOffset="6472.48">23112 15215 168 0,'18'-20'160'0,"2"-3"-15"0,6-2-16 15,11-11-31-15,0 4-30 0,0-2-30 0,4-2-52 16,4 6-118-16,-16 4-143 0,11-6 63 0</inkml:trace>
  <inkml:trace contextRef="#ctx0" brushRef="#br0" timeOffset="102748.51">22593 15826 106 0,'0'0'149'0,"-6"-7"4"0,6 7-26 0,0 0-10 16,0 0-6-16,0 0-16 0,0 0-7 0,0 0-5 15,0 0-2-15,-2-7-8 0,2 7-9 0,0 0-5 16,0 0-1-16,0 0-11 0,0 0-7 0,14-4 1 16,-14 4-11-16,12 1 9 0,-3-2-9 0,4 1-5 15,-2 0-3-15,8 1 1 0,-1-2-1 0,0 0 5 16,4 1-15-16,0 0 4 0,-1 0-9 0,9 0 8 16,-9 0-5-16,-1-3-4 0,8 2-3 0,-7 1 1 15,8-1 0-15,-7-1-1 0,-2 2 0 0,3-2-3 16,-3-1-8-16,2 1 10 0,5 2 1 0,-6 0-2 15,-1-3 3-15,-1 2-8 0,-1 0 3 0,-3-1 4 16,-1 2-8-16,0-2 6 0,0 2 0 0,-4-1-1 16,-1-1 1-16,-9 2-1 0,16 0 2 0,-10 0 1 15,-6 0-5-15,10 0 0 0,-10 0 1 0,0 0 2 16,12 0 7-16,-12 0-5 0,0 0-7 0,0 0 0 16,0 0 7-16,5 3 1 0,-5-3 2 0,0 0 2 15,0 0 0-15,-3 13 1 0,3-13-9 0,0 0 5 16,-4 11 6-16,2-4 5 0,-1 0 5 0,1 2 0 15,-1 1 3-15,-2 0-4 0,-1 1 2 0,1 4-6 16,-3-1 0-16,0 0-3 0,3-3 1 0,0 1-2 16,1-1-5-16,0 1 3 0,-1 4-7 0,0-6-6 15,3 3-11-15,1-4-16 0,-2 1-14 0,2 2-19 16,1-12-23-16,-2 13-24 0,4-8-16 0,-2-5-18 16,2 11-97-16,-2-11-261 0,0 0 116 0</inkml:trace>
  <inkml:trace contextRef="#ctx0" brushRef="#br0" timeOffset="102933.68">23273 15781 31 0,'-10'-17'183'0,"1"0"-12"0,-2 0-7 0,1 2-4 0,-1 1-8 16,-1-1-9-16,0 4-7 0,1-2-13 0,1 0-11 16,0 4-8-16,2 1-12 0,2 1-8 0,-2 0-8 15,2 1-6-15,2 1-13 0,4 5-8 0,-6-6-9 16,6 6-16-16,-6-7-18 0,6 7-27 0,-5-4-29 15,5 4-37-15,0 0-13 0,0 0-26 16,0 0-29-16,0 0-85 0,0 0-260 0,20-1 115 0</inkml:trace>
  <inkml:trace contextRef="#ctx0" brushRef="#br0" timeOffset="103433.2">23490 15727 50 0,'5'3'157'0,"-1"1"-11"0,0 2 0 16,0-1-3-16,0 1-22 0,1 0 1 16,0 3-5-16,0-2-10 0,-1 1-11 0,-2 0-4 15,2-2-1-15,0 2-8 0,-1-2-4 0,0 1-10 16,-1-1-1-16,-2-6-10 0,3 10 1 0,0-6-5 0,-3-4-3 15,3 7 1-15,-3-7-3 0,0 0 2 16,2 7 4-16,-2-7 2 0,0 0-3 0,0 0 3 16,1 8 1-16,-1-8-4 0,0 0 2 0,0 0-5 15,0 0-6-15,0 0-2 0,0 0-7 0,0 0 0 0,0 0-3 16,0 0-4-16,0 0-5 0,-14-20-3 0,14 20-3 16,-3-14-2-16,1 3-8 0,0 0 7 0,3-2-7 15,0 0-1-15,1 1 3 0,4-5-3 16,-4 5 7-16,2 0-10 0,1 1 0 0,1 2 1 15,-2-2-2-15,2 3-1 0,-4 0-3 0,5 2 3 16,0 0-6-16,-3 3 7 0,4 0-6 0,-8 3 5 0,10-1 2 16,-10 1-4-16,10 5 0 0,-3-3-2 0,-3 4 3 15,4 0 0-15,-2 4 2 0,0-3-2 16,-1 3 4-16,4 0 0 0,-4 2-5 0,-1-2-3 16,2 0 1-16,0 1 6 0,-1 0-5 0,1-1 3 15,-2 2-6-15,0-2-16 0,1-1-15 0,-1 0-13 0,1-1-28 16,-3 1-22-16,5 0-25 0,-4-1-14 15,-3-8-22-15,8 9-12 0,-3-4-7 0,-1-3 7 0,3 1-111 16,-7-3-305-16,10 0 135 0</inkml:trace>
  <inkml:trace contextRef="#ctx0" brushRef="#br0" timeOffset="104000.22">23803 15813 120 0,'2'-10'9'16,"-1"-1"10"-16,-1-1 7 0,-1-4 9 0,1 5 17 0,-2-1-7 16,1 1 12-16,1 11 7 0,-3-17 6 0,2 12 12 15,1 5 7-15,1-13 0 0,-1 13-4 16,-2-9-4-16,2 9-11 0,0-6-16 0,0 6 8 15,0 0 11-15,0 0-4 0,0 0 1 0,0 0-9 16,0 0-2-16,0 0-7 0,0 0-8 0,4 28 0 16,-2-23-2-16,2 2-6 0,0-2 0 0,0 1-3 15,0 0-4-15,6-2-4 0,-2 2-3 0,-1-3-2 16,5 0-3-16,-2-3-6 0,2 1 4 0,0-2-2 16,-2 0 3-16,1 0-5 0,0 0-4 0,-1-2 1 15,1-1 0-15,-4-1-1 0,1 2 1 0,-3-1-3 16,2 1 5-16,-4-2-3 0,4 0-1 0,-5-1-4 0,-2 6 3 15,3-10 1-15,-3 2-1 0,0 8 0 16,-3-11-4-16,2 1 3 0,-3 3-4 0,-2-1 3 0,1 1-5 16,-2-4 2-16,2 5-1 0,-5-2 1 15,2 0-4-15,-1 1 2 0,2-2 0 0,-2 3 8 16,0-1-12-16,0 1 6 0,4 3-3 0,5 3-3 0,-10-4 6 16,10 4-7-16,-10-4 6 0,10 4-3 15,-6-2 7-15,6 2-6 0,0 0 0 0,0 0 2 16,0 0 1-16,0 0 3 0,0 0-7 0,0 0 3 15,0 0-3-15,0 0 4 0,18 12-3 0,-7-12 5 16,0-2-2-16,0 1-4 0,3-1 2 0,5-2 3 16,-6 1-5-16,3-1 3 0,1 0-2 0,-4 1 3 0,0-2 4 15,1 2-2-15,-3-1-3 0,0-2-6 16,-1 2 6-16,0 0-1 0,-1 0 4 0,-4-3-5 16,2 3 5-16,-1 1 4 0,-6 3-8 0,10-8-5 15,-7 4 5-15,-3 4 3 0,5-5 0 0,-5 5 0 16,4-5-4-16,-4 5 6 0,0 0-3 0,0 0 3 15,0 0 10-15,0 0-6 0,0 0 18 0,6 16-3 16,-6-7-1-16,0 0 0 0,0 4-5 0,3-2 5 16,-2 0-3-16,-1 2-4 0,1 2 2 0,1-3-4 15,0-1-1-15,1 1 3 0,-1-1-6 0,1 1-2 16,1-2-11-16,-2-2-17 0,1-1-21 0,1 1-36 16,-1-3-34-16,0 1-32 0,1-1-28 0,-4-5-96 15,4 8-290-15,-4-8 128 0</inkml:trace>
  <inkml:trace contextRef="#ctx0" brushRef="#br0" timeOffset="104154.05">24102 15370 3 0,'0'0'50'16,"0"0"-21"-16,18 31-17 0,-13-17-28 0,2 6-17 15,-2 4 8-15</inkml:trace>
  <inkml:trace contextRef="#ctx0" brushRef="#br0" timeOffset="104701.38">24330 15649 22 0,'9'-13'96'16,"2"0"0"-16,-2 1-11 0,-1-5 8 0,2 3-19 15,-2-2-2-15,-2 6 1 0,2-4-9 0,-3 3 14 16,0 0-1-16,-2 1-10 0,0 4 1 0,-3 6-9 16,-2-11-3-16,2 11-8 0,-10-5 3 0,10 5 3 15,-12-1-7-15,2 2 0 0,0 2-1 0,-2 1-3 16,3-1-4-16,-3 3-7 0,1 0-3 0,4 2-5 16,0 0 2-16,2-1-8 0,3 2 1 0,-1-1-6 15,3 2 4-15,1-1 1 0,3 1-7 0,0 1 4 16,4-1-6-16,-1-1-3 0,2 2-1 0,1-3 3 15,-1 1-2-15,-1 0 0 0,3 0 2 0,-4-1-2 16,1 1 3-16,-3-2-7 0,0 1 1 0,-1 1 2 16,1 0 6-16,-4-3-6 0,-1 3-4 0,-1 1 7 15,-2-1-11-15,-1 1 8 0,-2-3-5 16,2 0 0-16,1 1 7 0,-2-4-9 0,2 2 7 0,3-6-5 16,-6 7 1-16,6-7-3 0,-4 3-2 0,4-3-7 15,0 0 5-15,0 0-1 0,0 0-11 0,22-17 1 16,-13 9-1-16,5-3-3 0,-1-2-7 0,1-1 0 15,-1-3 2-15,5-1 5 0,0-3 2 0,0 2-1 16,-7 2 6-16,2 1-6 0,-3 0 8 0,-2 2 6 16,-2-2-12-16,3 1 6 0,-5 1 9 0,-3 2-8 15,1 1 3-15,-2 11 2 0,0-15 8 0,0 15 9 16,-8-14-4-16,8 14 6 0,-9-6 5 0,9 6 4 16,-13-2 6-16,4 2-10 0,-1 5 8 0,4 0 3 15,-2 1 5-15,-1 4-4 0,2-1 2 0,-1 7 2 16,3-5-5-16,2 2-3 0,2-1-4 0,-1 3-5 15,4 1 2-15,2-4-13 0,-1 0-12 0,4-2-19 16,-3 0-29-16,6-1-50 0,-1 0-41 0,1-2-109 16,0-2-275-16,1-1 122 0</inkml:trace>
  <inkml:trace contextRef="#ctx0" brushRef="#br0" timeOffset="105432.99">24810 15753 72 0,'0'0'150'16,"0"0"-9"-16,0 0-16 0,0 0 1 0,0 0-3 15,0 0-10-15,0 0-7 0,0 0-10 0,0 0-14 16,0 0-3-16,0 0-2 0,0 0-5 0,12-23-3 0,-6 15-4 16,-2-1-4-16,6 0-5 0,-6-1-6 0,0 1 7 15,3-3-7-15,-2 2-6 0,-1 1-3 16,-2-1-7-16,3 0 1 0,-4-1 0 0,2 3 2 0,-2 1 5 16,3 0 3-16,-4-1-6 0,0-2-6 15,0 10-1-15,-4-11 0 0,4 11 8 0,2-10 1 16,-2 10 6-16,0 0-2 0,0-8-11 0,0 8-2 0,0 0 1 15,0 0-6-15,-7-3 2 0,7 3-3 0,0 0 3 16,0 0 0-16,-13 19-5 0,11-12-5 0,1 1 3 16,-1 1-4-16,2 0 0 0,0 1-5 15,2-3 0-15,0 0-1 0,2 1 0 0,-1-2 1 16,4 4-5-16,-3-7-3 0,2 2 3 0,-1 0-3 0,2-1-2 16,2-2 2-16,-3-2-1 0,-6 0 1 15,15 0-5-15,-6 0 3 0,-1-2-3 0,-8 2 0 16,12-4 4-16,-6 2-4 0,-6 2 1 0,7-8-4 15,-4 3 6-15,1 0-3 0,-4 5 5 0,3-12-4 16,-5 5 0-16,4-3 0 0,-1 3-2 0,1-2 0 0,-3 0 1 16,1 9 0-16,-2-11 2 0,2 11-2 15,0-9-1-15,0 9 4 0,-2-8-4 0,2 8 1 0,0 0-2 16,0 0 0-16,0 0-1 0,0 0 3 16,0 0 0-16,0 0 1 0,0 0 0 0,8 27 1 15,-8-18-5-15,2 1 3 0,-2-3-5 0,2 1 4 16,0 1 3-16,0 2-4 0,1-1 1 0,0-1-10 0,-1-1-10 15,0 2-25-15,-1-4-30 0,0 5-53 0,1-4-47 16,-2 2-47-16,0-9-137 0,-6 14-390 16,6-14 172-16</inkml:trace>
  <inkml:trace contextRef="#ctx0" brushRef="#br0" timeOffset="105950.66">25165 15499 81 0,'6'9'190'16,"-4"-4"-1"-16,1 2-23 0,2-1-15 0,0 4-11 15,-1-1-15-15,1 1-7 0,0 1-16 0,0 2-8 16,0-3-5-16,-1-1-10 0,1 1-7 0,0-2-4 15,1-1-16-15,-1 0 0 0,0-2-2 0,1 0-5 16,-2 0-3-16,1-1-7 0,-5-4-1 0,9 5-4 16,-9-5 1-16,10 0-2 0,-10 0-3 0,10-1-2 15,-10 1-1-15,7-6-1 0,-3 0-2 0,0 1-5 16,2-2 5-16,-2-4-3 0,-2 2-2 0,0-3-2 16,0 0-3-16,1 0-2 0,1 0 2 0,0-5-9 0,-3 0-14 15,1 1-1-15,3-2-10 0,0 2-14 16,-2 1-24-16,2 2-6 0,-5 13-27 0,4-20-13 15,3 13-14-15,-5 0-1 0,-2 7-2 0,10-4 0 16,-10 4-1-16,0 0 10 0,0 0 3 0,19 7-57 16,-19-7-183-16,8 12 81 0</inkml:trace>
  <inkml:trace contextRef="#ctx0" brushRef="#br0" timeOffset="106498.48">25416 15470 461 0,'4'10'-26'0,"2"-4"14"16,-1 3 14-16,1-2 15 0,-6-7 18 0,7 10-11 16,-1-6 17-16,-6-4 5 0,14 5-2 0,-14-5 9 15,11 4 8-15,-11-4 1 0,8 0 1 0,-8 0-2 16,0 0 12-16,0 0-12 0,21-7-5 0,-17 6 7 15,1-4-5-15,2 1 5 0,-7 4-8 0,7-10-2 16,-3 7-4-16,-4 3-6 0,3-9 2 0,-3 9 3 16,0-9 3-16,0 9-8 0,0 0-2 0,-3-13 4 15,3 13-3-15,-9-7 0 0,8 2 4 0,1 5-7 16,-10-4-5-16,10 4 0 0,-9 1 2 0,9-1-2 16,-13 5 0-16,7 0-4 0,0 2 4 0,-1 2 1 15,1-1-2-15,4 3-3 0,-2 0-4 0,-2-1-2 16,2 0 0-16,4 1-7 0,0 0 2 0,2-1 0 15,0-1-3-15,2-2-5 0,2 0 0 0,-2-2 1 16,0 0-4-16,3-2 3 0,2 0-3 0,0-1 1 16,0 1-3-16,-2-2-1 0,4-1 7 0,-11 0-8 15,18-3 1-15,-6 2 1 0,-5 1 1 0,1-2-3 16,-8 2 1-16,14-4-1 0,-8 1-1 0,3-3-6 16,-5 3 4-16,1-1-4 0,3-2 4 0,-4 2-2 15,2-2-1-15,-1 1 1 0,1 2-1 0,0-2 0 16,-6 5 0-16,8-9-2 0,-5 7 2 0,-3 2-1 15,6-3 3-15,-6 3-3 0,0 0 2 0,0 0 3 16,0 0-1-16,16 7 4 0,-14 0-1 0,0-1-3 16,3 2 6-16,-1 1-5 0,-2 0 3 0,2-5-6 15,3 5 0-15,-2-2 3 0,2 1 3 0,-2-2-5 16,1-1 0-16,0-2 0 0,4 1 0 0,-5-3 3 16,3 0 1-16,-8-1-1 0,14 2 0 0,-7-4 0 15,-7 2-4-15,13-4 6 0,-7 3-3 0,0-3 1 16,-6 4 2-16,10-5-3 0,-7 1-1 0,-3 4 0 15,6-6 2-15,-6 6-3 0,4-4 1 0,-4 4-1 16,0 0-1-16,6-5-1 0,-6 5 0 0,0 0 1 16,0 0 0-16,0 0 0 0,9 17 0 0,-5-7 0 15,-4 1 3-15,2 6-8 0,-2-2-21 0,2 4-41 16,-2-1-38-16,3-1-54 0,-1 2-45 0,2 0-133 16,-4-3-364-16,5-2 162 0</inkml:trace>
  <inkml:trace contextRef="#ctx0" brushRef="#br0" timeOffset="106732.46">25973 15209 55 0,'0'0'201'15,"0"0"-1"-15,0 0 0 0,0 0-10 0,0 0-12 16,-6 32-15-16,6-6-16 0,-4 2-14 0,4 2-12 16,-1-1-12-16,3 6-10 0,5-6-21 0,-5 4-24 15,0-5-26-15,4-2-26 0,-6 4-32 0,4-6-47 16,0-4-30-16,1-5-41 0,-3 3-118 0,0-1-289 16,0-6 128-16</inkml:trace>
  <inkml:trace contextRef="#ctx0" brushRef="#br0" timeOffset="107349.05">26145 15508 60 0,'8'-15'89'0,"4"-1"12"0,-6 0-7 0,3-1-2 16,-2-1 7-16,-3 3-2 0,-1-2-12 0,2 6 15 15,-3-2-3-15,0 1-1 0,0 3 2 0,-2 9 8 16,0-12-1-16,0 12-2 0,0 0-8 0,-2-11-3 15,2 11-1-15,0 0-4 0,0 0 6 16,-16 15-5-16,7-7 6 0,1 2-13 0,3 1-9 0,-5 2-7 16,6 2-6-16,0-4-8 0,-1 2-3 0,5-4-7 15,0-1-2-15,0 1-8 0,0-9 0 16,7 13-3-16,-1-11-1 0,2 2-5 0,-1-1-1 0,3-3-2 16,1 0-2-16,-11 0-5 0,25-2-1 0,-13 0-4 15,-1 0-1-15,0-3-4 0,0 0 0 16,-2-2-2-16,-2 0-3 0,2 0 1 0,-4 0-2 0,1-1 0 15,-4-1 2-15,3-1-2 0,-3 2 7 0,0-2-6 16,-2 10 2-16,0-20-4 0,2 9 2 0,-4 1 1 16,6 0-1-16,-4 10 0 0,0-15-1 0,0 15 0 15,1-15 5-15,-1 15-4 0,-1-9 0 16,1 9-1-16,0 0 2 0,0 0 5 0,0 0 3 0,0 0-1 16,0 0 0-16,0 0 2 0,0 0 3 0,0 35-3 15,0-35 3-15,0 21-6 0,1-12 2 0,1 0-2 16,3-4 0-16,-3 2-1 0,2 1 3 0,3-2-3 15,-1-2 2-15,-1-1-3 0,5-2 1 0,0-2 2 16,-10 1-2-16,19-3 1 0,-8 0-4 0,-3 0 0 16,4-3 4-16,-3 2 1 0,-2-3-5 0,1 2-1 15,0-3 4-15,-2 2-4 0,-2-2-1 0,3 2 3 16,-7-5 5-16,2 4-4 0,-2 7-3 16,2-12-1-16,4 7 2 0,-4-1-4 0,-2 6 2 0,4-9-1 15,-4 9 2-15,3-6-2 0,-3 6 3 16,0 0-1-16,0 0 2 0,0 0 1 0,0 0 1 0,-1 26-1 15,1-8-4-15,-2-1 2 0,0 0 0 0,-2 1-1 16,2-2-1-16,-6 4-3 0,4-2-1 0,4 0-14 16,-5-3-19-16,-1 2-23 0,4-2-23 15,-1-4-45-15,1 1-33 0,-3 0-42 0,1-1-144 16,-1 2-378-16,3-7 168 0</inkml:trace>
  <inkml:trace contextRef="#ctx0" brushRef="#br0" timeOffset="108137.36">23983 16052 39 0,'-19'5'178'0,"6"-3"-3"16,1 1-4-16,2-2 0 0,3-1-24 0,7 0-11 15,-10 3-10-15,10-3-12 0,0 0-7 0,0 0-2 16,36 5-6-16,-1-7-8 0,23-4-8 0,34-5-11 16,0 3-9-16,4-6-8 0,5-1-5 0,9 2-8 15,-2-4-9-15,6 2-15 0,0-4-16 0,-2 2-16 16,-5 3-33-16,1 0-29 0,-6-4-45 0,-10 2-30 16,-26 6-127-16,-3 0-302 0,0-1 134 0</inkml:trace>
  <inkml:trace contextRef="#ctx0" brushRef="#br0" timeOffset="120933.39">12341 12436 58 0,'-5'-5'60'0,"5"5"1"0,0 0-3 0,-8-5 1 15,8 5 5-15,-3-4-19 0,3 4 10 16,0 0-1-16,-7-5-19 0,7 5 10 0,-9-6-10 15,9 6 3-15,-10-4-2 0,6 1-3 0,4 3-5 16,-9-4 4-16,9 4-9 0,-11-4-3 0,4 3 1 0,7 1 3 16,-9-4-14-16,9 4 22 0,-11-1-16 15,11 1-1-15,-12 0-2 0,12 0-4 0,-8-1-2 16,8 1-2-16,0 0 12 0,-11-1-5 0,11 1 2 16,-10 0 0-16,10 0-1 0,-9 2-5 0,9-2 8 0,-12 5 1 15,7-2-10-15,5-3 10 0,-14 6-10 0,10-3 4 16,-3 0 5-16,7-3 6 0,-12 4-2 15,10 0-12-15,2-4 1 0,-8 4 5 0,8-4 0 16,0 0-2-16,-5 4 10 0,5-4-17 0,0 0 4 0,0 0 7 16,0 0-2-16,0 0 7 0,0 0-2 0,0 0 8 15,13 9-5-15,-1-7 5 0,1 0 4 0,8-2 1 16,8-2-2-16,3 0 2 0,3-2-9 0,3-1 5 16,10-6-4-16,1 1-14 0,1-1 8 0,1 3-5 15,-13 0 11-15,1 2-1 0,12 0-4 0,-13-1 2 16,0 1-3-16,-2 2-9 0,3 0 7 0,-3-2-6 15,-5 2 2-15,1 1-8 0,-3 1 10 0,-10 0-6 16,-3 1-3-16,-4 0-3 0,-1-1 7 0,-2 4-2 16,-2-4 3-16,-7 2 9 0,13 0 3 0,-13 0 6 15,7-2 5-15,-7 2 6 0,0 0 2 0,0 0-7 16,9-1 0-16,-9 1-1 0,0 0-14 0,0 0 7 16,0 0-7-16,0 0 1 0,0 0-1 0,0 0-4 15,0 0-1-15,0 0-2 0,0 0-10 0,0 0-17 16,0 0-19-16,0 0-18 0,0 0-29 0,-27 6-17 15,27-6-31-15,0 16-8 0,0-6-19 0,2 2-114 16,0 0-293-16,8 4 129 0</inkml:trace>
  <inkml:trace contextRef="#ctx0" brushRef="#br0" timeOffset="121699.85">16083 12544 18 0,'0'0'83'0,"-6"-4"-1"0,6 4-6 0,-8-3 2 15,8 3-6-15,0 0-6 0,-10-4-5 0,10 4-6 16,-9-3 2-16,9 3 1 0,-9 0 2 0,9 0-8 15,-14-4 1-15,7 3-13 0,7 1 12 0,-13-3-9 16,7 2 0-16,6 1-9 0,-13-3-3 0,7 2-2 16,6 1 2-16,-12-3-12 0,12 3 6 0,-14-3-7 0,14 3 4 15,-9-2 4-15,9 2 3 0,-11-2-2 16,11 2 1-16,-8-2-3 0,8 2-1 0,0 0 1 16,-9-2-5-16,9 2 1 0,0 0-5 0,-7-5 1 15,7 5-2-15,0 0-3 0,-7-4-3 0,7 4 6 0,-5-4 8 16,5 4-7-16,0 0 2 0,0 0-9 0,-8-5 7 15,8 5-1-15,0 0 3 0,-6-3 1 0,6 3 0 16,0 0-2-16,0 0 2 0,0 0-3 0,-5-3 2 16,5 3-1-16,0 0 0 0,0 0-3 0,0 0 3 15,0 0-1-15,0 0-4 0,0 0 4 0,0 0-4 16,0 0 0-16,0 0 4 0,22-7 1 0,-8 6-4 16,2-2 0-16,6 0-2 0,9 3-1 0,1-2 0 15,5 2-7-15,14-3 8 0,6 2-2 0,1 1-3 16,4 0 2-16,4 1-4 0,27-3 1 0,-2 3-1 15,-27-1-8-15,26 1 9 0,2-2-9 0,-25 1-3 16,26 3 0-16,-1-3 3 0,-27 1-5 0,29 3 0 16,-29-3-6-16,26 0 3 0,-29-1 2 0,0 0-4 15,-4-1 2-15,5-2-1 0,-7 0-1 0,0 1 0 16,-17 2 2-16,-2-5 3 0,1 1-4 0,-5-1 8 16,-3 0 5-16,-5-1-6 0,-6 2 0 0,-1-1 8 15,-6 2 8-15,-1 1 13 0,-2-4-8 0,-2 3-6 16,-1-1-6-16,-2 0 12 0,-4 4-5 0,6-9-5 15,-3 5 0-15,-3 4-5 0,2-9-1 0,-2 9-11 16,0 0-18-16,-7-13-18 0,7 13-40 0,-8-4-32 16,8 4-13-16,-13 1-123 0,1 1-277 0,-1 2 123 15</inkml:trace>
  <inkml:trace contextRef="#ctx0" brushRef="#br0" timeOffset="126216.77">19280 16180 39 0,'0'0'72'0,"0"0"-20"0,0 0 10 16,0 0-11-16,0 0-8 0,0 0-2 0,0 0-9 15,0 0 2-15,0 0 8 0,0 0-18 0,0 0 0 0,0 0-4 16,0 0-2-16,0 0-15 0,0 0 2 0,0 0-9 16,0 0-8-16,-11 10-10 0,7-5-6 15,-2-1-11-15,2 2-5 0,-2 1-26 0,-2 1-74 16,1-1 33-16</inkml:trace>
  <inkml:trace contextRef="#ctx0" brushRef="#br0" timeOffset="127039.15">19136 16323 8 0,'0'0'34'16,"0"0"2"-16,0 0 4 0,-6 5 7 0,6-5 7 16,0 0 6-16,0 0 18 0,0 0 4 0,0 0 7 15,0 0 8-15,0 0-4 0,0 0 5 0,0 0 3 16,0 0-7-16,0 0-2 0,0 0-9 0,0 0-2 16,-7 2-5-16,7-2-6 0,0 0-19 0,0 0 13 15,0 0-10-15,0 0-1 0,0 0-8 0,0 0-2 16,0 0-9-16,0 0-1 0,0 0-2 0,0 0-3 15,0 0-1-15,0 0 3 0,28-3-2 0,-11-1 0 16,5 2-3-16,6-3-2 0,8-2 5 0,-3 1 1 16,6-2 1-16,14-1-1 0,2-2 1 0,0-5-1 15,2 5 0-15,-2-3 1 0,0 2 1 0,3-1-1 16,-5 0-2-16,2-3-4 0,-1 7 1 0,-3-3 3 16,-14 3-10-16,13-3-1 0,-19 0 0 0,-1 4-4 15,1 2 1-15,-4 2-3 0,-8-1 1 0,-1 2-3 16,-5 1 6-16,-2-2-10 0,-1 5 2 0,-10-1 1 15,13-2 6-15,-13 2-5 0,12-1 5 0,-6-2-3 16,-6 3 3-16,0 0 0 0,0 0 5 0,12-1 1 16,-12 1 3-16,0 0 3 0,6-2-1 0,-6 2 1 15,0 0-1-15,0 0-2 0,0 0-3 0,0 0-1 16,0 0 1-16,0 0-2 0,0 0 0 0,8-5 1 16,-8 5-2-16,0 0 1 0,0 0 0 0,0 0-3 15,0 0 3-15,0 0-3 0,0 0 3 16,0 0-9-16,0 0 9 0,0 0 0 0,0 0-5 0,0 0 4 15,0 0 0-15,0 0 6 0,0 0-5 16,0 0 2-16,0 0-1 0,0 0 0 0,0 0-2 0,0 0-3 16,0 0 4-16,0 0-2 0,0 0-4 0,0 0-4 15,0 0 5-15,0 0-5 0,0 0-5 0,0 0 5 16,0 0-1-16,0 0 2 0,0 0-6 0,0 0 1 16,0 0 0-16,0 0 0 0,0 0-3 0,0 0 1 15,0 0-5-15,0 0 3 0,0 0 1 0,0 0 1 16,0 0-1-16,0 0-1 0,0 0-1 0,0 0 1 15,0 0-2-15,0 0 0 0,0 0 1 0,0 0 1 16,0 0 4-16,0 0-7 0,0 0 5 0,0 0-1 16,0 0 3-16,0 0-5 0,0 0 2 0,0 0 0 15,0 0-3-15,0 0 4 0,0 0-4 16,0 0 3-16,0 0-1 0,0 0 1 0,0 0-3 16,0 0 2-16,0 0 0 0,0 0-1 0,0 0 7 15,0 0-8-15,0 0 1 0,0 0 0 0,0 0-1 0,0 0 0 16,0 0 1-16,0 0-1 0,0 0-5 0,0 0 6 15,0 0 4-15,0 0-1 0,0 0-1 16,0 0 0-16,0 0-3 0,0 0 4 0,0 0-4 16,0 0 0-16,0 0 1 0,0 0 1 0,0 0 0 15,0 0-2-15,0 0 2 0,0 0-6 0,0 0-1 16,0 0 2-16,0 0-6 0,0 0 0 0,0 0-12 0,0 0-5 16,0 0-9-16,0 0-5 0,0 0-12 15,0 0-5-15,0 0-8 0,0 0-11 0,0 0-14 0,0 0-11 16,0 0-21-16,0 0-23 0,0 0-27 15,0 0-17-15,0 0-164 0,0 0-382 0,0 0 169 16</inkml:trace>
  <inkml:trace contextRef="#ctx0" brushRef="#br0" timeOffset="137360.26">21489 15730 27 0,'0'0'52'0,"0"0"-2"0,0 0-5 16,0 0 3-16,0 0-11 0,0 0 5 15,0 0-10-15,0 0-3 0,0 0 7 0,0 0-12 0,0 0 1 16,0 0-9-16,0 0-3 0,0 0 0 0,0 0 0 16,0 0 1-16,-7-9-1 0,7 9-2 0,0 0-8 15,0 0 11-15,0 0-4 0,0 0-3 0,0 0-4 16,-5-9 3-16,5 9 1 0,0 0-7 16,0 0 6-16,0 0-4 0,0 0-4 0,0 0 4 15,0 0 2-15,0 0-1 0,0 0-3 0,-3-8 5 16,3 8-7-16,0 0 4 0,0 0 6 0,0 0-3 0,0 0-3 15,0 0-2-15,0 0 3 0,0 0-6 0,-9-5 2 16,9 5 7-16,0 0-2 0,0 0-6 16,0 0 8-16,0 0-3 0,0 0-1 0,0 0 5 15,0 0 2-15,0 0-4 0,0 0-7 0,-9-4 8 16,9 4 10-16,0 0-5 0,0 0 0 0,0 0-1 16,0 0 3-16,0 0 1 0,0 0-1 0,0 0 5 15,0 0-4-15,0 0 3 0,0 0 4 0,0 0 8 0,0 0 4 16,0 0-14-16,-11-3 14 0,11 3-9 15,0 0 3-15,0 0 1 0,0 0 0 0,0 0-5 16,0 0-2-16,-7-1 1 0,7 1-1 0,0 0 12 16,0 0-3-16,0 0-3 0,0 0-2 0,0 0 7 15,0 0-4-15,0 0-9 0,0 0 10 0,0 0-6 16,0 0-1-16,-9-3 3 0,9 3 3 0,0 0-7 16,0 0 6-16,0 0-5 0,0 0 6 0,0 0-6 15,0 0 4-15,0 0 0 0,0 0-6 0,0 0 6 16,0 0-7-16,0 0 0 0,0 0 4 0,0 0-1 15,0 0 1-15,0 0-3 0,0 0 2 0,0 0 0 16,0 0-2-16,0 0 1 0,0 0-5 0,0 0 2 16,0 0-5-16,0 0 5 0,0 0 1 0,0 0-5 15,0 0 6-15,0 0-3 0,24-4-3 0,-14 1 2 16,-5 1-2-16,7-1 0 0,-1 0 0 0,0 2-3 16,1-3 4-16,0 2-2 0,-2-1-2 0,4-1 0 15,-4 3 2-15,2 0 0 0,-1-2 1 0,1 0-1 16,-1 1 0-16,-4 0-7 0,0-1 6 0,0-1 2 15,-7 4 2-15,11-5 1 0,-11 5 0 0,8-1-4 16,-8 1 11-16,8-3-2 0,-8 3-8 0,0 0 3 16,7-2 1-16,-7 2-2 0,0 0 0 0,0 0-1 15,0 0 0-15,7-4 1 0,-7 4-3 0,0 0-1 16,0 0-3-16,0 0 4 0,0 0-3 0,0 0-2 16,0 0 1-16,0 0-1 0,0 0 0 0,9-2-1 15,-9 2 1-15,0 0 0 0,0 0-6 0,0 0 4 16,0 0 0-16,0 0-5 0,0 0 3 0,0 0-4 15,0 0 4-15,0 0 1 0,0 0 1 0,0 0 0 16,0 0-3-16,0 0-2 0,0 0-1 0,0 0 3 16,0 0-3-16,0 0 3 0,0 0 3 0,0 0-2 15,0 0 0-15,0 0 3 0,0 0 0 16,4-5-4-16,-4 5 5 0,0 0-2 0,0 0 6 0,0 0-2 16,0 0 2-16,0 0-4 0,0 0 4 0,0 0-4 15,9 0 1-15,-9 0 0 0,0 0 1 0,0 0-1 16,0 0-1-16,0 0 1 0,0 0-3 0,0 0 0 15,0 0 0-15,0 0 1 0,0 0 0 0,0 0 0 16,0 0-4-16,0 0 3 0,0 0 0 0,0 0-6 16,0 0 2-16,0 0-2 0,0 0-2 0,0 0 1 15,0 0-5-15,0 0-7 0,0 0-22 0,0 0-28 16,0 0-43-16,0 0-48 0,0 0-42 0,0 0-186 16,0 0-413-16,0 0 182 0</inkml:trace>
  <inkml:trace contextRef="#ctx0" brushRef="#br0" timeOffset="150002.23">21810 15312 51 0,'0'0'53'0,"-3"-7"-3"16,3 7-8-16,-4-6-3 0,4 6-7 0,0 0-7 16,0 0 1-16,-4-5-12 0,4 5 0 15,0 0-5-15,0 0-4 0,0 0-3 0,0 0 2 0,0 0-2 16,0 0-7-16,0 0 4 0,0 0 2 0,0 0-4 16,0 0-9-16,0 0-17 0,0 0-25 0,0 0-57 15,-5 18 25-15</inkml:trace>
  <inkml:trace contextRef="#ctx0" brushRef="#br0" timeOffset="150665.57">21467 16229 16 0,'-1'-13'104'0,"1"13"-11"0,1-7 13 16,-1 7-1-16,0 0-4 0,0 0-15 0,-2-11 6 16,2 11-17-16,-3-8-3 0,3 8-13 0,-1-11-3 15,1 11 3-15,-2-7 1 0,2 7 4 0,0 0-2 16,-1-10-4-16,1 10-3 0,0 0 1 0,0 0-6 16,0 0-1-16,0 0-8 0,-1-8-1 15,1 8-1-15,0 0-9 0,-3-6-3 0,3 6-4 0,0 0-2 16,0 0 0-16,0 0-1 0,0 0-9 0,0 0 6 15,0 0-3-15,-10 23 7 0,5-5 1 0,-4 5-1 16,0 6-3-16,-1 3-6 0,1 1 24 0,-3 15 2 16,0-3 1-16,1-13-12 0,4-1-2 0,-3 1 1 15,3-4-5-15,1 1-3 0,1-7-2 0,1 3-1 16,-1-10-4-16,1 1 3 0,0-4-4 16,4-1 0-16,-3-4-3 0,2 5 0 0,0-3-2 15,1 1-5-15,-1-2-19 0,1-8-18 0,-2 14-22 0,4-5-14 16,-2-9-21-16,-2 13-24 0,2-13-23 0,0 9-10 15,0-9-101-15,0 8-272 0,0-8 120 0</inkml:trace>
  <inkml:trace contextRef="#ctx0" brushRef="#br0" timeOffset="150931.35">21254 16511 118 0,'0'0'135'16,"-4"-9"-8"-16,4 9-3 0,-4-8-13 0,4 8-7 15,-5-4-7-15,5 4-15 0,0 0-5 0,0 0-11 16,0 0-1-16,0 0 6 0,0 0 11 0,0 0-2 16,-5 22-3-16,2-7-3 0,3 2-7 0,-1 9-10 15,0-9 4-15,0 2-15 0,3 1-2 0,3-2-5 16,-1-1-3-16,-2-1-2 0,1 0-4 0,0-4-6 16,2 0 3-16,2-3-6 0,2 1-2 0,0-1-1 15,4 3-4-15,0-7-2 0,5 2 0 0,2-4-5 16,7-1 4-16,2-5-5 0,3-1-18 0,2-1-21 15,-1-2-35-15,3-4-40 0,-3 1-29 0,5-3-33 16,-5 0-89-16,1-3-278 0,-1 0 123 0</inkml:trace>
  <inkml:trace contextRef="#ctx0" brushRef="#br0" timeOffset="151799.72">21474 16180 40 0,'0'0'100'0,"0"0"2"0,0 0 4 0,0 0-13 16,1-13 3-16,-1 13-6 0,0 0-13 0,0 0-3 16,0 0-11-16,0 0-1 0,0 0-11 0,0 0 0 15,-18 26-3-15,10-10 3 0,-3 9-9 0,-2 2-6 16,-2 4-5-16,0 3-4 0,-4 13-2 0,0-3 1 16,3 2-8-16,-2 2-3 0,7-14-5 0,-1 0-30 15,-1-2-13-15,0 1-15 0,2 0-25 0,-1-2-22 16,2 2-83-16,-3 12-193 0,4-15 87 0</inkml:trace>
  <inkml:trace contextRef="#ctx0" brushRef="#br0" timeOffset="152821.2">21174 16433 61 0,'0'0'76'16,"0"0"-4"-16,0 0-8 0,0 0-8 0,0 0-1 15,0 0-2-15,-2 18 7 0,2-18 8 0,5 18-3 16,-5-8-2-16,2 2-10 0,2 4-6 0,-2-5-1 16,2 5 2-16,-2-3-13 0,1 0 3 0,-1-2 1 15,2 7-8-15,-1-8-4 0,2 6-2 0,0-5-2 16,-3 1-4-16,1-2 1 0,1-1-3 0,-2-1-4 16,2 0 5-16,-1 0-3 0,-2-3-3 0,-1-5-1 15,5 13-2-15,-5-9-1 0,0-4-2 0,3 8-4 16,-3-8 7-16,3 8 0 0,-3-8-1 0,0 0-1 15,0 0 0-15,2 6 2 0,-2-6-7 0,0 0 4 16,0 0-8-16,0 0 10 0,2 6-5 0,-2-6 1 16,0 0-1-16,0 0 5 0,0 0-6 0,0 0-1 15,0 0-1-15,0 0-5 0,0 0 5 0,0 9-1 16,0-9 3-16,0 0-2 0,0 0 2 0,5 3-4 16,-5-3 4-16,0 0-5 0,4 5 2 0,-4-5 2 15,0 0 0-15,0 0 12 0,0 0-7 0,0 0-9 16,5 5 3-16,-5-5-1 0,0 0-1 0,0 0 6 15,0 0-5-15,0 0 10 0,0 0-7 0,0 0-12 16,0 0 24-16,0 0-15 0,0 0 1 0,0 0-4 16,2 5 1-16,-2-5-2 0,0 0 4 0,0 0 0 15,0 0-5-15,0 0 5 0,0 0-1 0,0 0 8 16,0 0 5-16,0 0-7 0,0 0-5 0,0 0 2 16,0 0 0-16,0 0-2 0,0 0 8 15,0 0-11-15,0 0 7 0,11 0-6 0,-11 0 2 0,10-5 6 16,-3 0-4-16,2 0 1 0,1-2 2 0,3-3 1 15,3 3-5-15,0-4-11 0,0 3-10 0,-2-2-29 16,3 0-6-16,-2 0-24 0,-2 3-20 16,-3 1-78-16,2 0-192 0,-3 0 86 0</inkml:trace>
  <inkml:trace contextRef="#ctx0" brushRef="#br0" timeOffset="153300.38">21169 16386 12 0,'0'0'104'0,"-7"-6"-8"0,7 6 7 16,0 0-23-16,0 0-20 0,0 0 5 0,0 0-13 16,0 0-7-16,0 0 8 0,0 0-11 0,-5 15 20 15,6-5-2-15,0 4-2 0,3 3 1 0,-1 2 0 16,3 5-1-16,0 0-3 0,-1 2-8 0,-1-1-1 16,1 0-7-16,-2-7-2 0,3 6-4 0,-1-6-1 15,2 0-7-15,-3-5 0 0,1 3-2 0,0 0-3 16,1 1-1-16,-2-6 0 0,1 0-1 0,-2-1-1 15,1-3-5-15,-1 2-1 0,-1-3 2 0,0 0-2 16,1 1-2-16,-3-7-3 0,4 7 3 0,-4-7-5 16,3 5 15-16,-3-5-15 0,3 5-6 0,-3-5 4 15,0 0 4-15,2 6-2 0,-2-6-2 0,0 0-2 16,0 0 1-16,8 3 9 0,-8-3-4 0,0 0-4 16,21-6 2-16,-5-1-1 0,2 1 3 0,9-7-13 15,2-1-7-15,3 1-11 0,0-2-6 0,1-1-24 16,1 5-9-16,-1-1-14 0,0-1-14 0,-2 2-14 15,0 2-94-15,-3 2-214 0,-9 4 94 0</inkml:trace>
  <inkml:trace contextRef="#ctx0" brushRef="#br0" timeOffset="154131.72">21511 16066 30 0,'-9'26'39'0,"0"1"0"15,-4 4-1-15,1 0-4 0,2 3-2 0,-5 12-2 16,2-2-6-16,-1 2 2 0,3 0-6 0,0-12 1 16,-1 9-1-16,3-9-7 0,1-1 1 0,-1 1 0 15,1-3-6-15,2 3-1 0,-1-4-5 0,1 3-18 16,0 0-15-16,1-2-30 0,-2 1-66 16,-2 0 30-16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23T09:47:12.75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13733 7883 95 0,'0'0'113'16,"-7"-5"-6"-16,7 5-22 0,-7-4 2 0,7 4-2 16,0 0-11-16,-5-5 2 0,5 5-16 0,-6-4-8 0,6 4 7 15,-7-5-10-15,7 5-12 0,-8-4-5 0,8 4 7 16,-6-2-11-16,6 2-1 0,-8-3 3 16,8 3-5-16,-9-4-17 0,9 4 14 0,-6-1-2 15,6 1-3-15,-12 0-4 0,12 0-6 0,-11 0 4 0,11 0-4 16,-11 0 8-16,11 0-4 0,-14 0-6 0,14 0-2 15,-11 1 7-15,11-1-10 0,-10 0 4 0,10 0-1 16,-8 3 6-16,8-3-8 0,-9 0 9 16,9 0 5-16,0 0 7 0,-6 2-7 0,6-2-7 0,0 0 9 15,0 0 3-15,0 0-6 0,0 0-6 0,0 0 4 16,-10 2-5-16,10-2-3 0,0 0 1 0,0 0-6 16,0 0 5-16,0 0 6 0,0 0-2 15,0 0-17-15,0 0 12 0,0 0 4 0,0 0 2 0,0 0-3 16,0 0 1-16,0 0 6 0,18 15-5 0,-11-13 8 15,5 3-10-15,1-2 5 0,2 2 1 0,5 1 0 16,-3-3-1-16,2 1 3 0,4-2 8 0,6 4 1 16,0-3-3-16,1 1-2 0,3-1-3 0,-1-3 0 15,-1 3 0-15,3-3-2 0,1 1 3 0,-5 2-4 16,3-1 10-16,-3-2-7 0,1 3-4 0,-4-3-1 16,7 1 2-16,-3-1-5 0,-4 1 3 0,3-1-2 15,1 2 0-15,-2-1 3 0,2 2-8 0,1-2 4 16,0 0 3-16,-1 0-2 0,3-2-3 0,1 3-3 15,2-2 4-15,-1-1-4 0,1 0 1 0,-3 0 0 16,0 2 0-16,2-1-2 0,-3 0 5 0,4 2-5 0,1 0 6 16,-4-2-5-16,1 0-11 0,-1 2 14 15,1 0-6-15,3 0 3 0,-3 0-2 0,-1 0 5 16,2 1-6-16,0-1 7 0,-3 2 0 0,5-1-2 16,0-1-5-16,2 0 6 0,13-2-1 0,3 4-1 15,-4-4 0-15,3 0 0 0,2-1 3 0,-1-2-7 0,-1 3 3 16,-2-2-4-16,1 1 0 0,1-2 1 15,1-1 1-15,2 2 1 0,-1-3-1 0,5 4 5 16,-4-2 0-16,4-1-6 0,-5 0 1 0,7 1 1 16,-5 0 2-16,-3 0-3 0,-1-1 3 0,-1 1 0 0,3-1-3 15,-2 3-4-15,-3-3 4 0,2 2 5 16,-3-3-3-16,4 1-1 0,-2 1 7 0,-15-1-4 16,12 1-3-16,2-3 2 0,-13 4-3 0,13 1 0 0,-15-3 2 15,3 3-4-15,-2-1 6 0,-2 0 0 0,1-1-7 16,-1 3 2-16,-3 0 3 0,3-4-4 0,-4 2 0 15,1 2 0-15,0 2 7 0,-2-4-1 0,1 1-8 16,2-2 8-16,-3 0-3 0,-2 0 5 16,1 2-3-16,-1-2 0 0,0 2 1 0,-2-2 1 0,3 2-2 15,-1-2 5-15,-8 2 0 0,9-4 3 0,-3 4 0 16,1 0-1-16,-6-1 0 0,7-3-1 0,-8 4-3 16,0-1 2-16,-1 2-2 0,-1 0 1 0,0-1-4 15,-6 1 3-15,1 0 0 0,-1-1 1 0,-1 0-2 16,0 1-1-16,-4 0 3 0,-2-3 2 0,-6 3 1 15,17-1 3-15,-12 1-2 0,-5 0 3 0,10 0 1 16,-10 0-5-16,9 0 2 0,-9 0 3 0,0 0-3 16,9-2-3-16,-9 2 5 0,0 0 0 0,0 0-7 15,0 0-1-15,0 0 0 0,9 2-3 0,-9-2 3 16,0 0-1-16,0 0-5 0,0 0-3 0,0 0-4 16,10-4-2-16,-10 4-9 0,0 0-14 0,10-3-20 15,-10 3-26-15,8-1-19 0,-8 1-29 0,9-5-29 16,-9 5-152-16,6-3-332 0,-6 3 148 0</inkml:trace>
  <inkml:trace contextRef="#ctx0" brushRef="#br0" timeOffset="1165.77">19102 7181 33 0,'0'0'142'0,"-2"-14"0"0,1 8 15 0,1 6-7 15,-1-10 0-15,1 10-7 0,-3-8-7 0,3 8-12 16,-1-11-7-16,1 11-9 0,-3-4-4 0,3 4-4 16,0 0-10-16,0 0-7 0,-2-7-13 0,2 7-8 15,0 0-6-15,0 0-9 0,0 0-9 0,0 0-6 16,0 0-1-16,0 0-3 0,0 0-3 0,-15 39 5 15,5-9 0-15,-5 16 7 0,-5 5-3 0,1 3-2 16,-1 1-4-16,-9 26-3 0,7-27-2 0,3-2 2 16,0 1-3-16,0-2-3 0,3-6-2 0,4-12-2 15,1-1 0-15,2-4 0 0,1-1-4 0,1-8 1 16,2-3-2-16,1 2 0 0,2-6 1 0,-2-1-2 16,0 2-3-16,1-4-1 0,1 1-1 0,1-3 1 15,-1 0-2-15,1 0 0 0,1-7-2 0,-1 10-1 16,1-10 6-16,-3 9-5 0,3-9-13 0,-1 8-15 15,1-8-17-15,-3 6-22 0,3-6-45 0,0 0-43 16,0 0-60-16,0 0-120 0,0 0-363 0,-7-23 161 16</inkml:trace>
  <inkml:trace contextRef="#ctx0" brushRef="#br0" timeOffset="1638.11">19213 7279 41 0,'0'0'154'0,"2"-9"-25"16,-2 9-4-16,0 0-17 0,0 0-18 15,0 0-4-15,0 0-9 0,0 0-4 0,4 23 10 16,-4-7-7-16,1 10-1 0,-2-1-7 0,0 2 1 16,-2 1-6-16,2 4 6 0,-2-2-9 0,3-1-2 0,-1 0-5 15,0-3 3-15,0-6-3 0,-3 5-3 0,1-6-7 16,2-4 4-16,0-2-3 0,-2-2-5 15,2 0-6-15,1-3-4 0,-1-3 2 0,1-5 1 0,-2 13-2 16,1-8 1-16,1-5 8 0,-3 7 7 0,3-7 4 16,0 0 3-16,-1 9 5 0,1-9 5 0,0 0-1 15,0 0 3-15,0 0 0 0,0 0 0 0,0 0 0 16,0 0-16-16,0 0-9 0,0 0-9 0,10-19-8 16,-1 8 0-16,-1 3-4 0,4-7-2 0,1 0-4 15,0 1 1-15,3 5-7 0,-2-2-2 0,1 3-1 16,-3 2 1-16,-1 1-2 0,2 3 0 0,-4-1-4 15,1 2 1-15,-10 1-1 0,17 2-6 0,-11 0-2 16,1 2 5-16,1 2-2 0,-3-2 0 0,1 1 3 16,-1 1 3-16,-4 1 0 0,0-2 2 0,-1-5-4 15,3 17 4-15,-6-7 3 0,-2-3-1 0,-3 4 1 16,-2-2-2-16,1 0-1 0,-1-2 4 0,-1 2-3 16,0-2 0-16,2 0-1 0,-2-1 2 0,1 0-10 15,1-1-15-15,0-1-18 0,1-1-21 0,2-2-22 16,-1 3-23-16,7-4-30 0,-10 2-42 0,10-2-34 15,0 0-144-15,0 0-384 0,-11-6 169 0</inkml:trace>
  <inkml:trace contextRef="#ctx0" brushRef="#br0" timeOffset="2455.36">19618 7457 8 0,'2'-7'206'0,"-2"7"-12"0,0 0-9 0,4-4-15 15,-4 4-4-15,0 0-16 0,0 0-15 0,0 0-15 0,0 0-7 16,0 0-2-16,0 0-3 0,-15 15-6 16,6-6-8-16,-1 6-9 0,-1-1-8 0,0 1-8 15,1 0-5-15,1 0-7 0,0 0-5 0,5-4-6 16,0-2-4-16,2 2-7 0,0-5 2 0,1 3-7 16,2-1-5-16,1-1-6 0,0-2 0 0,-2-5-4 0,7 10-3 15,-2-7 3-15,0 1 0 0,-5-4-7 0,11 3 1 16,-5-2-1-16,-6-1 1 0,15-1 0 15,-15 1 0-15,11-7 1 0,-6 4-1 0,3-1 3 0,-3-2-3 16,-1 1 0-16,1-3 0 0,-1-1-4 0,-1-1 2 16,-2 0 0-16,0 1-3 0,0-2 4 0,1 5 0 15,-1-1-2-15,-1 7 2 0,4-9-2 0,-4 9-2 16,1-6-2-16,-1 6-4 0,0 0 1 16,0 0-4-16,0-10-2 0,0 10-1 0,0 0 0 0,0 0 0 15,0 0-4-15,0 0 6 0,0 0-2 0,2 25 5 16,-2-18-4-16,3 3 2 0,0 0-3 0,-1-2 2 15,1 0 3-15,1 2-1 0,1-4 4 0,2 0-2 16,0 1 2-16,0 0-1 0,3-3-2 0,0-2 7 16,1-2-3-16,2 1-5 0,0 1 4 0,1-5-2 15,-2-1 0-15,-1-2 1 0,0 3 2 0,1-3 1 16,-5 2-2-16,1-2 6 0,-4 0-3 0,1-4-8 16,-2-1 4-16,-2 0 0 0,1 0-3 0,-2-2 1 15,-1-3 1-15,-1 4-2 0,0 0 1 0,1 1 3 16,-3 3-2-16,3-3 2 0,1 11-5 0,0-9 6 15,0 9-6-15,-3-10-6 0,3 10 2 0,0 0-2 16,0 0-3-16,0 0 3 0,0 0 2 0,0 0-1 16,0 0 4-16,0 0 0 0,11 27-1 0,-9-10-2 15,1 0 2-15,-2 2 2 0,2-1 3 0,-2 10 1 16,-1-10 2-16,0-2-4 0,0 2 1 0,-1-6 1 16,1 0 2-16,-2-1 0 0,2-4 1 0,0 2-2 15,0-9 1-15,0 11 2 0,0-11-3 0,0 0 0 16,2 11-3-16,-2-11 6 0,2 3-1 0,-2-3 1 15,0 0-6-15,9 1 0 0,-9-1-8 0,0 0-10 0,18-14-4 16,-9 8-8-16,2-2-6 0,-2-2 4 16,2-3 0-16,0 1-7 0,-1-2-2 0,-2 1 9 15,1-1-4-15,-3 3 0 0,-1-1 13 0,-1 1 0 16,-1 0 1-16,-2-1 5 0,0 1 3 0,1 1 7 0,-2 0 12 16,0 1 18-16,0 9 11 0,-2-12 9 15,2 12-4-15,-1-8-3 0,1 8-5 0,0 0-5 16,-2-7-1-16,2 7-7 0,0 0-4 0,0 0 1 15,0 0-2-15,0 0-2 0,0 0-2 0,0 0 5 0,-13 17-4 16,11-7 1-16,-1 1-5 0,4 0-6 0,-1 0-14 16,2 2-17-16,2-1-28 0,0 0-39 0,1-1-29 15,3-1-30-15,3-1-141 0,-2-4-324 0,3 1 144 16</inkml:trace>
  <inkml:trace contextRef="#ctx0" brushRef="#br0" timeOffset="2865.97">20183 7317 50 0,'1'-9'156'0,"-1"9"-19"16,0 0-22-16,0 0-10 0,0 0-14 0,0 0 2 16,0 0 10-16,0 0 9 0,8 33 5 0,-8-16-1 15,0 1-12-15,1 8-5 0,-1-6-2 0,2-1-1 16,0-3-10-16,-1 0-7 0,-4 1-6 0,3-3-5 15,-1-3-6-15,1-4-5 0,-1 2-9 0,1-1-1 16,0-8-4-16,-1 12-8 0,1-12 5 0,-2 10-8 16,2-10 1-16,0 9-5 0,0-9 0 0,0 0-5 15,2 7-2-15,-2-7 3 0,0 0-7 0,0 0-2 16,0 0 0-16,0 0-5 0,0 0-5 16,0 0-8-16,0 0-2 0,0 0 1 0,28-14-2 0,-17 10-3 15,1 0 0-15,2-1 1 0,1-1-2 0,-1 4 2 16,-4 1-1-16,0-2-1 0,-2 4 1 0,-8-1 1 15,13 0-4-15,-8 3 3 0,-5-3 2 0,13 5 2 16,-10-3-2-16,-3-2 5 0,2 10 1 0,-2-4 7 16,0-6 2-16,-10 17 2 0,4-9 0 0,-7 5 3 15,1-4-2-15,-1 1 3 0,-1 0-4 0,4-2 0 16,0-1-3-16,1 1-7 0,-1-3-17 0,2-1-22 16,0 2-33-16,1 1-39 0,0-6-39 0,2 5-45 15,1-2-114-15,4-4-335 0,0 0 148 0</inkml:trace>
  <inkml:trace contextRef="#ctx0" brushRef="#br0" timeOffset="3200.37">20516 7442 21 0,'-5'-7'212'0,"5"7"-10"16,-11-6-3-16,3 6-11 0,8 0-5 0,-19 4-8 15,5 1-9-15,2 1-12 0,-2 2-8 0,-1 5-12 0,2-2-14 16,-1 1-10-16,2 1-10 0,0 1-12 0,4-5-11 15,2 2-7-15,2-2-4 0,0 2-15 0,3-3-3 16,2 2-5-16,0 0-2 0,2-2-6 16,-1 0-1-16,6-1-7 0,-3-2-2 0,2-2-8 0,0 1 1 15,2-2-3-15,-1 0-5 0,1-2-1 0,-2 2-2 16,-7-2-1-16,15-2 4 0,-9-2-7 16,2-2-4-16,-1 0 2 0,0-3 1 0,-2 2-2 15,2-1 5-15,-2-2-2 0,-2 3-2 0,1 2 0 0,0-1 0 16,-2 1 1-16,-2 5 0 0,6-11 0 0,-6 11 1 15,2-5-4-15,-2 5 2 0,0 0-6 0,5-5-1 16,-5 5-3-16,0 0 1 0,0 0 2 0,0 0 4 16,0 0-6-16,0 0 2 0,5 20-3 0,-4-11-18 15,-1 1-44-15,2 1-45 0,-2 1-44 0,0-1-34 16,1 2-174-16,-2-2-398 0,2-1 176 0</inkml:trace>
  <inkml:trace contextRef="#ctx0" brushRef="#br0" timeOffset="3566.07">20634 7506 133 0,'0'0'157'0,"0"0"-21"16,0 0 2-16,0 0-19 0,0 0 15 0,0 0-5 16,0 0-6-16,0 0-11 0,0 0-4 0,8 19-2 15,-8-19-9-15,-3 13-5 0,3-13-14 0,0 9-5 16,0-9-6-16,1 8-8 0,-1-8 0 0,0 0-5 15,2 8-7-15,-2-8-4 0,0 0-4 0,0 0-1 16,0 0 3-16,0 0 7 0,1 7 1 0,-1-7 8 16,0 0-6-16,0 0 4 0,0 0-3 0,0 0-4 0,0 0-6 15,0 0-2-15,0 0-8 0,16-23-5 0,-5 11-4 16,0-1 0-16,-2 5-4 0,1-1-5 16,-1 0 1-16,1 2-3 0,-2 1-3 0,-1 2-2 15,-2 1-1-15,-5 3-3 0,10-6-4 0,-10 6 0 0,11 0-2 16,-11 0 1-16,8 3 2 0,-4 3-3 0,0 2-1 15,-1-2-9-15,0 2-8 0,-2 5-19 0,1-2-28 16,-2 2-23-16,1-2-30 0,0 1-12 16,2 1-7-16,-1-2-18 0,2-1-3 0,1 0-16 15,3-3-103-15,0-3-303 0,1 0 134 0</inkml:trace>
  <inkml:trace contextRef="#ctx0" brushRef="#br0" timeOffset="3968.3">21030 7501 61 0,'0'-8'177'0,"0"-3"-2"15,-1-1-5-15,-2 3 19 0,2-2 5 0,-2 3-6 16,-3 1-2-16,2-1-5 0,-1 3-3 0,1-2-18 16,-4 5-14-16,8 2-17 0,-13-2-17 15,2 2-7-15,1 3-10 0,-4 3-9 0,0 2-5 0,0 1-13 16,0 1-2-16,2 3-9 0,0-3-12 0,4 6 0 16,-1-3-6-16,1 2-3 0,4-5-3 0,4 1-3 15,-2 1 0-15,2-2-6 0,1 1-2 0,2-1-2 16,1 0-1-16,2-2-4 0,0-3 4 0,2 0-5 15,1 0 2-15,5-2-3 0,-4-3-3 0,2-1-1 16,0 0 4-16,0 0-4 0,-1-4 18 0,1 0-16 16,-2-4-4-16,-1 0-1 0,-1 2 3 0,2-10-7 15,-2 0 2-15,1 0-4 0,0-7 2 0,-3 0-1 16,-2-1 0-16,1 0 7 0,-4-2-12 0,2 0 1 16,-2 0 2-16,-1-4-1 0,3 3-2 0,-1 2 0 15,-1 7 7-15,-1 2 2 0,2 1-4 0,-4 6 1 16,2-3 4-16,0 7-2 0,0 6 5 0,-1-13-8 15,1 13-4-15,0-8-3 0,0 8-2 0,0 0-3 16,0 0 2-16,0 0 1 0,0 0 8 0,-1 40-3 16,-7-14 3-16,6 7-1 0,-1 2 2 0,-1-1-1 15,-1 10-1-15,3 2-6 0,-2-9-30 0,1-3-66 16,2 2-72-16,1-3-47 0,-3 16-239 0,2-15-499 16,1 0 221-16</inkml:trace>
  <inkml:trace contextRef="#ctx0" brushRef="#br0" timeOffset="4419.95">21269 7771 57 0,'0'-13'289'0,"0"4"-30"0,0-2-28 0,2 1-23 15,1-2-18-15,-2-4-18 0,3-3-16 0,1 2-19 16,2-3-10-16,4-6-12 0,-1 0-13 0,1-1-8 15,1 3-8-15,3-1-11 0,-3 0-8 0,2 1-7 16,0-1 0-16,-3 0-8 0,-2 8-8 0,-4-3-4 16,2 3-3-16,0 1 2 0,-2 4 18 0,0 2 11 15,-2 0 1-15,-1 3 2 0,1 1-4 0,-1 0-8 16,-2 6 12-16,4-10-6 0,-4 10-3 0,1-7-6 16,-1 7 2-16,0 0-1 0,0 0-9 0,0 0-5 15,0 0-11-15,-6-8 0 0,6 8-4 0,0 0-9 0,-21 12-2 16,11-2-4-16,-1 0-1 0,-1 2-2 15,1 2-5-15,2 0-5 0,4-3-5 0,1 0-1 16,0-2-7-16,3 2-2 0,1-3 1 0,2 3 1 16,2 0-2-16,1-2-4 0,3 2 4 0,0-4 7 15,2 3-4-15,3 1 0 0,1-1-3 0,-5-1 1 0,1-1 4 16,1-1-1-16,-2 1 1 0,-1-3 12 0,1 3-14 16,-2-2 6-16,-1-1-2 0,-2 1 2 0,1 0 3 15,-3 0-2-15,-2-6-2 0,2 12-3 0,-2-12 2 16,-2 11-3-16,0-4-1 0,-3 1-9 0,-1-3-15 15,1 1-26-15,-2 3-16 0,-1-1-16 0,0-1-29 16,3-2-29-16,5-5-19 0,-9 8-36 16,5-5-26-16,4-3-142 0,0 0-406 0,0 0 181 0</inkml:trace>
  <inkml:trace contextRef="#ctx0" brushRef="#br0" timeOffset="4632.27">21703 7377 193 0,'7'-4'216'0,"-7"4"-17"0,4-5-25 16,-4 5-18-16,0 0-13 0,0 0-19 0,0 0-9 16,0 0-6-16,0 0 1 0,2 19-5 0,-4-9-11 15,1 8-6-15,-3-1-17 0,0 1 3 0,0 0-7 16,1 0-13-16,0 0-4 0,1 0-4 0,2-1-10 16,-2 1-16-16,2-5-20 0,0-1-39 0,0 3-29 15,1-5-37-15,0 1-38 0,1-1-42 0,-2-3-99 16,0-7-308-16,0 0 136 0</inkml:trace>
  <inkml:trace contextRef="#ctx0" brushRef="#br0" timeOffset="4768.01">21649 7267 5 0,'0'0'64'16,"0"0"-12"-16,0 0-24 0,0 0 10 0,0 0-18 15,-4 29-24-15,5-14-31 0,2 2-35 0,2 1 15 16</inkml:trace>
  <inkml:trace contextRef="#ctx0" brushRef="#br0" timeOffset="4999.78">21856 7439 58 0,'0'0'208'0,"5"-4"-3"0,-5 4-13 15,0 0-11-15,0 0-9 0,0 0-11 0,0 0-1 16,0 0-18-16,0 0-12 0,0 0-19 0,1-10-10 15,-1 10-15-15,0 0-12 0,0 0-9 0,0 0-9 16,0 0-4-16,0 0-6 0,0 0-4 0,-3 27-4 16,1-15-3-16,2 3-7 0,-4 3 5 0,0 1-3 15,2 4-6-15,-1-2-2 0,1 2 0 0,-2 3-1 0,1-2-1 16,-1-6-4-16,2 0 1 0,-1-1-4 16,2 0-6-16,0-2-15 0,-4-4-27 0,5 2-32 15,-3-4-34-15,1 1-23 0,3-2-12 0,-1-8-17 16,-1 13-19-16,1-13-124 0,-2 8-319 0,2-8 141 0</inkml:trace>
  <inkml:trace contextRef="#ctx0" brushRef="#br0" timeOffset="5550.89">22032 7449 100 0,'8'-7'164'0,"-5"2"-19"15,0-1-19-15,1 0 5 0,-4 6-18 0,6-5-15 16,-6 5-17-16,7-5-11 0,-7 5 3 15,0 0-10-15,11 2-9 0,-11-2-5 0,9 7-7 0,-2-2 0 16,1 1-7-16,0 0 3 0,0-1-6 0,1-1-2 16,1 3-8-16,-1-3 7 0,1 2-5 0,2-3-11 15,0 1-3-15,2 0-14 0,3 0-14 16,2-4-20-16,9-1-21 0,-7-2-10 0,8-3-7 0,-1-2 2 16,-1 1 2-16,-6 2 4 0,-3-2 7 0,-1 0 16 15,-6 0 10-15,0-2 20 0,-2 2 26 0,-4-3 11 16,-1 0 5-16,-1 1 17 0,-3-1 11 0,-2 1 22 15,1-3 16-15,-3 5 0 0,-1-3 2 16,-1 3 4-16,-4 1-1 0,1 0-7 0,-2 2 1 0,-3 3-10 16,1 1-1-16,-4 4-5 0,-3 0-2 0,0 5-9 15,-2 6-5-15,-2-1-7 0,9-3-1 16,-1 3-10-16,3-3-2 0,2 4-4 0,0-3-5 16,5-2-5-16,1 2-4 0,1-3 0 0,3 2-2 0,1 0-3 15,1 0-1-15,3-2-3 0,-1-2-1 0,3 3-5 16,1-4-4-16,3-1-2 0,-3-2 1 0,3 1-6 15,1-4-2-15,-1 0 0 0,2 0 1 0,-12 0 3 16,15-3 2-16,-7-1-3 0,-3 0 2 0,4-1 1 16,-4 0 0-16,-1-1-1 0,1-2-2 0,0 1-3 15,0-3 4-15,0 4-6 0,-2 0 7 0,-3 6 2 16,5-7-2-16,-5 7 1 0,5-6 0 0,-5 6-3 16,2-6-4-16,-2 6-4 0,0 0 3 0,0 0-4 15,0 0 0-15,0 0 0 0,0 0 7 0,0 0 2 16,12 19-3-16,-8-10 3 0,-2-2 3 0,3 1-2 15,-1 4-1-15,3-1 2 0,0 2-1 0,1-2-4 16,-2-4-26-16,2 2-22 0,1-2-40 0,4-3-50 16,-4-2-52-16,1-1-144 0,-10-1-367 0,24-5 162 15</inkml:trace>
  <inkml:trace contextRef="#ctx0" brushRef="#br0" timeOffset="5766">22626 7190 157 0,'0'0'217'0,"0"0"-23"16,0 0-27-16,3-7-12 0,-3 7-4 0,0 0-5 15,0 0 6-15,1 23-8 0,-1-7-9 0,-1 1-6 16,1 2-9-16,-2 6-10 0,1 1-12 0,0 0-7 16,1-7-11-16,0 1-9 0,0-2-4 0,2 0-7 15,0 0-4-15,0 0-8 0,2-3-6 0,0 1-19 16,-1-4-23-16,2-1-51 0,1 4-61 0,-2-5-70 0,1 0-196 15,-1-4-410-15,2 2 181 0</inkml:trace>
  <inkml:trace contextRef="#ctx0" brushRef="#br0" timeOffset="5999.42">23048 7093 242 0,'3'-4'328'0,"-3"4"-25"0,3-6-25 0,-3 6-20 16,4-6-20-16,-4 6-14 0,0 0-34 0,3-7-23 16,-3 7-17-16,0 0-8 0,7 22 4 0,0 5 0 15,-2 7-7-15,0 16-4 0,-2 7-19 0,-5 2-10 16,-3 22-3-16,2-27-16 0,-5 27-4 0,3-26-12 16,-2-1-11-16,-3 3-25 0,0-2-26 0,1-1-46 15,-3 0-50-15,3 0-60 0,-1-1-57 0,-1-2-70 16,-5-2-228-16,2-2-542 0,7-13 240 0</inkml:trace>
  <inkml:trace contextRef="#ctx0" brushRef="#br0" timeOffset="9999.12">23567 7390 160 0,'0'0'176'0,"-3"-12"2"16,3 12-8-16,-4-7 2 0,4 7-20 0,-1-4-18 15,1 4-12-15,0 0-15 0,0 0-14 0,0 0-16 0,0 0-5 16,0 0-8-16,0 0-5 0,0 0-8 0,-5 22 6 16,4-5 5-16,-2 12-5 0,1-1-6 0,-2 2-4 15,0 1-7-15,0-2-1 0,0 1-6 0,1-2 1 16,-1-3-6-16,2 2-1 0,1-12-10 0,0 2 6 16,0-6-3-16,-1 1-3 0,1-3 3 0,1-3-3 15,0-6-3-15,-1 16 2 0,1-16 2 0,-4 9 0 16,3-4 5-16,1-5 13 0,-2 7 8 0,2-7 9 15,0 0 3-15,-1 8 4 0,1-8 2 0,0 0 3 16,0 0-1-16,0 0 19 0,0 0-18 0,0 0-9 16,0 0-11-16,0 0-12 0,0 0-10 0,9-24-7 15,-4 15-2-15,2-1 6 0,3-3-12 0,1 0-4 16,2 3 2-16,-3 1-3 0,2 2-4 0,-1 2-4 16,2-1-1-16,0 1 1 0,-2 2 4 0,3 2-4 15,-2 1-2-15,2 1-1 0,-4 0 3 0,2 2-1 16,-2 1 0-16,-4-2-2 0,1 2 3 0,-1 1-4 15,0-2 3-15,-1 3-1 0,1 2 3 0,-5-2 4 16,0-1 0-16,-1 3 0 0,-1 2-2 0,-3-1 4 16,-2-1 1-16,-4 2 0 0,2-1 0 0,-9 3-2 15,3-3 2-15,-2 0-4 0,-2-1 3 0,0 1-2 0,0-2-6 16,0-1-1-16,0 1-1 0,1-1-5 16,5-2-11-16,-1-1-13 0,3-2-14 0,-2 0-33 15,6 3-41-15,-2-3-27 0,8-1-46 0,0 0-48 16,-15-5-129-16,15 5-407 0,-3-7 180 0</inkml:trace>
  <inkml:trace contextRef="#ctx0" brushRef="#br0" timeOffset="10384.66">24017 7538 5 0,'0'0'200'0,"0"0"-26"0,0 0-7 16,-17-3-8-16,17 3-3 0,-13 7-11 15,4 0-1-15,-1 1-7 0,3-1-17 0,-3 2-10 16,-2 6-10-16,3-2-10 0,1 0-10 0,2-2-7 0,-1-1-8 16,4 0-8-16,0 0-5 0,2-1-8 0,-1-3-3 15,4 5-6-15,-1-2-5 0,2 0-2 16,-1-3-1-16,2-1 3 0,1 0-10 0,0-1 0 0,0 2-6 16,0-3-4-16,2-2 1 0,-7-1-3 0,15 0-3 15,-8 2 0-15,-7-2 0 0,14-2 3 0,-7 1-1 16,-2-3-2-16,2 2 0 0,-2-4 2 0,-1 0-3 15,2 1 1-15,-3-4-2 0,-1 3 7 0,2-6 1 16,-3 7 4-16,-1 5-1 0,3-16-3 0,-2 12 0 16,-1 4 2-16,1-9-3 0,-1 9-3 0,0 0-4 15,2-9-2-15,-2 9-4 0,0 0-2 16,0 0-4-16,0 0 3 0,0 0-2 0,0 0 2 16,0 0 1-16,0 0 2 0,6 22-1 0,-5-15 2 0,2 4-4 15,1 1-13-15,-3 0-12 0,0-1-28 0,3 1-36 16,0-2-32-16,-1 2-27 0,0-2-37 0,-1 1-107 15,0-3-322-15,2-2 143 0</inkml:trace>
  <inkml:trace contextRef="#ctx0" brushRef="#br0" timeOffset="10748.66">24203 7642 71 0,'0'0'111'0,"0"0"2"0,5 13-2 0,-5-13-10 16,4 10 1-16,-2-2-8 0,-1-3-12 0,0 3 11 16,-1-8-18-16,1 13-4 0,-1-7-6 0,0-6-5 15,0 7-7-15,0-7 1 0,0 0-13 0,2 10 14 16,-2-10-5-16,0 0 4 0,2 5 10 0,-2-5 3 16,0 0 10-16,0 0-2 0,0 0-3 0,0 0-8 15,0 0-5-15,0 0-7 0,0 0-8 0,13-17-5 16,-7 10-7-16,0-3 1 0,0 3-6 0,3-2-4 15,1-1-3-15,-3 0-2 0,3 4-3 0,1-7-6 16,-2 7 1-16,0-1-2 0,-3 4 0 0,-2-1-7 16,1 1 2-16,-5 3-4 0,8-3 1 0,-8 3-5 0,10 0 4 15,-10 0-5-15,9 4 7 0,-5 2 1 0,-4-6-2 16,9 10-1-16,-3-4 1 0,-1 3-2 16,-2-1-12-16,1 1-15 0,0-1-32 0,0 2-34 15,1-2-30-15,1-1-25 0,0 2-149 0,-3-4-323 0,5 0 144 16</inkml:trace>
  <inkml:trace contextRef="#ctx0" brushRef="#br0" timeOffset="11581.96">24666 7557 123 0,'-10'-3'177'0,"-3"-1"-9"0,3 2-11 15,-2 1-7-15,-1 1-5 0,0 2-11 16,1 0-15-16,-1 4-14 0,-3 0-7 0,5 1-8 0,1 0-13 15,1 1-8-15,1-1-6 0,1 2-7 0,0 1-5 16,6-3-6-16,-5 0-6 0,3 3-2 0,2-3-7 16,1-7 0-16,1 12 0 0,1-7-1 0,1 1-4 15,5-2 3-15,-3 0-3 0,1-2 4 0,-6-2-2 16,18 2 0-16,-7-2-3 0,0-3-1 0,3-2-4 16,-4 1 1-16,-1-1-4 0,3 1 0 0,-3-3 5 15,-2-2 2-15,2 1-1 0,-2-2-1 0,-3 0-4 16,1-7-2-16,1 1-3 0,-6-2 2 0,1 1 3 15,1-2-3-15,-4-6-4 0,4 1 1 0,-4 5 6 16,2-7-1-16,-1 0-4 0,-1 1 7 0,2-1-1 16,-2 8-3-16,0 0 10 0,2 0 7 0,-3 4-2 15,3 2 3-15,-1-1 0 0,0 6 0 0,1-1 0 16,0 8-7-16,-2-12-3 0,2 12-6 0,0 0-5 16,0-12-4-16,0 12-1 0,0 0-5 0,0 0 5 15,0 0-4-15,0 32 2 0,-2-4-6 0,-1 5 5 16,-2 1 0-16,-1 12-3 0,3-10 2 0,1-2 1 15,-2-2-1-15,2 2 0 0,2-8-1 0,2 0 1 16,3 0 0-16,-4-10-3 0,2-5-1 0,2 2 5 16,0-3-3-16,1-1 2 0,-1 1-1 0,3-4 2 15,2 0 2-15,2-1-4 0,1-4 2 0,-1-1 2 16,6-4-3-16,0-2 4 0,1-2-6 0,-2-1 1 16,1-3 0-16,-4 2 0 0,2-2-1 0,0-9-1 15,-3 4-4-15,0-3 0 0,2-3 3 0,-5 0-5 0,-2-3-4 16,-2 0-2-16,2 1 2 0,-2-5 0 0,-2-1 1 15,-2 6 2-15,2-1-3 0,-2 1 2 0,-1 1-1 16,-1 7 3-16,1-1 1 0,0 7 5 0,1 0 6 16,-2 2 1-16,0 9 0 0,1-10-1 0,-1 10-4 15,0-8-4-15,0 8-1 0,0 0-2 16,0 0-1-16,0 0 3 0,-3 26-4 0,2-7 8 16,-1 9-6-16,-2 3 5 0,1-1-6 0,2 0 3 15,-2-3 4-15,2-3 1 0,2-4-1 0,2 4-2 0,-1-5-2 16,4-7 0-16,-1 5 3 0,4-2 1 0,2 1-2 15,-7-6 4-15,5-3 3 0,1 2 3 0,0-1-1 16,3-2 2-16,-1-3 0 0,4 0 1 16,-2-3 0-16,-1-2-1 0,1 1-1 0,-1-4 0 15,1 1-4-15,1-3 2 0,1-4-2 0,-4 3 0 0,1-5 1 16,-4 6-3-16,-2-6 1 0,2-2 0 0,-3 5-1 16,0 0 0-16,-1 0-2 0,-2 0 1 0,1 0 0 15,-4 5-2-15,2-1 0 0,-2 6 3 0,2-9-5 16,-2 9 2-16,2-6-9 0,-2 6 4 0,0 0-1 15,0 0 0-15,0 0-1 0,0 0-1 0,0 0 3 16,0 0 1-16,0 0-1 0,0 0 3 0,5 26-5 16,-5-19 3-16,0 2-10 0,0 1-27 0,0 0-36 15,0-10-45-15,4 20-38 0,-3-11-40 0,1-2-191 16,-2-7-423-16,0 13 188 0</inkml:trace>
  <inkml:trace contextRef="#ctx0" brushRef="#br0" timeOffset="11749.5">25194 7236 38 0,'0'0'85'0,"0"0"-15"0,0 0-4 15,0 0-21-15,0 0-19 0,11 25-14 0,-4-6-43 16,0 0-22-16,-2 4-55 0,4 3 25 0</inkml:trace>
  <inkml:trace contextRef="#ctx0" brushRef="#br0" timeOffset="12121.34">25338 7590 84 0,'0'0'197'16,"5"7"6"-16,-5-7 5 0,0 0 3 0,0 0-3 15,0 0-20-15,0 0-23 0,0 0-11 0,0 0-20 0,0 0-11 16,4-21-13-16,0 15-12 0,-4-3-10 15,5 2-5-15,-1-3-9 0,5 1-6 0,-4-4-12 16,-1 5-6-16,5-1-5 0,-3 0-7 0,-2 3-2 16,2 1-5-16,-1 1-3 0,1 0-8 0,0 0-2 0,-6 4-2 15,11-3-6-15,-11 3 2 0,0 0-5 0,13 4 3 16,-7 1-1-16,0 1-2 0,-2-1 0 16,-2 1-2-16,2 1-3 0,0-1 5 0,-2 0-5 15,3-1 4-15,-2 0-3 0,1 1 1 0,-4-6 0 0,7 7 2 16,-4-4 1-16,-3-3 0 0,4 4 2 15,-4-4-2-15,0 0 0 0,8 4 1 0,-8-4-1 0,0 0-1 16,0 0-1-16,14-5 0 0,-9 2-2 0,-5 3 7 16,9-8-5-16,-3 2-1 0,-2-1-2 0,2 1 0 15,0-2-4-15,0-1 0 0,1 2-6 0,-4 2 1 16,1-1-7-16,-4 6 9 0,7-9-6 16,-7 9-3-16,3-5-6 0,-3 5-11 0,0 0-17 15,6-4-25-15,-6 4-28 0,0 0-22 0,0 0-37 0,0 0-54 16,0 0-136-16,0 0-378 0,0 0 167 0</inkml:trace>
  <inkml:trace contextRef="#ctx0" brushRef="#br0" timeOffset="12465.78">25679 7450 238 0,'0'0'242'0,"0"0"-10"0,0 0-4 16,0 0-11-16,0 0-9 0,0 0-12 0,0 0-8 16,0 0-16-16,-1-6-19 0,1 6-18 0,4-9-11 15,0 3-19-15,-2-1-8 0,5-2-8 0,0 3-10 16,-2-4-14-16,3 3-4 0,1-1-10 0,1 0-6 15,-2 4-3-15,1-5-8 0,-4 6-5 0,2 0-4 16,-2 0-3-16,-5 3-8 0,10-1-3 0,-10 1 2 16,9 3-4-16,-4 1 1 0,2 1 1 0,-3 3-5 15,2 1-12-15,-1 1-17 0,0 0-20 0,0 3-33 16,-3-3-33-16,2 2-31 0,-1-2-26 0,1-1-35 16,-2 2-198-16,2-2-430 0,-4-9 190 0</inkml:trace>
  <inkml:trace contextRef="#ctx0" brushRef="#br0" timeOffset="12656.91">25923 7357 63 0,'0'0'242'0,"0"-8"-14"0,0 8-15 0,0 0-22 0,0 0-22 15,0 0-20-15,0 0-17 0,0 0-14 16,0 0-10-16,0 0-11 0,0 0-11 0,0 0-13 15,0 0-22-15,2 27-35 0,-4-17-50 0,2-3-57 16,-1 5-67-16,1-4-118 0,0-8-298 0,0 0 131 16</inkml:trace>
  <inkml:trace contextRef="#ctx0" brushRef="#br0" timeOffset="12854.7">25964 7117 170 0,'0'0'217'0,"-2"-7"-22"0,2 7-22 0,0 0-21 16,0 0-18-16,0 0-15 0,0 0-11 0,0 0-19 0,0 0-33 16,0 0-52-16,9 28-55 0,-7-15-40 15,1-1-122-15,2-1-230 0,-3 1 101 0</inkml:trace>
  <inkml:trace contextRef="#ctx0" brushRef="#br0" timeOffset="13049.35">26050 7170 56 0,'0'0'169'0,"0"-7"-14"0,0 7 5 16,2-7-2-16,-2 7-5 0,0 0-8 16,1-9-17-16,-1 9-14 0,0 0-17 0,0 0-12 0,0 0 1 15,0 0-4-15,4 23 0 0,-2-7-4 0,-2 1-2 16,0 9-6-16,0 2-8 0,0-2-5 0,0 0-4 15,-2 1-7-15,2-2-5 0,-3 0-2 0,3-7-13 16,1 1-26-16,-2-1-38 0,1-4-49 0,-1-2-59 16,1 0-179-16,0-2-352 0,0-10 157 0</inkml:trace>
  <inkml:trace contextRef="#ctx0" brushRef="#br0" timeOffset="13384.87">26042 7427 80 0,'11'-5'144'15,"-3"-2"-9"-15,2 2-2 0,0 0-4 0,1-3-17 16,4 2-6-16,-4-2-13 0,1 1-1 0,5-1-4 16,-4-2-7-16,-3 3 4 0,0 2 8 0,1-2-2 15,-3 0-1-15,0 0 14 0,-1 1 4 0,-1 0 6 16,2-1-2-16,-4 1 3 0,-1 1 15 0,1-1-3 15,-4 6 5-15,4-8-4 0,-4 8 1 0,4-7-8 16,-4 7 2-16,0 0-14 0,0-7-7 0,0 7-11 16,0 0-12-16,0 0-6 0,0 0-14 0,-10-6-7 15,10 6-3-15,-11 12-9 0,3-6-3 0,2 4-4 16,-1 1-10-16,1-1-6 0,-2 7-10 0,4-7-17 16,-1 1-19-16,5 1-24 0,-2-2-31 0,4 2-32 15,-1-1-43-15,5 0-31 0,2-2-47 0,5 0-35 16,3-3-164-16,3-1-473 0,2-3 209 0</inkml:trace>
  <inkml:trace contextRef="#ctx0" brushRef="#br0" timeOffset="13732.1">26486 7343 116 0,'-7'-6'164'0,"7"6"0"0,-6-4-9 0,6 4 0 15,-14 0-6-15,14 0-11 0,-15 3-8 0,7 3-14 16,-1 0-12-16,-1 0-9 0,3 1-8 0,-1 2-11 15,0-2-9-15,3 2-8 0,1-2-3 0,0 0-7 0,0 2-4 16,4-3-5-16,0-6-2 0,-2 13-1 0,2-13 1 16,6 9-10-16,-2-5 0 0,-4-4-6 15,11 3-3-15,-4-2-1 0,6-4-6 0,-2 2-6 16,0-5 4-16,1 0-13 0,-3 0 2 0,-3-2 4 0,6 2 3 16,-7-3 0-16,1-1-4 0,-2-2-3 0,1 1 2 15,0-5-3-15,-1 1 1 0,1-2 4 0,-1 0 1 16,-4-4 0-16,4 1 6 0,-2-4-7 15,-1 5 4-15,1 0 0 0,-2-1 7 0,4 6 28 0,-4 2 12 16,2 2 7-16,1 2 6 0,-3 2-10 0,0 6-6 16,1-11-6-16,-1 11-5 0,0 0-12 0,0 0-2 15,0 0-3-15,0 0 1 0,0 0-3 0,-8 36 4 16,1-9-3-16,-1 1-6 0,1 4 2 0,-5 1-13 16,6-1-33-16,-3-1-59 0,5 0-77 0,-1-4-69 15,4 0-167-15,1-11-432 0,4-5 191 0</inkml:trace>
  <inkml:trace contextRef="#ctx0" brushRef="#br0" timeOffset="14041.93">26923 7128 126 0,'0'0'304'0,"-8"-9"-33"16,8 9-28-16,-7-6-22 0,7 6-26 0,-14 1-18 15,14-1-21-15,-15 9-16 0,5-4-19 0,4 1-12 16,2 1-13-16,-1 3-6 0,1 2-12 0,0-1-6 16,3 7-17-16,-1-4-6 0,4 4-7 0,-1-1-3 15,3-2-5-15,2 3-3 0,1-3-6 0,-1 0-1 16,0-2-2-16,-2 1-4 0,3-2-1 0,-3-1-6 16,0 2 2-16,-1-4-1 0,-1 2-2 0,1-2 4 15,-3 1-3-15,0-1 4 0,-5 1-4 0,0 3 3 16,-1-3-6-16,-3 2 9 0,-1-2-9 0,-5-1-13 15,4-1-19-15,-3 1-17 0,3-2-26 0,-1-3-35 16,6-1-33-16,-1 0-37 0,7-3-49 0,-10 1-135 16,10-1-384-16,0 0 170 0</inkml:trace>
  <inkml:trace contextRef="#ctx0" brushRef="#br0" timeOffset="14219.89">26949 7367 96 0,'4'-6'280'0,"2"3"-29"16,-6 3-28-16,10-4-19 0,-10 4-20 0,6-2-15 15,-6 2-17-15,0 0-15 0,0 0-16 0,0 0-11 16,0 0-12-16,0 0-8 0,5 9-9 0,-5-9-2 16,0 12-9-16,0-3-5 0,0 1-9 0,0 1-2 15,0-1-9-15,-2 1-6 0,0 2-20 0,1-3-19 0,-3 0-28 16,2 0-36-16,2-10-41 0,-4 15-46 16,4-8-52-16,-4-1-143 0,4-6-374 0,-4 11 166 15</inkml:trace>
  <inkml:trace contextRef="#ctx0" brushRef="#br0" timeOffset="14371.5">26946 7222 110 0,'-4'-9'112'0,"4"9"-16"0,-4-7-3 0,4 7-6 0,0 0-19 15,0 0-14-15,-15 15-38 0,7-7-36 16,-1 8-83-16,-5-4-111 0,5 4 48 0</inkml:trace>
  <inkml:trace contextRef="#ctx0" brushRef="#br0" timeOffset="14633.8">27057 7358 149 0,'-3'7'143'0,"3"-7"9"0,0 0-8 15,-3 15-4-15,-1-6-4 0,0-1 2 0,2 5-1 16,-3 1-10-16,-1 3-7 0,3-8-14 0,-2 4-8 16,1-2-4-16,1 2-13 0,-1 3-8 0,2-5-6 15,2-1-10-15,-2 1-2 0,2-2-8 0,-4 1-5 16,4-1-3-16,0 2-7 0,0 0 4 0,0-1-7 16,0-2-11-16,0 2-14 0,0-10-17 15,-2 19-28-15,-6-5-31 0,3 0-22 0,-1-2-13 0,-3 2-22 16,-3 0-14-16,0-3-16 0,0 3-92 0,-4-1-273 15,3-2 121-15</inkml:trace>
  <inkml:trace contextRef="#ctx0" brushRef="#br0" timeOffset="15384.61">27119 7527 16 0,'0'0'169'0,"9"-9"-7"0,-9 9-11 16,7-5-10-16,-7 5-26 0,0 0-10 0,8-7-9 16,-8 7-17-16,0 0-7 0,8 1-4 0,-8-1-2 15,0 0-11-15,0 0-2 0,17 11-8 0,-17-11-8 16,7 7-1-16,-7-7 4 0,10 6-6 0,-4-2-4 16,0-3 10-16,1 1-12 0,3-1-9 0,3-1 0 15,1 2 1-15,1-5-6 0,-2 0 4 0,6-1-9 16,-1-2 1-16,-7 1 1 0,2 1-3 0,3-5-2 15,-3 5-4-15,-3-3 4 0,1 1 2 0,-2-1-1 16,0-2 2-16,-3 2-4 0,-1-3 2 0,1 0-1 16,-3 0 4-16,-1 1 0 0,0-2 1 0,0 4 5 15,-2-3 8-15,0 2 10 0,0 8 12 0,0-14 11 16,0 14 2-16,-2-8-6 0,2 8-1 0,-4-7-8 16,4 7-5-16,0 0-2 0,-13 4 0 0,13-4-6 15,-17 7-4-15,5 1-3 0,1 3-1 0,-3 0-2 16,0 0-7-16,5 1-3 0,2-1-2 0,1-2 4 15,1-2-4-15,1 0-4 0,2-1 2 0,-1-1-1 0,2 2-8 16,1-7 1-16,0 0-1 0,4 12-2 16,-4-12-2-16,6 5-2 0,-6-5 3 0,11 3-1 15,-4-3-1-15,-7 0-1 0,12-3 0 0,-12 3 5 16,8-5-3-16,-3 1 4 0,-1 0-4 0,-4 4 6 0,9-6-8 16,-6 1 7-16,-3 5-1 0,2-8 4 0,-2 8-4 15,4-4-2-15,-4 4 2 0,0 0-5 0,4-6-5 16,-4 6 4-16,0 0 0 0,0 0 1 15,0 0-10-15,0 0 9 0,0 0-2 0,0 0 4 16,5 14 0-16,-5-14-2 0,4 11 5 0,-2-4-2 0,1-2 5 16,2 1-3-16,-3 0 3 0,2-2 1 0,1 2 2 15,1-1-2-15,1-3 4 0,3 0-1 16,1 1-4-16,0-1-9 0,0-5-17 0,0 1-15 0,7-2-13 16,-9 0-16-16,4-3-7 0,-3 1 4 0,-1-2 2 15,1 1 5-15,-2-2 8 0,-1-1 12 0,-1 0 8 16,0 0 4-16,-3 0 10 0,2-3 9 15,0-2 3-15,-3-2 6 0,2-1 8 0,-2-1 11 0,0 1 8 16,-1 1 17-16,2-1 3 0,-2 5 13 0,-1 3 9 16,2 1 6-16,0 0 4 0,-2 9-5 0,0-10-7 15,0 10-8-15,2-6-8 0,-2 6-9 0,0 0-2 16,0 0 0-16,0 0 7 0,0 0-1 0,-4 25 0 16,1-9-1-16,0-2-2 0,0 5-7 0,1 0-1 15,-2 0-4-15,-1 0 1 0,5 0-5 0,0 8-17 16,-5-11-41-16,5 3-50 0,0-6-70 0,0 5-244 15,0-7-433-15,0 3 191 0</inkml:trace>
  <inkml:trace contextRef="#ctx0" brushRef="#br0" timeOffset="15533.87">27786 7591 95 0,'0'0'236'0,"0"0"-11"16,0 0-6-16,0 0-17 0,0 0-18 0,0 0-19 15,10 1-27-15,-10-1-40 0,0 0-66 0,0 0-69 16,0 0-79-16,0 0-125 0,0 0-259 0,0 0 115 16</inkml:trace>
  <inkml:trace contextRef="#ctx0" brushRef="#br0" timeOffset="18399.61">27932 7150 3 0,'-4'-12'220'0,"-2"-1"-7"0,0 3 1 0,4 3-14 15,0 1-13-15,2 6-17 0,-4-9-19 0,4 9-18 16,-5-7-17-16,5 7-16 0,0 0-18 0,0 0-9 16,0 0-7-16,0 0-6 0,-2 39 1 0,2 7 1 15,-2 7 0-15,-3 6-5 0,-6 26-2 0,-4 1-1 16,-4 4-3-16,2-2-5 0,-2-8-5 0,4-23 4 16,1-2-14-16,3-2 1 0,-1-3-3 0,2-6-4 0,3-12-4 15,3 0 2-15,1-3-7 0,-4-2-1 0,5 1-1 16,1-8-9-16,-1 5-27 0,0-4-40 15,2-1-43-15,0-3-52 0,0-1-42 0,0 1-166 16,2-5-396-16,1-1 176 0</inkml:trace>
  <inkml:trace contextRef="#ctx0" brushRef="#br0" timeOffset="19015.75">28119 7622 183 0,'4'14'202'16,"-4"-4"-21"-16,-3 7-15 0,2 1-15 0,0 0-20 15,-3 1-13-15,0-4-9 0,4 3-13 0,-3 0-12 16,1-6-8-16,2 0-13 0,-4-2-4 0,5-1-3 16,-2-2-7-16,1-7-3 0,0 12 0 0,0-12-4 15,-1 9 6-15,1-9 8 0,-2 6 13 0,2-6 11 16,0 0 11-16,0 0 13 0,0 0 5 0,0 0 1 15,0 0 4-15,0 0-5 0,0 0-10 0,0 0-12 16,0 0-9-16,0 0-13 0,0 0-15 0,-15-27-8 16,15 11-8-16,-2-3-13 0,2 0 0 0,2-6-1 15,0 0-8-15,2 0-1 0,3 0-3 0,2 6-6 16,0-3 2-16,0 7-6 0,0-1 0 0,1 4-3 16,-2 3 1-16,-2 1-5 0,4 3 0 0,-4 0-2 15,1 2 0-15,0 2 1 0,-7 1 1 0,18 7 3 16,-7-3-6-16,-2 3 2 0,5 7 10 0,-1-4-8 15,-1 7 5-15,-2-4 5 0,0 0-3 0,-3 2-4 0,2-1 2 16,-3-4 1-16,0 2-2 0,-1-2 2 16,-2-3 2-16,1-1-1 0,-2-2 2 0,0 2 0 15,-2-6 0-15,3 9 3 0,-3-9 3 0,2 5-3 16,-2-5 3-16,0 0-2 0,2 7-1 0,-2-7 2 0,0 0-1 16,0 0-1-16,0 0 7 0,0 0-10 0,0 0-5 15,0 0-2-15,0 0-13 0,0 0-22 16,3-22-8-16,3 7-2 0,-3 2 6 0,5-2 5 15,0 0 4-15,-2 5 2 0,5-2 3 0,-2 3 3 0,-2 2-2 16,3 0 5-16,-1 2-3 0,-3 1 0 0,1 1 5 16,1 3-3-16,-8 0 6 0,12 2 0 15,-4 0 3-15,-3 2-1 0,2 0 4 0,0 3 1 0,-2 0 1 16,1 2 2-16,-2-1 4 0,4 6 2 0,-4-2 0 16,2-2-3-16,-3 0 3 0,1 3-5 0,0-5-16 15,-2 4-21-15,1-4-38 0,1 0-20 0,-2 1-4 16,-1-5-25-16,-1-4-15 0,7 13-6 0,-5-10-3 15,1 2-106-15,-3-5-284 0,8 3 126 0</inkml:trace>
  <inkml:trace contextRef="#ctx0" brushRef="#br0" timeOffset="19282.77">28604 7745 11 0,'3'-8'40'0,"0"-4"15"15,-2 3 7-15,-1-4 6 0,0 2 11 0,1 5 14 16,-1 6 11-16,-1-14 10 0,1 14-5 0,-1-8-11 16,1 8-7-16,0 0-8 0,-2-9-12 0,2 9-12 15,0 0-23-15,0 0 13 0,0 0 4 0,0 0-4 16,0 0-2-16,0 0-6 0,7 23-3 0,0-14-4 15,0 0-8-15,0 1 1 0,1-4-2 0,1 4-1 16,4-4-3-16,1 1 2 0,0-4-5 0,3 1-5 16,-5-2 4-16,0-1-3 0,1-2 0 0,-2-1 0 15,-2 0 22-15,0 0 21 0,0-3 16 0,-4 1 5 16,-5 4-9-16,9-10 0 0,-6 3-15 0,-2-2 2 16,3-2-7-16,-4 3-6 0,-3-6-5 0,1 3-4 15,-2 1-6-15,0-1-8 0,-3-2-8 0,1 2-9 16,0 2-15-16,-1-1-8 0,2 5-20 0,3-2-23 15,-5 3-29-15,2-1-22 0,5 5-25 0,-9-6-22 0,9 6-17 16,0 0-92-16,-11 2-293 0,11-2 129 0</inkml:trace>
  <inkml:trace contextRef="#ctx0" brushRef="#br0" timeOffset="20065.05">29103 7495 29 0,'-17'-12'170'0,"10"12"-8"0,-5 2-4 0,-2 0-14 16,1 1-7-16,-2 7-5 0,1 0-9 0,0 2-10 0,-1 2-6 16,-1 7-11-16,2 0-9 0,0 1-8 15,3 2-8-15,4-8-6 0,3 1-6 0,0 3-8 0,3-5-4 16,1-2-6-16,1 1-1 0,3-4-4 16,1 2-7-16,3-3-4 0,1-3 3 0,0-1 1 0,4-2-2 15,1 0 0-15,5-7 0 0,0 0-9 0,-1-1-2 16,0-3 3-16,0-1-3 0,-4-3 0 0,0-2-2 15,-1 2 0-15,-3-5-1 0,-1 2 7 0,-4-1 9 16,1 0-1-16,-3-3 0 0,-4 2-7 0,1-3 3 16,-2-5-4-16,-1 0-3 0,-1 0-2 0,0 0 5 15,-4 0 5-15,5 0-3 0,-3 0-2 0,2-5-1 16,2 6 0-16,-2 5-4 0,3-1 1 0,-2 2-4 16,1 1 0-16,2 6 0 0,-2 0 3 0,1 2 0 15,1 9-1-15,-1-11-6 0,1 11-3 0,-3-9-11 16,3 9 4-16,0 0-1 0,0 0-2 0,0 0 0 15,0 0 1-15,7 22 2 0,-5-2 3 0,-1 9-2 16,3 2 3-16,0 0-4 0,1 1 2 0,2-2 0 16,0-2 4-16,-2-3-3 0,2 1 0 0,-1-7-2 15,-1-1 7-15,3-3-6 0,-3-3 2 0,3 3-2 16,-2-5 1-16,2-2 1 0,-1 1 1 0,0-1 4 16,1-5-4-16,-1 5 0 0,1-4 5 0,2-3-1 15,-1-1-1-15,3 0 2 0,-2-4 0 0,0 1 0 16,0-4-2-16,-1 1 1 0,0-3 1 0,4-3 0 15,-5 1-2-15,1-3-3 0,-1-2 1 0,0 0-1 16,-1-2 2-16,-1 0-5 0,-1 2 3 0,0 5 2 0,-2 3 2 16,-1 0-3-16,-1 1 2 0,-1 7-3 15,3-8-4-15,-3 8-2 0,3-6-3 0,-3 6 0 16,0 0 2-16,0 0 0 0,0 0 2 0,-3 24-4 16,3-12 4-16,-1 2-4 0,1-4 6 0,1 3-5 15,0-1 7-15,2 0-6 0,2-2 1 0,0 0 4 16,0 1-1-16,4-3 2 0,-1-1 3 0,1 0-2 15,2-3-3-15,0-1 2 0,1 0 2 0,2-2-3 16,-1-1 2-16,0-2 0 0,-2 0 3 0,1-3-1 16,-1-1 1-16,0-1-6 0,-5 2 5 0,2-1-6 0,-2-3 4 15,-2 0 2-15,1-1-5 0,-4-1 2 0,2 0 6 16,-2-1-8-16,-1 3 5 0,2-2-2 0,-1 4 2 16,-1 7-1-16,0-10-2 0,0 10 0 0,-1-10-1 15,1 10-5-15,0 0-2 0,1-8-4 0,-1 8-1 16,0 0 4-16,0 0-2 0,0 0 6 0,0 0-2 15,-5 30-3-15,6-17 4 0,2 3-9 0,-3-3-6 16,1-2-16-16,3 2-19 0,1 2-42 16,-2-5-36-16,3 3-35 0,-2-4-45 0,-1-1-136 0,5 0-376 15,-8-8 167-15</inkml:trace>
  <inkml:trace contextRef="#ctx0" brushRef="#br0" timeOffset="20282.65">29759 7183 168 0,'-3'-4'211'0,"3"4"-24"15,0-10-21-15,0 10-20 0,0 0-21 0,0 0-6 16,0 0-5-16,0 0 5 0,-6 26 7 0,4 1-12 16,-2 5-9-16,1-4-14 0,-1 4-7 0,1 2-5 15,1 11-9-15,-2-11-7 0,4-4-6 0,3 1-8 16,-5-1 2-16,2-3-10 0,3 0-7 0,3-3-20 15,-1 2-30-15,0-8-29 0,2-1-53 0,0-2-39 16,1-4-46-16,-2-2-126 0,5-2-335 0,-1-3 148 16</inkml:trace>
  <inkml:trace contextRef="#ctx0" brushRef="#br0" timeOffset="20648.43">30095 7393 150 0,'-8'-4'184'15,"-1"1"-6"-15,-4 2-12 0,2 2 1 0,-7 5-2 16,2 2-13-16,-1 2-11 0,-6 5-6 0,7 1-15 16,-3 0-11-16,2 4-8 0,5-6-13 0,0 4-10 15,3-2-2-15,4-2-9 0,0-2-8 0,3 0-9 16,2 1-5-16,2-1 1 0,3-3-3 0,-1 0-5 16,5-3-6-16,1 0 1 0,4-2-7 0,3-1-6 15,-2-3 1-15,4-3-7 0,2-1-8 0,-3 0-2 16,-2 0 1-16,0-5-5 0,-2-1 4 0,-2 2 1 15,-1 1-5-15,-2-4 3 0,1-4-1 0,-1 1-1 16,-4 2 5-16,-1 1 5 0,0-1 0 0,-2 1-7 0,0 3 10 16,-1-1 4-16,0 3 3 0,-1 6 2 15,1-10-3-15,-1 10-2 0,0 0-4 0,3-9-4 16,-3 9-6-16,0 0 2 0,0 0-1 0,0 0 4 16,0 0-5-16,0 0 2 0,1 22-2 0,-2-10-1 0,1 1 3 15,1-2-7-15,-1 1-4 0,1 1-5 0,3-2-23 16,-1 0-31-16,-1-1-52 0,3 1-67 15,-2-4-208-15,3-1-421 0,-6-6 187 0</inkml:trace>
  <inkml:trace contextRef="#ctx0" brushRef="#br0" timeOffset="20899.57">30364 7153 94 0,'-1'-10'253'0,"1"5"-20"15,0 5-19-15,-3-9-23 0,3 9-22 0,-1-7-18 16,1 7-7-16,0 0-7 0,0 0 10 0,0 0 2 16,1 37-4-16,2-10 15 0,-4 1-4 15,1 4-8-15,1 0-14 0,0 0 0 0,2 1-16 0,-4-2-4 16,1 1-9-16,-2 0-10 0,2-6-12 0,0 0-10 16,2 0-5-16,-2-7-6 0,0-1-6 0,-2-3-5 15,2 0-12-15,0-3-14 0,0 0-32 0,2-3-44 16,-2 0-55-16,0-9-57 0,-2 11-57 0,2-11-40 15,-4 10-214-15,2-6-513 0,2-4 228 0</inkml:trace>
  <inkml:trace contextRef="#ctx0" brushRef="#br0" timeOffset="21166.15">30176 7445 125 0,'-3'-3'217'0,"3"3"-26"0,-8-5-13 16,8 5-25-16,0 0-18 0,0 0-14 0,-1-9-11 15,1 9-9-15,15-5-7 0,-3 4-13 0,7-1-4 16,1-1-10-16,11 1-9 0,-4-2-4 0,2 4 2 16,-6-4-16-16,-3 3-1 0,8-2-5 0,-11 0-5 15,-3 3-2-15,-1 0-5 0,0-4-3 0,-3 3-1 16,-4 2-6-16,-6-1-1 0,12 0 1 0,-12 0 2 16,11 0 11-16,-11 0 11 0,9 7 13 0,-3-3 8 15,-1 3 9-15,2 1-2 0,-2 2-1 0,1 0-8 16,-1 2-1-16,-3-2-10 0,2 2-3 0,1 2-2 15,-2 0-5-15,0 0-22 0,0-1-36 0,0 0-40 16,-1-2-56-16,1-1-66 0,1 1-204 0,-3-2-423 16,-1-9 187-16</inkml:trace>
  <inkml:trace contextRef="#ctx0" brushRef="#br0" timeOffset="21321.73">30506 7232 3 0,'4'25'-1'0</inkml:trace>
  <inkml:trace contextRef="#ctx0" brushRef="#br0" timeOffset="21798.96">30642 7496 167 0,'0'0'187'0,"0"0"-7"0,0 0-6 0,0 0-6 15,0 0-13-15,-11-20-7 0,11 20-16 0,0-15-11 16,3 6-17-16,2-1-12 0,3 1-9 0,2-4-12 16,-1 3-4-16,2 0-10 0,-2 1-4 0,3 3-8 15,-4-1-5-15,2 3-4 0,1 3-7 0,-2-2-6 16,-1 3 7-16,-8 0-13 0,15 3-3 0,-5 0 3 15,-2 2-9-15,0-1 1 0,1 3 1 0,-2-2-2 16,1 3 2-16,0-2-4 0,1 2 2 0,0-3 9 16,-2 0-10-16,1-1 0 0,0 0 4 0,-2 0-2 15,2-3 1-15,1-1-2 0,1 2 11 0,0-2-5 16,0-2-3-16,-1-1 0 0,-2 1-3 0,-1-2 1 16,2 0 0-16,-3 0 2 0,-5 4 5 0,11-10 2 15,-7 2 6-15,0 4-1 0,0-4 8 0,-2 3 6 16,-2 5 8-16,3-12 5 0,-3 12 3 0,4-5-1 15,-4 5-6-15,1-6 4 0,-1 6-1 0,0 0-3 16,0 0-7-16,0 0-5 0,0 0-8 0,0 0-2 16,0 0-3-16,0 0-4 0,-22 7-2 0,15 1-1 15,1 2-6-15,1-2 2 0,-2 7-2 0,0 1 2 16,4-2-1-16,-3-2-3 0,4 4-1 0,-1-3 4 16,1 5-5-16,0 0-1 0,1-2 1 0,-1 3 2 15,0-2-5-15,2 2 3 0,0 1 4 0,-1 0-6 16,1 4-1-16,0-3 1 0,0-3 0 0,0-1-4 15,0 1-11-15,-1 0-21 0,0-3-23 0,1 2-24 0,0-2-38 16,-2-3-50-16,5 1-62 0,-3-2-195 0,-1 0-462 16,1 0 204-16</inkml:trace>
  <inkml:trace contextRef="#ctx0" brushRef="#br0" timeOffset="22216.07">31143 7668 2410 0,'7'-18'79'16,"2"0"-68"-16,-2 0-59 0,2 0-15 0,2-5 14 16,-3 7 17-16,3-6 9 0,-1 3 11 0,-1 2 11 15,2-8 6-15,-1 8 4 0,0-7 2 0,3 1 6 0,0 0 2 16,-2 1 13-16,-1-2-5 0,2 0 0 16,-2 0 4-16,4-2 4 0,-4 0-2 0,2 2 4 0,-7 6 4 15,1-1 10-15,3-5 4 0,-5 4 2 16,0 3 7-16,0 6 12 0,-2-1 1 0,1 2-9 0,-1-2-7 15,-4 2-2-15,-2 3-2 0,4 7-1 0,-5-11-22 16,1 6-2-16,-2 2-13 0,-3 3-4 0,9 0-2 16,-25 8-4-16,8 1-1 0,1 3-1 15,4 4-6-15,-5 3-6 0,4-4-2 0,0 8-3 16,6-4-5-16,3-1-2 0,1 1-8 0,3 0 4 0,5 1 2 16,3-1-2-16,2 4 3 0,6-1 1 15,-4-2 1-15,1-3 7 0,5 1-5 0,-3-2 6 16,3 1-1-16,-1-4 1 0,-3 0 1 0,-5-4 1 15,6 1 2-15,-8-1 0 0,0-3-2 0,-2 1 4 0,3 0-3 16,-4-1-2-16,-3-3 2 0,-1-3 3 0,0 11 0 16,0-11-2-16,-9 9-2 0,2-3-16 0,-5-1-12 15,2-1-14-15,-7 4-13 0,4-5-24 0,-3 1-31 16,4-2-47-16,1-2-37 0,-1 2-199 0,2-4-430 16,2 2 190-16</inkml:trace>
  <inkml:trace contextRef="#ctx0" brushRef="#br0" timeOffset="22432.78">31635 7279 166 0,'4'-3'248'0,"-4"3"-1"16,6-6 1-16,-6 6 0 0,0 0-15 0,5-3-21 16,-5 3-20-16,0 0-18 0,0 0-23 0,0 0-19 15,0 0-13-15,6-6-12 0,-6 6-14 0,0 0-5 16,0 0-14-16,2 20-6 0,-5-8-1 0,3-1-10 15,-1 5-5-15,-1 0-8 0,1-1-8 0,0 1-18 16,1-1-38-16,0-4-39 0,0 2-40 0,0 0-44 16,0-4-56-16,1 4-227 0,-1-4-461 0,-1-2 204 15</inkml:trace>
  <inkml:trace contextRef="#ctx0" brushRef="#br0" timeOffset="22596.02">31550 7063 168 0,'-1'-6'135'0,"1"6"-27"16,-4-6-19-16,4 6-26 0,0 0-26 0,0 0-39 16,0 0-42-16,0 27-49 0,8-16-100 0,1 5 45 15</inkml:trace>
  <inkml:trace contextRef="#ctx0" brushRef="#br0" timeOffset="22900.19">31939 7213 33 0,'0'0'194'0,"2"-7"-1"16,-2 7-6-16,0 0-16 0,0 0-6 0,0 0-16 16,0 0-8-16,-14-6-12 0,14 6-10 0,0 0-15 15,-12 2-11-15,12-2-4 0,-13 4-13 0,8-1-8 16,-3 2-6-16,0 2-4 0,3-3-11 0,-1 5-2 15,2-4-5-15,0 3-7 0,-2 1 1 0,2 2-4 16,3-4-5-16,-2 2-6 0,3 3 6 0,1-1-11 16,1 1 7-16,2 2-9 0,-2-1 4 0,4-3-1 15,-1 5-4-15,2 1 0 0,-2-2-1 0,-1 3-2 16,1-1 0-16,-1-1-2 0,1 1 2 0,-4-1-2 16,2 1-3-16,-2 2 0 0,0-2 3 0,-1 2-4 15,-2 0-6-15,0-1-15 0,0 0-12 0,1-2-25 16,-2-1-15-16,-1-6-22 0,2 3-26 0,-2-1-30 15,3 0-31-15,-2 0-115 0,-1-1-319 0,4-9 141 16</inkml:trace>
  <inkml:trace contextRef="#ctx0" brushRef="#br0" timeOffset="23115.15">32022 7393 126 0,'9'-15'138'0,"0"4"3"15,-2 1-8-15,-2 1-7 0,-1 4-12 0,1-1-14 16,-1 2-13-16,-4 4-7 0,7-5-11 0,-7 5-4 16,7-1-11-16,-7 1-1 0,0 0 4 0,12 6-6 15,-7-1-1-15,0 0-3 0,3 2-6 0,-2 0-6 16,1 1 2-16,-2 0-3 0,2 1-5 0,-2-2-16 16,3-1-36-16,-1-1-41 0,-1-1-48 0,3 2-136 15,2-2-266-15,-2-3 117 0</inkml:trace>
  <inkml:trace contextRef="#ctx0" brushRef="#br0" timeOffset="23465.32">32376 7239 156 0,'-10'-2'184'0,"-1"3"-1"0,-4-1-5 0,-2 3-7 15,1 2-10-15,3 1-20 0,-1-1-8 0,4 3-18 0,-2 1-12 16,2-2-9-16,2 1-13 0,2 2-3 0,2-3-13 15,-2 2-2-15,1-1-8 0,3 1-6 16,1-2-3-16,1-7-5 0,4 15 1 0,-3-8-9 16,3 2-2-16,1-5-4 0,4 3-2 0,-2-3-3 15,-1 1-2-15,4-4-1 0,0 1-1 0,-2 0-2 0,-1-1-1 16,-7-1 0-16,12 0 3 0,-12 0 4 0,12-3-7 16,-12 3 5-16,6-4-6 0,-2 0 8 0,-4 4-2 15,8-9 0-15,-6 3-3 0,-2 6-1 0,5-7-2 16,-5 7 7-16,4-6-3 0,-4 6 0 0,3-6 5 15,-3 6-12-15,0 0-8 0,4-4 2 0,-4 4-5 16,0 0-1-16,0 0-2 0,0 0 2 0,0 0 2 16,0 0-1-16,0 0-2 0,7 20 4 0,-4-14-7 15,-2 2-17-15,1 2-33 0,0-4-61 0,0 2-53 16,1 0-216-16,-1-2-416 0,4-1 185 16</inkml:trace>
  <inkml:trace contextRef="#ctx0" brushRef="#br0" timeOffset="23666.1">32587 7079 236 0,'0'-9'259'0,"2"3"-6"0,-2 6-19 16,0-10-20-16,0 10-26 0,0 0-19 0,3-7-25 15,-3 7-7-15,0 0-6 0,0 0-4 0,6 35-7 16,-2-11 2-16,-1 5 21 0,-2 5-6 15,0-1-15-15,0 0-7 0,1 2-12 0,2-2-23 16,-7 1-40-16,4-1-67 0,-2-3-89 0,4-5-112 0,-7 0-223 16,4-7-488-16,-2 1 216 0</inkml:trace>
  <inkml:trace contextRef="#ctx0" brushRef="#br0" timeOffset="23807.97">32864 7482 176 0,'0'0'133'0,"0"0"-73"0,0 0-80 15,0 0-39-15,0 0-63 0,0 0 29 0</inkml:trace>
  <inkml:trace contextRef="#ctx0" brushRef="#br0" timeOffset="36599.78">18264 11986 17 0,'0'0'85'0,"-10"-4"3"0,10 4-4 0,-12-4-10 16,12 4 5-16,-11 0-2 0,11 0-1 0,-9-3-10 0,9 3-2 15,0 0-14-15,-10 0-2 0,10 0 0 0,0 0 6 16,0 0-21-16,0 0 2 0,0 0-6 0,-2 7 11 16,2-7-4-16,0 0-3 0,13 12 3 0,-4-8 14 15,3 1 1-15,5 0 4 0,2 0 3 0,1-2-2 16,7 0-3-16,4-1 2 0,3-1-6 0,2-5 2 15,15 4-6-15,3-4 2 0,-3 3 0 0,5-4-2 16,0 0-1-16,6-1-7 0,-1-3 3 0,2 1-4 16,1 0-4-16,-4 0-5 0,-3 3-3 0,1 0 0 15,-5 1-8-15,-1-1 1 0,-13 3 3 0,-1 2 1 16,12-2-3-16,-11 0 1 0,-5 2-1 0,-1-3 3 16,-2 0-4-16,0 2 1 0,-2-1-1 0,-8 2 4 15,-1-3-2-15,-3 3-1 0,-5-1 2 0,-1 1-5 16,-3-1 2-16,-8 1 0 0,15 0 8 0,-15 0-2 15,9 0 3-15,-9 0 3 0,7 1 2 0,-7-1-4 16,0 0 2-16,0 0-2 0,9 0-7 0,-9 0-1 16,0 0-2-16,0 0-3 0,0 0 1 0,0 0-4 15,0 0-2-15,0 0-3 0,0 0-15 0,0 0-21 16,0 0-19-16,0 0-26 0,0 0-20 0,-14 13-28 16,14-13-23-16,-2 11-29 0,5-4-165 0,0 4-366 15,1-1 162-15</inkml:trace>
  <inkml:trace contextRef="#ctx0" brushRef="#br0" timeOffset="37249.16">23402 12122 45 0,'-4'-7'128'0,"0"3"11"16,-2-2-6-16,1 1-4 0,0-1-10 0,1 0 1 16,4 6 7-16,-9-11 2 0,3 6-9 0,1 2-2 15,-1-2-13-15,1 0-12 0,0 0-10 0,0 1-6 16,5 4-10-16,-9-7-13 0,9 7 2 0,-5-7-9 16,5 7-2-16,-5-3-8 0,5 3-1 0,0 0-8 15,-5-6 0-15,5 6-1 0,0 0-2 0,0 0-4 16,-4-5-5-16,4 5-3 0,0 0-1 0,0 0-7 15,0 0 0-15,0 0-1 0,0 0 1 0,0 0 0 16,0 0-2-16,0 0 1 0,0 0 3 0,20 1-3 16,0 0-3-16,0 1 6 0,12-1-1 0,4-1 0 15,16-1-1-15,3-2 0 0,9 1-2 0,1-3 1 16,25 0 0-16,-29-2 3 0,4 4-1 0,-1 0-3 16,-3-1-2-16,-2 4 2 0,-5-3 0 0,1 2-3 15,-17 2 1-15,-2 0 0 0,-2 1 3 0,-3-2 4 16,-4 0-2-16,-4 0 1 0,-4 1 0 0,-1 1 0 15,1-1 2-15,-6 0 4 0,-3 0 0 0,-2 0 1 16,-2 1 9-16,-6-2 4 0,14 0 10 0,-14 0 8 16,8 0 10-16,-8 0 1 0,0 0-5 0,9 1-2 0,-9-1-2 15,0 0-1-15,0 0 2 0,0 0-2 0,0 0-4 16,11-3-6-16,-11 3-3 0,0 0-9 16,0 0-21-16,0 0-26 0,0 0-42 0,0 0-66 15,0 0-52-15,0 0-74 0,-38 10-140 0,14-2-431 0,-11 3 191 16</inkml:trace>
  <inkml:trace contextRef="#ctx0" brushRef="#br0" timeOffset="42065.74">25048 13475 3 0,'0'0'124'0,"0"0"5"0,0 0-15 0,0 0 20 16,0 0-21-16,0-12 4 0,0 12-12 0,0 0-2 15,0 0 0-15,0 0-10 0,0 0-5 0,0 0-11 16,0 0-1-16,-5-6-6 0,5 6-8 0,0 0-10 15,0 0-2-15,0 0-7 0,0 0 2 0,0 0-3 16,0 0-9-16,0 0 2 0,0 0-5 0,0 0 0 16,0 0-3-16,0 0-6 0,0 0 0 0,0 0 0 15,0 0-6-15,0 0 0 0,0 0-2 0,0 0-4 16,0 0 1-16,0 0-3 0,21 1 5 0,-10 0-3 16,8 1 4-16,8-1 6 0,6 0-7 0,-1-2 1 15,6 3 3-15,15-4-1 0,2-1-4 0,-2 0-1 16,1 0 2-16,-2-3-2 0,2 4 3 0,-1-3-7 15,-14 2 5-15,14 2-3 0,-17-3-1 0,1 2 2 16,-3-1-3-16,-1 2 1 0,-3-2 0 0,-1 3 0 16,-10-1 0-16,0 0 0 0,0 1 5 0,-5 0-5 15,-1 0 3-15,1-1-5 0,-5 1 5 0,2 1-2 0,-4-1 0 16,-7 0-3-16,13 1-1 0,-13-1 2 0,11 0 7 16,-11 0 0-16,0 0 10 0,10 0 3 15,-10 0-4-15,0 0 5 0,0 0-2 0,0 0 8 16,7 1-10-16,-7-1-2 0,0 0-2 0,0 0-3 0,0 0-3 15,0 0-3-15,0 0-4 0,0 0-12 0,0 0-7 16,0 0-21-16,0 0-21 0,0 0-22 16,0 0-32-16,0 0-18 0,-23-6-28 0,23 6-8 15,0 0-21-15,-22 5-103 0,12-2-310 0,-3-1 137 16</inkml:trace>
  <inkml:trace contextRef="#ctx0" brushRef="#br0" timeOffset="43322.95">8143 14349 53 0,'0'0'111'0,"0"0"-8"0,0 0-3 15,0 0-11-15,0 0-12 0,0 0 1 0,0 0-16 16,0 0-4-16,0 0-3 0,14 1-5 0,-14-1 1 15,12 0-9-15,-1 0 2 0,1 0 0 0,2-1 3 16,5 1-6-16,2-2-3 0,10 0 5 0,-3 0-6 16,2-1 0-16,0 0-3 0,1 0 9 0,0 1-9 15,-6 0 0-15,3 0 2 0,-6 0-5 0,0 1-7 16,-2 1-3-16,-1-3 1 0,-1 2-3 0,-4 1 0 16,-2-1-2-16,1-1-4 0,-3 2 3 0,-2 0-3 15,-8 0 0-15,14-1-4 0,-14 1 2 0,10 1 6 16,-10-1 7-16,9 0 9 0,-9 0-7 0,0 0 1 15,7 0-1-15,-7 0-3 0,0 0-3 0,0 0-1 16,0 0 2-16,0 0-4 0,0 0-4 0,0 0 2 16,0 0-2-16,0 0-3 0,0 0-12 0,0 0-18 15,0 0-14-15,0 0-40 0,8 0-29 0,-8 0-40 16,0 0-124-16,0 0-288 0,0 0 128 0</inkml:trace>
  <inkml:trace contextRef="#ctx0" brushRef="#br0" timeOffset="49031.92">8589 13329 16 0,'-18'-2'59'0,"10"2"-2"16,-1 0-4-16,-2 2-5 0,1-2-3 0,10 0-1 15,-21-2-10-15,10 4-5 0,-2-1-2 0,-1 0 0 16,2-1-5-16,-2 1 1 0,-2 0-2 0,2-1 2 16,1 1-2-16,-1-1 5 0,2 0-2 0,1 2 2 15,-3-2-3-15,1 0 6 0,4 1 1 0,-2-1 7 16,-2 0-4-16,-1 2 2 0,2-1-3 0,-2 2-4 16,1-2 11-16,1 3-2 0,-2-3-3 0,1 4 0 15,0-2 5-15,2 0-8 0,-1 0 9 0,1 0-9 16,2 0-3-16,1 0 1 0,0 0 7 0,2-1-3 15,6-2-2-15,-9 4 0 0,9-4-5 0,-7 3 4 16,7-3 3-16,0 0-19 0,-8 1-4 0,8-1 1 16,0 0-1-16,0 0-3 0,0 0 1 0,0 0 4 15,0 0-7-15,16 13 4 0,-7-8-1 0,3 0 3 16,0-2-4-16,6 3-2 0,-1-2 3 0,3 0 1 16,8 1 5-16,0-1-3 0,4-1 6 0,2-3 3 15,2 3 2-15,2 0 0 0,3-2-7 0,10-1 5 16,4-1-3-16,0 1-1 0,0-2-1 0,0 1 1 15,1 2-7-15,-2 1 2 0,0 0 0 0,-2 0-8 0,1-2 1 16,1 4 3-16,0-4-2 0,-3 0-1 16,-10 3 1-16,11-2 0 0,-1-2 2 0,-11 1 2 15,12 0 9-15,-13-1 6 0,12-3 1 0,-12 2 8 16,1-2 1-16,10-2-1 0,2-1-2 0,-16 3 5 16,2-4-2-16,-3 3-1 0,1 1-2 0,-1-4 1 15,-1 5-5-15,-3-4-1 0,1 2-3 0,-1-2-2 16,1 3 2-16,-3 0-1 0,1-4-5 0,-1 5 4 15,-2-3 0-15,0 1-1 0,-5 2-1 0,-1-2-1 16,0 1-1-16,1-1-1 0,-2 4 3 0,1-3-7 0,-1 1 0 16,-1 1 2-16,-2 1-3 0,-5-1-1 0,-1 1-2 15,-1 1 1-15,-1-1-1 0,-9 1 2 0,11-2-4 16,-11 2 1-16,11-1 1 0,-11 1-2 16,7-1 3-16,-7 1-4 0,0 0 2 0,0 0-1 0,11-2 8 15,-11 2-6-15,0 0-2 0,0 0 0 16,0 0 1-16,0 0-3 0,0 0-2 0,0 0-7 15,0 0-15-15,0 0-25 0,0 0-46 0,0 0-41 16,0 0-52-16,0 0-191 0,0 0-405 0,6 6 180 16</inkml:trace>
  <inkml:trace contextRef="#ctx0" brushRef="#br0" timeOffset="49835.26">9172 16433 80 0,'-9'-3'130'0,"9"3"-2"16,-8-3-11-16,8 3-8 0,0 0-12 0,0 0-14 15,-6-5-8-15,6 5-3 0,0 0-12 0,0 0-11 16,0 0-3-16,0 0-2 0,0 0-5 16,0 0-7-16,25-11 14 0,-7 7-15 0,12-1 0 0,7-2-5 15,15-4 5-15,3 0-2 0,8-3-1 0,1 0-2 16,25-3 0-16,-25 5-5 0,1 0 0 0,-1-2 0 15,2 5-4-15,24-2-4 0,-31 3 10 0,2-1-10 16,0 5-4-16,0-6-3 0,-5 9 1 16,0-3-3-16,-3 4-14 0,-1 1-22 0,-13-1-27 15,12 2-21-15,-12 0-40 0,-2 4-96 0,0 0-232 0,-1 2 104 16</inkml:trace>
  <inkml:trace contextRef="#ctx0" brushRef="#br0" timeOffset="50012.5">11513 16312 2331 0,'1'-10'-29'0,"-1"-2"-47"0,-1 2-56 0,1 0-119 15,-1 1-57-15,-3 2-333 0,4 7 148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23T09:48:17.25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29883 5725 81 0,'-6'-4'86'0,"6"4"-5"16,-5-4-10-16,5 4-8 0,-5-6 5 0,5 6-9 15,0 0 0-15,-5-6 2 0,5 6-6 0,0 0-2 16,0 0-5-16,-6-6-6 0,6 6 12 16,0 0-15-16,0 0-5 0,0 0-2 0,0 0-9 0,0 0 2 15,0 0-6-15,0 0 1 0,0 0 0 0,0 0-7 16,0 0-2-16,0 0-2 0,0 0 2 0,0 0-12 15,0 0 5-15,0 0-4 0,0 0 6 0,0 0-3 16,0 0 1-16,0 0-5 0,20 10 18 0,-13-6-15 16,0 1 1-16,1 2 2 0,1 2-2 0,-1-4-3 15,0 5 0-15,0 0-3 0,0-1 8 0,-1 1-11 16,1 1 10-16,1 2-5 0,-1 1-4 0,-3-2 0 16,-1 0 8-16,2 2-4 0,-2 2-2 0,1 1 4 15,-1-2 6-15,-4 4-9 0,1-2 1 0,-1 0 6 16,-1 2 0-16,-3 2-4 0,1 5 0 0,-2-2 4 15,-2 4-1-15,2-2-4 0,-2-1 0 0,-1 2 1 16,2-1 2-16,-2 1 2 0,2-3 3 0,0-1-7 16,0 2 7-16,1 0-4 0,0-1 0 15,3-5-1-15,-1 7 2 0,2-5-1 0,-2 3-4 0,2-4-3 16,0-1 2-16,1 1 1 0,1 3 3 0,0 3-4 16,1-7-1-16,0 8 2 0,0-4 3 0,-1-5 4 15,0 0-2-15,0 3-7 0,3-1 7 0,-3-2-1 16,1 3-2-16,0-1 2 0,1 4-7 0,-1-5 6 15,2 6 0-15,-1-6-3 0,-1 6-1 0,1 2 5 16,-2 2-7-16,3-1-1 0,0-3 8 16,0 1-6-16,-1 0 9 0,-1-2-3 0,0 4-1 0,0-3-3 15,-4 3 5-15,4 0 0 0,-1-2-5 0,-1 0-5 16,1 0 9-16,0-2 2 0,-1-5-5 0,2 5 0 16,2 3-3-16,-4-2 1 0,2 2 2 0,-2 2 6 15,0-1-5-15,1-1 0 0,1 1 1 0,0 3 0 16,-1-1 3-16,2 0-5 0,-3-1 5 0,0-1-4 15,0-4-1-15,-1 2 1 0,2-7 3 0,-1 0-5 16,-1-3 1-16,1 0 0 0,-2-3 4 0,4-1-6 16,-2-1 2-16,-2-1 12 0,2 1-13 0,-1-4 1 15,-3-1 2-15,3 2-5 0,-1-2 8 0,-2 0 1 16,-1 2-7-16,-4 1 0 0,-4 1 1 0,-5 2-4 16,-8 0 4-16,-3 2-14 0,-7-1-19 0,-11 2-32 15,-7 1-12-15,-2-2-37 0,-3 5-66 0,-3-3-194 16,-4-3 87-16</inkml:trace>
  <inkml:trace contextRef="#ctx0" brushRef="#br0" timeOffset="9106.93">21350 11117 37 0,'-8'-4'56'0,"8"4"1"0,0 0-5 15,0 0 2-15,-5-4-2 0,5 4-10 0,0 0-5 16,0 0-4-16,0 0-1 0,0 0 0 0,0 0-7 16,-7-4-5-16,7 4-3 0,0 0-1 0,0 0 3 15,0 0-4-15,0 0-5 0,0 0 0 0,0 0 1 16,0 0-2-16,0 0-1 0,0 0-4 0,0 0 4 16,0 0 0-16,0 0-5 0,0 0 3 0,0 0-1 15,0 0-2-15,0 0 4 0,0 0-4 0,0 0 1 16,0 0-4-16,-16 4-1 0,16-4 4 0,-8 2-5 15,8-2 1-15,-8 5 7 0,8-5-7 0,-8 3-1 0,1 0 2 16,7-3 1-16,-9 2-1 0,9-2 3 16,-11 2-2-16,6 0-2 0,5-2 2 0,-11 2 1 15,4 0 3-15,-1-1-10 0,8-1 6 0,-17 4-3 16,8-1-1-16,-2 0 2 0,1 0 0 0,1 0 6 0,0-1 0 16,1 0-11-16,-2 0 14 0,1 0-9 15,1-1 4-15,8-1-5 0,-14 2 0 0,5 0 3 16,9-2-2-16,-14 3-2 0,8-3 3 0,6 0-4 0,-13 3 8 15,8-2-6-15,5-1 7 0,-10 2 2 0,10-2-8 16,-9 2 0-16,9-2-1 0,-10 2 3 16,10-2 4-16,-7 1-4 0,7-1 2 0,0 0 2 15,-8 1 0-15,8-1 2 0,0 0-3 0,0 0 6 0,0 0-2 16,0 0-1-16,0 0-3 0,0 0-3 0,0 0 4 16,0 0-3-16,0 0 1 0,0 0-5 0,0 0 4 15,0 0 2-15,0 0 1 0,0 0-1 0,0 0 6 16,25 6-8-16,-18-3-1 0,5-1 3 0,1-1 5 15,2-1-7-15,4 1 2 0,-1 0-1 0,0 1 4 16,4-1 0-16,-2-2 3 0,2 2 3 0,6-2-2 16,1 2-3-16,-1-1 2 0,3-1 0 0,-1-1 3 15,1 2 11-15,3-1-12 0,-2 0 3 0,1 0-2 16,0-1-3-16,2 2 10 0,-3 0-9 0,1 0-1 16,-1-1-2-16,1 2 1 0,-2-1-7 0,1 2 9 15,1-1-8-15,3 3 5 0,-4-3-5 0,-1 0 6 16,5 1 1-16,0 2 10 0,-1-1-14 0,-1 1 5 15,2 0-2-15,1-1-1 0,-3 1 1 0,1 1-6 16,0 1 2-16,2-4 4 0,-3 3-1 0,4 1 0 0,-3-3 6 16,1-1-5-16,1 4 2 0,-3-1 0 0,3-2-2 15,2 2-3-15,-5-3 5 0,3 2-1 16,0 0 5-16,0 0-5 0,3-1 4 0,-2-1 2 16,1-1-7-16,14 3 9 0,-3-3-4 0,-10 1 4 0,10-2-1 15,1 4-3-15,2-1 0 0,-13-1-4 0,14-1-3 16,-3 3 4-16,1-4-1 0,-12 2-2 0,11 1 3 15,-1-1 5-15,5 1-16 0,-17-2 14 0,16-2-6 16,-2 0-3-16,3 3-1 0,-3 0 4 0,5-1-3 16,-3-1 4-16,3 1-2 0,-1-2-2 0,2 0 4 15,-1 1-3-15,1 1-4 0,-3 0 6 0,2 1-2 16,1 0 4-16,1-1-3 0,-7-2-2 0,5 2 1 16,0-2 5-16,-1-1-8 0,-1 2 3 0,0 0 2 15,2 0-1-15,1-2-1 0,-4 1 0 0,-1 1-2 16,2 0 5-16,-4 0-3 0,1 0 0 0,0-1 1 15,-12 0-1-15,10 2 2 0,-10-1-4 0,-2-1-1 16,18 0 2-16,-16 1-4 0,12 1 7 0,-2-1-4 16,-14 1 4-16,2 0-6 0,-3-1 3 0,5 0-3 0,-2 0 2 15,2 1-2-15,-2-1 6 0,2 2-3 0,-3-1 0 16,0 1 4-16,-3 0-1 0,2 0-4 16,-1 1 1-16,0-2 0 0,-1 2 1 0,-1-3-2 15,1 0-6-15,-3 1 5 0,1 1 1 0,1-1 0 0,3 0-1 16,-2 0 7-16,-1-1-7 0,-4 2-3 0,5 0 4 15,-4 0-1-15,3 1 1 0,-4-3-1 0,3 2 0 16,1-2 1-16,-3 3-1 0,4-3-2 0,-2 0 4 16,-1 0-2-16,0 3 3 0,1-3-1 0,-1 1 1 15,1-1-4-15,-3-1 3 0,4 0-2 0,-5 1 1 16,1-2-3-16,-1 4 3 0,1-4 1 0,1 4 8 16,-1-4-13-16,0 2 5 0,0-1 2 0,3 1 0 15,-3-2-2-15,-2 1 2 0,2 0-1 0,1 1 1 16,-8 0-3-16,2 0 1 0,5 1-1 0,0-3-1 15,-3 2 3-15,1 1-1 0,0-1 0 0,4-1 1 16,-1-1 1-16,-1 2 0 0,0-1 0 0,0 0-1 16,3 2-1-16,-5-2 2 0,2 1 2 0,-3 0-2 15,5 0 3-15,-2-3-6 0,1 1-2 0,-3 1 6 16,6 1-3-16,-5 0-3 0,3-1 5 0,0-2-1 16,1 3 1-16,-1-2-4 0,-2 1 1 0,1 1 6 15,-1-1-3-15,3-1 2 0,-3 1-4 0,0 1 4 16,2-2-1-16,1 2-1 0,-3-2-1 0,1 4 0 15,0-2-1-15,2 2 1 0,-2-4-3 0,1 2 6 0,-4-2-7 16,5 4 3-16,-6-2 2 0,3 0-6 16,-3 2 3-16,0-4 1 0,-3 0-2 0,0 2 6 15,-3 0-1-15,1-1-1 0,1 0 1 0,-2 1-1 16,1-1 3-16,-1-2 0 0,0 2-1 0,7 0 3 0,-8 0-2 16,2 1-1-16,-4 0 0 0,3-1 3 0,-2 2-1 15,-2-1-1-15,-3 0 2 0,-1-1 0 0,1 1 6 16,1-1 0-16,-3 2-2 0,1-1-1 0,0-1 2 15,-1 1-1-15,1-2-5 0,0 2-1 0,-2 0 7 16,2-1-7-16,-2 0 1 0,0 1-2 16,0-2 4-16,2 1 2 0,-3 1-1 0,-9 0 0 0,16-1 2 15,-9 1-4-15,1-1 0 0,-8 1-2 0,12-1-2 16,-12 1 1-16,10 1-1 0,-10-1 6 0,9-3 4 16,-9 3-2-16,12 0 5 0,-12 0-1 0,0 0 5 15,13 0-4-15,-13 0 0 0,7-1-7 0,-7 1 3 16,0 0-2-16,13 0 0 0,-13 0-3 0,8 0-3 15,-8 0 3-15,8-1-3 0,-8 1-2 0,0 0 2 16,0 0-4-16,11-2 3 0,-11 2-2 0,0 0-3 16,0 0 7-16,0 0-3 0,8-1-2 0,-8 1-2 15,0 0 0-15,0 0-5 0,0 0-1 0,0 0-10 16,0 0-21-16,0 0-36 0,1-9-43 0,-1 9-44 16,0 0-17-16,-7-19-11 0,4 9-15 0,-4 1-149 15,-2-4-378-15,3-5 168 0</inkml:trace>
  <inkml:trace contextRef="#ctx0" brushRef="#br0" timeOffset="9882.42">27024 10061 42 0,'-4'-3'107'16,"4"3"-6"-16,0 0-6 0,0 0-1 0,0 0-14 15,0 0-1-15,-4-5-10 0,4 5-8 0,0 0 0 16,0 0-1-16,0 0-13 0,0 0-9 0,0 0-5 16,0 0-3-16,0 0-7 0,0 0-2 0,0 0 0 15,0 0 0-15,0 0-1 0,0 0 2 0,-5-5-8 16,5 5-5-16,0 0 4 0,0 0-23 0,0 0 22 15,0 0 3-15,0 0-2 0,0 0-5 0,0 0-2 16,0 0 2-16,0 0 1 0,0 0-4 0,0 0 0 16,0 0 1-16,0 0 0 0,-13 8-1 0,13-8-6 15,-9 2 3-15,9-2 0 0,-9 4 1 0,4-1 6 16,5-3-8-16,-8 3 5 0,8-3-5 0,-8 4 0 16,8-4 2-16,-6 3-8 0,6-3 9 0,0 0-2 0,0 0 1 15,0 0-10-15,-7 6 9 0,7-6 1 0,0 0-7 16,0 0 4-16,0 0 2 0,13 9-5 15,-3-5 6-15,1-1 3 0,7 3 12 0,2-1 0 0,9 1 5 16,5-1-2-16,5 1 2 0,14 0-3 0,1-1-9 16,0-2 3-16,4 0 0 0,-1-1 3 0,4 0 5 15,-2-2-3-15,-2-1 1 0,3 3 2 16,-4-2 0-16,5 3-3 0,-2 1 0 0,-3-4-4 0,4-2 7 16,-8 4-2-16,2 0-2 0,-16 0 1 0,14-2 1 15,-14 3 13-15,3-1-2 0,-1 0 1 0,-2 1 1 16,0-2 9-16,0 1-3 0,-2-2-3 0,-4 0-1 15,-2 2-2-15,0-2-1 0,2 2 3 0,-11-4-4 16,1 0-1-16,-2 2-3 0,2 0-2 0,-4 2-2 16,-2-2-3-16,-4 0-2 0,2 2-2 0,-6-2 1 15,1 0-1-15,-2 2-1 0,-7-2-5 0,11 0 0 16,-11 0-1-16,8 0 0 0,-8 0 0 0,0 0-1 16,9 1-5-16,-9-1-12 0,0 0-11 0,0 0-27 15,0 0-28-15,0 0-25 0,-34-7-26 0,15 7-22 16,-15 4-33-16,-2-1-101 0,-15-1-305 0,-2 0 136 15</inkml:trace>
  <inkml:trace contextRef="#ctx0" brushRef="#br0" timeOffset="11094.31">11259 11350 59 0,'0'0'79'0,"0"0"0"0,0 0-12 0,0 0-5 16,0 0-10-16,0 0 1 0,0 0-9 0,0 0-13 15,0 0 7-15,0 0 2 0,0 0 9 0,27-4-15 16,-12 4-6-16,3-2 14 0,10 2-15 0,0-1-3 15,4 1-1-15,1-4 5 0,5 4-3 0,0-3 5 0,14 3-6 16,1-3 6-16,4 0-20 0,3 3 15 0,3-3-1 16,2-2 1-16,0 4 1 0,29-1-5 15,-28 1 3-15,-1-3 1 0,0 1-8 0,27 1 2 16,-33 1-7-16,4 0-1 0,0-1 9 0,4 2-14 0,23-1 7 16,-29 1-4-16,4 3 1 0,-1-1 0 0,1 0-5 15,1 0 9-15,26-2 6 0,-32 1-3 0,-1 0-3 16,4-1 4-16,-1 2-4 0,4-4 5 15,0 4 1-15,-1-2 0 0,0-2 1 0,0 0-6 0,-2 3 2 16,2-1-6-16,-3 0 6 0,-3-1-4 0,0-1-9 16,-4 5 7-16,-1-2-2 0,-15-3 2 0,12 2 1 15,-12 0 0-15,12-2 3 0,-14 1 3 0,1 0 3 16,0 1-2-16,-5 1-1 0,3-2-1 0,-5 1 6 16,-1-1-1-16,-2 1 6 0,-6 0-5 0,-3-3-3 15,-1 5 2-15,-5-4-4 0,-1 2 1 0,-1-1 2 16,-5 1-1-16,-6 0 5 0,13 0-4 0,-13 0 12 15,8 0-1-15,-8 0 5 0,0 0-8 0,9-1 1 16,-9 1-2-16,0 0-4 0,7-2 0 0,-7 2-5 16,0 0-2-16,0 0-1 0,0 0-1 0,0 0-4 15,0 0-2-15,0 0-3 0,0 0-17 0,0 0-26 16,0 0-22-16,0 0-38 0,0 0-10 0,0 0-33 16,0 0-23-16,0 0-117 0,0 0-302 0,1 10 134 15</inkml:trace>
  <inkml:trace contextRef="#ctx0" brushRef="#br0" timeOffset="11567.47">17579 11451 8 0,'0'0'175'0,"0"0"-22"0,0 0-19 16,21-8-11-16,-7 2-21 0,6 4-7 0,12-3-10 16,4-3-9-16,2 0-13 0,20-2 1 0,2 3-11 15,0-2-4-15,3 2-1 0,3-2-12 0,-2 2-8 16,0 1-3-16,0 1-7 0,-4 1-4 0,3-2 0 15,-7 1-6-15,-1 3-3 0,2-2 1 0,-3-2-4 16,1 1-3-16,-4 0-10 0,0 1-4 0,-11 0-8 16,13-1-8-16,-16 2-8 0,3-2-14 0,-4 1-5 15,-1-1-19-15,-5 3-28 0,-2-1-58 0,-11 2-174 16,0-3 77-16</inkml:trace>
  <inkml:trace contextRef="#ctx0" brushRef="#br0" timeOffset="12116.52">9591 11939 19 0,'0'0'45'0,"0"0"6"0,0 0-14 16,0 0-1-16,13 11 0 0,-6-8-7 0,4 0-4 16,6-1-2-16,4 3-3 0,-2 0 3 0,12 2-8 15,0 0-6-15,2-2-23 0,5 2-45 0,-4-3-65 16,18 3 29-16</inkml:trace>
  <inkml:trace contextRef="#ctx0" brushRef="#br0" timeOffset="15283.56">23378 13773 17 0,'-5'0'58'0,"5"0"3"0,0 0-14 0,-7-5 3 15,7 5-10-15,-7-5 0 0,7 5-5 0,-9-5-3 16,9 5-3-16,-9-3-2 0,9 3 6 0,-9-4 11 16,0 3-6-16,9 1-9 0,-13-3-1 0,5 1-3 15,-2 1-4-15,0 1 4 0,-3 1-1 0,-1-1-1 16,0 2-3-16,0-2 8 0,-3 3-8 0,3-2-4 16,0 2 1-16,0-2 5 0,0 0-1 0,0 0 1 15,-3-1-7-15,3 2 1 0,2 0 8 0,-1 0 0 16,1-1-2-16,1 3 12 0,3-3-6 0,-1 1-3 15,2-1 5-15,0 0 15 0,7-1-24 0,0 0-1 16,-16 0 0-16,16 0-2 0,-6 3-4 0,6-3-1 16,-7 1-12-16,7-1 14 0,0 0-5 0,-7 3 2 15,7-3 3-15,0 0-12 0,0 0-3 0,0 0 6 16,0 0 5-16,0 0 2 0,0 0-12 0,0 0 14 16,0 0-8-16,14 11 1 0,-7-10-1 0,4 1 3 15,1 2-1-15,3-2 3 0,2-1 5 0,4 0 0 16,6 5-6-16,3-3 8 0,-1-1 1 0,6 1-5 15,0-2 9-15,2 3-2 0,3-4-7 0,12 1-1 16,2-1-1-16,0 4 0 0,-2-2 3 0,6-2-1 16,-2 2-1-16,1-1-9 0,3 1 8 0,2-2 4 15,0 0-4-15,2 0-3 0,0-2-3 0,3 1 4 16,25-3-2-16,-31 4-1 0,3-1-2 0,0 2 5 16,27 0-7-16,-25-5 7 0,-1 2 5 0,29-1 6 15,-27 1 3-15,27 2 5 0,-28-2 3 0,26-1-4 16,-25 3 6-16,25 2 4 0,-27-2-11 0,24-2 6 15,3 5-4-15,-30 0 0 0,27 5 1 0,3-3 0 0,-27-1 2 16,29-1-4-16,-5 5 4 0,-24-3-6 16,31 2-1-16,-2 2-2 0,-4-6-2 0,0 4 5 15,2 0-6-15,2-4 1 0,-2 1-1 0,-2-3-1 16,0 2-2-16,0 1 0 0,4-2-2 0,-2-4-2 0,-1-2 8 16,-1 6-6-16,0-5 1 0,2-2 2 15,-1 0 0-15,-27 1-1 0,26-3 3 0,-26 4 3 16,27 2 0-16,-31-1 3 0,1-2 3 0,2 1 15 15,-2-1-6-15,1 3 4 0,-5 0 2 0,0 0 2 0,1-4 1 16,-4 2 0-16,-3-2 0 0,-11 2 3 16,11-5 5-16,-17-1-5 0,2 6 8 0,-1-2-6 0,-5-2 4 15,2 1 2-15,-5-1 1 0,1 1 2 16,0-2 10-16,-11 4-13 0,-3 0-7 0,-1-1-3 0,-2 2-4 16,1 0 5-16,-2-1-15 0,-4 3-1 0,2-1-10 15,-8 2 7-15,9-2-10 0,-9 2 1 0,6-4-6 16,-6 4-9-16,0 0-28 0,6-4-25 0,-6 4-44 15,0 0-54-15,0 0-70 0,-30-4-70 0,1 6-282 16,-4 3-614-16,-19-5 272 0</inkml:trace>
  <inkml:trace contextRef="#ctx0" brushRef="#br0" timeOffset="18270.55">20810 15379 2 0,'-7'-6'111'0,"7"6"1"0,0 0 0 16,0 0 2-16,0 0 0 0,-7-3-6 0,7 3 0 15,0 0 3-15,0 0-9 0,0 0 2 0,-2-5-6 16,2 5 1-16,0 0-9 0,0 0-2 0,0 0-5 15,0 0-8-15,2-13-3 0,-2 13-7 0,0 0-4 16,0 0-4-16,0 0-9 0,0 0-5 0,3-7-1 16,-3 7-5-16,0 0-3 0,2-8-2 0,-2 8-2 15,0 0-3-15,0 0 4 0,9-6-8 0,-9 6-1 16,10-4 0-16,-3 2-5 0,2-2 4 0,0 3 0 16,2-3-5-16,7 3 4 0,0-5-1 0,2 2-3 15,9-2-1-15,-1 2 0 0,0-4 1 0,2 5 0 16,2-4-2-16,2 3 3 0,1 0 5 0,3-4-2 15,1 3 1-15,-2 3 0 0,13-8-3 0,-10 7-2 16,15-3-2-16,-4-1-2 0,1 3 3 0,-2 2 10 16,2 1-14-16,1-3 6 0,0 0 8 0,1-2 3 15,2 3 1-15,2-2 0 0,3 5-1 0,2-6 4 16,1 1 2-16,2 1-4 0,26-3 1 0,-29 3 1 16,28 1-2-16,-26 0-5 0,0-2 1 0,27 2 1 15,-26 3-3-15,31-2 4 0,-30-2-1 0,29 1 2 16,-5 3-4-16,-26 0-2 0,28-5-3 0,-28 1 8 15,29 3 1-15,-29 2-1 0,2-2 6 0,30 1-7 16,-6-3 3-16,-28 4 5 0,29 1-6 0,-31-1 1 16,31-1 1-16,-27 0-1 0,1 2 1 0,-1-4 1 15,1 2-3-15,1 4 8 0,-2-2-2 0,-1-2 4 0,-3 0 12 16,-1 0-18-16,2-2 2 0,-4 0-4 0,0 4-4 16,-2-2 29-16,-4 2-5 0,1-2 4 15,-3 1-2-15,-14-1 11 0,3 2-34 0,-4-4 24 16,-1 2 4-16,1 2 4 0,-5-2 2 0,0 2 10 0,-2-4-3 15,-6 4-10-15,-3-1-3 0,1-2 2 0,-3 1-3 16,2 0-1-16,-8 1-5 0,0-1-8 0,-1-1 3 16,0 1-5-16,-10 0 6 0,14 1 1 15,-9-1-2-15,-5 0 3 0,0 0-5 0,9-3-1 0,-9 3-9 16,0 0 0-16,0 0-5 0,11 2-1 0,-11-2-2 16,0 0-2-16,0 0-5 0,0 0-1 0,0 0-15 15,0 0-27-15,0 0-34 0,0 0-38 0,0 0-84 16,0 0-79-16,-27-15-107 0,9 10-96 0,-3 2-242 15,-3-1-760-15,-14 0 336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23T09:48:43.91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27404 6542 83 0,'0'0'77'0,"0"0"-4"15,0 0-12-15,0 0 3 0,0 0-5 16,-8-13-2-16,8 13-2 0,0 0-7 0,-7-4-12 16,7 4-7-16,-9-4 0 0,9 4-8 0,-9-3 9 0,9 3-5 15,-12-3-7-15,5 2-1 0,-3 0 3 0,0 0-10 16,2 0-3-16,-4 0-5 0,-2 0 17 16,3 0-15-16,-3 1 3 0,-5 0 1 0,1 0 3 15,5-2-2-15,-6 1-4 0,2 1 9 0,-1-1-3 0,-2-1-4 16,3 2 2-16,3 0-7 0,0 0 9 0,0 0-3 15,0 0-30-15,1 3-46 0,-3 4-2 0,5-4 84 16,-1 1 27-16,-1-2 11 0,4 1-1 16,-2-2-11-16,4 1 3 0,-1-1-1 0,1 0-8 15,7-1 2-15,-10 2-6 0,10-2 6 0,-10 1 0 0,10-1-8 16,0 0 5-16,0 0-8 0,-9 0 0 16,9 0-1-16,0 0 4 0,0 0-10 0,0 0-3 15,0 0 2-15,0 0-1 0,0 0 10 0,0 0-8 16,0 0 1-16,31 6 1 0,-11-6-2 0,13 0 0 0,0 2-3 15,3-2 3-15,15 0-8 0,2-2 1 0,4 2 9 16,4-2-5-16,4-2 0 0,27 1 5 0,-29 2-7 16,4-3-2-16,23 1 3 0,-25 0 0 0,-2 3-1 15,5-3 5-15,-3 1-9 0,27 0-1 0,-30 1 4 16,0 0-2-16,-1 2-1 0,-1 1-3 0,-2-1-7 16,-3 1 7-16,0 2-2 0,-18-2-1 0,3 1 1 15,0 0-2-15,-2-2 2 0,-3 2 0 0,-3-2 3 16,4 2-6-16,-7 0-1 0,1 0 8 0,-9-1-4 15,1 1-4-15,-5-3 4 0,0 2 3 0,-5 1-10 16,1-2 8-16,-3 0-3 0,-1 0 1 0,-3-1 0 16,-6 0 0-16,12 1 2 0,-12-1 3 0,7 0 9 15,-7 0 6-15,0 0 1 0,9 2-2 0,-9-2 11 16,0 0-3-16,0 0 1 0,0 0 1 0,0 0 2 16,12 0-2-16,-12 0 2 0,0 0-7 0,0 0 0 15,0 0-6-15,0 0-1 0,0 0-2 0,0 0 0 16,0 0-6-16,0 0-1 0,0 0-12 0,6 2-13 15,-6-2-19-15,0 0-25 0,0 0-31 0,0 0-27 16,0 0-34-16,0 0-25 0,0 0-120 0,0 0-317 16,-27 0 141-16</inkml:trace>
  <inkml:trace contextRef="#ctx0" brushRef="#br0" timeOffset="1749.87">5782 7349 31 0,'-12'-1'55'0,"0"2"-6"16,1-1-4-16,-2 0 6 0,3 0-4 0,-2 0 2 15,3 1-10-15,-1-1 0 0,2 1 3 0,8-1-1 16,-16 3-7-16,11-3 1 0,5 0 4 0,-12 3-6 16,12-3-2-16,-9 0-7 0,9 0-4 0,0 0 0 15,-9 3 2-15,9-3-1 0,0 0-9 0,0 0 12 16,0 0-5-16,0 8 7 0,0-8-9 0,0 0-2 16,9 10 3-16,-5-6 7 0,4 1-2 0,-2-1-3 15,3 0 8-15,1 3 0 0,3-3-6 0,0 3 0 16,6-3-9-16,8 4 11 0,-8-1 0 0,8-1-8 15,0 0 8-15,1-1-3 0,1 1-10 0,2 0 17 16,1-2-17-16,1-1 1 0,2 1 1 0,-1-2 2 16,6 1 3-16,-1-1 3 0,11-2 1 0,-10 2 1 15,10-1-9-15,-10-1 5 0,12 0 4 0,1 0 6 16,0-1-7-16,-2-1 0 0,0 2 0 0,1-1 2 16,2 0-7-16,-2-2 0 0,1 1-5 0,-2 0 4 15,3 2-2-15,2 0 6 0,-1-3-2 0,1 0 3 16,-1 3 0-16,-3-1-4 0,7-1 1 0,-3 1 4 15,-1 1 1-15,5-3-3 0,-4 1 4 0,6-3 7 16,-6 3 1-16,2-2-5 0,-1 2 0 0,3 2 1 16,-1 0 3-16,-1-3 1 0,-1 1-3 0,2 2-1 15,1-2 6-15,-1 0 0 0,-2 0 1 0,7 0-1 16,-6-4-6-16,3 3 8 0,2-2-5 0,-1 1 0 0,0 2 0 16,0-2-3-16,2-1-1 0,-3 0-5 15,5 0 0-15,-6 1-2 0,0-1 0 0,-5-2 0 0,9 3 0 16,-4-1 0-16,-3 1 0 0,-2 1-10 15,0-1 5-15,-4 1-3 0,-10 2 3 0,13 1-4 0,-4-1 1 16,-13 2-4-16,2-1 0 0,-2-1-2 0,2 4 2 16,-3-3-2-16,-2 2 2 0,2-2-1 0,-4 0 0 15,0 1 1-15,1 1 8 0,-6-1-5 0,-7 2-1 16,1-1 1-16,-1 2 1 0,-2-4-3 0,0 1 0 16,-5 1 1-16,6 1 1 0,-6-2 1 0,2 1 1 15,-4-1 6-15,7 0 0 0,-6 2 2 0,1-1 3 16,-2 0 0-16,1-1 2 0,0 3-3 0,0-4 3 15,-2 1-5-15,-2 0 2 0,-8-1-3 0,14 1 2 16,-8-1-3-16,-6 0-2 0,12 2 3 0,-12-2 1 16,6 0 3-16,-6 0 2 0,0 0 7 0,0 0 3 15,9 1 4-15,-9-1 3 0,0 0 0 16,0 0 4-16,0 0 2 0,8 4-5 0,-8-4 1 16,0 0 5-16,0 0-14 0,0 0-4 0,0 0-2 0,0 0-1 15,0 0-8-15,0 0 0 0,0 0-4 0,9 0-9 16,-9 0-11-16,0 0-17 0,0 0-30 0,0 0-36 15,0 0-42-15,0 0-52 0,0 0-40 0,0 0-46 16,0 0-222-16,0 0-529 0,-13 22 235 0</inkml:trace>
  <inkml:trace contextRef="#ctx0" brushRef="#br0" timeOffset="4641.81">5658 10175 25 0,'0'0'17'0,"-5"-4"2"16,5 4-8-16,0 0 5 0,-8-3-3 0,8 3 1 0,0 0-1 16,0 0-4-16,-8-1 2 0,8 1-6 15,0 0-1-15,0 0 2 0,0 0-1 0,0 0 1 0,-14 4-4 16,14-4 2-16,-9 4 5 0,4-1-2 15,5-3-9-15,-11 4 5 0,11-4-3 0,-11 5 2 0,7-4 3 16,4-1-1-16,-9 2-3 0,9-2 3 0,-9 1-4 16,9-1 7-16,0 0-2 0,-16-1-6 15,16 1 2-15,-9-2-5 0,9 2-1 0,-9-1 6 0,9 1 3 16,-12-2-5-16,12 2 3 0,-10-3-2 16,10 3 0-16,-10-4 0 0,3 1-5 0,7 3 1 0,-10-6 0 15,5 4 5-15,5 2-7 0,-9-6 4 0,3 3-7 16,6 3 3-16,-9-7-4 0,4 3 4 0,5 4-3 15,-9-7 4-15,4 4-3 0,5 3-1 16,-8-9 4-16,4 6 1 0,4 3-4 0,-8-8 2 0,4 4-1 16,4 4-2-16,-7-9 0 0,3 5 3 0,4 4-9 15,-5-8-16-15,5 8 9 0</inkml:trace>
  <inkml:trace contextRef="#ctx0" brushRef="#br0" timeOffset="6082.66">5625 10071 5 0,'28'0'20'0,"-1"-2"-5"0,4-2-2 15,1 4 7-15,4 0-2 0,-2 0 5 0,2-4 3 16,1 3-9-16,-1-1 6 0,2 2-5 0,-1-2 6 16,2-1 1-16,-2 0-2 0,0 3 0 0,3-1-9 15,-1-2 7-15,-2 2 3 0,0-2 1 0,0 2-4 16,-3-1 5-16,1 0-1 0,-2 2-1 0,1 0-1 16,-3 2 5-16,4-2 2 0,-2 0-11 0,-1 2 1 15,1-1 0-15,-1-1 3 0,2 3-1 0,-1-2-5 16,-1 2 6-16,1 1-1 0,0-3 2 0,2-1-4 15,-1 1 6-15,2-1 0 0,1 1 2 0,-1-2-2 16,3 1-15-16,-1 1 13 0,-1-2-6 0,-2 2 10 16,2-2-5-16,-2 1-2 0,2 0 9 0,-1 0-2 15,0 1-8-15,-1-1 2 0,2 2-10 0,2-2 1 16,-2 0 18-16,1 0-5 0,3 0 6 0,10 0-5 16,-11 0-2-16,-3 2-3 0,0-1 3 0,3 2-3 15,0-2 0-15,-1-1-5 0,11 4-6 0,-11-4 10 16,-2 2 5-16,3 0-2 0,12-1 5 0,-13-2-3 15,0 3 2-15,12-6 3 0,-12 4-8 0,13 1 5 16,2-2-2-16,-15-1 0 0,12 1-1 0,-13 1-6 0,1-1 0 16,14-1-2-16,-16 2 1 0,1 2-4 15,14 2 1-15,-13-3-6 0,0 0 3 0,0 0-1 16,-2 0-4-16,0 2 2 0,0-2 2 0,4 1-1 16,-5 0-7-16,2 1-1 0,-2 1 4 0,2-2-1 0,-1 3 7 15,1-3-4-15,1 2-6 0,-2-1 1 0,2 1 5 16,11 5 4-16,-13-6 8 0,0 2-5 15,0-1-2-15,2 0-10 0,-2 0 14 0,2 1-2 16,0 0-4-16,-2 0 0 0,-2-1 0 0,0 1 2 0,1 0 0 16,0-2 5-16,-4 1-7 0,2-1 5 0,-1 1-3 15,2 2 1-15,0-2 0 0,0-2 1 16,1 1-4-16,-3 1 3 0,3 2 6 0,0-4 2 0,-2 2-3 16,1-2-1-16,-1 1-1 0,1 0 1 0,2-1 0 15,-3 3-4-15,3-1 0 0,-1-1-1 0,0 2-1 16,0-3-4-16,-2 2 5 0,1-1-7 0,-1 0 11 15,2-1-6-15,-3 2-1 0,-1-2 2 0,4-1 5 16,-4 2-3-16,1 0-2 0,-1-2 4 0,4 0 3 16,-2-2-1-16,2 1-1 0,-1 0 2 0,2 0-1 15,0 0-2-15,2-1-3 0,-1-1 1 0,-1 1-3 16,-1-2 2-16,1 2 1 0,0 1-6 0,-2-1 3 16,0 1 4-16,2-1-6 0,-1 1 0 0,-2-1 1 15,3-2 0-15,-1 2-1 0,1 0-1 0,-1 0 4 16,0-1-4-16,3 2 1 0,-3-3-1 0,0 2 1 15,2-2 1-15,-1 3-3 0,4-1 3 0,-3 1-3 16,0 0 4-16,14-1-6 0,-14 1 4 0,2 0-3 16,-1-3 9-16,12 2-3 0,-10 1-3 0,10-1 2 15,1-1 1-15,-14 2-1 0,0 0-1 0,14-1 0 16,-14 1-1-16,3 0-3 0,12 0 4 0,-12-1-1 16,10 1-4-16,2-5 2 0,-14 7 4 0,13-4-1 15,1 2-1-15,-3 2 4 0,-10-2-6 0,10 3 1 16,2-5-1-16,-12 1 2 0,12 1-5 0,-14 0 1 15,12 1 3-15,-12-1-2 0,12 2 0 0,-12-4 4 16,14-1 3-16,-1 0-1 0,-10 2 3 0,-3 0-4 16,12-3 1-16,1 3 5 0,-11 0 6 0,-1 0-10 15,12-4-1-15,-10 3 2 0,8-1-4 0,-8 0-2 16,-3 1 3-16,2 0-4 0,-2-1 2 0,3 1-3 16,-1 0-1-16,-2-1 7 0,3-1-1 0,-3 1-6 15,2 1 3-15,-2-1-1 0,16 1 8 0,-16 0-8 16,1 0-2-16,-1 0 0 0,0-1 1 0,0 2-4 15,1-1 3-15,-1-1-7 0,-1 0 6 0,2 0 0 16,-5 2 1-16,2 1 3 0,-2-1-2 0,-1 2 0 16,-2-5-2-16,1 6-1 0,1-2 0 0,2 0 0 15,-7 2 2-15,1 1-1 0,1-3 4 0,-1-3-5 16,2 6 0-16,-3-2-2 0,5-1 3 0,-4 0-4 16,1 3 1-16,-1-3 2 0,-1 0 0 0,1 1 1 15,-1 1 7-15,1-2 2 0,3 0 1 0,-2 0-4 16,-2 0-2-16,-1 0 5 0,3 0-5 0,-1 0 0 0,2-2 0 15,-3 2-2-15,0-1-2 0,-6 1 3 0,0 0-5 16,0 0 3-16,-1 0 0 0,0 0 1 16,0 1-1-16,1-1-2 0,-3 0-1 0,4 2 0 15,4-2 6-15,-8 2 6 0,-1-1 2 0,1-1-2 0,-2 1 5 16,3-1-3-16,-2 2 0 0,-5-1 2 0,8 0 4 16,-3-1-11-16,1 2 3 0,0-2-1 0,-1 4-3 15,1-4-4-15,-2 0-1 0,2 3 1 0,-3-3 1 16,-3 2 1-16,1-1-2 0,5 1 1 15,-7 0 3-15,0-2 2 0,-1 1-3 0,-1-1-1 0,-1-1 5 16,-1 2-4-16,-8-1 3 0,11 1 0 0,-11-1 14 16,13 1-14-16,-13-1-1 0,8 2 9 15,-8-2-4-15,7 0-9 0,-7 0 1 0,0 0-2 16,0 0 4-16,9 0-3 0,-9 0-1 0,0 0-1 0,0 0 1 16,0 0-6-16,0 0-15 0,0 0-38 0,0 0-51 15,0 0-90-15,0 0-121 0,-46 7-256 0,-2 6-618 16,-17-4 273-16</inkml:trace>
  <inkml:trace contextRef="#ctx0" brushRef="#br0" timeOffset="10484.58">5269 13566 5 0,'0'0'34'0,"0"0"3"16,0 0-5-16,0 0-7 0,0 0-4 0,0 0-3 15,0 0 1-15,0 0-10 0,0 0 4 0,0 0 4 16,14-8-3-16,-14 8 1 0,11-1-2 0,-3-1 4 16,1 1-5-16,4 0 5 0,-2 0-2 0,3-1 5 15,3 2 3-15,3-3-8 0,1 1 5 0,-2 1-1 16,3-2 0-16,6-1 8 0,1 1-8 0,2-1 7 16,-3 1-4-16,4 0 6 0,-2 0-3 0,2-2-1 15,2 1 3-15,-4 0 6 0,5-2 6 0,-2 3-4 16,2-2-3-16,-1 0 0 0,-2-1-11 0,4 0 9 15,1 1 2-15,0-1 2 0,0 2-2 0,1-1-3 16,2 1 6-16,10-2 3 0,-13 0 10 0,4 2 0 16,-2 0-21-16,0-1 11 0,11 2-7 0,-13 0 0 15,0 1 3-15,2 0 5 0,13 1-7 0,-13-1-1 16,-1 1 8-16,1 0-6 0,-1-1-4 0,3 0-1 16,-3-2 6-16,2 3-7 0,11-2-3 0,-14 3-1 15,0 0-2-15,0-2 2 0,3 2-6 0,-4 0-3 16,-1-1 8-16,1 1-11 0,1 0 6 0,0-2-1 15,-1 2 2-15,-1 0-3 0,16 0 5 0,-18-1-3 16,3 2-3-16,-2-1 2 0,3 2 1 0,-1-2-4 16,-1 1 5-16,-1 1-7 0,3 1 6 15,-1 2-2-15,1-1 0 0,-2-2-1 0,0 3 3 0,2 0-8 16,-1 0 8-16,-1 1-6 0,-1-1 6 0,1-1-1 16,-3 1-2-16,0 0 1 0,1 1-5 0,-4-1-1 15,3 0 0-15,-1-1 4 0,0 1-5 0,-2 0 0 16,2-1 2-16,-2 0 2 0,0 0-6 0,2-1 7 15,-2 2-4-15,-2 1 4 0,1-3-1 0,2 4 4 16,0-2-3-16,2-1 3 0,-2 1-6 0,-1 1 3 16,1 0-5-16,0 0 1 0,0 0 3 0,2 1-4 15,-3 0 2-15,2-1 2 0,-1 1-5 0,1 0 4 16,1 1 5-16,0-1 5 0,0 2 0 0,-3-3 3 16,2-2 7-16,3 3 2 0,1-2-4 15,-2-1-4-15,3-3 6 0,2 3-12 0,2-2-1 0,-2 3-2 16,15-1-1-16,-18 2-1 0,5-3-2 0,0 1 2 15,13 0-1-15,-14-1 4 0,13 2-1 0,-12-2 1 16,11 1 0-16,-1-1 0 0,-13 0-6 0,1-2-1 16,1 2 0-16,0-3 4 0,-1 2 0 0,14-1 5 15,-13 2-3-15,-4-3 3 0,4 1-1 0,0 2 0 16,14-3 7-16,-14 4-5 0,0-1-3 0,1-3 3 16,0 4-6-16,13-3 0 0,-13 3-1 0,-1-1 1 15,13-1-5-15,-15 0 5 0,2 1 0 0,0 3 1 16,-1-2-7-16,3-1 6 0,-3 1-1 0,2-1-1 15,15 4 1-15,-20-5 2 0,3 1-3 0,14 5 1 16,-14-5-4-16,-2 1 3 0,5 2-1 0,9-4-1 16,-11 1 6-16,-2 2-3 0,1-3 2 0,0 0-2 15,17-2 2-15,-17 3-7 0,-2-1 5 0,2-2-2 16,-2-1 0-16,1 2 2 0,-4-1-3 0,3 2 2 16,0-2 0-16,3 2 2 0,-5-1 9 0,3-1 0 15,-1 0-14-15,-2-1 6 0,2 2-6 0,3-1 4 16,1 0-2-16,-5-3 0 0,3 5 0 0,-1-1-1 15,3-1-2-15,-1 0 1 0,0 3 2 0,13-2 0 16,-15 0 0-16,1 1 0 0,1-2 4 16,0 2-6-16,-3 0 3 0,0-2-3 0,3 0 0 0,-1 1 0 15,0 1 3-15,-1 1 0 0,0-3-2 16,-1 0 3-16,2 0-5 0,0 0 3 0,-4-1-3 16,2 1 4-16,2-2 1 0,0 2-3 0,0 0 5 0,0-2 0 15,1 3 1-15,12 0-8 0,-15-2-7 0,1 0 5 16,-2 0 4-16,-1 3 1 0,-3-3 1 0,3 0-7 15,-2 1 2-15,1 1 3 0,1-1 10 16,-5-3-4-16,4 3-1 0,-3-1 1 0,-1-3 4 0,2 2-8 16,-8 0 7-16,-4 1-8 0,0-1 5 0,0-2-6 15,2 2 1-15,-2-1 3 0,-9 1-8 0,2-1 8 16,-12 3 4-16,16-5-6 0,-16 5-5 0,14-1 1 16,-14 1 3-16,0 0-1 0,0 0 2 0,15-5-5 15,-15 5 3-15,0 0-6 0,0 0 8 0,0 0-13 16,0 0-24-16,10-5-35 0,-10 5-69 15,0 0-84-15,0 0-104 0,0 0-277 0,-73 5-643 0,22 3 285 16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3-23T09:49:15.92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15886 16601 16 0,'12'-8'54'16,"3"1"-26"-16,-2 2-22 0,1 3-24 0,-1 3-19 15,-1 2 9-15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B5C41C-EECF-4AA6-8C86-48E4B0604E77}" type="datetimeFigureOut">
              <a:rPr lang="en-IN" smtClean="0"/>
              <a:pPr/>
              <a:t>23-03-2022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940471-FCFD-4FCB-92AE-8DA107A81AE2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002232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4DFAB-B421-4514-AD82-16E92C3C1D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74239C-15B3-45DC-B565-A2DDACB410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BD0A00-437E-4A0E-A91C-FA0D79306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63D27-762F-4CF1-A501-8FBE03322BD4}" type="datetime1">
              <a:rPr lang="en-IN" smtClean="0"/>
              <a:pPr/>
              <a:t>23-03-2022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BD9D8C-E046-453D-B736-7F80F3E80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Department of ECE, BIT, Mesra Ranchi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0B38CB-2FE4-456B-8117-6F44D5A8F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3175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894D1-8F44-4CC4-BD1A-1FDADE0F6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927326-CBAA-4E3C-9214-C32ECB88F8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68D427-B496-495C-87BC-113523309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76289-D020-4E13-BF8C-12754C9CA5C0}" type="datetime1">
              <a:rPr lang="en-IN" smtClean="0"/>
              <a:pPr/>
              <a:t>23-03-2022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3CA226-A6A8-408A-9676-BCF551FB6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Department of ECE, BIT, Mesra Ranchi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055C66-A3A2-40D8-9D7A-1C1768A7C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679145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948AF-4B2C-44C6-8FA4-EC5D923E3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1BFEEA-F785-45A0-9370-66A4DB24A3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B62975-B72D-49B2-9BF1-3075D6FAB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302D2-12CD-404F-B0D9-16A8178FD76A}" type="datetime1">
              <a:rPr lang="en-IN" smtClean="0"/>
              <a:pPr/>
              <a:t>23-03-2022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5851ED-A55B-433E-8204-0A5651D9F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Department of ECE, BIT, Mesra Ranchi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0FD442-507B-4099-884D-CA097907C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189045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A6DF0-230D-4A67-89DE-05584BA58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C79004-ADA9-4524-AE38-A4D5E93439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613842-5226-453B-AF83-4FFB7E9963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215ED6-0000-4BA5-81BB-02FD5D768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D17A5-1F1D-4831-B11F-8FC5F19317AE}" type="datetime1">
              <a:rPr lang="en-IN" smtClean="0"/>
              <a:pPr/>
              <a:t>23-03-2022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601295-54FA-43DE-802A-959C6F7D4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Department of ECE, BIT, Mesra Ranchi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F9D9E4-BDF3-4CE8-8C80-585791B84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047002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2DB3A-5DDE-4DA6-9EA3-59B50DD33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0F35ED-6282-4A26-AC0D-38B05A977E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53FBDD-4582-498C-AB96-CFE67A0533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3C2440-D33E-4F75-9D04-7CE0B61BE6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3D4D1C-E962-43EA-B52F-5F5DFEAEAA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0FB40EE-8A40-4575-BEC6-4A047081D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73579-68CB-4978-8404-CEA9191EAFC0}" type="datetime1">
              <a:rPr lang="en-IN" smtClean="0"/>
              <a:pPr/>
              <a:t>23-03-2022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FCC336-6C36-4705-A3DD-F3F324779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Department of ECE, BIT, Mesra Ranchi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95857D-EF7E-4F2C-98F8-F71CF09A3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05804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3750A-E0EB-4BCA-ADE0-39A6F14C0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967535-9AB5-4C00-916E-0D071BA09B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54CBC-2A7B-4C7B-AEDA-9FA3D0F510E3}" type="datetime1">
              <a:rPr lang="en-IN" smtClean="0"/>
              <a:pPr/>
              <a:t>23-03-2022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5E1856-BD2A-4245-A42A-247B7DCBD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Department of ECE, BIT, Mesra Ranchi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17F1E-E4A0-4082-A891-9716FA214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292477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25BDD9-B1FA-414E-9A5B-319E90EC7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A89C7-3815-4B3B-9C27-DDD05814FC82}" type="datetime1">
              <a:rPr lang="en-IN" smtClean="0"/>
              <a:pPr/>
              <a:t>23-03-2022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9D434B-A5D2-462C-A78C-E69B5B86C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Department of ECE, BIT, Mesra Ranchi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34EAF1-9295-4350-8FBC-F1A130722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902793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911E6-D14B-463A-B82F-56B46FA6E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FF6E1B-8549-42C3-ADB4-53E9D07D70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72BA1A-E1AA-43FB-AFD7-C9FA977160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E8AB8E-5292-4624-AF2D-7F29E615D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85656-9286-4016-94E2-FC8EF6B85062}" type="datetime1">
              <a:rPr lang="en-IN" smtClean="0"/>
              <a:pPr/>
              <a:t>23-03-2022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FA0BCB-63CA-49DC-9C44-93685C52E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Department of ECE, BIT, Mesra Ranchi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7F2CA7-13E9-4E31-9F6C-E8C180B66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450077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24068-7374-4C16-9B37-22716AC8D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A91EC70-E680-481D-8B5A-1ED166DCEF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4D7DCE-B558-45D1-A8C3-B22D618888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3D456B-73EF-4519-B400-11DB0CDBD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BC8E4-45F1-44FF-8AF2-E78BD6286AFE}" type="datetime1">
              <a:rPr lang="en-IN" smtClean="0"/>
              <a:pPr/>
              <a:t>23-03-2022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800F2E-38BF-430D-ADC8-9F6C6D9E8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Department of ECE, BIT, Mesra Ranchi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8B412D-18B8-442E-8F87-B4985F5C9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349327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71EC5-D3C8-4D67-B7CA-BC0901980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26AE72-CE16-41EC-9433-3C3D660322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42DA1B-6A5A-4C4C-B47C-D58085AC8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B4F74-84E4-4814-817A-BFCD5EDE78AA}" type="datetime1">
              <a:rPr lang="en-IN" smtClean="0"/>
              <a:pPr/>
              <a:t>23-03-2022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4BF39E-E3FC-439F-B6B4-7ED8A07DC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Department of ECE, BIT, Mesra Ranchi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145E0A-E555-4F64-A150-5B860E6D3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1736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6202FDA-B11D-4A10-8F73-EC1AA73065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E147F3-1132-4A89-8C2E-9D97C14856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563106-BEF5-43EF-9C92-F1F6261F5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D9A72-48B7-4D9C-9EE7-46C055BD6E5D}" type="datetime1">
              <a:rPr lang="en-IN" smtClean="0"/>
              <a:pPr/>
              <a:t>23-03-2022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A47765-5189-4BF8-8ACC-DEEB8756E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Department of ECE, BIT, Mesra Ranchi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88A231-D99B-4A49-B999-0759070DA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525466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DFF582-5CF0-4E10-8A77-EDB16AE1E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A70378-D745-445A-BA26-4DEB901867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AECA19-E2D5-4E58-8CDE-5F44EF7A5E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50D6F0-767C-4635-86E1-7B7D18D95AED}" type="datetime1">
              <a:rPr lang="en-IN" smtClean="0"/>
              <a:pPr/>
              <a:t>23-03-2022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49ADF1-F4E0-47EA-BC9D-1D34F7694E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 dirty="0"/>
              <a:t>Department of ECE, BIT, Mesra Ranchi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82F9CE-4A0E-4607-BB84-3956930807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0713B5-9296-425E-8DDC-5B86ACA00944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24859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7.png"/><Relationship Id="rId4" Type="http://schemas.openxmlformats.org/officeDocument/2006/relationships/image" Target="../media/image12.png"/><Relationship Id="rId9" Type="http://schemas.openxmlformats.org/officeDocument/2006/relationships/customXml" Target="../ink/ink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customXml" Target="../ink/ink7.xml"/><Relationship Id="rId4" Type="http://schemas.openxmlformats.org/officeDocument/2006/relationships/hyperlink" Target="https://en.wikipedia.org/wiki/Land_mobile_radio_system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customXml" Target="../ink/ink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customXml" Target="../ink/ink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2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3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4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customXml" Target="../ink/ink15.xml"/><Relationship Id="rId4" Type="http://schemas.openxmlformats.org/officeDocument/2006/relationships/image" Target="../media/image3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6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7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8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9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customXml" Target="../ink/ink20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customXml" Target="../ink/ink21.xml"/><Relationship Id="rId4" Type="http://schemas.openxmlformats.org/officeDocument/2006/relationships/image" Target="../media/image37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9.png"/><Relationship Id="rId7" Type="http://schemas.openxmlformats.org/officeDocument/2006/relationships/customXml" Target="../ink/ink22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customXml" Target="../ink/ink23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4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customXml" Target="../ink/ink25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customXml" Target="../ink/ink26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customXml" Target="../ink/ink27.xm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customXml" Target="../ink/ink28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customXml" Target="../ink/ink29.xml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customXml" Target="../ink/ink30.xml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customXml" Target="../ink/ink31.xml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customXml" Target="../ink/ink32.xml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customXml" Target="../ink/ink33.xm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customXml" Target="../ink/ink34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customXml" Target="../ink/ink35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customXml" Target="../ink/ink36.xml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customXml" Target="../ink/ink37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1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customXml" Target="../ink/ink38.xml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customXml" Target="../ink/ink39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3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customXml" Target="../ink/ink40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4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customXml" Target="../ink/ink41.xml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5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customXml" Target="../ink/ink42.xml"/><Relationship Id="rId3" Type="http://schemas.openxmlformats.org/officeDocument/2006/relationships/image" Target="../media/image66.png"/><Relationship Id="rId7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67.png"/><Relationship Id="rId9" Type="http://schemas.openxmlformats.org/officeDocument/2006/relationships/image" Target="../media/image70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customXml" Target="../ink/ink43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1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customXml" Target="../ink/ink44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2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customXml" Target="../ink/ink45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3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customXml" Target="../ink/ink46.xml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5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customXml" Target="../ink/ink47.xml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7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customXml" Target="../ink/ink48.xml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8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jp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2.png"/><Relationship Id="rId4" Type="http://schemas.openxmlformats.org/officeDocument/2006/relationships/customXml" Target="../ink/ink49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jp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84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7.png"/><Relationship Id="rId5" Type="http://schemas.openxmlformats.org/officeDocument/2006/relationships/image" Target="../media/image86.png"/><Relationship Id="rId4" Type="http://schemas.openxmlformats.org/officeDocument/2006/relationships/image" Target="../media/image8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Freeform 5">
            <a:extLst>
              <a:ext uri="{FF2B5EF4-FFF2-40B4-BE49-F238E27FC236}">
                <a16:creationId xmlns:a16="http://schemas.microsoft.com/office/drawing/2014/main" id="{07322A9E-F1EC-405E-8971-BA906EFFCC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-329674" y="1290909"/>
            <a:ext cx="9702800" cy="5573512"/>
          </a:xfrm>
          <a:custGeom>
            <a:avLst/>
            <a:gdLst>
              <a:gd name="T0" fmla="*/ 1752 w 2038"/>
              <a:gd name="T1" fmla="*/ 1169 h 1169"/>
              <a:gd name="T2" fmla="*/ 1487 w 2038"/>
              <a:gd name="T3" fmla="*/ 334 h 1169"/>
              <a:gd name="T4" fmla="*/ 860 w 2038"/>
              <a:gd name="T5" fmla="*/ 22 h 1169"/>
              <a:gd name="T6" fmla="*/ 199 w 2038"/>
              <a:gd name="T7" fmla="*/ 318 h 1169"/>
              <a:gd name="T8" fmla="*/ 399 w 2038"/>
              <a:gd name="T9" fmla="*/ 1165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38" h="1169">
                <a:moveTo>
                  <a:pt x="1752" y="1169"/>
                </a:moveTo>
                <a:cubicBezTo>
                  <a:pt x="2038" y="928"/>
                  <a:pt x="1673" y="513"/>
                  <a:pt x="1487" y="334"/>
                </a:cubicBezTo>
                <a:cubicBezTo>
                  <a:pt x="1316" y="170"/>
                  <a:pt x="1099" y="43"/>
                  <a:pt x="860" y="22"/>
                </a:cubicBezTo>
                <a:cubicBezTo>
                  <a:pt x="621" y="0"/>
                  <a:pt x="341" y="128"/>
                  <a:pt x="199" y="318"/>
                </a:cubicBezTo>
                <a:cubicBezTo>
                  <a:pt x="0" y="586"/>
                  <a:pt x="184" y="965"/>
                  <a:pt x="399" y="1165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93" name="Freeform 6">
            <a:extLst>
              <a:ext uri="{FF2B5EF4-FFF2-40B4-BE49-F238E27FC236}">
                <a16:creationId xmlns:a16="http://schemas.microsoft.com/office/drawing/2014/main" id="{A5704422-1118-4FD1-95AD-29A064EB8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70451" y="2010741"/>
            <a:ext cx="7373938" cy="4848892"/>
          </a:xfrm>
          <a:custGeom>
            <a:avLst/>
            <a:gdLst>
              <a:gd name="T0" fmla="*/ 1025 w 1549"/>
              <a:gd name="T1" fmla="*/ 1016 h 1017"/>
              <a:gd name="T2" fmla="*/ 1443 w 1549"/>
              <a:gd name="T3" fmla="*/ 592 h 1017"/>
              <a:gd name="T4" fmla="*/ 782 w 1549"/>
              <a:gd name="T5" fmla="*/ 53 h 1017"/>
              <a:gd name="T6" fmla="*/ 150 w 1549"/>
              <a:gd name="T7" fmla="*/ 329 h 1017"/>
              <a:gd name="T8" fmla="*/ 477 w 1549"/>
              <a:gd name="T9" fmla="*/ 1017 h 10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549" h="1017">
                <a:moveTo>
                  <a:pt x="1025" y="1016"/>
                </a:moveTo>
                <a:cubicBezTo>
                  <a:pt x="1223" y="971"/>
                  <a:pt x="1549" y="857"/>
                  <a:pt x="1443" y="592"/>
                </a:cubicBezTo>
                <a:cubicBezTo>
                  <a:pt x="1344" y="344"/>
                  <a:pt x="1041" y="111"/>
                  <a:pt x="782" y="53"/>
                </a:cubicBezTo>
                <a:cubicBezTo>
                  <a:pt x="545" y="0"/>
                  <a:pt x="275" y="117"/>
                  <a:pt x="150" y="329"/>
                </a:cubicBezTo>
                <a:cubicBezTo>
                  <a:pt x="0" y="584"/>
                  <a:pt x="243" y="911"/>
                  <a:pt x="477" y="1017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94" name="Freeform 7">
            <a:extLst>
              <a:ext uri="{FF2B5EF4-FFF2-40B4-BE49-F238E27FC236}">
                <a16:creationId xmlns:a16="http://schemas.microsoft.com/office/drawing/2014/main" id="{A88B2AAA-B805-498E-A9E6-98B88585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251351" y="1780905"/>
            <a:ext cx="8035925" cy="5083516"/>
          </a:xfrm>
          <a:custGeom>
            <a:avLst/>
            <a:gdLst>
              <a:gd name="T0" fmla="*/ 1302 w 1688"/>
              <a:gd name="T1" fmla="*/ 1066 h 1066"/>
              <a:gd name="T2" fmla="*/ 1613 w 1688"/>
              <a:gd name="T3" fmla="*/ 850 h 1066"/>
              <a:gd name="T4" fmla="*/ 1517 w 1688"/>
              <a:gd name="T5" fmla="*/ 471 h 1066"/>
              <a:gd name="T6" fmla="*/ 798 w 1688"/>
              <a:gd name="T7" fmla="*/ 28 h 1066"/>
              <a:gd name="T8" fmla="*/ 181 w 1688"/>
              <a:gd name="T9" fmla="*/ 333 h 1066"/>
              <a:gd name="T10" fmla="*/ 420 w 1688"/>
              <a:gd name="T11" fmla="*/ 1066 h 10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688" h="1066">
                <a:moveTo>
                  <a:pt x="1302" y="1066"/>
                </a:moveTo>
                <a:cubicBezTo>
                  <a:pt x="1416" y="1024"/>
                  <a:pt x="1551" y="962"/>
                  <a:pt x="1613" y="850"/>
                </a:cubicBezTo>
                <a:cubicBezTo>
                  <a:pt x="1688" y="715"/>
                  <a:pt x="1606" y="575"/>
                  <a:pt x="1517" y="471"/>
                </a:cubicBezTo>
                <a:cubicBezTo>
                  <a:pt x="1336" y="258"/>
                  <a:pt x="1084" y="62"/>
                  <a:pt x="798" y="28"/>
                </a:cubicBezTo>
                <a:cubicBezTo>
                  <a:pt x="559" y="0"/>
                  <a:pt x="317" y="138"/>
                  <a:pt x="181" y="333"/>
                </a:cubicBezTo>
                <a:cubicBezTo>
                  <a:pt x="0" y="592"/>
                  <a:pt x="191" y="907"/>
                  <a:pt x="420" y="1066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95" name="Freeform 8">
            <a:extLst>
              <a:ext uri="{FF2B5EF4-FFF2-40B4-BE49-F238E27FC236}">
                <a16:creationId xmlns:a16="http://schemas.microsoft.com/office/drawing/2014/main" id="{9B8051E0-19D7-43E1-BFD9-E6DBFEB3A3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-1061" y="542347"/>
            <a:ext cx="10334625" cy="6322075"/>
          </a:xfrm>
          <a:custGeom>
            <a:avLst/>
            <a:gdLst>
              <a:gd name="T0" fmla="*/ 1873 w 2171"/>
              <a:gd name="T1" fmla="*/ 1326 h 1326"/>
              <a:gd name="T2" fmla="*/ 1609 w 2171"/>
              <a:gd name="T3" fmla="*/ 473 h 1326"/>
              <a:gd name="T4" fmla="*/ 880 w 2171"/>
              <a:gd name="T5" fmla="*/ 63 h 1326"/>
              <a:gd name="T6" fmla="*/ 0 w 2171"/>
              <a:gd name="T7" fmla="*/ 423 h 13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71" h="1326">
                <a:moveTo>
                  <a:pt x="1873" y="1326"/>
                </a:moveTo>
                <a:cubicBezTo>
                  <a:pt x="2171" y="1045"/>
                  <a:pt x="1825" y="678"/>
                  <a:pt x="1609" y="473"/>
                </a:cubicBezTo>
                <a:cubicBezTo>
                  <a:pt x="1406" y="281"/>
                  <a:pt x="1159" y="116"/>
                  <a:pt x="880" y="63"/>
                </a:cubicBezTo>
                <a:cubicBezTo>
                  <a:pt x="545" y="0"/>
                  <a:pt x="214" y="161"/>
                  <a:pt x="0" y="423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96" name="Freeform 9">
            <a:extLst>
              <a:ext uri="{FF2B5EF4-FFF2-40B4-BE49-F238E27FC236}">
                <a16:creationId xmlns:a16="http://schemas.microsoft.com/office/drawing/2014/main" id="{4EDB2B02-86A2-46F5-A4BE-B7D9B10411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3701" y="6178751"/>
            <a:ext cx="504825" cy="681527"/>
          </a:xfrm>
          <a:custGeom>
            <a:avLst/>
            <a:gdLst>
              <a:gd name="T0" fmla="*/ 0 w 106"/>
              <a:gd name="T1" fmla="*/ 0 h 143"/>
              <a:gd name="T2" fmla="*/ 106 w 106"/>
              <a:gd name="T3" fmla="*/ 143 h 143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06" h="143">
                <a:moveTo>
                  <a:pt x="0" y="0"/>
                </a:moveTo>
                <a:cubicBezTo>
                  <a:pt x="35" y="54"/>
                  <a:pt x="70" y="101"/>
                  <a:pt x="106" y="143"/>
                </a:cubicBezTo>
              </a:path>
            </a:pathLst>
          </a:custGeom>
          <a:noFill/>
          <a:ln w="4763" cap="flat">
            <a:solidFill>
              <a:schemeClr val="tx1">
                <a:alpha val="2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97" name="Freeform 10">
            <a:extLst>
              <a:ext uri="{FF2B5EF4-FFF2-40B4-BE49-F238E27FC236}">
                <a16:creationId xmlns:a16="http://schemas.microsoft.com/office/drawing/2014/main" id="{43954639-FB5D-41F4-9560-6F6DFE7784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-1061" y="-59376"/>
            <a:ext cx="11091863" cy="6923796"/>
          </a:xfrm>
          <a:custGeom>
            <a:avLst/>
            <a:gdLst>
              <a:gd name="T0" fmla="*/ 2046 w 2330"/>
              <a:gd name="T1" fmla="*/ 1452 h 1452"/>
              <a:gd name="T2" fmla="*/ 1813 w 2330"/>
              <a:gd name="T3" fmla="*/ 601 h 1452"/>
              <a:gd name="T4" fmla="*/ 956 w 2330"/>
              <a:gd name="T5" fmla="*/ 97 h 1452"/>
              <a:gd name="T6" fmla="*/ 0 w 2330"/>
              <a:gd name="T7" fmla="*/ 366 h 14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330" h="1452">
                <a:moveTo>
                  <a:pt x="2046" y="1452"/>
                </a:moveTo>
                <a:cubicBezTo>
                  <a:pt x="2330" y="1153"/>
                  <a:pt x="2049" y="821"/>
                  <a:pt x="1813" y="601"/>
                </a:cubicBezTo>
                <a:cubicBezTo>
                  <a:pt x="1569" y="375"/>
                  <a:pt x="1282" y="179"/>
                  <a:pt x="956" y="97"/>
                </a:cubicBezTo>
                <a:cubicBezTo>
                  <a:pt x="572" y="0"/>
                  <a:pt x="292" y="101"/>
                  <a:pt x="0" y="366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98" name="Freeform 12">
            <a:extLst>
              <a:ext uri="{FF2B5EF4-FFF2-40B4-BE49-F238E27FC236}">
                <a16:creationId xmlns:a16="http://schemas.microsoft.com/office/drawing/2014/main" id="{E898931C-0323-41FA-A036-20F818B1FF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-1061" y="-1916"/>
            <a:ext cx="1057275" cy="614491"/>
          </a:xfrm>
          <a:custGeom>
            <a:avLst/>
            <a:gdLst>
              <a:gd name="T0" fmla="*/ 222 w 222"/>
              <a:gd name="T1" fmla="*/ 0 h 129"/>
              <a:gd name="T2" fmla="*/ 0 w 222"/>
              <a:gd name="T3" fmla="*/ 129 h 129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22" h="129">
                <a:moveTo>
                  <a:pt x="222" y="0"/>
                </a:moveTo>
                <a:cubicBezTo>
                  <a:pt x="152" y="35"/>
                  <a:pt x="76" y="78"/>
                  <a:pt x="0" y="129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99" name="Freeform 14">
            <a:extLst>
              <a:ext uri="{FF2B5EF4-FFF2-40B4-BE49-F238E27FC236}">
                <a16:creationId xmlns:a16="http://schemas.microsoft.com/office/drawing/2014/main" id="{89AFE9DD-0792-4B98-B4EB-97ACA17E6A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3701" y="-6705"/>
            <a:ext cx="595313" cy="352734"/>
          </a:xfrm>
          <a:custGeom>
            <a:avLst/>
            <a:gdLst>
              <a:gd name="T0" fmla="*/ 125 w 125"/>
              <a:gd name="T1" fmla="*/ 0 h 74"/>
              <a:gd name="T2" fmla="*/ 0 w 125"/>
              <a:gd name="T3" fmla="*/ 74 h 74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25" h="74">
                <a:moveTo>
                  <a:pt x="125" y="0"/>
                </a:moveTo>
                <a:cubicBezTo>
                  <a:pt x="85" y="22"/>
                  <a:pt x="43" y="47"/>
                  <a:pt x="0" y="74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00" name="Freeform 16">
            <a:extLst>
              <a:ext uri="{FF2B5EF4-FFF2-40B4-BE49-F238E27FC236}">
                <a16:creationId xmlns:a16="http://schemas.microsoft.com/office/drawing/2014/main" id="{3981F5C4-9AE1-404E-AF44-A4E6DB374F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-1061" y="-1916"/>
            <a:ext cx="357188" cy="213875"/>
          </a:xfrm>
          <a:custGeom>
            <a:avLst/>
            <a:gdLst>
              <a:gd name="T0" fmla="*/ 75 w 75"/>
              <a:gd name="T1" fmla="*/ 0 h 45"/>
              <a:gd name="T2" fmla="*/ 0 w 75"/>
              <a:gd name="T3" fmla="*/ 45 h 45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75" h="45">
                <a:moveTo>
                  <a:pt x="75" y="0"/>
                </a:moveTo>
                <a:cubicBezTo>
                  <a:pt x="50" y="14"/>
                  <a:pt x="25" y="29"/>
                  <a:pt x="0" y="45"/>
                </a:cubicBezTo>
              </a:path>
            </a:pathLst>
          </a:custGeom>
          <a:noFill/>
          <a:ln w="12700" cap="flat">
            <a:solidFill>
              <a:schemeClr val="tx1">
                <a:alpha val="20000"/>
              </a:schemeClr>
            </a:solidFill>
            <a:prstDash val="dash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01" name="Freeform 11">
            <a:extLst>
              <a:ext uri="{FF2B5EF4-FFF2-40B4-BE49-F238E27FC236}">
                <a16:creationId xmlns:a16="http://schemas.microsoft.com/office/drawing/2014/main" id="{763C1781-8726-4FAC-8C45-FF40376BE4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5426601" y="-1916"/>
            <a:ext cx="5788025" cy="6847184"/>
          </a:xfrm>
          <a:custGeom>
            <a:avLst/>
            <a:gdLst>
              <a:gd name="T0" fmla="*/ 1094 w 1216"/>
              <a:gd name="T1" fmla="*/ 1436 h 1436"/>
              <a:gd name="T2" fmla="*/ 709 w 1216"/>
              <a:gd name="T3" fmla="*/ 551 h 1436"/>
              <a:gd name="T4" fmla="*/ 0 w 1216"/>
              <a:gd name="T5" fmla="*/ 0 h 14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216" h="1436">
                <a:moveTo>
                  <a:pt x="1094" y="1436"/>
                </a:moveTo>
                <a:cubicBezTo>
                  <a:pt x="1216" y="1114"/>
                  <a:pt x="904" y="770"/>
                  <a:pt x="709" y="551"/>
                </a:cubicBezTo>
                <a:cubicBezTo>
                  <a:pt x="509" y="327"/>
                  <a:pt x="274" y="127"/>
                  <a:pt x="0" y="0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02" name="Freeform 21">
            <a:extLst>
              <a:ext uri="{FF2B5EF4-FFF2-40B4-BE49-F238E27FC236}">
                <a16:creationId xmlns:a16="http://schemas.microsoft.com/office/drawing/2014/main" id="{301491B5-56C7-43DC-A3D9-861EECCA05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9235014" y="2872"/>
            <a:ext cx="2951163" cy="2555325"/>
          </a:xfrm>
          <a:custGeom>
            <a:avLst/>
            <a:gdLst>
              <a:gd name="T0" fmla="*/ 620 w 620"/>
              <a:gd name="T1" fmla="*/ 536 h 536"/>
              <a:gd name="T2" fmla="*/ 0 w 620"/>
              <a:gd name="T3" fmla="*/ 0 h 536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620" h="536">
                <a:moveTo>
                  <a:pt x="620" y="536"/>
                </a:moveTo>
                <a:cubicBezTo>
                  <a:pt x="404" y="314"/>
                  <a:pt x="196" y="138"/>
                  <a:pt x="0" y="0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9D9231-9611-452C-8ED9-77120A1DF2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4337" y="647871"/>
            <a:ext cx="10784152" cy="630596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>
            <a:normAutofit/>
          </a:bodyPr>
          <a:lstStyle/>
          <a:p>
            <a:pPr algn="l"/>
            <a:r>
              <a:rPr lang="en-US" sz="3600" dirty="0">
                <a:latin typeface="Arial Narrow" panose="020B0606020202030204" pitchFamily="34" charset="0"/>
              </a:rPr>
              <a:t>EC-101 Basics of Electronics &amp; Communication Engineering</a:t>
            </a:r>
            <a:endParaRPr lang="en-IN" sz="3600" dirty="0">
              <a:latin typeface="Arial Narrow" panose="020B0606020202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2EA83D-2C26-4A51-A97E-B2BCF061C8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16704" y="5240818"/>
            <a:ext cx="3023663" cy="748562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>
            <a:noAutofit/>
          </a:bodyPr>
          <a:lstStyle/>
          <a:p>
            <a:pPr>
              <a:spcBef>
                <a:spcPct val="0"/>
              </a:spcBef>
            </a:pPr>
            <a:r>
              <a:rPr lang="en-US" sz="1800" dirty="0">
                <a:latin typeface="Arial Narrow" panose="020B0606020202030204" pitchFamily="34" charset="0"/>
                <a:ea typeface="+mj-ea"/>
                <a:cs typeface="+mj-cs"/>
              </a:rPr>
              <a:t>Dr. Priyank Saxena </a:t>
            </a:r>
          </a:p>
          <a:p>
            <a:pPr>
              <a:spcBef>
                <a:spcPct val="0"/>
              </a:spcBef>
            </a:pPr>
            <a:r>
              <a:rPr lang="en-US" sz="1800" dirty="0">
                <a:latin typeface="Arial Narrow" panose="020B0606020202030204" pitchFamily="34" charset="0"/>
                <a:ea typeface="+mj-ea"/>
                <a:cs typeface="+mj-cs"/>
              </a:rPr>
              <a:t>Assistant Professor</a:t>
            </a:r>
          </a:p>
          <a:p>
            <a:pPr algn="l"/>
            <a:endParaRPr lang="en-IN" sz="2000" dirty="0"/>
          </a:p>
        </p:txBody>
      </p:sp>
      <p:sp>
        <p:nvSpPr>
          <p:cNvPr id="203" name="Freeform 22">
            <a:extLst>
              <a:ext uri="{FF2B5EF4-FFF2-40B4-BE49-F238E27FC236}">
                <a16:creationId xmlns:a16="http://schemas.microsoft.com/office/drawing/2014/main" id="{237E2353-22DF-46E0-A200-FB30F8F394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0020826" y="-1916"/>
            <a:ext cx="2165350" cy="1358265"/>
          </a:xfrm>
          <a:custGeom>
            <a:avLst/>
            <a:gdLst>
              <a:gd name="T0" fmla="*/ 0 w 455"/>
              <a:gd name="T1" fmla="*/ 0 h 285"/>
              <a:gd name="T2" fmla="*/ 455 w 455"/>
              <a:gd name="T3" fmla="*/ 285 h 285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455" h="285">
                <a:moveTo>
                  <a:pt x="0" y="0"/>
                </a:moveTo>
                <a:cubicBezTo>
                  <a:pt x="153" y="85"/>
                  <a:pt x="308" y="180"/>
                  <a:pt x="455" y="285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04" name="Freeform 23">
            <a:extLst>
              <a:ext uri="{FF2B5EF4-FFF2-40B4-BE49-F238E27FC236}">
                <a16:creationId xmlns:a16="http://schemas.microsoft.com/office/drawing/2014/main" id="{DD6138DB-057B-45F7-A5F4-E7BFDA20D0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290826" y="-1916"/>
            <a:ext cx="895350" cy="534687"/>
          </a:xfrm>
          <a:custGeom>
            <a:avLst/>
            <a:gdLst>
              <a:gd name="T0" fmla="*/ 0 w 188"/>
              <a:gd name="T1" fmla="*/ 0 h 112"/>
              <a:gd name="T2" fmla="*/ 188 w 188"/>
              <a:gd name="T3" fmla="*/ 112 h 112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88" h="112">
                <a:moveTo>
                  <a:pt x="0" y="0"/>
                </a:moveTo>
                <a:cubicBezTo>
                  <a:pt x="63" y="36"/>
                  <a:pt x="126" y="73"/>
                  <a:pt x="188" y="112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05" name="Freeform: Shape 204">
            <a:extLst>
              <a:ext uri="{FF2B5EF4-FFF2-40B4-BE49-F238E27FC236}">
                <a16:creationId xmlns:a16="http://schemas.microsoft.com/office/drawing/2014/main" id="{79A54AB1-B64F-4843-BFAB-81CB74E66B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31529">
            <a:off x="752078" y="2218040"/>
            <a:ext cx="4418757" cy="4259609"/>
          </a:xfrm>
          <a:custGeom>
            <a:avLst/>
            <a:gdLst>
              <a:gd name="connsiteX0" fmla="*/ 404107 w 4507111"/>
              <a:gd name="connsiteY0" fmla="*/ 0 h 4344781"/>
              <a:gd name="connsiteX1" fmla="*/ 371857 w 4507111"/>
              <a:gd name="connsiteY1" fmla="*/ 117359 h 4344781"/>
              <a:gd name="connsiteX2" fmla="*/ 307833 w 4507111"/>
              <a:gd name="connsiteY2" fmla="*/ 632970 h 4344781"/>
              <a:gd name="connsiteX3" fmla="*/ 3569418 w 4507111"/>
              <a:gd name="connsiteY3" fmla="*/ 4141149 h 4344781"/>
              <a:gd name="connsiteX4" fmla="*/ 4440861 w 4507111"/>
              <a:gd name="connsiteY4" fmla="*/ 4332480 h 4344781"/>
              <a:gd name="connsiteX5" fmla="*/ 4507111 w 4507111"/>
              <a:gd name="connsiteY5" fmla="*/ 4341752 h 4344781"/>
              <a:gd name="connsiteX6" fmla="*/ 4296045 w 4507111"/>
              <a:gd name="connsiteY6" fmla="*/ 4344781 h 4344781"/>
              <a:gd name="connsiteX7" fmla="*/ 3749565 w 4507111"/>
              <a:gd name="connsiteY7" fmla="*/ 4321853 h 4344781"/>
              <a:gd name="connsiteX8" fmla="*/ 36764 w 4507111"/>
              <a:gd name="connsiteY8" fmla="*/ 1629794 h 4344781"/>
              <a:gd name="connsiteX9" fmla="*/ 300069 w 4507111"/>
              <a:gd name="connsiteY9" fmla="*/ 144750 h 43447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507111" h="4344781">
                <a:moveTo>
                  <a:pt x="404107" y="0"/>
                </a:moveTo>
                <a:lnTo>
                  <a:pt x="371857" y="117359"/>
                </a:lnTo>
                <a:cubicBezTo>
                  <a:pt x="333827" y="278567"/>
                  <a:pt x="311875" y="450459"/>
                  <a:pt x="307833" y="632970"/>
                </a:cubicBezTo>
                <a:cubicBezTo>
                  <a:pt x="264711" y="2579752"/>
                  <a:pt x="2253987" y="3769243"/>
                  <a:pt x="3569418" y="4141149"/>
                </a:cubicBezTo>
                <a:cubicBezTo>
                  <a:pt x="3816061" y="4210881"/>
                  <a:pt x="4114807" y="4279754"/>
                  <a:pt x="4440861" y="4332480"/>
                </a:cubicBezTo>
                <a:lnTo>
                  <a:pt x="4507111" y="4341752"/>
                </a:lnTo>
                <a:lnTo>
                  <a:pt x="4296045" y="4344781"/>
                </a:lnTo>
                <a:cubicBezTo>
                  <a:pt x="4097363" y="4343711"/>
                  <a:pt x="3912623" y="4335104"/>
                  <a:pt x="3749565" y="4321853"/>
                </a:cubicBezTo>
                <a:cubicBezTo>
                  <a:pt x="2445102" y="4215850"/>
                  <a:pt x="356405" y="3466499"/>
                  <a:pt x="36764" y="1629794"/>
                </a:cubicBezTo>
                <a:cubicBezTo>
                  <a:pt x="-63123" y="1055823"/>
                  <a:pt x="45741" y="555869"/>
                  <a:pt x="300069" y="144750"/>
                </a:cubicBezTo>
                <a:close/>
              </a:path>
            </a:pathLst>
          </a:cu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" panose="02060603020205020403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8748634-168C-499D-BD84-8E9CEEC3C3C6}"/>
              </a:ext>
            </a:extLst>
          </p:cNvPr>
          <p:cNvSpPr/>
          <p:nvPr/>
        </p:nvSpPr>
        <p:spPr>
          <a:xfrm>
            <a:off x="8816704" y="4758800"/>
            <a:ext cx="3013606" cy="48201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  <a:ea typeface="+mj-ea"/>
                <a:cs typeface="+mj-cs"/>
              </a:rPr>
              <a:t>By</a:t>
            </a:r>
            <a:endParaRPr lang="en-IN" dirty="0">
              <a:solidFill>
                <a:schemeClr val="tx1"/>
              </a:solidFill>
              <a:latin typeface="Arial Narrow" panose="020B0606020202030204" pitchFamily="34" charset="0"/>
              <a:ea typeface="+mj-ea"/>
              <a:cs typeface="+mj-cs"/>
            </a:endParaRPr>
          </a:p>
        </p:txBody>
      </p:sp>
      <p:pic>
        <p:nvPicPr>
          <p:cNvPr id="9" name="Picture 8" descr="A picture containing food, drawing, plate&#10;&#10;Description automatically generated">
            <a:extLst>
              <a:ext uri="{FF2B5EF4-FFF2-40B4-BE49-F238E27FC236}">
                <a16:creationId xmlns:a16="http://schemas.microsoft.com/office/drawing/2014/main" id="{6AF54B91-A935-421E-8E76-EB226ECD52E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1861507"/>
            <a:ext cx="2179673" cy="1567493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effectLst>
            <a:innerShdw blurRad="63500" dist="50800" dir="13500000">
              <a:schemeClr val="accent1">
                <a:lumMod val="60000"/>
                <a:lumOff val="40000"/>
                <a:alpha val="65000"/>
              </a:schemeClr>
            </a:innerShdw>
          </a:effectLst>
        </p:spPr>
      </p:pic>
      <p:sp>
        <p:nvSpPr>
          <p:cNvPr id="15" name="Oval 14">
            <a:extLst>
              <a:ext uri="{FF2B5EF4-FFF2-40B4-BE49-F238E27FC236}">
                <a16:creationId xmlns:a16="http://schemas.microsoft.com/office/drawing/2014/main" id="{C8313CDA-BE17-4CEF-8424-BE32F5FF8F2D}"/>
              </a:ext>
            </a:extLst>
          </p:cNvPr>
          <p:cNvSpPr/>
          <p:nvPr/>
        </p:nvSpPr>
        <p:spPr>
          <a:xfrm>
            <a:off x="3599293" y="3768832"/>
            <a:ext cx="4114799" cy="121009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  <a:latin typeface="Arial Narrow" panose="020B0606020202030204" pitchFamily="34" charset="0"/>
                <a:ea typeface="+mj-ea"/>
                <a:cs typeface="+mj-cs"/>
              </a:rPr>
              <a:t>Module-5</a:t>
            </a:r>
            <a:endParaRPr lang="en-IN" sz="3600" dirty="0">
              <a:solidFill>
                <a:schemeClr val="tx1"/>
              </a:solidFill>
              <a:latin typeface="Arial Narrow" panose="020B0606020202030204" pitchFamily="34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6224647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8F4946-FE78-4CFC-853D-C3DA462CE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03F10-0DDC-4146-8EFA-3C6BDE48C7BD}" type="datetime1">
              <a:rPr lang="en-IN" smtClean="0"/>
              <a:pPr/>
              <a:t>23-03-2022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F5514A-B98C-4B21-AD34-C2CBA5008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Department of ECE, BIT, Mesra Ranchi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96996E9-DD7C-4EF4-B61B-104D57409BCD}"/>
              </a:ext>
            </a:extLst>
          </p:cNvPr>
          <p:cNvSpPr/>
          <p:nvPr/>
        </p:nvSpPr>
        <p:spPr>
          <a:xfrm>
            <a:off x="1288953" y="236653"/>
            <a:ext cx="9614094" cy="70004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Course Syllabus</a:t>
            </a:r>
            <a:endParaRPr lang="en-IN" sz="400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645080F-BC75-482C-B61B-99AABABA6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9579" y="6356349"/>
            <a:ext cx="2743200" cy="365125"/>
          </a:xfrm>
        </p:spPr>
        <p:txBody>
          <a:bodyPr/>
          <a:lstStyle/>
          <a:p>
            <a:fld id="{780713B5-9296-425E-8DDC-5B86ACA00944}" type="slidenum">
              <a:rPr lang="en-IN" smtClean="0"/>
              <a:pPr/>
              <a:t>2</a:t>
            </a:fld>
            <a:endParaRPr lang="en-IN"/>
          </a:p>
        </p:txBody>
      </p:sp>
      <p:graphicFrame>
        <p:nvGraphicFramePr>
          <p:cNvPr id="14" name="Table 10">
            <a:extLst>
              <a:ext uri="{FF2B5EF4-FFF2-40B4-BE49-F238E27FC236}">
                <a16:creationId xmlns:a16="http://schemas.microsoft.com/office/drawing/2014/main" id="{1BBA31B9-1791-4664-A0A3-1636F0F734EE}"/>
              </a:ext>
            </a:extLst>
          </p:cNvPr>
          <p:cNvGraphicFramePr>
            <a:graphicFrameLocks noGrp="1"/>
          </p:cNvGraphicFramePr>
          <p:nvPr/>
        </p:nvGraphicFramePr>
        <p:xfrm>
          <a:off x="1288953" y="1070566"/>
          <a:ext cx="9614094" cy="4693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614094">
                  <a:extLst>
                    <a:ext uri="{9D8B030D-6E8A-4147-A177-3AD203B41FA5}">
                      <a16:colId xmlns:a16="http://schemas.microsoft.com/office/drawing/2014/main" val="2619165396"/>
                    </a:ext>
                  </a:extLst>
                </a:gridCol>
              </a:tblGrid>
              <a:tr h="1364290">
                <a:tc>
                  <a:txBody>
                    <a:bodyPr/>
                    <a:lstStyle/>
                    <a:p>
                      <a:pPr marL="0" algn="just" defTabSz="914400" rtl="0" eaLnBrk="1" latinLnBrk="0" hangingPunct="1"/>
                      <a:r>
                        <a:rPr lang="en-US" sz="2000" u="sng" kern="12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Module-3 : Sinusoidal Oscillators</a:t>
                      </a:r>
                      <a:r>
                        <a:rPr lang="ru-RU" sz="2000" u="sng" kern="12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lang="en-US" sz="2000" u="sng" kern="1200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just" defTabSz="914400" rtl="0" eaLnBrk="1" latinLnBrk="0" hangingPunct="1"/>
                      <a:r>
                        <a:rPr lang="ru-RU" sz="2000" u="none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Sinusoidal Oscillators: Concept of positive and negative feedback, Barkhausen</a:t>
                      </a:r>
                      <a:r>
                        <a:rPr lang="en-US" sz="2000" u="none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2000" u="none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criterion for sustained oscillations, Determination of Frequency and Condition of</a:t>
                      </a:r>
                      <a:r>
                        <a:rPr lang="en-US" sz="2000" u="none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2000" u="none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oscillation, Hartley and Colpitt’s oscillator.</a:t>
                      </a:r>
                      <a:r>
                        <a:rPr lang="en-IN" sz="2000" u="none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2000" u="none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lang="en-IN" sz="2000" u="none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just" defTabSz="914400" rtl="0" eaLnBrk="1" latinLnBrk="0" hangingPunct="1"/>
                      <a:r>
                        <a:rPr lang="en-US" sz="2000" u="sng" kern="12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Operational Amplifiers:</a:t>
                      </a:r>
                    </a:p>
                    <a:p>
                      <a:pPr algn="just"/>
                      <a:r>
                        <a:rPr lang="ru-RU" sz="2000" u="none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Operational Amplifiers: Characteristics of an Ideal and Practical Operational</a:t>
                      </a:r>
                      <a:r>
                        <a:rPr lang="en-IN" sz="2000" u="none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2000" u="none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Amplifier (IC 741), Inverting and non-inverting amplifiers, Offset error voltages</a:t>
                      </a:r>
                      <a:r>
                        <a:rPr lang="en-IN" sz="2000" u="none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2000" u="none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and currents; Power supply rejection ratio, Slew Rate and concept of Virtual</a:t>
                      </a:r>
                      <a:r>
                        <a:rPr lang="en-IN" sz="2000" u="none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2000" u="none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Ground, Summing and Difference Amplifiers, Differentiator and Integrator, RC</a:t>
                      </a:r>
                      <a:r>
                        <a:rPr lang="en-IN" sz="2000" u="none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2000" u="none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phase shift oscillator.</a:t>
                      </a:r>
                      <a:r>
                        <a:rPr lang="en-US" sz="2000" u="none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000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{8 Lect. hours}</a:t>
                      </a:r>
                      <a:endParaRPr lang="en-IN" sz="2000" u="none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279518"/>
                  </a:ext>
                </a:extLst>
              </a:tr>
              <a:tr h="989338">
                <a:tc>
                  <a:txBody>
                    <a:bodyPr/>
                    <a:lstStyle/>
                    <a:p>
                      <a:pPr marL="0" algn="just" defTabSz="914400" rtl="0" eaLnBrk="1" latinLnBrk="0" hangingPunct="1"/>
                      <a:r>
                        <a:rPr lang="en-US" sz="1800" u="sng" kern="12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Module-4 : Logic Gates and Boolean Algebra</a:t>
                      </a:r>
                    </a:p>
                    <a:p>
                      <a:pPr algn="just"/>
                      <a:r>
                        <a:rPr lang="ru-RU" sz="2000" u="none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Logic Gates and Boolean algebra: Introduction to Boolean Algebra and</a:t>
                      </a:r>
                      <a:r>
                        <a:rPr lang="en-IN" sz="2000" u="none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2000" u="none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Boolean operators, Symbolic representation, Boolean algebraic function and</a:t>
                      </a:r>
                      <a:r>
                        <a:rPr lang="en-IN" sz="2000" u="none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2000" u="none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 Truth table of different Digital logic Gates (AND, OR, NOT, NAND, NOR, EX-</a:t>
                      </a:r>
                      <a:r>
                        <a:rPr lang="en-IN" sz="2000" u="none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2000" u="none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OR, EX-NOR); Realization of Basic logic gates using universal gates, Adder,</a:t>
                      </a:r>
                      <a:r>
                        <a:rPr lang="en-US" sz="2000" u="none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2000" u="none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Subtractor, adder/subtractor.</a:t>
                      </a:r>
                      <a:r>
                        <a:rPr lang="en-IN" sz="2000" u="none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2000" u="none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sz="2000" u="none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        </a:t>
                      </a:r>
                      <a:r>
                        <a:rPr lang="en-US" sz="2000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{8 Lect. hours}</a:t>
                      </a:r>
                      <a:endParaRPr lang="en-IN" sz="2000" u="none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just" defTabSz="914400" rtl="0" eaLnBrk="1" latinLnBrk="0" hangingPunct="1"/>
                      <a:endParaRPr lang="en-IN" sz="1800" kern="1200" dirty="0">
                        <a:solidFill>
                          <a:srgbClr val="C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97357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39076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64791" y="838200"/>
            <a:ext cx="8750808" cy="152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524001" y="1644396"/>
            <a:ext cx="449579" cy="48920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524001" y="3832860"/>
            <a:ext cx="449579" cy="49072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050795" y="213452"/>
            <a:ext cx="7464804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Introduction </a:t>
            </a:r>
            <a:r>
              <a:rPr spc="-175" dirty="0"/>
              <a:t>To</a:t>
            </a:r>
            <a:r>
              <a:rPr dirty="0"/>
              <a:t> </a:t>
            </a:r>
            <a:r>
              <a:rPr spc="-5" dirty="0"/>
              <a:t>Communication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602740" y="835512"/>
            <a:ext cx="8783955" cy="5091265"/>
          </a:xfrm>
          <a:prstGeom prst="rect">
            <a:avLst/>
          </a:prstGeom>
        </p:spPr>
        <p:txBody>
          <a:bodyPr vert="horz" wrap="square" lIns="0" tIns="227329" rIns="0" bIns="0" rtlCol="0">
            <a:spAutoFit/>
          </a:bodyPr>
          <a:lstStyle/>
          <a:p>
            <a:pPr marL="452755" indent="-440690">
              <a:spcBef>
                <a:spcPts val="1789"/>
              </a:spcBef>
              <a:buSzPct val="125000"/>
              <a:buFont typeface="Wingdings"/>
              <a:buChar char=""/>
              <a:tabLst>
                <a:tab pos="453390" algn="l"/>
              </a:tabLst>
            </a:pPr>
            <a:r>
              <a:rPr sz="2800" spc="-5" dirty="0">
                <a:solidFill>
                  <a:srgbClr val="0000FF"/>
                </a:solidFill>
                <a:latin typeface="Times New Roman"/>
                <a:cs typeface="Times New Roman"/>
              </a:rPr>
              <a:t>What is</a:t>
            </a:r>
            <a:r>
              <a:rPr sz="2800" spc="-1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0000FF"/>
                </a:solidFill>
                <a:latin typeface="Times New Roman"/>
                <a:cs typeface="Times New Roman"/>
              </a:rPr>
              <a:t>Communication?</a:t>
            </a:r>
            <a:endParaRPr sz="2800">
              <a:latin typeface="Times New Roman"/>
              <a:cs typeface="Times New Roman"/>
            </a:endParaRPr>
          </a:p>
          <a:p>
            <a:pPr marL="698500" marR="5080" indent="-152400">
              <a:spcBef>
                <a:spcPts val="1460"/>
              </a:spcBef>
            </a:pPr>
            <a:r>
              <a:rPr sz="2400" b="1" i="1" dirty="0">
                <a:latin typeface="Times New Roman"/>
                <a:cs typeface="Times New Roman"/>
              </a:rPr>
              <a:t>“Communication is the </a:t>
            </a:r>
            <a:r>
              <a:rPr sz="2400" b="1" i="1" spc="-5" dirty="0">
                <a:latin typeface="Times New Roman"/>
                <a:cs typeface="Times New Roman"/>
              </a:rPr>
              <a:t>process </a:t>
            </a:r>
            <a:r>
              <a:rPr sz="2400" b="1" i="1" dirty="0">
                <a:latin typeface="Times New Roman"/>
                <a:cs typeface="Times New Roman"/>
              </a:rPr>
              <a:t>of </a:t>
            </a:r>
            <a:r>
              <a:rPr sz="2400" b="1" i="1" spc="-5" dirty="0">
                <a:latin typeface="Times New Roman"/>
                <a:cs typeface="Times New Roman"/>
              </a:rPr>
              <a:t>establishing </a:t>
            </a:r>
            <a:r>
              <a:rPr sz="2400" b="1" i="1" dirty="0">
                <a:latin typeface="Times New Roman"/>
                <a:cs typeface="Times New Roman"/>
              </a:rPr>
              <a:t>connection or</a:t>
            </a:r>
            <a:r>
              <a:rPr sz="2400" b="1" i="1" spc="-114" dirty="0">
                <a:latin typeface="Times New Roman"/>
                <a:cs typeface="Times New Roman"/>
              </a:rPr>
              <a:t> </a:t>
            </a:r>
            <a:r>
              <a:rPr sz="2400" b="1" i="1" dirty="0">
                <a:latin typeface="Times New Roman"/>
                <a:cs typeface="Times New Roman"/>
              </a:rPr>
              <a:t>link  between two points for the information</a:t>
            </a:r>
            <a:r>
              <a:rPr sz="2400" b="1" i="1" spc="-60" dirty="0">
                <a:latin typeface="Times New Roman"/>
                <a:cs typeface="Times New Roman"/>
              </a:rPr>
              <a:t> </a:t>
            </a:r>
            <a:r>
              <a:rPr sz="2400" b="1" i="1" spc="-5" dirty="0">
                <a:latin typeface="Times New Roman"/>
                <a:cs typeface="Times New Roman"/>
              </a:rPr>
              <a:t>exchange”.</a:t>
            </a:r>
            <a:endParaRPr sz="2400">
              <a:latin typeface="Times New Roman"/>
              <a:cs typeface="Times New Roman"/>
            </a:endParaRPr>
          </a:p>
          <a:p>
            <a:pPr>
              <a:spcBef>
                <a:spcPts val="5"/>
              </a:spcBef>
            </a:pPr>
            <a:endParaRPr sz="2500">
              <a:latin typeface="Times New Roman"/>
              <a:cs typeface="Times New Roman"/>
            </a:endParaRPr>
          </a:p>
          <a:p>
            <a:pPr marL="622300" marR="517525" indent="-152400"/>
            <a:r>
              <a:rPr sz="2400" b="1" i="1" dirty="0">
                <a:latin typeface="Times New Roman"/>
                <a:cs typeface="Times New Roman"/>
              </a:rPr>
              <a:t>“Communication is the </a:t>
            </a:r>
            <a:r>
              <a:rPr sz="2400" b="1" i="1" spc="-5" dirty="0">
                <a:latin typeface="Times New Roman"/>
                <a:cs typeface="Times New Roman"/>
              </a:rPr>
              <a:t>science </a:t>
            </a:r>
            <a:r>
              <a:rPr sz="2400" b="1" i="1" dirty="0">
                <a:latin typeface="Times New Roman"/>
                <a:cs typeface="Times New Roman"/>
              </a:rPr>
              <a:t>of transmitting, </a:t>
            </a:r>
            <a:r>
              <a:rPr sz="2400" b="1" i="1" spc="-5" dirty="0">
                <a:latin typeface="Times New Roman"/>
                <a:cs typeface="Times New Roman"/>
              </a:rPr>
              <a:t>receiving,</a:t>
            </a:r>
            <a:r>
              <a:rPr sz="2400" b="1" i="1" spc="-155" dirty="0">
                <a:latin typeface="Times New Roman"/>
                <a:cs typeface="Times New Roman"/>
              </a:rPr>
              <a:t> </a:t>
            </a:r>
            <a:r>
              <a:rPr sz="2400" b="1" i="1" dirty="0">
                <a:latin typeface="Times New Roman"/>
                <a:cs typeface="Times New Roman"/>
              </a:rPr>
              <a:t>and  </a:t>
            </a:r>
            <a:r>
              <a:rPr sz="2400" b="1" i="1" spc="-5" dirty="0">
                <a:latin typeface="Times New Roman"/>
                <a:cs typeface="Times New Roman"/>
              </a:rPr>
              <a:t>processing </a:t>
            </a:r>
            <a:r>
              <a:rPr sz="2400" b="1" i="1" dirty="0">
                <a:latin typeface="Times New Roman"/>
                <a:cs typeface="Times New Roman"/>
              </a:rPr>
              <a:t>of</a:t>
            </a:r>
            <a:r>
              <a:rPr sz="2400" b="1" i="1" spc="-15" dirty="0">
                <a:latin typeface="Times New Roman"/>
                <a:cs typeface="Times New Roman"/>
              </a:rPr>
              <a:t> </a:t>
            </a:r>
            <a:r>
              <a:rPr sz="2400" b="1" i="1" spc="-5" dirty="0">
                <a:latin typeface="Times New Roman"/>
                <a:cs typeface="Times New Roman"/>
              </a:rPr>
              <a:t>information”.</a:t>
            </a:r>
            <a:endParaRPr sz="2400">
              <a:latin typeface="Times New Roman"/>
              <a:cs typeface="Times New Roman"/>
            </a:endParaRPr>
          </a:p>
          <a:p>
            <a:pPr marL="1841500" marR="677545" indent="-1372235">
              <a:lnSpc>
                <a:spcPct val="187200"/>
              </a:lnSpc>
              <a:spcBef>
                <a:spcPts val="370"/>
              </a:spcBef>
            </a:pPr>
            <a:r>
              <a:rPr sz="2400" b="1" i="1" dirty="0">
                <a:latin typeface="Times New Roman"/>
                <a:cs typeface="Times New Roman"/>
              </a:rPr>
              <a:t>“Communication is the </a:t>
            </a:r>
            <a:r>
              <a:rPr sz="2400" b="1" i="1" spc="-5" dirty="0">
                <a:latin typeface="Times New Roman"/>
                <a:cs typeface="Times New Roman"/>
              </a:rPr>
              <a:t>process </a:t>
            </a:r>
            <a:r>
              <a:rPr sz="2400" b="1" i="1" dirty="0">
                <a:latin typeface="Times New Roman"/>
                <a:cs typeface="Times New Roman"/>
              </a:rPr>
              <a:t>of exchanging</a:t>
            </a:r>
            <a:r>
              <a:rPr sz="2400" b="1" i="1" spc="-105" dirty="0">
                <a:latin typeface="Times New Roman"/>
                <a:cs typeface="Times New Roman"/>
              </a:rPr>
              <a:t> </a:t>
            </a:r>
            <a:r>
              <a:rPr sz="2400" b="1" i="1" dirty="0">
                <a:latin typeface="Times New Roman"/>
                <a:cs typeface="Times New Roman"/>
              </a:rPr>
              <a:t>information”.  “Main barriers are language and</a:t>
            </a:r>
            <a:r>
              <a:rPr sz="2400" b="1" i="1" spc="-45" dirty="0">
                <a:latin typeface="Times New Roman"/>
                <a:cs typeface="Times New Roman"/>
              </a:rPr>
              <a:t> </a:t>
            </a:r>
            <a:r>
              <a:rPr sz="2400" b="1" i="1" dirty="0">
                <a:latin typeface="Times New Roman"/>
                <a:cs typeface="Times New Roman"/>
              </a:rPr>
              <a:t>distance”</a:t>
            </a:r>
            <a:endParaRPr sz="2400">
              <a:latin typeface="Times New Roman"/>
              <a:cs typeface="Times New Roman"/>
            </a:endParaRPr>
          </a:p>
          <a:p>
            <a:pPr marL="527685" marR="1016000" indent="-515620">
              <a:spcBef>
                <a:spcPts val="1625"/>
              </a:spcBef>
              <a:buSzPct val="125000"/>
              <a:buFont typeface="Wingdings"/>
              <a:buChar char=""/>
              <a:tabLst>
                <a:tab pos="527685" algn="l"/>
                <a:tab pos="528320" algn="l"/>
              </a:tabLst>
            </a:pPr>
            <a:r>
              <a:rPr sz="2400" spc="-5" dirty="0">
                <a:latin typeface="Times New Roman"/>
                <a:cs typeface="Times New Roman"/>
              </a:rPr>
              <a:t>Contemporary </a:t>
            </a:r>
            <a:r>
              <a:rPr sz="2400" spc="-20" dirty="0">
                <a:latin typeface="Times New Roman"/>
                <a:cs typeface="Times New Roman"/>
              </a:rPr>
              <a:t>society’s </a:t>
            </a:r>
            <a:r>
              <a:rPr sz="2400" spc="-5" dirty="0">
                <a:latin typeface="Times New Roman"/>
                <a:cs typeface="Times New Roman"/>
              </a:rPr>
              <a:t>emphasis </a:t>
            </a:r>
            <a:r>
              <a:rPr sz="2400" dirty="0">
                <a:latin typeface="Times New Roman"/>
                <a:cs typeface="Times New Roman"/>
              </a:rPr>
              <a:t>is now the </a:t>
            </a:r>
            <a:r>
              <a:rPr sz="2400" spc="-5" dirty="0">
                <a:latin typeface="Times New Roman"/>
                <a:cs typeface="Times New Roman"/>
              </a:rPr>
              <a:t>accumulation,  </a:t>
            </a:r>
            <a:r>
              <a:rPr sz="2400" dirty="0">
                <a:latin typeface="Times New Roman"/>
                <a:cs typeface="Times New Roman"/>
              </a:rPr>
              <a:t>packaging, and exchange of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information.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524001" y="2644140"/>
            <a:ext cx="449579" cy="49072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602739" y="23876"/>
            <a:ext cx="125349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b="1" i="1" dirty="0">
                <a:solidFill>
                  <a:srgbClr val="0000FF"/>
                </a:solidFill>
                <a:latin typeface="Times New Roman"/>
                <a:cs typeface="Times New Roman"/>
              </a:rPr>
              <a:t>Module –</a:t>
            </a:r>
            <a:r>
              <a:rPr sz="2000" b="1" i="1" spc="-10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0000FF"/>
                </a:solidFill>
                <a:latin typeface="Times New Roman"/>
                <a:cs typeface="Times New Roman"/>
              </a:rPr>
              <a:t>V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8478139" y="6549754"/>
            <a:ext cx="281304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1425"/>
              </a:lnSpc>
            </a:pPr>
            <a:r>
              <a:rPr lang="en-IN"/>
              <a:t>[</a:t>
            </a:r>
            <a:fld id="{81D60167-4931-47E6-BA6A-407CBD079E47}" type="slidenum">
              <a:rPr spc="-5" smtClean="0"/>
              <a:pPr marL="12700">
                <a:lnSpc>
                  <a:spcPts val="1425"/>
                </a:lnSpc>
              </a:pPr>
              <a:t>3</a:t>
            </a:fld>
            <a:r>
              <a:t>]</a:t>
            </a:r>
            <a:endParaRPr dirty="0"/>
          </a:p>
        </p:txBody>
      </p:sp>
      <p:sp>
        <p:nvSpPr>
          <p:cNvPr id="9" name="object 9"/>
          <p:cNvSpPr txBox="1"/>
          <p:nvPr/>
        </p:nvSpPr>
        <p:spPr>
          <a:xfrm>
            <a:off x="9452609" y="28449"/>
            <a:ext cx="107950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b="1" i="1" spc="-55" dirty="0">
                <a:solidFill>
                  <a:srgbClr val="0000FF"/>
                </a:solidFill>
                <a:latin typeface="Times New Roman"/>
                <a:cs typeface="Times New Roman"/>
              </a:rPr>
              <a:t>Vol.</a:t>
            </a:r>
            <a:r>
              <a:rPr sz="2000" b="1" i="1" spc="-8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0000FF"/>
                </a:solidFill>
                <a:latin typeface="Times New Roman"/>
                <a:cs typeface="Times New Roman"/>
              </a:rPr>
              <a:t>No.-1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64791" y="990600"/>
            <a:ext cx="8750808" cy="152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1586294" y="3739706"/>
            <a:ext cx="1378585" cy="654685"/>
            <a:chOff x="62293" y="3739705"/>
            <a:chExt cx="1378585" cy="654685"/>
          </a:xfrm>
        </p:grpSpPr>
        <p:sp>
          <p:nvSpPr>
            <p:cNvPr id="4" name="object 4"/>
            <p:cNvSpPr/>
            <p:nvPr/>
          </p:nvSpPr>
          <p:spPr>
            <a:xfrm>
              <a:off x="67056" y="3744467"/>
              <a:ext cx="1369060" cy="645160"/>
            </a:xfrm>
            <a:custGeom>
              <a:avLst/>
              <a:gdLst/>
              <a:ahLst/>
              <a:cxnLst/>
              <a:rect l="l" t="t" r="r" b="b"/>
              <a:pathLst>
                <a:path w="1369060" h="645160">
                  <a:moveTo>
                    <a:pt x="684276" y="0"/>
                  </a:moveTo>
                  <a:lnTo>
                    <a:pt x="621993" y="1316"/>
                  </a:lnTo>
                  <a:lnTo>
                    <a:pt x="561276" y="5191"/>
                  </a:lnTo>
                  <a:lnTo>
                    <a:pt x="502368" y="11511"/>
                  </a:lnTo>
                  <a:lnTo>
                    <a:pt x="445510" y="20161"/>
                  </a:lnTo>
                  <a:lnTo>
                    <a:pt x="390943" y="31028"/>
                  </a:lnTo>
                  <a:lnTo>
                    <a:pt x="338909" y="43998"/>
                  </a:lnTo>
                  <a:lnTo>
                    <a:pt x="289649" y="58958"/>
                  </a:lnTo>
                  <a:lnTo>
                    <a:pt x="243406" y="75794"/>
                  </a:lnTo>
                  <a:lnTo>
                    <a:pt x="200420" y="94392"/>
                  </a:lnTo>
                  <a:lnTo>
                    <a:pt x="160933" y="114639"/>
                  </a:lnTo>
                  <a:lnTo>
                    <a:pt x="125187" y="136421"/>
                  </a:lnTo>
                  <a:lnTo>
                    <a:pt x="93424" y="159624"/>
                  </a:lnTo>
                  <a:lnTo>
                    <a:pt x="42810" y="209840"/>
                  </a:lnTo>
                  <a:lnTo>
                    <a:pt x="11024" y="264377"/>
                  </a:lnTo>
                  <a:lnTo>
                    <a:pt x="0" y="322325"/>
                  </a:lnTo>
                  <a:lnTo>
                    <a:pt x="2796" y="351669"/>
                  </a:lnTo>
                  <a:lnTo>
                    <a:pt x="24443" y="408026"/>
                  </a:lnTo>
                  <a:lnTo>
                    <a:pt x="65884" y="460516"/>
                  </a:lnTo>
                  <a:lnTo>
                    <a:pt x="125187" y="508230"/>
                  </a:lnTo>
                  <a:lnTo>
                    <a:pt x="160933" y="530012"/>
                  </a:lnTo>
                  <a:lnTo>
                    <a:pt x="200420" y="550259"/>
                  </a:lnTo>
                  <a:lnTo>
                    <a:pt x="243406" y="568857"/>
                  </a:lnTo>
                  <a:lnTo>
                    <a:pt x="289649" y="585693"/>
                  </a:lnTo>
                  <a:lnTo>
                    <a:pt x="338909" y="600653"/>
                  </a:lnTo>
                  <a:lnTo>
                    <a:pt x="390943" y="613623"/>
                  </a:lnTo>
                  <a:lnTo>
                    <a:pt x="445510" y="624490"/>
                  </a:lnTo>
                  <a:lnTo>
                    <a:pt x="502368" y="633140"/>
                  </a:lnTo>
                  <a:lnTo>
                    <a:pt x="561276" y="639460"/>
                  </a:lnTo>
                  <a:lnTo>
                    <a:pt x="621993" y="643335"/>
                  </a:lnTo>
                  <a:lnTo>
                    <a:pt x="684276" y="644651"/>
                  </a:lnTo>
                  <a:lnTo>
                    <a:pt x="746558" y="643335"/>
                  </a:lnTo>
                  <a:lnTo>
                    <a:pt x="807275" y="639460"/>
                  </a:lnTo>
                  <a:lnTo>
                    <a:pt x="866183" y="633140"/>
                  </a:lnTo>
                  <a:lnTo>
                    <a:pt x="923041" y="624490"/>
                  </a:lnTo>
                  <a:lnTo>
                    <a:pt x="977608" y="613623"/>
                  </a:lnTo>
                  <a:lnTo>
                    <a:pt x="1029642" y="600653"/>
                  </a:lnTo>
                  <a:lnTo>
                    <a:pt x="1078902" y="585693"/>
                  </a:lnTo>
                  <a:lnTo>
                    <a:pt x="1125145" y="568857"/>
                  </a:lnTo>
                  <a:lnTo>
                    <a:pt x="1168131" y="550259"/>
                  </a:lnTo>
                  <a:lnTo>
                    <a:pt x="1207618" y="530012"/>
                  </a:lnTo>
                  <a:lnTo>
                    <a:pt x="1243364" y="508230"/>
                  </a:lnTo>
                  <a:lnTo>
                    <a:pt x="1275127" y="485027"/>
                  </a:lnTo>
                  <a:lnTo>
                    <a:pt x="1325741" y="434811"/>
                  </a:lnTo>
                  <a:lnTo>
                    <a:pt x="1357527" y="380274"/>
                  </a:lnTo>
                  <a:lnTo>
                    <a:pt x="1368552" y="322325"/>
                  </a:lnTo>
                  <a:lnTo>
                    <a:pt x="1365755" y="292982"/>
                  </a:lnTo>
                  <a:lnTo>
                    <a:pt x="1344108" y="236625"/>
                  </a:lnTo>
                  <a:lnTo>
                    <a:pt x="1302667" y="184135"/>
                  </a:lnTo>
                  <a:lnTo>
                    <a:pt x="1243364" y="136421"/>
                  </a:lnTo>
                  <a:lnTo>
                    <a:pt x="1207618" y="114639"/>
                  </a:lnTo>
                  <a:lnTo>
                    <a:pt x="1168131" y="94392"/>
                  </a:lnTo>
                  <a:lnTo>
                    <a:pt x="1125145" y="75794"/>
                  </a:lnTo>
                  <a:lnTo>
                    <a:pt x="1078902" y="58958"/>
                  </a:lnTo>
                  <a:lnTo>
                    <a:pt x="1029642" y="43998"/>
                  </a:lnTo>
                  <a:lnTo>
                    <a:pt x="977608" y="31028"/>
                  </a:lnTo>
                  <a:lnTo>
                    <a:pt x="923041" y="20161"/>
                  </a:lnTo>
                  <a:lnTo>
                    <a:pt x="866183" y="11511"/>
                  </a:lnTo>
                  <a:lnTo>
                    <a:pt x="807275" y="5191"/>
                  </a:lnTo>
                  <a:lnTo>
                    <a:pt x="746558" y="1316"/>
                  </a:lnTo>
                  <a:lnTo>
                    <a:pt x="684276" y="0"/>
                  </a:lnTo>
                  <a:close/>
                </a:path>
              </a:pathLst>
            </a:custGeom>
            <a:solidFill>
              <a:srgbClr val="DAC59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7056" y="3744467"/>
              <a:ext cx="1369060" cy="645160"/>
            </a:xfrm>
            <a:custGeom>
              <a:avLst/>
              <a:gdLst/>
              <a:ahLst/>
              <a:cxnLst/>
              <a:rect l="l" t="t" r="r" b="b"/>
              <a:pathLst>
                <a:path w="1369060" h="645160">
                  <a:moveTo>
                    <a:pt x="0" y="322325"/>
                  </a:moveTo>
                  <a:lnTo>
                    <a:pt x="11024" y="264377"/>
                  </a:lnTo>
                  <a:lnTo>
                    <a:pt x="42810" y="209840"/>
                  </a:lnTo>
                  <a:lnTo>
                    <a:pt x="93424" y="159624"/>
                  </a:lnTo>
                  <a:lnTo>
                    <a:pt x="125187" y="136421"/>
                  </a:lnTo>
                  <a:lnTo>
                    <a:pt x="160933" y="114639"/>
                  </a:lnTo>
                  <a:lnTo>
                    <a:pt x="200420" y="94392"/>
                  </a:lnTo>
                  <a:lnTo>
                    <a:pt x="243406" y="75794"/>
                  </a:lnTo>
                  <a:lnTo>
                    <a:pt x="289649" y="58958"/>
                  </a:lnTo>
                  <a:lnTo>
                    <a:pt x="338909" y="43998"/>
                  </a:lnTo>
                  <a:lnTo>
                    <a:pt x="390943" y="31028"/>
                  </a:lnTo>
                  <a:lnTo>
                    <a:pt x="445510" y="20161"/>
                  </a:lnTo>
                  <a:lnTo>
                    <a:pt x="502368" y="11511"/>
                  </a:lnTo>
                  <a:lnTo>
                    <a:pt x="561276" y="5191"/>
                  </a:lnTo>
                  <a:lnTo>
                    <a:pt x="621993" y="1316"/>
                  </a:lnTo>
                  <a:lnTo>
                    <a:pt x="684276" y="0"/>
                  </a:lnTo>
                  <a:lnTo>
                    <a:pt x="746558" y="1316"/>
                  </a:lnTo>
                  <a:lnTo>
                    <a:pt x="807275" y="5191"/>
                  </a:lnTo>
                  <a:lnTo>
                    <a:pt x="866183" y="11511"/>
                  </a:lnTo>
                  <a:lnTo>
                    <a:pt x="923041" y="20161"/>
                  </a:lnTo>
                  <a:lnTo>
                    <a:pt x="977608" y="31028"/>
                  </a:lnTo>
                  <a:lnTo>
                    <a:pt x="1029642" y="43998"/>
                  </a:lnTo>
                  <a:lnTo>
                    <a:pt x="1078902" y="58958"/>
                  </a:lnTo>
                  <a:lnTo>
                    <a:pt x="1125145" y="75794"/>
                  </a:lnTo>
                  <a:lnTo>
                    <a:pt x="1168131" y="94392"/>
                  </a:lnTo>
                  <a:lnTo>
                    <a:pt x="1207618" y="114639"/>
                  </a:lnTo>
                  <a:lnTo>
                    <a:pt x="1243364" y="136421"/>
                  </a:lnTo>
                  <a:lnTo>
                    <a:pt x="1275127" y="159624"/>
                  </a:lnTo>
                  <a:lnTo>
                    <a:pt x="1325741" y="209840"/>
                  </a:lnTo>
                  <a:lnTo>
                    <a:pt x="1357527" y="264377"/>
                  </a:lnTo>
                  <a:lnTo>
                    <a:pt x="1368552" y="322325"/>
                  </a:lnTo>
                  <a:lnTo>
                    <a:pt x="1365755" y="351669"/>
                  </a:lnTo>
                  <a:lnTo>
                    <a:pt x="1344108" y="408026"/>
                  </a:lnTo>
                  <a:lnTo>
                    <a:pt x="1302667" y="460516"/>
                  </a:lnTo>
                  <a:lnTo>
                    <a:pt x="1243364" y="508230"/>
                  </a:lnTo>
                  <a:lnTo>
                    <a:pt x="1207618" y="530012"/>
                  </a:lnTo>
                  <a:lnTo>
                    <a:pt x="1168131" y="550259"/>
                  </a:lnTo>
                  <a:lnTo>
                    <a:pt x="1125145" y="568857"/>
                  </a:lnTo>
                  <a:lnTo>
                    <a:pt x="1078902" y="585693"/>
                  </a:lnTo>
                  <a:lnTo>
                    <a:pt x="1029642" y="600653"/>
                  </a:lnTo>
                  <a:lnTo>
                    <a:pt x="977608" y="613623"/>
                  </a:lnTo>
                  <a:lnTo>
                    <a:pt x="923041" y="624490"/>
                  </a:lnTo>
                  <a:lnTo>
                    <a:pt x="866183" y="633140"/>
                  </a:lnTo>
                  <a:lnTo>
                    <a:pt x="807275" y="639460"/>
                  </a:lnTo>
                  <a:lnTo>
                    <a:pt x="746558" y="643335"/>
                  </a:lnTo>
                  <a:lnTo>
                    <a:pt x="684276" y="644651"/>
                  </a:lnTo>
                  <a:lnTo>
                    <a:pt x="621993" y="643335"/>
                  </a:lnTo>
                  <a:lnTo>
                    <a:pt x="561276" y="639460"/>
                  </a:lnTo>
                  <a:lnTo>
                    <a:pt x="502368" y="633140"/>
                  </a:lnTo>
                  <a:lnTo>
                    <a:pt x="445510" y="624490"/>
                  </a:lnTo>
                  <a:lnTo>
                    <a:pt x="390943" y="613623"/>
                  </a:lnTo>
                  <a:lnTo>
                    <a:pt x="338909" y="600653"/>
                  </a:lnTo>
                  <a:lnTo>
                    <a:pt x="289649" y="585693"/>
                  </a:lnTo>
                  <a:lnTo>
                    <a:pt x="243406" y="568857"/>
                  </a:lnTo>
                  <a:lnTo>
                    <a:pt x="200420" y="550259"/>
                  </a:lnTo>
                  <a:lnTo>
                    <a:pt x="160933" y="530012"/>
                  </a:lnTo>
                  <a:lnTo>
                    <a:pt x="125187" y="508230"/>
                  </a:lnTo>
                  <a:lnTo>
                    <a:pt x="93424" y="485027"/>
                  </a:lnTo>
                  <a:lnTo>
                    <a:pt x="42810" y="434811"/>
                  </a:lnTo>
                  <a:lnTo>
                    <a:pt x="11024" y="380274"/>
                  </a:lnTo>
                  <a:lnTo>
                    <a:pt x="0" y="322325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908149" y="3863086"/>
            <a:ext cx="73406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dirty="0">
                <a:latin typeface="Times New Roman"/>
                <a:cs typeface="Times New Roman"/>
              </a:rPr>
              <a:t>S</a:t>
            </a:r>
            <a:r>
              <a:rPr sz="2000" spc="5" dirty="0">
                <a:latin typeface="Times New Roman"/>
                <a:cs typeface="Times New Roman"/>
              </a:rPr>
              <a:t>o</a:t>
            </a:r>
            <a:r>
              <a:rPr sz="2000" dirty="0">
                <a:latin typeface="Times New Roman"/>
                <a:cs typeface="Times New Roman"/>
              </a:rPr>
              <a:t>u</a:t>
            </a:r>
            <a:r>
              <a:rPr sz="2000" spc="5" dirty="0">
                <a:latin typeface="Times New Roman"/>
                <a:cs typeface="Times New Roman"/>
              </a:rPr>
              <a:t>r</a:t>
            </a:r>
            <a:r>
              <a:rPr sz="2000" dirty="0">
                <a:latin typeface="Times New Roman"/>
                <a:cs typeface="Times New Roman"/>
              </a:rPr>
              <a:t>ce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8622602" y="3660457"/>
            <a:ext cx="1965325" cy="698500"/>
            <a:chOff x="7098601" y="3660457"/>
            <a:chExt cx="1965325" cy="698500"/>
          </a:xfrm>
        </p:grpSpPr>
        <p:sp>
          <p:nvSpPr>
            <p:cNvPr id="8" name="object 8"/>
            <p:cNvSpPr/>
            <p:nvPr/>
          </p:nvSpPr>
          <p:spPr>
            <a:xfrm>
              <a:off x="7103364" y="3665220"/>
              <a:ext cx="1955800" cy="688975"/>
            </a:xfrm>
            <a:custGeom>
              <a:avLst/>
              <a:gdLst/>
              <a:ahLst/>
              <a:cxnLst/>
              <a:rect l="l" t="t" r="r" b="b"/>
              <a:pathLst>
                <a:path w="1955800" h="688975">
                  <a:moveTo>
                    <a:pt x="977645" y="0"/>
                  </a:moveTo>
                  <a:lnTo>
                    <a:pt x="910717" y="794"/>
                  </a:lnTo>
                  <a:lnTo>
                    <a:pt x="844998" y="3143"/>
                  </a:lnTo>
                  <a:lnTo>
                    <a:pt x="780634" y="6996"/>
                  </a:lnTo>
                  <a:lnTo>
                    <a:pt x="717770" y="12301"/>
                  </a:lnTo>
                  <a:lnTo>
                    <a:pt x="656553" y="19007"/>
                  </a:lnTo>
                  <a:lnTo>
                    <a:pt x="597128" y="27062"/>
                  </a:lnTo>
                  <a:lnTo>
                    <a:pt x="539640" y="36416"/>
                  </a:lnTo>
                  <a:lnTo>
                    <a:pt x="484236" y="47018"/>
                  </a:lnTo>
                  <a:lnTo>
                    <a:pt x="431062" y="58815"/>
                  </a:lnTo>
                  <a:lnTo>
                    <a:pt x="380262" y="71757"/>
                  </a:lnTo>
                  <a:lnTo>
                    <a:pt x="331982" y="85792"/>
                  </a:lnTo>
                  <a:lnTo>
                    <a:pt x="286369" y="100869"/>
                  </a:lnTo>
                  <a:lnTo>
                    <a:pt x="243567" y="116937"/>
                  </a:lnTo>
                  <a:lnTo>
                    <a:pt x="203723" y="133945"/>
                  </a:lnTo>
                  <a:lnTo>
                    <a:pt x="166982" y="151841"/>
                  </a:lnTo>
                  <a:lnTo>
                    <a:pt x="133491" y="170575"/>
                  </a:lnTo>
                  <a:lnTo>
                    <a:pt x="76836" y="210347"/>
                  </a:lnTo>
                  <a:lnTo>
                    <a:pt x="34926" y="252853"/>
                  </a:lnTo>
                  <a:lnTo>
                    <a:pt x="8925" y="297682"/>
                  </a:lnTo>
                  <a:lnTo>
                    <a:pt x="0" y="344423"/>
                  </a:lnTo>
                  <a:lnTo>
                    <a:pt x="2255" y="368008"/>
                  </a:lnTo>
                  <a:lnTo>
                    <a:pt x="19864" y="413844"/>
                  </a:lnTo>
                  <a:lnTo>
                    <a:pt x="53966" y="457563"/>
                  </a:lnTo>
                  <a:lnTo>
                    <a:pt x="103393" y="498753"/>
                  </a:lnTo>
                  <a:lnTo>
                    <a:pt x="166982" y="537006"/>
                  </a:lnTo>
                  <a:lnTo>
                    <a:pt x="203723" y="554902"/>
                  </a:lnTo>
                  <a:lnTo>
                    <a:pt x="243567" y="571910"/>
                  </a:lnTo>
                  <a:lnTo>
                    <a:pt x="286369" y="587978"/>
                  </a:lnTo>
                  <a:lnTo>
                    <a:pt x="331982" y="603055"/>
                  </a:lnTo>
                  <a:lnTo>
                    <a:pt x="380262" y="617090"/>
                  </a:lnTo>
                  <a:lnTo>
                    <a:pt x="431062" y="630032"/>
                  </a:lnTo>
                  <a:lnTo>
                    <a:pt x="484236" y="641829"/>
                  </a:lnTo>
                  <a:lnTo>
                    <a:pt x="539640" y="652431"/>
                  </a:lnTo>
                  <a:lnTo>
                    <a:pt x="597128" y="661785"/>
                  </a:lnTo>
                  <a:lnTo>
                    <a:pt x="656553" y="669840"/>
                  </a:lnTo>
                  <a:lnTo>
                    <a:pt x="717770" y="676546"/>
                  </a:lnTo>
                  <a:lnTo>
                    <a:pt x="780634" y="681851"/>
                  </a:lnTo>
                  <a:lnTo>
                    <a:pt x="844998" y="685704"/>
                  </a:lnTo>
                  <a:lnTo>
                    <a:pt x="910717" y="688053"/>
                  </a:lnTo>
                  <a:lnTo>
                    <a:pt x="977645" y="688847"/>
                  </a:lnTo>
                  <a:lnTo>
                    <a:pt x="1044574" y="688053"/>
                  </a:lnTo>
                  <a:lnTo>
                    <a:pt x="1110293" y="685704"/>
                  </a:lnTo>
                  <a:lnTo>
                    <a:pt x="1174657" y="681851"/>
                  </a:lnTo>
                  <a:lnTo>
                    <a:pt x="1237521" y="676546"/>
                  </a:lnTo>
                  <a:lnTo>
                    <a:pt x="1298738" y="669840"/>
                  </a:lnTo>
                  <a:lnTo>
                    <a:pt x="1358163" y="661785"/>
                  </a:lnTo>
                  <a:lnTo>
                    <a:pt x="1415651" y="652431"/>
                  </a:lnTo>
                  <a:lnTo>
                    <a:pt x="1471055" y="641829"/>
                  </a:lnTo>
                  <a:lnTo>
                    <a:pt x="1524229" y="630032"/>
                  </a:lnTo>
                  <a:lnTo>
                    <a:pt x="1575029" y="617090"/>
                  </a:lnTo>
                  <a:lnTo>
                    <a:pt x="1623309" y="603055"/>
                  </a:lnTo>
                  <a:lnTo>
                    <a:pt x="1668922" y="587978"/>
                  </a:lnTo>
                  <a:lnTo>
                    <a:pt x="1711724" y="571910"/>
                  </a:lnTo>
                  <a:lnTo>
                    <a:pt x="1751568" y="554902"/>
                  </a:lnTo>
                  <a:lnTo>
                    <a:pt x="1788309" y="537006"/>
                  </a:lnTo>
                  <a:lnTo>
                    <a:pt x="1821800" y="518272"/>
                  </a:lnTo>
                  <a:lnTo>
                    <a:pt x="1878455" y="478500"/>
                  </a:lnTo>
                  <a:lnTo>
                    <a:pt x="1920365" y="435994"/>
                  </a:lnTo>
                  <a:lnTo>
                    <a:pt x="1946366" y="391165"/>
                  </a:lnTo>
                  <a:lnTo>
                    <a:pt x="1955291" y="344423"/>
                  </a:lnTo>
                  <a:lnTo>
                    <a:pt x="1953036" y="320839"/>
                  </a:lnTo>
                  <a:lnTo>
                    <a:pt x="1935427" y="275003"/>
                  </a:lnTo>
                  <a:lnTo>
                    <a:pt x="1901325" y="231284"/>
                  </a:lnTo>
                  <a:lnTo>
                    <a:pt x="1851898" y="190094"/>
                  </a:lnTo>
                  <a:lnTo>
                    <a:pt x="1788309" y="151841"/>
                  </a:lnTo>
                  <a:lnTo>
                    <a:pt x="1751568" y="133945"/>
                  </a:lnTo>
                  <a:lnTo>
                    <a:pt x="1711724" y="116937"/>
                  </a:lnTo>
                  <a:lnTo>
                    <a:pt x="1668922" y="100869"/>
                  </a:lnTo>
                  <a:lnTo>
                    <a:pt x="1623309" y="85792"/>
                  </a:lnTo>
                  <a:lnTo>
                    <a:pt x="1575029" y="71757"/>
                  </a:lnTo>
                  <a:lnTo>
                    <a:pt x="1524229" y="58815"/>
                  </a:lnTo>
                  <a:lnTo>
                    <a:pt x="1471055" y="47018"/>
                  </a:lnTo>
                  <a:lnTo>
                    <a:pt x="1415651" y="36416"/>
                  </a:lnTo>
                  <a:lnTo>
                    <a:pt x="1358163" y="27062"/>
                  </a:lnTo>
                  <a:lnTo>
                    <a:pt x="1298738" y="19007"/>
                  </a:lnTo>
                  <a:lnTo>
                    <a:pt x="1237521" y="12301"/>
                  </a:lnTo>
                  <a:lnTo>
                    <a:pt x="1174657" y="6996"/>
                  </a:lnTo>
                  <a:lnTo>
                    <a:pt x="1110293" y="3143"/>
                  </a:lnTo>
                  <a:lnTo>
                    <a:pt x="1044574" y="794"/>
                  </a:lnTo>
                  <a:lnTo>
                    <a:pt x="977645" y="0"/>
                  </a:lnTo>
                  <a:close/>
                </a:path>
              </a:pathLst>
            </a:custGeom>
            <a:solidFill>
              <a:srgbClr val="DAC59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103364" y="3665220"/>
              <a:ext cx="1955800" cy="688975"/>
            </a:xfrm>
            <a:custGeom>
              <a:avLst/>
              <a:gdLst/>
              <a:ahLst/>
              <a:cxnLst/>
              <a:rect l="l" t="t" r="r" b="b"/>
              <a:pathLst>
                <a:path w="1955800" h="688975">
                  <a:moveTo>
                    <a:pt x="0" y="344423"/>
                  </a:moveTo>
                  <a:lnTo>
                    <a:pt x="8925" y="297682"/>
                  </a:lnTo>
                  <a:lnTo>
                    <a:pt x="34926" y="252853"/>
                  </a:lnTo>
                  <a:lnTo>
                    <a:pt x="76836" y="210347"/>
                  </a:lnTo>
                  <a:lnTo>
                    <a:pt x="133491" y="170575"/>
                  </a:lnTo>
                  <a:lnTo>
                    <a:pt x="166982" y="151841"/>
                  </a:lnTo>
                  <a:lnTo>
                    <a:pt x="203723" y="133945"/>
                  </a:lnTo>
                  <a:lnTo>
                    <a:pt x="243567" y="116937"/>
                  </a:lnTo>
                  <a:lnTo>
                    <a:pt x="286369" y="100869"/>
                  </a:lnTo>
                  <a:lnTo>
                    <a:pt x="331982" y="85792"/>
                  </a:lnTo>
                  <a:lnTo>
                    <a:pt x="380262" y="71757"/>
                  </a:lnTo>
                  <a:lnTo>
                    <a:pt x="431062" y="58815"/>
                  </a:lnTo>
                  <a:lnTo>
                    <a:pt x="484236" y="47018"/>
                  </a:lnTo>
                  <a:lnTo>
                    <a:pt x="539640" y="36416"/>
                  </a:lnTo>
                  <a:lnTo>
                    <a:pt x="597128" y="27062"/>
                  </a:lnTo>
                  <a:lnTo>
                    <a:pt x="656553" y="19007"/>
                  </a:lnTo>
                  <a:lnTo>
                    <a:pt x="717770" y="12301"/>
                  </a:lnTo>
                  <a:lnTo>
                    <a:pt x="780634" y="6996"/>
                  </a:lnTo>
                  <a:lnTo>
                    <a:pt x="844998" y="3143"/>
                  </a:lnTo>
                  <a:lnTo>
                    <a:pt x="910717" y="794"/>
                  </a:lnTo>
                  <a:lnTo>
                    <a:pt x="977645" y="0"/>
                  </a:lnTo>
                  <a:lnTo>
                    <a:pt x="1044574" y="794"/>
                  </a:lnTo>
                  <a:lnTo>
                    <a:pt x="1110293" y="3143"/>
                  </a:lnTo>
                  <a:lnTo>
                    <a:pt x="1174657" y="6996"/>
                  </a:lnTo>
                  <a:lnTo>
                    <a:pt x="1237521" y="12301"/>
                  </a:lnTo>
                  <a:lnTo>
                    <a:pt x="1298738" y="19007"/>
                  </a:lnTo>
                  <a:lnTo>
                    <a:pt x="1358163" y="27062"/>
                  </a:lnTo>
                  <a:lnTo>
                    <a:pt x="1415651" y="36416"/>
                  </a:lnTo>
                  <a:lnTo>
                    <a:pt x="1471055" y="47018"/>
                  </a:lnTo>
                  <a:lnTo>
                    <a:pt x="1524229" y="58815"/>
                  </a:lnTo>
                  <a:lnTo>
                    <a:pt x="1575029" y="71757"/>
                  </a:lnTo>
                  <a:lnTo>
                    <a:pt x="1623309" y="85792"/>
                  </a:lnTo>
                  <a:lnTo>
                    <a:pt x="1668922" y="100869"/>
                  </a:lnTo>
                  <a:lnTo>
                    <a:pt x="1711724" y="116937"/>
                  </a:lnTo>
                  <a:lnTo>
                    <a:pt x="1751568" y="133945"/>
                  </a:lnTo>
                  <a:lnTo>
                    <a:pt x="1788309" y="151841"/>
                  </a:lnTo>
                  <a:lnTo>
                    <a:pt x="1821800" y="170575"/>
                  </a:lnTo>
                  <a:lnTo>
                    <a:pt x="1878455" y="210347"/>
                  </a:lnTo>
                  <a:lnTo>
                    <a:pt x="1920365" y="252853"/>
                  </a:lnTo>
                  <a:lnTo>
                    <a:pt x="1946366" y="297682"/>
                  </a:lnTo>
                  <a:lnTo>
                    <a:pt x="1955291" y="344423"/>
                  </a:lnTo>
                  <a:lnTo>
                    <a:pt x="1953036" y="368008"/>
                  </a:lnTo>
                  <a:lnTo>
                    <a:pt x="1935427" y="413844"/>
                  </a:lnTo>
                  <a:lnTo>
                    <a:pt x="1901325" y="457563"/>
                  </a:lnTo>
                  <a:lnTo>
                    <a:pt x="1851898" y="498753"/>
                  </a:lnTo>
                  <a:lnTo>
                    <a:pt x="1788309" y="537006"/>
                  </a:lnTo>
                  <a:lnTo>
                    <a:pt x="1751568" y="554902"/>
                  </a:lnTo>
                  <a:lnTo>
                    <a:pt x="1711724" y="571910"/>
                  </a:lnTo>
                  <a:lnTo>
                    <a:pt x="1668922" y="587978"/>
                  </a:lnTo>
                  <a:lnTo>
                    <a:pt x="1623309" y="603055"/>
                  </a:lnTo>
                  <a:lnTo>
                    <a:pt x="1575029" y="617090"/>
                  </a:lnTo>
                  <a:lnTo>
                    <a:pt x="1524229" y="630032"/>
                  </a:lnTo>
                  <a:lnTo>
                    <a:pt x="1471055" y="641829"/>
                  </a:lnTo>
                  <a:lnTo>
                    <a:pt x="1415651" y="652431"/>
                  </a:lnTo>
                  <a:lnTo>
                    <a:pt x="1358163" y="661785"/>
                  </a:lnTo>
                  <a:lnTo>
                    <a:pt x="1298738" y="669840"/>
                  </a:lnTo>
                  <a:lnTo>
                    <a:pt x="1237521" y="676546"/>
                  </a:lnTo>
                  <a:lnTo>
                    <a:pt x="1174657" y="681851"/>
                  </a:lnTo>
                  <a:lnTo>
                    <a:pt x="1110293" y="685704"/>
                  </a:lnTo>
                  <a:lnTo>
                    <a:pt x="1044574" y="688053"/>
                  </a:lnTo>
                  <a:lnTo>
                    <a:pt x="977645" y="688847"/>
                  </a:lnTo>
                  <a:lnTo>
                    <a:pt x="910717" y="688053"/>
                  </a:lnTo>
                  <a:lnTo>
                    <a:pt x="844998" y="685704"/>
                  </a:lnTo>
                  <a:lnTo>
                    <a:pt x="780634" y="681851"/>
                  </a:lnTo>
                  <a:lnTo>
                    <a:pt x="717770" y="676546"/>
                  </a:lnTo>
                  <a:lnTo>
                    <a:pt x="656553" y="669840"/>
                  </a:lnTo>
                  <a:lnTo>
                    <a:pt x="597128" y="661785"/>
                  </a:lnTo>
                  <a:lnTo>
                    <a:pt x="539640" y="652431"/>
                  </a:lnTo>
                  <a:lnTo>
                    <a:pt x="484236" y="641829"/>
                  </a:lnTo>
                  <a:lnTo>
                    <a:pt x="431062" y="630032"/>
                  </a:lnTo>
                  <a:lnTo>
                    <a:pt x="380262" y="617090"/>
                  </a:lnTo>
                  <a:lnTo>
                    <a:pt x="331982" y="603055"/>
                  </a:lnTo>
                  <a:lnTo>
                    <a:pt x="286369" y="587978"/>
                  </a:lnTo>
                  <a:lnTo>
                    <a:pt x="243567" y="571910"/>
                  </a:lnTo>
                  <a:lnTo>
                    <a:pt x="203723" y="554902"/>
                  </a:lnTo>
                  <a:lnTo>
                    <a:pt x="166982" y="537006"/>
                  </a:lnTo>
                  <a:lnTo>
                    <a:pt x="133491" y="518272"/>
                  </a:lnTo>
                  <a:lnTo>
                    <a:pt x="76836" y="478500"/>
                  </a:lnTo>
                  <a:lnTo>
                    <a:pt x="34926" y="435994"/>
                  </a:lnTo>
                  <a:lnTo>
                    <a:pt x="8925" y="391165"/>
                  </a:lnTo>
                  <a:lnTo>
                    <a:pt x="0" y="344423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9006968" y="3790316"/>
            <a:ext cx="119824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dirty="0">
                <a:latin typeface="Times New Roman"/>
                <a:cs typeface="Times New Roman"/>
              </a:rPr>
              <a:t>Dest</a:t>
            </a:r>
            <a:r>
              <a:rPr sz="2000" spc="-10" dirty="0">
                <a:latin typeface="Times New Roman"/>
                <a:cs typeface="Times New Roman"/>
              </a:rPr>
              <a:t>i</a:t>
            </a:r>
            <a:r>
              <a:rPr sz="2000" dirty="0">
                <a:latin typeface="Times New Roman"/>
                <a:cs typeface="Times New Roman"/>
              </a:rPr>
              <a:t>nation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510338" y="2421446"/>
            <a:ext cx="1456055" cy="1250315"/>
            <a:chOff x="4986337" y="2421445"/>
            <a:chExt cx="1456055" cy="1250315"/>
          </a:xfrm>
        </p:grpSpPr>
        <p:sp>
          <p:nvSpPr>
            <p:cNvPr id="12" name="object 12"/>
            <p:cNvSpPr/>
            <p:nvPr/>
          </p:nvSpPr>
          <p:spPr>
            <a:xfrm>
              <a:off x="4991100" y="2426207"/>
              <a:ext cx="1446530" cy="1240790"/>
            </a:xfrm>
            <a:custGeom>
              <a:avLst/>
              <a:gdLst/>
              <a:ahLst/>
              <a:cxnLst/>
              <a:rect l="l" t="t" r="r" b="b"/>
              <a:pathLst>
                <a:path w="1446529" h="1240789">
                  <a:moveTo>
                    <a:pt x="723138" y="0"/>
                  </a:moveTo>
                  <a:lnTo>
                    <a:pt x="671490" y="1557"/>
                  </a:lnTo>
                  <a:lnTo>
                    <a:pt x="620822" y="6160"/>
                  </a:lnTo>
                  <a:lnTo>
                    <a:pt x="571258" y="13703"/>
                  </a:lnTo>
                  <a:lnTo>
                    <a:pt x="522920" y="24081"/>
                  </a:lnTo>
                  <a:lnTo>
                    <a:pt x="475929" y="37190"/>
                  </a:lnTo>
                  <a:lnTo>
                    <a:pt x="430408" y="52923"/>
                  </a:lnTo>
                  <a:lnTo>
                    <a:pt x="386480" y="71177"/>
                  </a:lnTo>
                  <a:lnTo>
                    <a:pt x="344266" y="91846"/>
                  </a:lnTo>
                  <a:lnTo>
                    <a:pt x="303890" y="114825"/>
                  </a:lnTo>
                  <a:lnTo>
                    <a:pt x="265472" y="140008"/>
                  </a:lnTo>
                  <a:lnTo>
                    <a:pt x="229137" y="167292"/>
                  </a:lnTo>
                  <a:lnTo>
                    <a:pt x="195005" y="196571"/>
                  </a:lnTo>
                  <a:lnTo>
                    <a:pt x="163200" y="227740"/>
                  </a:lnTo>
                  <a:lnTo>
                    <a:pt x="133843" y="260693"/>
                  </a:lnTo>
                  <a:lnTo>
                    <a:pt x="107057" y="295327"/>
                  </a:lnTo>
                  <a:lnTo>
                    <a:pt x="82964" y="331535"/>
                  </a:lnTo>
                  <a:lnTo>
                    <a:pt x="61687" y="369214"/>
                  </a:lnTo>
                  <a:lnTo>
                    <a:pt x="43348" y="408257"/>
                  </a:lnTo>
                  <a:lnTo>
                    <a:pt x="28069" y="448559"/>
                  </a:lnTo>
                  <a:lnTo>
                    <a:pt x="15972" y="490017"/>
                  </a:lnTo>
                  <a:lnTo>
                    <a:pt x="7180" y="532524"/>
                  </a:lnTo>
                  <a:lnTo>
                    <a:pt x="1815" y="575976"/>
                  </a:lnTo>
                  <a:lnTo>
                    <a:pt x="0" y="620267"/>
                  </a:lnTo>
                  <a:lnTo>
                    <a:pt x="1815" y="664559"/>
                  </a:lnTo>
                  <a:lnTo>
                    <a:pt x="7180" y="708011"/>
                  </a:lnTo>
                  <a:lnTo>
                    <a:pt x="15972" y="750518"/>
                  </a:lnTo>
                  <a:lnTo>
                    <a:pt x="28069" y="791976"/>
                  </a:lnTo>
                  <a:lnTo>
                    <a:pt x="43348" y="832278"/>
                  </a:lnTo>
                  <a:lnTo>
                    <a:pt x="61687" y="871321"/>
                  </a:lnTo>
                  <a:lnTo>
                    <a:pt x="82964" y="909000"/>
                  </a:lnTo>
                  <a:lnTo>
                    <a:pt x="107057" y="945208"/>
                  </a:lnTo>
                  <a:lnTo>
                    <a:pt x="133843" y="979842"/>
                  </a:lnTo>
                  <a:lnTo>
                    <a:pt x="163200" y="1012795"/>
                  </a:lnTo>
                  <a:lnTo>
                    <a:pt x="195005" y="1043964"/>
                  </a:lnTo>
                  <a:lnTo>
                    <a:pt x="229137" y="1073243"/>
                  </a:lnTo>
                  <a:lnTo>
                    <a:pt x="265472" y="1100527"/>
                  </a:lnTo>
                  <a:lnTo>
                    <a:pt x="303890" y="1125710"/>
                  </a:lnTo>
                  <a:lnTo>
                    <a:pt x="344266" y="1148689"/>
                  </a:lnTo>
                  <a:lnTo>
                    <a:pt x="386480" y="1169358"/>
                  </a:lnTo>
                  <a:lnTo>
                    <a:pt x="430408" y="1187612"/>
                  </a:lnTo>
                  <a:lnTo>
                    <a:pt x="475929" y="1203345"/>
                  </a:lnTo>
                  <a:lnTo>
                    <a:pt x="522920" y="1216454"/>
                  </a:lnTo>
                  <a:lnTo>
                    <a:pt x="571258" y="1226832"/>
                  </a:lnTo>
                  <a:lnTo>
                    <a:pt x="620822" y="1234375"/>
                  </a:lnTo>
                  <a:lnTo>
                    <a:pt x="671490" y="1238978"/>
                  </a:lnTo>
                  <a:lnTo>
                    <a:pt x="723138" y="1240535"/>
                  </a:lnTo>
                  <a:lnTo>
                    <a:pt x="774785" y="1238978"/>
                  </a:lnTo>
                  <a:lnTo>
                    <a:pt x="825453" y="1234375"/>
                  </a:lnTo>
                  <a:lnTo>
                    <a:pt x="875017" y="1226832"/>
                  </a:lnTo>
                  <a:lnTo>
                    <a:pt x="923355" y="1216454"/>
                  </a:lnTo>
                  <a:lnTo>
                    <a:pt x="970346" y="1203345"/>
                  </a:lnTo>
                  <a:lnTo>
                    <a:pt x="1015867" y="1187612"/>
                  </a:lnTo>
                  <a:lnTo>
                    <a:pt x="1059795" y="1169358"/>
                  </a:lnTo>
                  <a:lnTo>
                    <a:pt x="1102009" y="1148689"/>
                  </a:lnTo>
                  <a:lnTo>
                    <a:pt x="1142385" y="1125710"/>
                  </a:lnTo>
                  <a:lnTo>
                    <a:pt x="1180803" y="1100527"/>
                  </a:lnTo>
                  <a:lnTo>
                    <a:pt x="1217138" y="1073243"/>
                  </a:lnTo>
                  <a:lnTo>
                    <a:pt x="1251270" y="1043964"/>
                  </a:lnTo>
                  <a:lnTo>
                    <a:pt x="1283075" y="1012795"/>
                  </a:lnTo>
                  <a:lnTo>
                    <a:pt x="1312432" y="979842"/>
                  </a:lnTo>
                  <a:lnTo>
                    <a:pt x="1339218" y="945208"/>
                  </a:lnTo>
                  <a:lnTo>
                    <a:pt x="1363311" y="909000"/>
                  </a:lnTo>
                  <a:lnTo>
                    <a:pt x="1384588" y="871321"/>
                  </a:lnTo>
                  <a:lnTo>
                    <a:pt x="1402927" y="832278"/>
                  </a:lnTo>
                  <a:lnTo>
                    <a:pt x="1418206" y="791976"/>
                  </a:lnTo>
                  <a:lnTo>
                    <a:pt x="1430303" y="750518"/>
                  </a:lnTo>
                  <a:lnTo>
                    <a:pt x="1439095" y="708011"/>
                  </a:lnTo>
                  <a:lnTo>
                    <a:pt x="1444460" y="664559"/>
                  </a:lnTo>
                  <a:lnTo>
                    <a:pt x="1446276" y="620267"/>
                  </a:lnTo>
                  <a:lnTo>
                    <a:pt x="1444460" y="575976"/>
                  </a:lnTo>
                  <a:lnTo>
                    <a:pt x="1439095" y="532524"/>
                  </a:lnTo>
                  <a:lnTo>
                    <a:pt x="1430303" y="490017"/>
                  </a:lnTo>
                  <a:lnTo>
                    <a:pt x="1418206" y="448559"/>
                  </a:lnTo>
                  <a:lnTo>
                    <a:pt x="1402927" y="408257"/>
                  </a:lnTo>
                  <a:lnTo>
                    <a:pt x="1384588" y="369214"/>
                  </a:lnTo>
                  <a:lnTo>
                    <a:pt x="1363311" y="331535"/>
                  </a:lnTo>
                  <a:lnTo>
                    <a:pt x="1339218" y="295327"/>
                  </a:lnTo>
                  <a:lnTo>
                    <a:pt x="1312432" y="260693"/>
                  </a:lnTo>
                  <a:lnTo>
                    <a:pt x="1283075" y="227740"/>
                  </a:lnTo>
                  <a:lnTo>
                    <a:pt x="1251270" y="196571"/>
                  </a:lnTo>
                  <a:lnTo>
                    <a:pt x="1217138" y="167292"/>
                  </a:lnTo>
                  <a:lnTo>
                    <a:pt x="1180803" y="140008"/>
                  </a:lnTo>
                  <a:lnTo>
                    <a:pt x="1142385" y="114825"/>
                  </a:lnTo>
                  <a:lnTo>
                    <a:pt x="1102009" y="91846"/>
                  </a:lnTo>
                  <a:lnTo>
                    <a:pt x="1059795" y="71177"/>
                  </a:lnTo>
                  <a:lnTo>
                    <a:pt x="1015867" y="52923"/>
                  </a:lnTo>
                  <a:lnTo>
                    <a:pt x="970346" y="37190"/>
                  </a:lnTo>
                  <a:lnTo>
                    <a:pt x="923355" y="24081"/>
                  </a:lnTo>
                  <a:lnTo>
                    <a:pt x="875017" y="13703"/>
                  </a:lnTo>
                  <a:lnTo>
                    <a:pt x="825453" y="6160"/>
                  </a:lnTo>
                  <a:lnTo>
                    <a:pt x="774785" y="1557"/>
                  </a:lnTo>
                  <a:lnTo>
                    <a:pt x="723138" y="0"/>
                  </a:lnTo>
                  <a:close/>
                </a:path>
              </a:pathLst>
            </a:custGeom>
            <a:solidFill>
              <a:srgbClr val="DAC59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91100" y="2426207"/>
              <a:ext cx="1446530" cy="1240790"/>
            </a:xfrm>
            <a:custGeom>
              <a:avLst/>
              <a:gdLst/>
              <a:ahLst/>
              <a:cxnLst/>
              <a:rect l="l" t="t" r="r" b="b"/>
              <a:pathLst>
                <a:path w="1446529" h="1240789">
                  <a:moveTo>
                    <a:pt x="0" y="620267"/>
                  </a:moveTo>
                  <a:lnTo>
                    <a:pt x="1815" y="575976"/>
                  </a:lnTo>
                  <a:lnTo>
                    <a:pt x="7180" y="532524"/>
                  </a:lnTo>
                  <a:lnTo>
                    <a:pt x="15972" y="490017"/>
                  </a:lnTo>
                  <a:lnTo>
                    <a:pt x="28069" y="448559"/>
                  </a:lnTo>
                  <a:lnTo>
                    <a:pt x="43348" y="408257"/>
                  </a:lnTo>
                  <a:lnTo>
                    <a:pt x="61687" y="369214"/>
                  </a:lnTo>
                  <a:lnTo>
                    <a:pt x="82964" y="331535"/>
                  </a:lnTo>
                  <a:lnTo>
                    <a:pt x="107057" y="295327"/>
                  </a:lnTo>
                  <a:lnTo>
                    <a:pt x="133843" y="260693"/>
                  </a:lnTo>
                  <a:lnTo>
                    <a:pt x="163200" y="227740"/>
                  </a:lnTo>
                  <a:lnTo>
                    <a:pt x="195005" y="196571"/>
                  </a:lnTo>
                  <a:lnTo>
                    <a:pt x="229137" y="167292"/>
                  </a:lnTo>
                  <a:lnTo>
                    <a:pt x="265472" y="140008"/>
                  </a:lnTo>
                  <a:lnTo>
                    <a:pt x="303890" y="114825"/>
                  </a:lnTo>
                  <a:lnTo>
                    <a:pt x="344266" y="91846"/>
                  </a:lnTo>
                  <a:lnTo>
                    <a:pt x="386480" y="71177"/>
                  </a:lnTo>
                  <a:lnTo>
                    <a:pt x="430408" y="52923"/>
                  </a:lnTo>
                  <a:lnTo>
                    <a:pt x="475929" y="37190"/>
                  </a:lnTo>
                  <a:lnTo>
                    <a:pt x="522920" y="24081"/>
                  </a:lnTo>
                  <a:lnTo>
                    <a:pt x="571258" y="13703"/>
                  </a:lnTo>
                  <a:lnTo>
                    <a:pt x="620822" y="6160"/>
                  </a:lnTo>
                  <a:lnTo>
                    <a:pt x="671490" y="1557"/>
                  </a:lnTo>
                  <a:lnTo>
                    <a:pt x="723138" y="0"/>
                  </a:lnTo>
                  <a:lnTo>
                    <a:pt x="774785" y="1557"/>
                  </a:lnTo>
                  <a:lnTo>
                    <a:pt x="825453" y="6160"/>
                  </a:lnTo>
                  <a:lnTo>
                    <a:pt x="875017" y="13703"/>
                  </a:lnTo>
                  <a:lnTo>
                    <a:pt x="923355" y="24081"/>
                  </a:lnTo>
                  <a:lnTo>
                    <a:pt x="970346" y="37190"/>
                  </a:lnTo>
                  <a:lnTo>
                    <a:pt x="1015867" y="52923"/>
                  </a:lnTo>
                  <a:lnTo>
                    <a:pt x="1059795" y="71177"/>
                  </a:lnTo>
                  <a:lnTo>
                    <a:pt x="1102009" y="91846"/>
                  </a:lnTo>
                  <a:lnTo>
                    <a:pt x="1142385" y="114825"/>
                  </a:lnTo>
                  <a:lnTo>
                    <a:pt x="1180803" y="140008"/>
                  </a:lnTo>
                  <a:lnTo>
                    <a:pt x="1217138" y="167292"/>
                  </a:lnTo>
                  <a:lnTo>
                    <a:pt x="1251270" y="196571"/>
                  </a:lnTo>
                  <a:lnTo>
                    <a:pt x="1283075" y="227740"/>
                  </a:lnTo>
                  <a:lnTo>
                    <a:pt x="1312432" y="260693"/>
                  </a:lnTo>
                  <a:lnTo>
                    <a:pt x="1339218" y="295327"/>
                  </a:lnTo>
                  <a:lnTo>
                    <a:pt x="1363311" y="331535"/>
                  </a:lnTo>
                  <a:lnTo>
                    <a:pt x="1384588" y="369214"/>
                  </a:lnTo>
                  <a:lnTo>
                    <a:pt x="1402927" y="408257"/>
                  </a:lnTo>
                  <a:lnTo>
                    <a:pt x="1418206" y="448559"/>
                  </a:lnTo>
                  <a:lnTo>
                    <a:pt x="1430303" y="490017"/>
                  </a:lnTo>
                  <a:lnTo>
                    <a:pt x="1439095" y="532524"/>
                  </a:lnTo>
                  <a:lnTo>
                    <a:pt x="1444460" y="575976"/>
                  </a:lnTo>
                  <a:lnTo>
                    <a:pt x="1446276" y="620267"/>
                  </a:lnTo>
                  <a:lnTo>
                    <a:pt x="1444460" y="664559"/>
                  </a:lnTo>
                  <a:lnTo>
                    <a:pt x="1439095" y="708011"/>
                  </a:lnTo>
                  <a:lnTo>
                    <a:pt x="1430303" y="750518"/>
                  </a:lnTo>
                  <a:lnTo>
                    <a:pt x="1418206" y="791976"/>
                  </a:lnTo>
                  <a:lnTo>
                    <a:pt x="1402927" y="832278"/>
                  </a:lnTo>
                  <a:lnTo>
                    <a:pt x="1384588" y="871321"/>
                  </a:lnTo>
                  <a:lnTo>
                    <a:pt x="1363311" y="909000"/>
                  </a:lnTo>
                  <a:lnTo>
                    <a:pt x="1339218" y="945208"/>
                  </a:lnTo>
                  <a:lnTo>
                    <a:pt x="1312432" y="979842"/>
                  </a:lnTo>
                  <a:lnTo>
                    <a:pt x="1283075" y="1012795"/>
                  </a:lnTo>
                  <a:lnTo>
                    <a:pt x="1251270" y="1043964"/>
                  </a:lnTo>
                  <a:lnTo>
                    <a:pt x="1217138" y="1073243"/>
                  </a:lnTo>
                  <a:lnTo>
                    <a:pt x="1180803" y="1100527"/>
                  </a:lnTo>
                  <a:lnTo>
                    <a:pt x="1142385" y="1125710"/>
                  </a:lnTo>
                  <a:lnTo>
                    <a:pt x="1102009" y="1148689"/>
                  </a:lnTo>
                  <a:lnTo>
                    <a:pt x="1059795" y="1169358"/>
                  </a:lnTo>
                  <a:lnTo>
                    <a:pt x="1015867" y="1187612"/>
                  </a:lnTo>
                  <a:lnTo>
                    <a:pt x="970346" y="1203345"/>
                  </a:lnTo>
                  <a:lnTo>
                    <a:pt x="923355" y="1216454"/>
                  </a:lnTo>
                  <a:lnTo>
                    <a:pt x="875017" y="1226832"/>
                  </a:lnTo>
                  <a:lnTo>
                    <a:pt x="825453" y="1234375"/>
                  </a:lnTo>
                  <a:lnTo>
                    <a:pt x="774785" y="1238978"/>
                  </a:lnTo>
                  <a:lnTo>
                    <a:pt x="723138" y="1240535"/>
                  </a:lnTo>
                  <a:lnTo>
                    <a:pt x="671490" y="1238978"/>
                  </a:lnTo>
                  <a:lnTo>
                    <a:pt x="620822" y="1234375"/>
                  </a:lnTo>
                  <a:lnTo>
                    <a:pt x="571258" y="1226832"/>
                  </a:lnTo>
                  <a:lnTo>
                    <a:pt x="522920" y="1216454"/>
                  </a:lnTo>
                  <a:lnTo>
                    <a:pt x="475929" y="1203345"/>
                  </a:lnTo>
                  <a:lnTo>
                    <a:pt x="430408" y="1187612"/>
                  </a:lnTo>
                  <a:lnTo>
                    <a:pt x="386480" y="1169358"/>
                  </a:lnTo>
                  <a:lnTo>
                    <a:pt x="344266" y="1148689"/>
                  </a:lnTo>
                  <a:lnTo>
                    <a:pt x="303890" y="1125710"/>
                  </a:lnTo>
                  <a:lnTo>
                    <a:pt x="265472" y="1100527"/>
                  </a:lnTo>
                  <a:lnTo>
                    <a:pt x="229137" y="1073243"/>
                  </a:lnTo>
                  <a:lnTo>
                    <a:pt x="195005" y="1043964"/>
                  </a:lnTo>
                  <a:lnTo>
                    <a:pt x="163200" y="1012795"/>
                  </a:lnTo>
                  <a:lnTo>
                    <a:pt x="133843" y="979842"/>
                  </a:lnTo>
                  <a:lnTo>
                    <a:pt x="107057" y="945208"/>
                  </a:lnTo>
                  <a:lnTo>
                    <a:pt x="82964" y="909000"/>
                  </a:lnTo>
                  <a:lnTo>
                    <a:pt x="61687" y="871321"/>
                  </a:lnTo>
                  <a:lnTo>
                    <a:pt x="43348" y="832278"/>
                  </a:lnTo>
                  <a:lnTo>
                    <a:pt x="28069" y="791976"/>
                  </a:lnTo>
                  <a:lnTo>
                    <a:pt x="15972" y="750518"/>
                  </a:lnTo>
                  <a:lnTo>
                    <a:pt x="7180" y="708011"/>
                  </a:lnTo>
                  <a:lnTo>
                    <a:pt x="1815" y="664559"/>
                  </a:lnTo>
                  <a:lnTo>
                    <a:pt x="0" y="620267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6871209" y="2631695"/>
            <a:ext cx="734695" cy="635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1275" marR="5080" indent="-29209"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O</a:t>
            </a:r>
            <a:r>
              <a:rPr sz="2000" spc="10" dirty="0">
                <a:latin typeface="Times New Roman"/>
                <a:cs typeface="Times New Roman"/>
              </a:rPr>
              <a:t>u</a:t>
            </a:r>
            <a:r>
              <a:rPr sz="2000" dirty="0">
                <a:latin typeface="Times New Roman"/>
                <a:cs typeface="Times New Roman"/>
              </a:rPr>
              <a:t>tput  Signal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201477" y="2281237"/>
            <a:ext cx="1207770" cy="1292860"/>
            <a:chOff x="2677477" y="2281237"/>
            <a:chExt cx="1207770" cy="1292860"/>
          </a:xfrm>
        </p:grpSpPr>
        <p:sp>
          <p:nvSpPr>
            <p:cNvPr id="16" name="object 16"/>
            <p:cNvSpPr/>
            <p:nvPr/>
          </p:nvSpPr>
          <p:spPr>
            <a:xfrm>
              <a:off x="2682239" y="2286000"/>
              <a:ext cx="1198245" cy="1283335"/>
            </a:xfrm>
            <a:custGeom>
              <a:avLst/>
              <a:gdLst/>
              <a:ahLst/>
              <a:cxnLst/>
              <a:rect l="l" t="t" r="r" b="b"/>
              <a:pathLst>
                <a:path w="1198245" h="1283335">
                  <a:moveTo>
                    <a:pt x="598932" y="0"/>
                  </a:moveTo>
                  <a:lnTo>
                    <a:pt x="552118" y="1930"/>
                  </a:lnTo>
                  <a:lnTo>
                    <a:pt x="506292" y="7626"/>
                  </a:lnTo>
                  <a:lnTo>
                    <a:pt x="461585" y="16946"/>
                  </a:lnTo>
                  <a:lnTo>
                    <a:pt x="418131" y="29746"/>
                  </a:lnTo>
                  <a:lnTo>
                    <a:pt x="376062" y="45883"/>
                  </a:lnTo>
                  <a:lnTo>
                    <a:pt x="335513" y="65216"/>
                  </a:lnTo>
                  <a:lnTo>
                    <a:pt x="296615" y="87601"/>
                  </a:lnTo>
                  <a:lnTo>
                    <a:pt x="259502" y="112896"/>
                  </a:lnTo>
                  <a:lnTo>
                    <a:pt x="224307" y="140958"/>
                  </a:lnTo>
                  <a:lnTo>
                    <a:pt x="191164" y="171645"/>
                  </a:lnTo>
                  <a:lnTo>
                    <a:pt x="160204" y="204813"/>
                  </a:lnTo>
                  <a:lnTo>
                    <a:pt x="131561" y="240321"/>
                  </a:lnTo>
                  <a:lnTo>
                    <a:pt x="105369" y="278024"/>
                  </a:lnTo>
                  <a:lnTo>
                    <a:pt x="81759" y="317782"/>
                  </a:lnTo>
                  <a:lnTo>
                    <a:pt x="60866" y="359450"/>
                  </a:lnTo>
                  <a:lnTo>
                    <a:pt x="42822" y="402887"/>
                  </a:lnTo>
                  <a:lnTo>
                    <a:pt x="27761" y="447950"/>
                  </a:lnTo>
                  <a:lnTo>
                    <a:pt x="15815" y="494495"/>
                  </a:lnTo>
                  <a:lnTo>
                    <a:pt x="7117" y="542381"/>
                  </a:lnTo>
                  <a:lnTo>
                    <a:pt x="1801" y="591465"/>
                  </a:lnTo>
                  <a:lnTo>
                    <a:pt x="0" y="641603"/>
                  </a:lnTo>
                  <a:lnTo>
                    <a:pt x="1801" y="691742"/>
                  </a:lnTo>
                  <a:lnTo>
                    <a:pt x="7117" y="740826"/>
                  </a:lnTo>
                  <a:lnTo>
                    <a:pt x="15815" y="788712"/>
                  </a:lnTo>
                  <a:lnTo>
                    <a:pt x="27761" y="835257"/>
                  </a:lnTo>
                  <a:lnTo>
                    <a:pt x="42822" y="880320"/>
                  </a:lnTo>
                  <a:lnTo>
                    <a:pt x="60866" y="923757"/>
                  </a:lnTo>
                  <a:lnTo>
                    <a:pt x="81759" y="965425"/>
                  </a:lnTo>
                  <a:lnTo>
                    <a:pt x="105369" y="1005183"/>
                  </a:lnTo>
                  <a:lnTo>
                    <a:pt x="131561" y="1042886"/>
                  </a:lnTo>
                  <a:lnTo>
                    <a:pt x="160204" y="1078394"/>
                  </a:lnTo>
                  <a:lnTo>
                    <a:pt x="191164" y="1111562"/>
                  </a:lnTo>
                  <a:lnTo>
                    <a:pt x="224307" y="1142249"/>
                  </a:lnTo>
                  <a:lnTo>
                    <a:pt x="259502" y="1170311"/>
                  </a:lnTo>
                  <a:lnTo>
                    <a:pt x="296615" y="1195606"/>
                  </a:lnTo>
                  <a:lnTo>
                    <a:pt x="335513" y="1217991"/>
                  </a:lnTo>
                  <a:lnTo>
                    <a:pt x="376062" y="1237324"/>
                  </a:lnTo>
                  <a:lnTo>
                    <a:pt x="418131" y="1253461"/>
                  </a:lnTo>
                  <a:lnTo>
                    <a:pt x="461585" y="1266261"/>
                  </a:lnTo>
                  <a:lnTo>
                    <a:pt x="506292" y="1275581"/>
                  </a:lnTo>
                  <a:lnTo>
                    <a:pt x="552118" y="1281277"/>
                  </a:lnTo>
                  <a:lnTo>
                    <a:pt x="598932" y="1283208"/>
                  </a:lnTo>
                  <a:lnTo>
                    <a:pt x="645745" y="1281277"/>
                  </a:lnTo>
                  <a:lnTo>
                    <a:pt x="691571" y="1275581"/>
                  </a:lnTo>
                  <a:lnTo>
                    <a:pt x="736278" y="1266261"/>
                  </a:lnTo>
                  <a:lnTo>
                    <a:pt x="779732" y="1253461"/>
                  </a:lnTo>
                  <a:lnTo>
                    <a:pt x="821801" y="1237324"/>
                  </a:lnTo>
                  <a:lnTo>
                    <a:pt x="862350" y="1217991"/>
                  </a:lnTo>
                  <a:lnTo>
                    <a:pt x="901248" y="1195606"/>
                  </a:lnTo>
                  <a:lnTo>
                    <a:pt x="938361" y="1170311"/>
                  </a:lnTo>
                  <a:lnTo>
                    <a:pt x="973556" y="1142249"/>
                  </a:lnTo>
                  <a:lnTo>
                    <a:pt x="1006699" y="1111562"/>
                  </a:lnTo>
                  <a:lnTo>
                    <a:pt x="1037659" y="1078394"/>
                  </a:lnTo>
                  <a:lnTo>
                    <a:pt x="1066302" y="1042886"/>
                  </a:lnTo>
                  <a:lnTo>
                    <a:pt x="1092494" y="1005183"/>
                  </a:lnTo>
                  <a:lnTo>
                    <a:pt x="1116104" y="965425"/>
                  </a:lnTo>
                  <a:lnTo>
                    <a:pt x="1136997" y="923757"/>
                  </a:lnTo>
                  <a:lnTo>
                    <a:pt x="1155041" y="880320"/>
                  </a:lnTo>
                  <a:lnTo>
                    <a:pt x="1170102" y="835257"/>
                  </a:lnTo>
                  <a:lnTo>
                    <a:pt x="1182048" y="788712"/>
                  </a:lnTo>
                  <a:lnTo>
                    <a:pt x="1190746" y="740826"/>
                  </a:lnTo>
                  <a:lnTo>
                    <a:pt x="1196062" y="691742"/>
                  </a:lnTo>
                  <a:lnTo>
                    <a:pt x="1197864" y="641603"/>
                  </a:lnTo>
                  <a:lnTo>
                    <a:pt x="1196062" y="591465"/>
                  </a:lnTo>
                  <a:lnTo>
                    <a:pt x="1190746" y="542381"/>
                  </a:lnTo>
                  <a:lnTo>
                    <a:pt x="1182048" y="494495"/>
                  </a:lnTo>
                  <a:lnTo>
                    <a:pt x="1170102" y="447950"/>
                  </a:lnTo>
                  <a:lnTo>
                    <a:pt x="1155041" y="402887"/>
                  </a:lnTo>
                  <a:lnTo>
                    <a:pt x="1136997" y="359450"/>
                  </a:lnTo>
                  <a:lnTo>
                    <a:pt x="1116104" y="317782"/>
                  </a:lnTo>
                  <a:lnTo>
                    <a:pt x="1092494" y="278024"/>
                  </a:lnTo>
                  <a:lnTo>
                    <a:pt x="1066302" y="240321"/>
                  </a:lnTo>
                  <a:lnTo>
                    <a:pt x="1037659" y="204813"/>
                  </a:lnTo>
                  <a:lnTo>
                    <a:pt x="1006699" y="171645"/>
                  </a:lnTo>
                  <a:lnTo>
                    <a:pt x="973556" y="140958"/>
                  </a:lnTo>
                  <a:lnTo>
                    <a:pt x="938361" y="112896"/>
                  </a:lnTo>
                  <a:lnTo>
                    <a:pt x="901248" y="87601"/>
                  </a:lnTo>
                  <a:lnTo>
                    <a:pt x="862350" y="65216"/>
                  </a:lnTo>
                  <a:lnTo>
                    <a:pt x="821801" y="45883"/>
                  </a:lnTo>
                  <a:lnTo>
                    <a:pt x="779732" y="29746"/>
                  </a:lnTo>
                  <a:lnTo>
                    <a:pt x="736278" y="16946"/>
                  </a:lnTo>
                  <a:lnTo>
                    <a:pt x="691571" y="7626"/>
                  </a:lnTo>
                  <a:lnTo>
                    <a:pt x="645745" y="1930"/>
                  </a:lnTo>
                  <a:lnTo>
                    <a:pt x="598932" y="0"/>
                  </a:lnTo>
                  <a:close/>
                </a:path>
              </a:pathLst>
            </a:custGeom>
            <a:solidFill>
              <a:srgbClr val="DAC59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682239" y="2286000"/>
              <a:ext cx="1198245" cy="1283335"/>
            </a:xfrm>
            <a:custGeom>
              <a:avLst/>
              <a:gdLst/>
              <a:ahLst/>
              <a:cxnLst/>
              <a:rect l="l" t="t" r="r" b="b"/>
              <a:pathLst>
                <a:path w="1198245" h="1283335">
                  <a:moveTo>
                    <a:pt x="0" y="641603"/>
                  </a:moveTo>
                  <a:lnTo>
                    <a:pt x="1801" y="591465"/>
                  </a:lnTo>
                  <a:lnTo>
                    <a:pt x="7117" y="542381"/>
                  </a:lnTo>
                  <a:lnTo>
                    <a:pt x="15815" y="494495"/>
                  </a:lnTo>
                  <a:lnTo>
                    <a:pt x="27761" y="447950"/>
                  </a:lnTo>
                  <a:lnTo>
                    <a:pt x="42822" y="402887"/>
                  </a:lnTo>
                  <a:lnTo>
                    <a:pt x="60866" y="359450"/>
                  </a:lnTo>
                  <a:lnTo>
                    <a:pt x="81759" y="317782"/>
                  </a:lnTo>
                  <a:lnTo>
                    <a:pt x="105369" y="278024"/>
                  </a:lnTo>
                  <a:lnTo>
                    <a:pt x="131561" y="240321"/>
                  </a:lnTo>
                  <a:lnTo>
                    <a:pt x="160204" y="204813"/>
                  </a:lnTo>
                  <a:lnTo>
                    <a:pt x="191164" y="171645"/>
                  </a:lnTo>
                  <a:lnTo>
                    <a:pt x="224307" y="140958"/>
                  </a:lnTo>
                  <a:lnTo>
                    <a:pt x="259502" y="112896"/>
                  </a:lnTo>
                  <a:lnTo>
                    <a:pt x="296615" y="87601"/>
                  </a:lnTo>
                  <a:lnTo>
                    <a:pt x="335513" y="65216"/>
                  </a:lnTo>
                  <a:lnTo>
                    <a:pt x="376062" y="45883"/>
                  </a:lnTo>
                  <a:lnTo>
                    <a:pt x="418131" y="29746"/>
                  </a:lnTo>
                  <a:lnTo>
                    <a:pt x="461585" y="16946"/>
                  </a:lnTo>
                  <a:lnTo>
                    <a:pt x="506292" y="7626"/>
                  </a:lnTo>
                  <a:lnTo>
                    <a:pt x="552118" y="1930"/>
                  </a:lnTo>
                  <a:lnTo>
                    <a:pt x="598932" y="0"/>
                  </a:lnTo>
                  <a:lnTo>
                    <a:pt x="645745" y="1930"/>
                  </a:lnTo>
                  <a:lnTo>
                    <a:pt x="691571" y="7626"/>
                  </a:lnTo>
                  <a:lnTo>
                    <a:pt x="736278" y="16946"/>
                  </a:lnTo>
                  <a:lnTo>
                    <a:pt x="779732" y="29746"/>
                  </a:lnTo>
                  <a:lnTo>
                    <a:pt x="821801" y="45883"/>
                  </a:lnTo>
                  <a:lnTo>
                    <a:pt x="862350" y="65216"/>
                  </a:lnTo>
                  <a:lnTo>
                    <a:pt x="901248" y="87601"/>
                  </a:lnTo>
                  <a:lnTo>
                    <a:pt x="938361" y="112896"/>
                  </a:lnTo>
                  <a:lnTo>
                    <a:pt x="973556" y="140958"/>
                  </a:lnTo>
                  <a:lnTo>
                    <a:pt x="1006699" y="171645"/>
                  </a:lnTo>
                  <a:lnTo>
                    <a:pt x="1037659" y="204813"/>
                  </a:lnTo>
                  <a:lnTo>
                    <a:pt x="1066302" y="240321"/>
                  </a:lnTo>
                  <a:lnTo>
                    <a:pt x="1092494" y="278024"/>
                  </a:lnTo>
                  <a:lnTo>
                    <a:pt x="1116104" y="317782"/>
                  </a:lnTo>
                  <a:lnTo>
                    <a:pt x="1136997" y="359450"/>
                  </a:lnTo>
                  <a:lnTo>
                    <a:pt x="1155041" y="402887"/>
                  </a:lnTo>
                  <a:lnTo>
                    <a:pt x="1170102" y="447950"/>
                  </a:lnTo>
                  <a:lnTo>
                    <a:pt x="1182048" y="494495"/>
                  </a:lnTo>
                  <a:lnTo>
                    <a:pt x="1190746" y="542381"/>
                  </a:lnTo>
                  <a:lnTo>
                    <a:pt x="1196062" y="591465"/>
                  </a:lnTo>
                  <a:lnTo>
                    <a:pt x="1197864" y="641603"/>
                  </a:lnTo>
                  <a:lnTo>
                    <a:pt x="1196062" y="691742"/>
                  </a:lnTo>
                  <a:lnTo>
                    <a:pt x="1190746" y="740826"/>
                  </a:lnTo>
                  <a:lnTo>
                    <a:pt x="1182048" y="788712"/>
                  </a:lnTo>
                  <a:lnTo>
                    <a:pt x="1170102" y="835257"/>
                  </a:lnTo>
                  <a:lnTo>
                    <a:pt x="1155041" y="880320"/>
                  </a:lnTo>
                  <a:lnTo>
                    <a:pt x="1136997" y="923757"/>
                  </a:lnTo>
                  <a:lnTo>
                    <a:pt x="1116104" y="965425"/>
                  </a:lnTo>
                  <a:lnTo>
                    <a:pt x="1092494" y="1005183"/>
                  </a:lnTo>
                  <a:lnTo>
                    <a:pt x="1066302" y="1042886"/>
                  </a:lnTo>
                  <a:lnTo>
                    <a:pt x="1037659" y="1078394"/>
                  </a:lnTo>
                  <a:lnTo>
                    <a:pt x="1006699" y="1111562"/>
                  </a:lnTo>
                  <a:lnTo>
                    <a:pt x="973556" y="1142249"/>
                  </a:lnTo>
                  <a:lnTo>
                    <a:pt x="938361" y="1170311"/>
                  </a:lnTo>
                  <a:lnTo>
                    <a:pt x="901248" y="1195606"/>
                  </a:lnTo>
                  <a:lnTo>
                    <a:pt x="862350" y="1217991"/>
                  </a:lnTo>
                  <a:lnTo>
                    <a:pt x="821801" y="1237324"/>
                  </a:lnTo>
                  <a:lnTo>
                    <a:pt x="779732" y="1253461"/>
                  </a:lnTo>
                  <a:lnTo>
                    <a:pt x="736278" y="1266261"/>
                  </a:lnTo>
                  <a:lnTo>
                    <a:pt x="691571" y="1275581"/>
                  </a:lnTo>
                  <a:lnTo>
                    <a:pt x="645745" y="1281277"/>
                  </a:lnTo>
                  <a:lnTo>
                    <a:pt x="598932" y="1283208"/>
                  </a:lnTo>
                  <a:lnTo>
                    <a:pt x="552118" y="1281277"/>
                  </a:lnTo>
                  <a:lnTo>
                    <a:pt x="506292" y="1275581"/>
                  </a:lnTo>
                  <a:lnTo>
                    <a:pt x="461585" y="1266261"/>
                  </a:lnTo>
                  <a:lnTo>
                    <a:pt x="418131" y="1253461"/>
                  </a:lnTo>
                  <a:lnTo>
                    <a:pt x="376062" y="1237324"/>
                  </a:lnTo>
                  <a:lnTo>
                    <a:pt x="335513" y="1217991"/>
                  </a:lnTo>
                  <a:lnTo>
                    <a:pt x="296615" y="1195606"/>
                  </a:lnTo>
                  <a:lnTo>
                    <a:pt x="259502" y="1170311"/>
                  </a:lnTo>
                  <a:lnTo>
                    <a:pt x="224307" y="1142249"/>
                  </a:lnTo>
                  <a:lnTo>
                    <a:pt x="191164" y="1111562"/>
                  </a:lnTo>
                  <a:lnTo>
                    <a:pt x="160204" y="1078394"/>
                  </a:lnTo>
                  <a:lnTo>
                    <a:pt x="131561" y="1042886"/>
                  </a:lnTo>
                  <a:lnTo>
                    <a:pt x="105369" y="1005183"/>
                  </a:lnTo>
                  <a:lnTo>
                    <a:pt x="81759" y="965425"/>
                  </a:lnTo>
                  <a:lnTo>
                    <a:pt x="60866" y="923757"/>
                  </a:lnTo>
                  <a:lnTo>
                    <a:pt x="42822" y="880320"/>
                  </a:lnTo>
                  <a:lnTo>
                    <a:pt x="27761" y="835257"/>
                  </a:lnTo>
                  <a:lnTo>
                    <a:pt x="15815" y="788712"/>
                  </a:lnTo>
                  <a:lnTo>
                    <a:pt x="7117" y="740826"/>
                  </a:lnTo>
                  <a:lnTo>
                    <a:pt x="1801" y="691742"/>
                  </a:lnTo>
                  <a:lnTo>
                    <a:pt x="0" y="641603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4467225" y="2498217"/>
            <a:ext cx="676910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7310"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Input</a:t>
            </a:r>
            <a:endParaRPr sz="2000">
              <a:latin typeface="Times New Roman"/>
              <a:cs typeface="Times New Roman"/>
            </a:endParaRPr>
          </a:p>
          <a:p>
            <a:pPr marL="12700"/>
            <a:r>
              <a:rPr sz="2000" dirty="0">
                <a:latin typeface="Times New Roman"/>
                <a:cs typeface="Times New Roman"/>
              </a:rPr>
              <a:t>Signal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960621" y="3640835"/>
            <a:ext cx="2033777" cy="179451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5149089" y="3995674"/>
            <a:ext cx="1659889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7834" marR="5080" indent="-445770">
              <a:spcBef>
                <a:spcPts val="100"/>
              </a:spcBef>
            </a:pPr>
            <a:r>
              <a:rPr sz="2000" dirty="0">
                <a:latin typeface="Times New Roman"/>
                <a:cs typeface="Times New Roman"/>
              </a:rPr>
              <a:t>Co</a:t>
            </a:r>
            <a:r>
              <a:rPr sz="2000" spc="-25" dirty="0">
                <a:latin typeface="Times New Roman"/>
                <a:cs typeface="Times New Roman"/>
              </a:rPr>
              <a:t>mm</a:t>
            </a:r>
            <a:r>
              <a:rPr sz="2000" dirty="0">
                <a:latin typeface="Times New Roman"/>
                <a:cs typeface="Times New Roman"/>
              </a:rPr>
              <a:t>u</a:t>
            </a:r>
            <a:r>
              <a:rPr sz="2000" spc="10" dirty="0">
                <a:latin typeface="Times New Roman"/>
                <a:cs typeface="Times New Roman"/>
              </a:rPr>
              <a:t>n</a:t>
            </a:r>
            <a:r>
              <a:rPr sz="2000" dirty="0">
                <a:latin typeface="Times New Roman"/>
                <a:cs typeface="Times New Roman"/>
              </a:rPr>
              <a:t>i</a:t>
            </a:r>
            <a:r>
              <a:rPr sz="2000" spc="-10" dirty="0">
                <a:latin typeface="Times New Roman"/>
                <a:cs typeface="Times New Roman"/>
              </a:rPr>
              <a:t>c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0" dirty="0">
                <a:latin typeface="Times New Roman"/>
                <a:cs typeface="Times New Roman"/>
              </a:rPr>
              <a:t>t</a:t>
            </a:r>
            <a:r>
              <a:rPr sz="2000" dirty="0">
                <a:latin typeface="Times New Roman"/>
                <a:cs typeface="Times New Roman"/>
              </a:rPr>
              <a:t>ion  System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7135367" y="3784091"/>
            <a:ext cx="1535430" cy="143179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7323836" y="4141471"/>
            <a:ext cx="116268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13360">
              <a:spcBef>
                <a:spcPts val="100"/>
              </a:spcBef>
            </a:pPr>
            <a:r>
              <a:rPr sz="2000" dirty="0">
                <a:latin typeface="Times New Roman"/>
                <a:cs typeface="Times New Roman"/>
              </a:rPr>
              <a:t>Output  </a:t>
            </a:r>
            <a:r>
              <a:rPr sz="2000" spc="-75" dirty="0">
                <a:latin typeface="Times New Roman"/>
                <a:cs typeface="Times New Roman"/>
              </a:rPr>
              <a:t>T</a:t>
            </a:r>
            <a:r>
              <a:rPr sz="2000" dirty="0">
                <a:latin typeface="Times New Roman"/>
                <a:cs typeface="Times New Roman"/>
              </a:rPr>
              <a:t>ra</a:t>
            </a:r>
            <a:r>
              <a:rPr sz="2000" spc="5" dirty="0">
                <a:latin typeface="Times New Roman"/>
                <a:cs typeface="Times New Roman"/>
              </a:rPr>
              <a:t>n</a:t>
            </a:r>
            <a:r>
              <a:rPr sz="2000" dirty="0">
                <a:latin typeface="Times New Roman"/>
                <a:cs typeface="Times New Roman"/>
              </a:rPr>
              <a:t>sducer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2439162" y="3596640"/>
            <a:ext cx="6802755" cy="1588770"/>
            <a:chOff x="915161" y="3596640"/>
            <a:chExt cx="6802755" cy="1588770"/>
          </a:xfrm>
        </p:grpSpPr>
        <p:sp>
          <p:nvSpPr>
            <p:cNvPr id="24" name="object 24"/>
            <p:cNvSpPr/>
            <p:nvPr/>
          </p:nvSpPr>
          <p:spPr>
            <a:xfrm>
              <a:off x="915162" y="3596640"/>
              <a:ext cx="6802755" cy="910590"/>
            </a:xfrm>
            <a:custGeom>
              <a:avLst/>
              <a:gdLst/>
              <a:ahLst/>
              <a:cxnLst/>
              <a:rect l="l" t="t" r="r" b="b"/>
              <a:pathLst>
                <a:path w="6802755" h="910589">
                  <a:moveTo>
                    <a:pt x="723252" y="846582"/>
                  </a:moveTo>
                  <a:lnTo>
                    <a:pt x="700900" y="835406"/>
                  </a:lnTo>
                  <a:lnTo>
                    <a:pt x="596265" y="783082"/>
                  </a:lnTo>
                  <a:lnTo>
                    <a:pt x="596265" y="835406"/>
                  </a:lnTo>
                  <a:lnTo>
                    <a:pt x="0" y="835406"/>
                  </a:lnTo>
                  <a:lnTo>
                    <a:pt x="0" y="857631"/>
                  </a:lnTo>
                  <a:lnTo>
                    <a:pt x="596265" y="857631"/>
                  </a:lnTo>
                  <a:lnTo>
                    <a:pt x="596265" y="910082"/>
                  </a:lnTo>
                  <a:lnTo>
                    <a:pt x="701167" y="857631"/>
                  </a:lnTo>
                  <a:lnTo>
                    <a:pt x="723252" y="846582"/>
                  </a:lnTo>
                  <a:close/>
                </a:path>
                <a:path w="6802755" h="910589">
                  <a:moveTo>
                    <a:pt x="2425827" y="3048"/>
                  </a:moveTo>
                  <a:lnTo>
                    <a:pt x="2410193" y="0"/>
                  </a:lnTo>
                  <a:lnTo>
                    <a:pt x="2317445" y="466890"/>
                  </a:lnTo>
                  <a:lnTo>
                    <a:pt x="2287905" y="461010"/>
                  </a:lnTo>
                  <a:lnTo>
                    <a:pt x="2300478" y="593090"/>
                  </a:lnTo>
                  <a:lnTo>
                    <a:pt x="2359075" y="482473"/>
                  </a:lnTo>
                  <a:lnTo>
                    <a:pt x="2362568" y="475869"/>
                  </a:lnTo>
                  <a:lnTo>
                    <a:pt x="2333053" y="470001"/>
                  </a:lnTo>
                  <a:lnTo>
                    <a:pt x="2425827" y="3048"/>
                  </a:lnTo>
                  <a:close/>
                </a:path>
                <a:path w="6802755" h="910589">
                  <a:moveTo>
                    <a:pt x="2597912" y="846582"/>
                  </a:moveTo>
                  <a:lnTo>
                    <a:pt x="2575547" y="835406"/>
                  </a:lnTo>
                  <a:lnTo>
                    <a:pt x="2470912" y="783082"/>
                  </a:lnTo>
                  <a:lnTo>
                    <a:pt x="2470912" y="835406"/>
                  </a:lnTo>
                  <a:lnTo>
                    <a:pt x="2145792" y="835406"/>
                  </a:lnTo>
                  <a:lnTo>
                    <a:pt x="2145792" y="857631"/>
                  </a:lnTo>
                  <a:lnTo>
                    <a:pt x="2470912" y="857631"/>
                  </a:lnTo>
                  <a:lnTo>
                    <a:pt x="2470912" y="910082"/>
                  </a:lnTo>
                  <a:lnTo>
                    <a:pt x="2575814" y="857631"/>
                  </a:lnTo>
                  <a:lnTo>
                    <a:pt x="2597912" y="846582"/>
                  </a:lnTo>
                  <a:close/>
                </a:path>
                <a:path w="6802755" h="910589">
                  <a:moveTo>
                    <a:pt x="4667631" y="173736"/>
                  </a:moveTo>
                  <a:lnTo>
                    <a:pt x="4652010" y="170688"/>
                  </a:lnTo>
                  <a:lnTo>
                    <a:pt x="4559249" y="637578"/>
                  </a:lnTo>
                  <a:lnTo>
                    <a:pt x="4529709" y="631698"/>
                  </a:lnTo>
                  <a:lnTo>
                    <a:pt x="4542282" y="763778"/>
                  </a:lnTo>
                  <a:lnTo>
                    <a:pt x="4600880" y="653161"/>
                  </a:lnTo>
                  <a:lnTo>
                    <a:pt x="4604385" y="646557"/>
                  </a:lnTo>
                  <a:lnTo>
                    <a:pt x="4574857" y="640689"/>
                  </a:lnTo>
                  <a:lnTo>
                    <a:pt x="4667631" y="173736"/>
                  </a:lnTo>
                  <a:close/>
                </a:path>
                <a:path w="6802755" h="910589">
                  <a:moveTo>
                    <a:pt x="4805299" y="846582"/>
                  </a:moveTo>
                  <a:lnTo>
                    <a:pt x="4782934" y="835406"/>
                  </a:lnTo>
                  <a:lnTo>
                    <a:pt x="4678299" y="783082"/>
                  </a:lnTo>
                  <a:lnTo>
                    <a:pt x="4678299" y="835406"/>
                  </a:lnTo>
                  <a:lnTo>
                    <a:pt x="4472940" y="835406"/>
                  </a:lnTo>
                  <a:lnTo>
                    <a:pt x="4472940" y="857631"/>
                  </a:lnTo>
                  <a:lnTo>
                    <a:pt x="4678299" y="857631"/>
                  </a:lnTo>
                  <a:lnTo>
                    <a:pt x="4678299" y="910082"/>
                  </a:lnTo>
                  <a:lnTo>
                    <a:pt x="4783201" y="857631"/>
                  </a:lnTo>
                  <a:lnTo>
                    <a:pt x="4805299" y="846582"/>
                  </a:lnTo>
                  <a:close/>
                </a:path>
                <a:path w="6802755" h="910589">
                  <a:moveTo>
                    <a:pt x="6802628" y="846582"/>
                  </a:moveTo>
                  <a:lnTo>
                    <a:pt x="6777228" y="833882"/>
                  </a:lnTo>
                  <a:lnTo>
                    <a:pt x="6675628" y="783082"/>
                  </a:lnTo>
                  <a:lnTo>
                    <a:pt x="6675628" y="833882"/>
                  </a:lnTo>
                  <a:lnTo>
                    <a:pt x="6108192" y="833882"/>
                  </a:lnTo>
                  <a:lnTo>
                    <a:pt x="6108192" y="859282"/>
                  </a:lnTo>
                  <a:lnTo>
                    <a:pt x="6675628" y="859282"/>
                  </a:lnTo>
                  <a:lnTo>
                    <a:pt x="6675628" y="910082"/>
                  </a:lnTo>
                  <a:lnTo>
                    <a:pt x="6777228" y="859282"/>
                  </a:lnTo>
                  <a:lnTo>
                    <a:pt x="6802628" y="84658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574291" y="3756660"/>
              <a:ext cx="1535430" cy="142875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>
            <a:spLocks noGrp="1"/>
          </p:cNvSpPr>
          <p:nvPr>
            <p:ph type="title"/>
          </p:nvPr>
        </p:nvSpPr>
        <p:spPr>
          <a:xfrm>
            <a:off x="1613409" y="287016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4826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Introduction </a:t>
            </a:r>
            <a:r>
              <a:rPr spc="-175" dirty="0"/>
              <a:t>To </a:t>
            </a:r>
            <a:r>
              <a:rPr spc="-5" dirty="0"/>
              <a:t>Communication</a:t>
            </a:r>
            <a:r>
              <a:rPr spc="200" dirty="0"/>
              <a:t> </a:t>
            </a:r>
            <a:r>
              <a:rPr sz="2400" dirty="0"/>
              <a:t>contd.</a:t>
            </a:r>
          </a:p>
        </p:txBody>
      </p:sp>
      <p:sp>
        <p:nvSpPr>
          <p:cNvPr id="32" name="object 32"/>
          <p:cNvSpPr txBox="1">
            <a:spLocks noGrp="1"/>
          </p:cNvSpPr>
          <p:nvPr>
            <p:ph type="sldNum" sz="quarter" idx="7"/>
          </p:nvPr>
        </p:nvSpPr>
        <p:spPr>
          <a:xfrm>
            <a:off x="8478139" y="6549754"/>
            <a:ext cx="281304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1425"/>
              </a:lnSpc>
            </a:pPr>
            <a:r>
              <a:rPr lang="en-IN"/>
              <a:t>[</a:t>
            </a:r>
            <a:fld id="{81D60167-4931-47E6-BA6A-407CBD079E47}" type="slidenum">
              <a:rPr spc="-5" smtClean="0"/>
              <a:pPr marL="12700">
                <a:lnSpc>
                  <a:spcPts val="1425"/>
                </a:lnSpc>
              </a:pPr>
              <a:t>4</a:t>
            </a:fld>
            <a:r>
              <a:t>]</a:t>
            </a:r>
            <a:endParaRPr dirty="0"/>
          </a:p>
        </p:txBody>
      </p:sp>
      <p:sp>
        <p:nvSpPr>
          <p:cNvPr id="27" name="object 27"/>
          <p:cNvSpPr txBox="1"/>
          <p:nvPr/>
        </p:nvSpPr>
        <p:spPr>
          <a:xfrm>
            <a:off x="1602740" y="1316481"/>
            <a:ext cx="40036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indent="-457200">
              <a:spcBef>
                <a:spcPts val="95"/>
              </a:spcBef>
              <a:buFont typeface="Wingdings"/>
              <a:buChar char=""/>
              <a:tabLst>
                <a:tab pos="469265" algn="l"/>
                <a:tab pos="469900" algn="l"/>
              </a:tabLst>
            </a:pPr>
            <a:r>
              <a:rPr sz="2800" spc="-5" dirty="0">
                <a:solidFill>
                  <a:srgbClr val="0000FF"/>
                </a:solidFill>
                <a:latin typeface="Times New Roman"/>
                <a:cs typeface="Times New Roman"/>
              </a:rPr>
              <a:t>Communication</a:t>
            </a:r>
            <a:r>
              <a:rPr sz="2800" spc="-5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0000FF"/>
                </a:solidFill>
                <a:latin typeface="Times New Roman"/>
                <a:cs typeface="Times New Roman"/>
              </a:rPr>
              <a:t>System: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286506" y="4111498"/>
            <a:ext cx="116268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98450">
              <a:spcBef>
                <a:spcPts val="100"/>
              </a:spcBef>
            </a:pPr>
            <a:r>
              <a:rPr sz="2000" dirty="0">
                <a:latin typeface="Times New Roman"/>
                <a:cs typeface="Times New Roman"/>
              </a:rPr>
              <a:t>Input  </a:t>
            </a:r>
            <a:r>
              <a:rPr sz="2000" spc="-75" dirty="0">
                <a:latin typeface="Times New Roman"/>
                <a:cs typeface="Times New Roman"/>
              </a:rPr>
              <a:t>T</a:t>
            </a:r>
            <a:r>
              <a:rPr sz="2000" dirty="0">
                <a:latin typeface="Times New Roman"/>
                <a:cs typeface="Times New Roman"/>
              </a:rPr>
              <a:t>ra</a:t>
            </a:r>
            <a:r>
              <a:rPr sz="2000" spc="5" dirty="0">
                <a:latin typeface="Times New Roman"/>
                <a:cs typeface="Times New Roman"/>
              </a:rPr>
              <a:t>n</a:t>
            </a:r>
            <a:r>
              <a:rPr sz="2000" dirty="0">
                <a:latin typeface="Times New Roman"/>
                <a:cs typeface="Times New Roman"/>
              </a:rPr>
              <a:t>sducer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915158" y="6086957"/>
            <a:ext cx="6223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latin typeface="Times New Roman"/>
                <a:cs typeface="Times New Roman"/>
              </a:rPr>
              <a:t>Fig.5.1.1 [Communication System </a:t>
            </a:r>
            <a:r>
              <a:rPr spc="-5" dirty="0">
                <a:latin typeface="Times New Roman"/>
                <a:cs typeface="Times New Roman"/>
              </a:rPr>
              <a:t>with </a:t>
            </a:r>
            <a:r>
              <a:rPr dirty="0">
                <a:latin typeface="Times New Roman"/>
                <a:cs typeface="Times New Roman"/>
              </a:rPr>
              <a:t>input &amp; output</a:t>
            </a:r>
            <a:r>
              <a:rPr spc="-114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transducers]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602739" y="28449"/>
            <a:ext cx="892937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7861934" algn="l"/>
              </a:tabLst>
            </a:pPr>
            <a:r>
              <a:rPr sz="3000" b="1" i="1" baseline="1388" dirty="0">
                <a:solidFill>
                  <a:srgbClr val="0000FF"/>
                </a:solidFill>
                <a:latin typeface="Times New Roman"/>
                <a:cs typeface="Times New Roman"/>
              </a:rPr>
              <a:t>Module</a:t>
            </a:r>
            <a:r>
              <a:rPr sz="3000" b="1" i="1" spc="-30" baseline="1388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3000" b="1" i="1" baseline="1388" dirty="0">
                <a:solidFill>
                  <a:srgbClr val="0000FF"/>
                </a:solidFill>
                <a:latin typeface="Times New Roman"/>
                <a:cs typeface="Times New Roman"/>
              </a:rPr>
              <a:t>– V	</a:t>
            </a:r>
            <a:r>
              <a:rPr sz="2000" b="1" i="1" spc="-55" dirty="0">
                <a:solidFill>
                  <a:srgbClr val="0000FF"/>
                </a:solidFill>
                <a:latin typeface="Times New Roman"/>
                <a:cs typeface="Times New Roman"/>
              </a:rPr>
              <a:t>Vol.</a:t>
            </a:r>
            <a:r>
              <a:rPr sz="2000" b="1" i="1" spc="-8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0000FF"/>
                </a:solidFill>
                <a:latin typeface="Times New Roman"/>
                <a:cs typeface="Times New Roman"/>
              </a:rPr>
              <a:t>No.-1</a:t>
            </a:r>
            <a:endParaRPr sz="2000">
              <a:latin typeface="Times New Roman"/>
              <a:cs typeface="Times New Roman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3D64F90E-37CF-449E-920E-38C6D291AB74}"/>
                  </a:ext>
                </a:extLst>
              </p14:cNvPr>
              <p14:cNvContentPartPr/>
              <p14:nvPr/>
            </p14:nvContentPartPr>
            <p14:xfrm>
              <a:off x="876600" y="1701720"/>
              <a:ext cx="10787040" cy="310500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3D64F90E-37CF-449E-920E-38C6D291AB7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67240" y="1692360"/>
                <a:ext cx="10805760" cy="31237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64791" y="1066800"/>
            <a:ext cx="8750808" cy="152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602739" y="1149756"/>
            <a:ext cx="8987790" cy="5026660"/>
          </a:xfrm>
          <a:prstGeom prst="rect">
            <a:avLst/>
          </a:prstGeom>
        </p:spPr>
        <p:txBody>
          <a:bodyPr vert="horz" wrap="square" lIns="0" tIns="144145" rIns="0" bIns="0" rtlCol="0">
            <a:spAutoFit/>
          </a:bodyPr>
          <a:lstStyle/>
          <a:p>
            <a:pPr marL="355600" indent="-342900">
              <a:spcBef>
                <a:spcPts val="1135"/>
              </a:spcBef>
              <a:buSzPct val="125000"/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400" b="1" i="1" spc="-5" dirty="0">
                <a:solidFill>
                  <a:srgbClr val="0000FF"/>
                </a:solidFill>
                <a:latin typeface="Times New Roman"/>
                <a:cs typeface="Times New Roman"/>
              </a:rPr>
              <a:t>Input </a:t>
            </a:r>
            <a:r>
              <a:rPr sz="2400" b="1" i="1" spc="-10" dirty="0">
                <a:solidFill>
                  <a:srgbClr val="0000FF"/>
                </a:solidFill>
                <a:latin typeface="Times New Roman"/>
                <a:cs typeface="Times New Roman"/>
              </a:rPr>
              <a:t>Transducer:</a:t>
            </a:r>
            <a:endParaRPr sz="2400" dirty="0">
              <a:latin typeface="Times New Roman"/>
              <a:cs typeface="Times New Roman"/>
            </a:endParaRPr>
          </a:p>
          <a:p>
            <a:pPr marL="355600" marR="5715" indent="-342900">
              <a:spcBef>
                <a:spcPts val="1895"/>
              </a:spcBef>
              <a:buSzPct val="125000"/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-5" dirty="0">
                <a:latin typeface="Times New Roman"/>
                <a:cs typeface="Times New Roman"/>
              </a:rPr>
              <a:t>message </a:t>
            </a:r>
            <a:r>
              <a:rPr sz="2400" dirty="0">
                <a:latin typeface="Times New Roman"/>
                <a:cs typeface="Times New Roman"/>
              </a:rPr>
              <a:t>produced by a </a:t>
            </a:r>
            <a:r>
              <a:rPr sz="2400" spc="-5" dirty="0">
                <a:latin typeface="Times New Roman"/>
                <a:cs typeface="Times New Roman"/>
              </a:rPr>
              <a:t>source </a:t>
            </a:r>
            <a:r>
              <a:rPr sz="2400" spc="-10" dirty="0">
                <a:latin typeface="Times New Roman"/>
                <a:cs typeface="Times New Roman"/>
              </a:rPr>
              <a:t>must </a:t>
            </a:r>
            <a:r>
              <a:rPr sz="2400" dirty="0">
                <a:latin typeface="Times New Roman"/>
                <a:cs typeface="Times New Roman"/>
              </a:rPr>
              <a:t>be converted by a </a:t>
            </a:r>
            <a:r>
              <a:rPr sz="2400" spc="-5" dirty="0">
                <a:latin typeface="Times New Roman"/>
                <a:cs typeface="Times New Roman"/>
              </a:rPr>
              <a:t>transducer  </a:t>
            </a:r>
            <a:r>
              <a:rPr sz="2400" dirty="0">
                <a:latin typeface="Times New Roman"/>
                <a:cs typeface="Times New Roman"/>
              </a:rPr>
              <a:t>to a </a:t>
            </a:r>
            <a:r>
              <a:rPr sz="2400" spc="-5" dirty="0">
                <a:latin typeface="Times New Roman"/>
                <a:cs typeface="Times New Roman"/>
              </a:rPr>
              <a:t>form </a:t>
            </a:r>
            <a:r>
              <a:rPr sz="2400" dirty="0">
                <a:latin typeface="Times New Roman"/>
                <a:cs typeface="Times New Roman"/>
              </a:rPr>
              <a:t>suitable </a:t>
            </a:r>
            <a:r>
              <a:rPr sz="2400" spc="-5" dirty="0">
                <a:latin typeface="Times New Roman"/>
                <a:cs typeface="Times New Roman"/>
              </a:rPr>
              <a:t>for </a:t>
            </a:r>
            <a:r>
              <a:rPr sz="2400" dirty="0">
                <a:latin typeface="Times New Roman"/>
                <a:cs typeface="Times New Roman"/>
              </a:rPr>
              <a:t>the particular type </a:t>
            </a:r>
            <a:r>
              <a:rPr sz="2400" spc="-5" dirty="0">
                <a:latin typeface="Times New Roman"/>
                <a:cs typeface="Times New Roman"/>
              </a:rPr>
              <a:t>of communication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system.</a:t>
            </a:r>
            <a:endParaRPr sz="2400" dirty="0">
              <a:latin typeface="Times New Roman"/>
              <a:cs typeface="Times New Roman"/>
            </a:endParaRPr>
          </a:p>
          <a:p>
            <a:pPr marL="355600" indent="-342900">
              <a:spcBef>
                <a:spcPts val="1445"/>
              </a:spcBef>
              <a:buSzPct val="125000"/>
              <a:buFont typeface="Wingdings"/>
              <a:buChar char=""/>
              <a:tabLst>
                <a:tab pos="354965" algn="l"/>
                <a:tab pos="355600" algn="l"/>
                <a:tab pos="1856739" algn="l"/>
                <a:tab pos="2444750" algn="l"/>
                <a:tab pos="3928110" algn="l"/>
                <a:tab pos="6336030" algn="l"/>
                <a:tab pos="7501255" algn="l"/>
                <a:tab pos="8580120" algn="l"/>
              </a:tabLst>
            </a:pPr>
            <a:r>
              <a:rPr sz="2400" i="1" dirty="0">
                <a:latin typeface="Times New Roman"/>
                <a:cs typeface="Times New Roman"/>
              </a:rPr>
              <a:t>Example:	In	ele</a:t>
            </a:r>
            <a:r>
              <a:rPr sz="2400" i="1" spc="-15" dirty="0">
                <a:latin typeface="Times New Roman"/>
                <a:cs typeface="Times New Roman"/>
              </a:rPr>
              <a:t>c</a:t>
            </a:r>
            <a:r>
              <a:rPr sz="2400" i="1" spc="-5" dirty="0">
                <a:latin typeface="Times New Roman"/>
                <a:cs typeface="Times New Roman"/>
              </a:rPr>
              <a:t>tri</a:t>
            </a:r>
            <a:r>
              <a:rPr sz="2400" i="1" spc="-15" dirty="0">
                <a:latin typeface="Times New Roman"/>
                <a:cs typeface="Times New Roman"/>
              </a:rPr>
              <a:t>c</a:t>
            </a:r>
            <a:r>
              <a:rPr sz="2400" i="1" dirty="0">
                <a:latin typeface="Times New Roman"/>
                <a:cs typeface="Times New Roman"/>
              </a:rPr>
              <a:t>al	</a:t>
            </a:r>
            <a:r>
              <a:rPr sz="2400" i="1" spc="-5" dirty="0">
                <a:latin typeface="Times New Roman"/>
                <a:cs typeface="Times New Roman"/>
              </a:rPr>
              <a:t>com</a:t>
            </a:r>
            <a:r>
              <a:rPr sz="2400" i="1" spc="-15" dirty="0">
                <a:latin typeface="Times New Roman"/>
                <a:cs typeface="Times New Roman"/>
              </a:rPr>
              <a:t>m</a:t>
            </a:r>
            <a:r>
              <a:rPr sz="2400" i="1" spc="5" dirty="0">
                <a:latin typeface="Times New Roman"/>
                <a:cs typeface="Times New Roman"/>
              </a:rPr>
              <a:t>u</a:t>
            </a:r>
            <a:r>
              <a:rPr sz="2400" i="1" dirty="0">
                <a:latin typeface="Times New Roman"/>
                <a:cs typeface="Times New Roman"/>
              </a:rPr>
              <a:t>nica</a:t>
            </a:r>
            <a:r>
              <a:rPr sz="2400" i="1" spc="-15" dirty="0">
                <a:latin typeface="Times New Roman"/>
                <a:cs typeface="Times New Roman"/>
              </a:rPr>
              <a:t>t</a:t>
            </a:r>
            <a:r>
              <a:rPr sz="2400" i="1" dirty="0">
                <a:latin typeface="Times New Roman"/>
                <a:cs typeface="Times New Roman"/>
              </a:rPr>
              <a:t>ions,	</a:t>
            </a:r>
            <a:r>
              <a:rPr sz="2400" i="1" spc="-5" dirty="0">
                <a:latin typeface="Times New Roman"/>
                <a:cs typeface="Times New Roman"/>
              </a:rPr>
              <a:t>sp</a:t>
            </a:r>
            <a:r>
              <a:rPr sz="2400" i="1" dirty="0">
                <a:latin typeface="Times New Roman"/>
                <a:cs typeface="Times New Roman"/>
              </a:rPr>
              <a:t>ee</a:t>
            </a:r>
            <a:r>
              <a:rPr sz="2400" i="1" spc="5" dirty="0">
                <a:latin typeface="Times New Roman"/>
                <a:cs typeface="Times New Roman"/>
              </a:rPr>
              <a:t>c</a:t>
            </a:r>
            <a:r>
              <a:rPr sz="2400" i="1" dirty="0">
                <a:latin typeface="Times New Roman"/>
                <a:cs typeface="Times New Roman"/>
              </a:rPr>
              <a:t>h	waves	</a:t>
            </a:r>
            <a:r>
              <a:rPr sz="2400" i="1" spc="-5" dirty="0">
                <a:latin typeface="Times New Roman"/>
                <a:cs typeface="Times New Roman"/>
              </a:rPr>
              <a:t>a</a:t>
            </a:r>
            <a:r>
              <a:rPr sz="2400" i="1" spc="-100" dirty="0">
                <a:latin typeface="Times New Roman"/>
                <a:cs typeface="Times New Roman"/>
              </a:rPr>
              <a:t>r</a:t>
            </a:r>
            <a:r>
              <a:rPr sz="2400" i="1" dirty="0">
                <a:latin typeface="Times New Roman"/>
                <a:cs typeface="Times New Roman"/>
              </a:rPr>
              <a:t>e</a:t>
            </a:r>
            <a:endParaRPr sz="2400" dirty="0">
              <a:latin typeface="Times New Roman"/>
              <a:cs typeface="Times New Roman"/>
            </a:endParaRPr>
          </a:p>
          <a:p>
            <a:pPr marL="355600"/>
            <a:r>
              <a:rPr sz="2400" b="1" i="1" dirty="0">
                <a:latin typeface="Times New Roman"/>
                <a:cs typeface="Times New Roman"/>
              </a:rPr>
              <a:t>converted </a:t>
            </a:r>
            <a:r>
              <a:rPr sz="2400" i="1" dirty="0">
                <a:latin typeface="Times New Roman"/>
                <a:cs typeface="Times New Roman"/>
              </a:rPr>
              <a:t>by a </a:t>
            </a:r>
            <a:r>
              <a:rPr sz="2400" i="1" spc="-10" dirty="0">
                <a:latin typeface="Times New Roman"/>
                <a:cs typeface="Times New Roman"/>
              </a:rPr>
              <a:t>microphone </a:t>
            </a:r>
            <a:r>
              <a:rPr sz="2400" i="1" dirty="0">
                <a:latin typeface="Times New Roman"/>
                <a:cs typeface="Times New Roman"/>
              </a:rPr>
              <a:t>to voltage</a:t>
            </a:r>
            <a:r>
              <a:rPr sz="2400" i="1" spc="-7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variation.</a:t>
            </a:r>
            <a:endParaRPr sz="2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600" dirty="0">
              <a:latin typeface="Times New Roman"/>
              <a:cs typeface="Times New Roman"/>
            </a:endParaRPr>
          </a:p>
          <a:p>
            <a:pPr marL="355600" indent="-342900">
              <a:spcBef>
                <a:spcPts val="1730"/>
              </a:spcBef>
              <a:buSzPct val="125000"/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400" b="1" i="1" spc="-5" dirty="0">
                <a:solidFill>
                  <a:srgbClr val="0000FF"/>
                </a:solidFill>
                <a:latin typeface="Times New Roman"/>
                <a:cs typeface="Times New Roman"/>
              </a:rPr>
              <a:t>Output </a:t>
            </a:r>
            <a:r>
              <a:rPr sz="2400" b="1" i="1" spc="-10" dirty="0">
                <a:solidFill>
                  <a:srgbClr val="0000FF"/>
                </a:solidFill>
                <a:latin typeface="Times New Roman"/>
                <a:cs typeface="Times New Roman"/>
              </a:rPr>
              <a:t>Transducer:</a:t>
            </a:r>
            <a:endParaRPr sz="2400" dirty="0">
              <a:latin typeface="Times New Roman"/>
              <a:cs typeface="Times New Roman"/>
            </a:endParaRPr>
          </a:p>
          <a:p>
            <a:pPr marL="431800" marR="81280" lvl="1" indent="-342900">
              <a:spcBef>
                <a:spcPts val="1480"/>
              </a:spcBef>
              <a:buSzPct val="125000"/>
              <a:buFont typeface="Wingdings"/>
              <a:buChar char=""/>
              <a:tabLst>
                <a:tab pos="431165" algn="l"/>
                <a:tab pos="431800" algn="l"/>
              </a:tabLst>
            </a:pPr>
            <a:r>
              <a:rPr sz="2400" dirty="0">
                <a:latin typeface="Times New Roman"/>
                <a:cs typeface="Times New Roman"/>
              </a:rPr>
              <a:t>Converts </a:t>
            </a:r>
            <a:r>
              <a:rPr sz="2400" spc="-5" dirty="0">
                <a:latin typeface="Times New Roman"/>
                <a:cs typeface="Times New Roman"/>
              </a:rPr>
              <a:t>the electric </a:t>
            </a:r>
            <a:r>
              <a:rPr sz="2400" dirty="0">
                <a:latin typeface="Times New Roman"/>
                <a:cs typeface="Times New Roman"/>
              </a:rPr>
              <a:t>signal at </a:t>
            </a:r>
            <a:r>
              <a:rPr sz="2400" spc="-5" dirty="0">
                <a:latin typeface="Times New Roman"/>
                <a:cs typeface="Times New Roman"/>
              </a:rPr>
              <a:t>its input into the </a:t>
            </a:r>
            <a:r>
              <a:rPr sz="2400" dirty="0">
                <a:latin typeface="Times New Roman"/>
                <a:cs typeface="Times New Roman"/>
              </a:rPr>
              <a:t>form desired by the  system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30" dirty="0">
                <a:latin typeface="Times New Roman"/>
                <a:cs typeface="Times New Roman"/>
              </a:rPr>
              <a:t>user.</a:t>
            </a:r>
            <a:endParaRPr sz="2400" dirty="0">
              <a:latin typeface="Times New Roman"/>
              <a:cs typeface="Times New Roman"/>
            </a:endParaRPr>
          </a:p>
          <a:p>
            <a:pPr marL="431800" lvl="1" indent="-343535">
              <a:buSzPct val="125000"/>
              <a:buFont typeface="Wingdings"/>
              <a:buChar char=""/>
              <a:tabLst>
                <a:tab pos="431165" algn="l"/>
                <a:tab pos="431800" algn="l"/>
                <a:tab pos="2033270" algn="l"/>
                <a:tab pos="4086860" algn="l"/>
                <a:tab pos="5584825" algn="l"/>
                <a:tab pos="7170420" algn="l"/>
                <a:tab pos="8270875" algn="l"/>
              </a:tabLst>
            </a:pPr>
            <a:r>
              <a:rPr sz="2400" i="1" dirty="0">
                <a:latin typeface="Times New Roman"/>
                <a:cs typeface="Times New Roman"/>
              </a:rPr>
              <a:t>Example:	</a:t>
            </a:r>
            <a:r>
              <a:rPr sz="2400" i="1" spc="-25" dirty="0">
                <a:latin typeface="Times New Roman"/>
                <a:cs typeface="Times New Roman"/>
              </a:rPr>
              <a:t>Loudspeaker,	</a:t>
            </a:r>
            <a:r>
              <a:rPr sz="2400" i="1" spc="-5" dirty="0">
                <a:latin typeface="Times New Roman"/>
                <a:cs typeface="Times New Roman"/>
              </a:rPr>
              <a:t>personal	computer	(PC),	</a:t>
            </a:r>
            <a:r>
              <a:rPr sz="2400" i="1" dirty="0">
                <a:latin typeface="Times New Roman"/>
                <a:cs typeface="Times New Roman"/>
              </a:rPr>
              <a:t>tape-</a:t>
            </a:r>
            <a:endParaRPr sz="2400" dirty="0">
              <a:latin typeface="Times New Roman"/>
              <a:cs typeface="Times New Roman"/>
            </a:endParaRPr>
          </a:p>
          <a:p>
            <a:pPr marL="431800">
              <a:spcBef>
                <a:spcPts val="5"/>
              </a:spcBef>
            </a:pPr>
            <a:r>
              <a:rPr sz="2400" i="1" spc="-20" dirty="0">
                <a:latin typeface="Times New Roman"/>
                <a:cs typeface="Times New Roman"/>
              </a:rPr>
              <a:t>recorders.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8478139" y="6549754"/>
            <a:ext cx="281304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1425"/>
              </a:lnSpc>
            </a:pPr>
            <a:r>
              <a:rPr lang="en-IN"/>
              <a:t>[</a:t>
            </a:r>
            <a:fld id="{81D60167-4931-47E6-BA6A-407CBD079E47}" type="slidenum">
              <a:rPr spc="-5" smtClean="0"/>
              <a:pPr marL="12700">
                <a:lnSpc>
                  <a:spcPts val="1425"/>
                </a:lnSpc>
              </a:pPr>
              <a:t>5</a:t>
            </a:fld>
            <a:r>
              <a:t>]</a:t>
            </a:r>
            <a:endParaRPr dirty="0"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593643" y="380458"/>
            <a:ext cx="8158938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Introduction </a:t>
            </a:r>
            <a:r>
              <a:rPr spc="-175" dirty="0"/>
              <a:t>To </a:t>
            </a:r>
            <a:r>
              <a:rPr spc="-5" dirty="0"/>
              <a:t>Communication</a:t>
            </a:r>
            <a:r>
              <a:rPr spc="200" dirty="0"/>
              <a:t> </a:t>
            </a:r>
            <a:r>
              <a:rPr sz="2400" dirty="0"/>
              <a:t>contd.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EE9E29CA-3EBD-436A-B516-3F7F1F4DA5F2}"/>
                  </a:ext>
                </a:extLst>
              </p14:cNvPr>
              <p14:cNvContentPartPr/>
              <p14:nvPr/>
            </p14:nvContentPartPr>
            <p14:xfrm>
              <a:off x="2305800" y="2698200"/>
              <a:ext cx="7995960" cy="35755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EE9E29CA-3EBD-436A-B516-3F7F1F4DA5F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296440" y="2688840"/>
                <a:ext cx="8014680" cy="35942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64791" y="990600"/>
            <a:ext cx="8750808" cy="152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220203" y="5817819"/>
            <a:ext cx="23069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4925">
              <a:spcBef>
                <a:spcPts val="100"/>
              </a:spcBef>
            </a:pPr>
            <a:r>
              <a:rPr dirty="0">
                <a:latin typeface="Times New Roman"/>
                <a:cs typeface="Times New Roman"/>
              </a:rPr>
              <a:t>Fig.5.1.2 [Elements </a:t>
            </a:r>
            <a:r>
              <a:rPr spc="-5" dirty="0">
                <a:latin typeface="Times New Roman"/>
                <a:cs typeface="Times New Roman"/>
              </a:rPr>
              <a:t>of a  Communication</a:t>
            </a:r>
            <a:r>
              <a:rPr spc="-3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System]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24400" y="2043683"/>
            <a:ext cx="2743200" cy="344966"/>
          </a:xfrm>
          <a:prstGeom prst="rect">
            <a:avLst/>
          </a:prstGeom>
          <a:solidFill>
            <a:srgbClr val="DAC597"/>
          </a:solidFill>
          <a:ln w="9525">
            <a:solidFill>
              <a:srgbClr val="FFFFFF"/>
            </a:solidFill>
          </a:ln>
        </p:spPr>
        <p:txBody>
          <a:bodyPr vert="horz" wrap="square" lIns="0" tIns="36830" rIns="0" bIns="0" rtlCol="0">
            <a:spAutoFit/>
          </a:bodyPr>
          <a:lstStyle/>
          <a:p>
            <a:pPr marL="171450">
              <a:spcBef>
                <a:spcPts val="290"/>
              </a:spcBef>
            </a:pPr>
            <a:r>
              <a:rPr sz="2000" spc="-5" dirty="0">
                <a:latin typeface="Times New Roman"/>
                <a:cs typeface="Times New Roman"/>
              </a:rPr>
              <a:t>Communication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system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907858" y="4181666"/>
            <a:ext cx="2059305" cy="860425"/>
            <a:chOff x="383857" y="4181665"/>
            <a:chExt cx="2059305" cy="860425"/>
          </a:xfrm>
        </p:grpSpPr>
        <p:sp>
          <p:nvSpPr>
            <p:cNvPr id="6" name="object 6"/>
            <p:cNvSpPr/>
            <p:nvPr/>
          </p:nvSpPr>
          <p:spPr>
            <a:xfrm>
              <a:off x="388620" y="4186428"/>
              <a:ext cx="2049780" cy="850900"/>
            </a:xfrm>
            <a:custGeom>
              <a:avLst/>
              <a:gdLst/>
              <a:ahLst/>
              <a:cxnLst/>
              <a:rect l="l" t="t" r="r" b="b"/>
              <a:pathLst>
                <a:path w="2049780" h="850900">
                  <a:moveTo>
                    <a:pt x="1024889" y="0"/>
                  </a:moveTo>
                  <a:lnTo>
                    <a:pt x="960074" y="836"/>
                  </a:lnTo>
                  <a:lnTo>
                    <a:pt x="896330" y="3312"/>
                  </a:lnTo>
                  <a:lnTo>
                    <a:pt x="833778" y="7379"/>
                  </a:lnTo>
                  <a:lnTo>
                    <a:pt x="772536" y="12986"/>
                  </a:lnTo>
                  <a:lnTo>
                    <a:pt x="712726" y="20083"/>
                  </a:lnTo>
                  <a:lnTo>
                    <a:pt x="654468" y="28621"/>
                  </a:lnTo>
                  <a:lnTo>
                    <a:pt x="597881" y="38549"/>
                  </a:lnTo>
                  <a:lnTo>
                    <a:pt x="543086" y="49819"/>
                  </a:lnTo>
                  <a:lnTo>
                    <a:pt x="490202" y="62380"/>
                  </a:lnTo>
                  <a:lnTo>
                    <a:pt x="439350" y="76182"/>
                  </a:lnTo>
                  <a:lnTo>
                    <a:pt x="390650" y="91176"/>
                  </a:lnTo>
                  <a:lnTo>
                    <a:pt x="344221" y="107311"/>
                  </a:lnTo>
                  <a:lnTo>
                    <a:pt x="300185" y="124539"/>
                  </a:lnTo>
                  <a:lnTo>
                    <a:pt x="258660" y="142808"/>
                  </a:lnTo>
                  <a:lnTo>
                    <a:pt x="219767" y="162070"/>
                  </a:lnTo>
                  <a:lnTo>
                    <a:pt x="183627" y="182275"/>
                  </a:lnTo>
                  <a:lnTo>
                    <a:pt x="150359" y="203372"/>
                  </a:lnTo>
                  <a:lnTo>
                    <a:pt x="92918" y="248044"/>
                  </a:lnTo>
                  <a:lnTo>
                    <a:pt x="48408" y="295690"/>
                  </a:lnTo>
                  <a:lnTo>
                    <a:pt x="17787" y="345910"/>
                  </a:lnTo>
                  <a:lnTo>
                    <a:pt x="2016" y="398306"/>
                  </a:lnTo>
                  <a:lnTo>
                    <a:pt x="0" y="425196"/>
                  </a:lnTo>
                  <a:lnTo>
                    <a:pt x="2016" y="452085"/>
                  </a:lnTo>
                  <a:lnTo>
                    <a:pt x="17787" y="504481"/>
                  </a:lnTo>
                  <a:lnTo>
                    <a:pt x="48408" y="554701"/>
                  </a:lnTo>
                  <a:lnTo>
                    <a:pt x="92918" y="602347"/>
                  </a:lnTo>
                  <a:lnTo>
                    <a:pt x="150359" y="647019"/>
                  </a:lnTo>
                  <a:lnTo>
                    <a:pt x="183627" y="668116"/>
                  </a:lnTo>
                  <a:lnTo>
                    <a:pt x="219767" y="688321"/>
                  </a:lnTo>
                  <a:lnTo>
                    <a:pt x="258660" y="707583"/>
                  </a:lnTo>
                  <a:lnTo>
                    <a:pt x="300185" y="725852"/>
                  </a:lnTo>
                  <a:lnTo>
                    <a:pt x="344221" y="743080"/>
                  </a:lnTo>
                  <a:lnTo>
                    <a:pt x="390650" y="759215"/>
                  </a:lnTo>
                  <a:lnTo>
                    <a:pt x="439350" y="774209"/>
                  </a:lnTo>
                  <a:lnTo>
                    <a:pt x="490202" y="788011"/>
                  </a:lnTo>
                  <a:lnTo>
                    <a:pt x="543086" y="800572"/>
                  </a:lnTo>
                  <a:lnTo>
                    <a:pt x="597881" y="811842"/>
                  </a:lnTo>
                  <a:lnTo>
                    <a:pt x="654468" y="821770"/>
                  </a:lnTo>
                  <a:lnTo>
                    <a:pt x="712726" y="830308"/>
                  </a:lnTo>
                  <a:lnTo>
                    <a:pt x="772536" y="837405"/>
                  </a:lnTo>
                  <a:lnTo>
                    <a:pt x="833778" y="843012"/>
                  </a:lnTo>
                  <a:lnTo>
                    <a:pt x="896330" y="847079"/>
                  </a:lnTo>
                  <a:lnTo>
                    <a:pt x="960074" y="849555"/>
                  </a:lnTo>
                  <a:lnTo>
                    <a:pt x="1024889" y="850392"/>
                  </a:lnTo>
                  <a:lnTo>
                    <a:pt x="1089706" y="849555"/>
                  </a:lnTo>
                  <a:lnTo>
                    <a:pt x="1153451" y="847079"/>
                  </a:lnTo>
                  <a:lnTo>
                    <a:pt x="1216005" y="843012"/>
                  </a:lnTo>
                  <a:lnTo>
                    <a:pt x="1277247" y="837405"/>
                  </a:lnTo>
                  <a:lnTo>
                    <a:pt x="1337057" y="830308"/>
                  </a:lnTo>
                  <a:lnTo>
                    <a:pt x="1395316" y="821770"/>
                  </a:lnTo>
                  <a:lnTo>
                    <a:pt x="1451903" y="811842"/>
                  </a:lnTo>
                  <a:lnTo>
                    <a:pt x="1506699" y="800572"/>
                  </a:lnTo>
                  <a:lnTo>
                    <a:pt x="1559583" y="788011"/>
                  </a:lnTo>
                  <a:lnTo>
                    <a:pt x="1610435" y="774209"/>
                  </a:lnTo>
                  <a:lnTo>
                    <a:pt x="1659135" y="759215"/>
                  </a:lnTo>
                  <a:lnTo>
                    <a:pt x="1705563" y="743080"/>
                  </a:lnTo>
                  <a:lnTo>
                    <a:pt x="1749599" y="725852"/>
                  </a:lnTo>
                  <a:lnTo>
                    <a:pt x="1791123" y="707583"/>
                  </a:lnTo>
                  <a:lnTo>
                    <a:pt x="1830015" y="688321"/>
                  </a:lnTo>
                  <a:lnTo>
                    <a:pt x="1866156" y="668116"/>
                  </a:lnTo>
                  <a:lnTo>
                    <a:pt x="1899423" y="647019"/>
                  </a:lnTo>
                  <a:lnTo>
                    <a:pt x="1956863" y="602347"/>
                  </a:lnTo>
                  <a:lnTo>
                    <a:pt x="2001372" y="554701"/>
                  </a:lnTo>
                  <a:lnTo>
                    <a:pt x="2031993" y="504481"/>
                  </a:lnTo>
                  <a:lnTo>
                    <a:pt x="2047763" y="452085"/>
                  </a:lnTo>
                  <a:lnTo>
                    <a:pt x="2049780" y="425196"/>
                  </a:lnTo>
                  <a:lnTo>
                    <a:pt x="2047763" y="398306"/>
                  </a:lnTo>
                  <a:lnTo>
                    <a:pt x="2031993" y="345910"/>
                  </a:lnTo>
                  <a:lnTo>
                    <a:pt x="2001372" y="295690"/>
                  </a:lnTo>
                  <a:lnTo>
                    <a:pt x="1956863" y="248044"/>
                  </a:lnTo>
                  <a:lnTo>
                    <a:pt x="1899423" y="203372"/>
                  </a:lnTo>
                  <a:lnTo>
                    <a:pt x="1866156" y="182275"/>
                  </a:lnTo>
                  <a:lnTo>
                    <a:pt x="1830015" y="162070"/>
                  </a:lnTo>
                  <a:lnTo>
                    <a:pt x="1791123" y="142808"/>
                  </a:lnTo>
                  <a:lnTo>
                    <a:pt x="1749599" y="124539"/>
                  </a:lnTo>
                  <a:lnTo>
                    <a:pt x="1705563" y="107311"/>
                  </a:lnTo>
                  <a:lnTo>
                    <a:pt x="1659135" y="91176"/>
                  </a:lnTo>
                  <a:lnTo>
                    <a:pt x="1610435" y="76182"/>
                  </a:lnTo>
                  <a:lnTo>
                    <a:pt x="1559583" y="62380"/>
                  </a:lnTo>
                  <a:lnTo>
                    <a:pt x="1506699" y="49819"/>
                  </a:lnTo>
                  <a:lnTo>
                    <a:pt x="1451903" y="38549"/>
                  </a:lnTo>
                  <a:lnTo>
                    <a:pt x="1395316" y="28621"/>
                  </a:lnTo>
                  <a:lnTo>
                    <a:pt x="1337057" y="20083"/>
                  </a:lnTo>
                  <a:lnTo>
                    <a:pt x="1277247" y="12986"/>
                  </a:lnTo>
                  <a:lnTo>
                    <a:pt x="1216005" y="7379"/>
                  </a:lnTo>
                  <a:lnTo>
                    <a:pt x="1153451" y="3312"/>
                  </a:lnTo>
                  <a:lnTo>
                    <a:pt x="1089706" y="836"/>
                  </a:lnTo>
                  <a:lnTo>
                    <a:pt x="1024889" y="0"/>
                  </a:lnTo>
                  <a:close/>
                </a:path>
              </a:pathLst>
            </a:custGeom>
            <a:solidFill>
              <a:srgbClr val="DAC59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88620" y="4186428"/>
              <a:ext cx="2049780" cy="850900"/>
            </a:xfrm>
            <a:custGeom>
              <a:avLst/>
              <a:gdLst/>
              <a:ahLst/>
              <a:cxnLst/>
              <a:rect l="l" t="t" r="r" b="b"/>
              <a:pathLst>
                <a:path w="2049780" h="850900">
                  <a:moveTo>
                    <a:pt x="0" y="425196"/>
                  </a:moveTo>
                  <a:lnTo>
                    <a:pt x="7985" y="371861"/>
                  </a:lnTo>
                  <a:lnTo>
                    <a:pt x="31301" y="320503"/>
                  </a:lnTo>
                  <a:lnTo>
                    <a:pt x="68987" y="271521"/>
                  </a:lnTo>
                  <a:lnTo>
                    <a:pt x="120082" y="225311"/>
                  </a:lnTo>
                  <a:lnTo>
                    <a:pt x="183627" y="182275"/>
                  </a:lnTo>
                  <a:lnTo>
                    <a:pt x="219767" y="162070"/>
                  </a:lnTo>
                  <a:lnTo>
                    <a:pt x="258660" y="142808"/>
                  </a:lnTo>
                  <a:lnTo>
                    <a:pt x="300185" y="124539"/>
                  </a:lnTo>
                  <a:lnTo>
                    <a:pt x="344221" y="107311"/>
                  </a:lnTo>
                  <a:lnTo>
                    <a:pt x="390650" y="91176"/>
                  </a:lnTo>
                  <a:lnTo>
                    <a:pt x="439350" y="76182"/>
                  </a:lnTo>
                  <a:lnTo>
                    <a:pt x="490202" y="62380"/>
                  </a:lnTo>
                  <a:lnTo>
                    <a:pt x="543086" y="49819"/>
                  </a:lnTo>
                  <a:lnTo>
                    <a:pt x="597881" y="38549"/>
                  </a:lnTo>
                  <a:lnTo>
                    <a:pt x="654468" y="28621"/>
                  </a:lnTo>
                  <a:lnTo>
                    <a:pt x="712726" y="20083"/>
                  </a:lnTo>
                  <a:lnTo>
                    <a:pt x="772536" y="12986"/>
                  </a:lnTo>
                  <a:lnTo>
                    <a:pt x="833778" y="7379"/>
                  </a:lnTo>
                  <a:lnTo>
                    <a:pt x="896330" y="3312"/>
                  </a:lnTo>
                  <a:lnTo>
                    <a:pt x="960074" y="836"/>
                  </a:lnTo>
                  <a:lnTo>
                    <a:pt x="1024889" y="0"/>
                  </a:lnTo>
                  <a:lnTo>
                    <a:pt x="1089706" y="836"/>
                  </a:lnTo>
                  <a:lnTo>
                    <a:pt x="1153451" y="3312"/>
                  </a:lnTo>
                  <a:lnTo>
                    <a:pt x="1216005" y="7379"/>
                  </a:lnTo>
                  <a:lnTo>
                    <a:pt x="1277247" y="12986"/>
                  </a:lnTo>
                  <a:lnTo>
                    <a:pt x="1337057" y="20083"/>
                  </a:lnTo>
                  <a:lnTo>
                    <a:pt x="1395316" y="28621"/>
                  </a:lnTo>
                  <a:lnTo>
                    <a:pt x="1451903" y="38549"/>
                  </a:lnTo>
                  <a:lnTo>
                    <a:pt x="1506699" y="49819"/>
                  </a:lnTo>
                  <a:lnTo>
                    <a:pt x="1559583" y="62380"/>
                  </a:lnTo>
                  <a:lnTo>
                    <a:pt x="1610435" y="76182"/>
                  </a:lnTo>
                  <a:lnTo>
                    <a:pt x="1659135" y="91176"/>
                  </a:lnTo>
                  <a:lnTo>
                    <a:pt x="1705563" y="107311"/>
                  </a:lnTo>
                  <a:lnTo>
                    <a:pt x="1749599" y="124539"/>
                  </a:lnTo>
                  <a:lnTo>
                    <a:pt x="1791123" y="142808"/>
                  </a:lnTo>
                  <a:lnTo>
                    <a:pt x="1830015" y="162070"/>
                  </a:lnTo>
                  <a:lnTo>
                    <a:pt x="1866156" y="182275"/>
                  </a:lnTo>
                  <a:lnTo>
                    <a:pt x="1899423" y="203372"/>
                  </a:lnTo>
                  <a:lnTo>
                    <a:pt x="1956863" y="248044"/>
                  </a:lnTo>
                  <a:lnTo>
                    <a:pt x="2001372" y="295690"/>
                  </a:lnTo>
                  <a:lnTo>
                    <a:pt x="2031993" y="345910"/>
                  </a:lnTo>
                  <a:lnTo>
                    <a:pt x="2047763" y="398306"/>
                  </a:lnTo>
                  <a:lnTo>
                    <a:pt x="2049780" y="425196"/>
                  </a:lnTo>
                  <a:lnTo>
                    <a:pt x="2047763" y="452085"/>
                  </a:lnTo>
                  <a:lnTo>
                    <a:pt x="2031993" y="504481"/>
                  </a:lnTo>
                  <a:lnTo>
                    <a:pt x="2001372" y="554701"/>
                  </a:lnTo>
                  <a:lnTo>
                    <a:pt x="1956863" y="602347"/>
                  </a:lnTo>
                  <a:lnTo>
                    <a:pt x="1899423" y="647019"/>
                  </a:lnTo>
                  <a:lnTo>
                    <a:pt x="1866156" y="668116"/>
                  </a:lnTo>
                  <a:lnTo>
                    <a:pt x="1830015" y="688321"/>
                  </a:lnTo>
                  <a:lnTo>
                    <a:pt x="1791123" y="707583"/>
                  </a:lnTo>
                  <a:lnTo>
                    <a:pt x="1749599" y="725852"/>
                  </a:lnTo>
                  <a:lnTo>
                    <a:pt x="1705563" y="743080"/>
                  </a:lnTo>
                  <a:lnTo>
                    <a:pt x="1659135" y="759215"/>
                  </a:lnTo>
                  <a:lnTo>
                    <a:pt x="1610435" y="774209"/>
                  </a:lnTo>
                  <a:lnTo>
                    <a:pt x="1559583" y="788011"/>
                  </a:lnTo>
                  <a:lnTo>
                    <a:pt x="1506699" y="800572"/>
                  </a:lnTo>
                  <a:lnTo>
                    <a:pt x="1451903" y="811842"/>
                  </a:lnTo>
                  <a:lnTo>
                    <a:pt x="1395316" y="821770"/>
                  </a:lnTo>
                  <a:lnTo>
                    <a:pt x="1337057" y="830308"/>
                  </a:lnTo>
                  <a:lnTo>
                    <a:pt x="1277247" y="837405"/>
                  </a:lnTo>
                  <a:lnTo>
                    <a:pt x="1216005" y="843012"/>
                  </a:lnTo>
                  <a:lnTo>
                    <a:pt x="1153451" y="847079"/>
                  </a:lnTo>
                  <a:lnTo>
                    <a:pt x="1089706" y="849555"/>
                  </a:lnTo>
                  <a:lnTo>
                    <a:pt x="1024889" y="850392"/>
                  </a:lnTo>
                  <a:lnTo>
                    <a:pt x="960074" y="849555"/>
                  </a:lnTo>
                  <a:lnTo>
                    <a:pt x="896330" y="847079"/>
                  </a:lnTo>
                  <a:lnTo>
                    <a:pt x="833778" y="843012"/>
                  </a:lnTo>
                  <a:lnTo>
                    <a:pt x="772536" y="837405"/>
                  </a:lnTo>
                  <a:lnTo>
                    <a:pt x="712726" y="830308"/>
                  </a:lnTo>
                  <a:lnTo>
                    <a:pt x="654468" y="821770"/>
                  </a:lnTo>
                  <a:lnTo>
                    <a:pt x="597881" y="811842"/>
                  </a:lnTo>
                  <a:lnTo>
                    <a:pt x="543086" y="800572"/>
                  </a:lnTo>
                  <a:lnTo>
                    <a:pt x="490202" y="788011"/>
                  </a:lnTo>
                  <a:lnTo>
                    <a:pt x="439350" y="774209"/>
                  </a:lnTo>
                  <a:lnTo>
                    <a:pt x="390650" y="759215"/>
                  </a:lnTo>
                  <a:lnTo>
                    <a:pt x="344221" y="743080"/>
                  </a:lnTo>
                  <a:lnTo>
                    <a:pt x="300185" y="725852"/>
                  </a:lnTo>
                  <a:lnTo>
                    <a:pt x="258660" y="707583"/>
                  </a:lnTo>
                  <a:lnTo>
                    <a:pt x="219767" y="688321"/>
                  </a:lnTo>
                  <a:lnTo>
                    <a:pt x="183627" y="668116"/>
                  </a:lnTo>
                  <a:lnTo>
                    <a:pt x="150359" y="647019"/>
                  </a:lnTo>
                  <a:lnTo>
                    <a:pt x="92918" y="602347"/>
                  </a:lnTo>
                  <a:lnTo>
                    <a:pt x="48408" y="554701"/>
                  </a:lnTo>
                  <a:lnTo>
                    <a:pt x="17787" y="504481"/>
                  </a:lnTo>
                  <a:lnTo>
                    <a:pt x="2016" y="452085"/>
                  </a:lnTo>
                  <a:lnTo>
                    <a:pt x="0" y="425196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315057" y="4335271"/>
            <a:ext cx="1242060" cy="636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spcBef>
                <a:spcPts val="100"/>
              </a:spcBef>
            </a:pPr>
            <a:r>
              <a:rPr sz="2000" spc="-75" dirty="0">
                <a:latin typeface="Times New Roman"/>
                <a:cs typeface="Times New Roman"/>
              </a:rPr>
              <a:t>T</a:t>
            </a:r>
            <a:r>
              <a:rPr sz="2000" dirty="0">
                <a:latin typeface="Times New Roman"/>
                <a:cs typeface="Times New Roman"/>
              </a:rPr>
              <a:t>ra</a:t>
            </a:r>
            <a:r>
              <a:rPr sz="2000" spc="5" dirty="0">
                <a:latin typeface="Times New Roman"/>
                <a:cs typeface="Times New Roman"/>
              </a:rPr>
              <a:t>n</a:t>
            </a:r>
            <a:r>
              <a:rPr sz="2000" dirty="0">
                <a:latin typeface="Times New Roman"/>
                <a:cs typeface="Times New Roman"/>
              </a:rPr>
              <a:t>s</a:t>
            </a:r>
            <a:r>
              <a:rPr sz="2000" spc="-25" dirty="0">
                <a:latin typeface="Times New Roman"/>
                <a:cs typeface="Times New Roman"/>
              </a:rPr>
              <a:t>m</a:t>
            </a:r>
            <a:r>
              <a:rPr sz="2000" dirty="0">
                <a:latin typeface="Times New Roman"/>
                <a:cs typeface="Times New Roman"/>
              </a:rPr>
              <a:t>i</a:t>
            </a:r>
            <a:r>
              <a:rPr sz="2000" spc="-10" dirty="0">
                <a:latin typeface="Times New Roman"/>
                <a:cs typeface="Times New Roman"/>
              </a:rPr>
              <a:t>t</a:t>
            </a:r>
            <a:r>
              <a:rPr sz="2000" dirty="0">
                <a:latin typeface="Times New Roman"/>
                <a:cs typeface="Times New Roman"/>
              </a:rPr>
              <a:t>t</a:t>
            </a:r>
            <a:r>
              <a:rPr sz="2000" spc="-10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d</a:t>
            </a:r>
            <a:endParaRPr sz="2000">
              <a:latin typeface="Times New Roman"/>
              <a:cs typeface="Times New Roman"/>
            </a:endParaRPr>
          </a:p>
          <a:p>
            <a:pPr marL="1270" algn="ctr"/>
            <a:r>
              <a:rPr sz="2000" dirty="0">
                <a:latin typeface="Times New Roman"/>
                <a:cs typeface="Times New Roman"/>
              </a:rPr>
              <a:t>Signal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8377238" y="4181666"/>
            <a:ext cx="1762125" cy="822325"/>
            <a:chOff x="6853237" y="4181665"/>
            <a:chExt cx="1762125" cy="822325"/>
          </a:xfrm>
        </p:grpSpPr>
        <p:sp>
          <p:nvSpPr>
            <p:cNvPr id="10" name="object 10"/>
            <p:cNvSpPr/>
            <p:nvPr/>
          </p:nvSpPr>
          <p:spPr>
            <a:xfrm>
              <a:off x="6858000" y="4186428"/>
              <a:ext cx="1752600" cy="812800"/>
            </a:xfrm>
            <a:custGeom>
              <a:avLst/>
              <a:gdLst/>
              <a:ahLst/>
              <a:cxnLst/>
              <a:rect l="l" t="t" r="r" b="b"/>
              <a:pathLst>
                <a:path w="1752600" h="812800">
                  <a:moveTo>
                    <a:pt x="876300" y="0"/>
                  </a:moveTo>
                  <a:lnTo>
                    <a:pt x="810896" y="1114"/>
                  </a:lnTo>
                  <a:lnTo>
                    <a:pt x="746800" y="4404"/>
                  </a:lnTo>
                  <a:lnTo>
                    <a:pt x="684178" y="9791"/>
                  </a:lnTo>
                  <a:lnTo>
                    <a:pt x="623202" y="17197"/>
                  </a:lnTo>
                  <a:lnTo>
                    <a:pt x="564039" y="26544"/>
                  </a:lnTo>
                  <a:lnTo>
                    <a:pt x="506861" y="37752"/>
                  </a:lnTo>
                  <a:lnTo>
                    <a:pt x="451835" y="50743"/>
                  </a:lnTo>
                  <a:lnTo>
                    <a:pt x="399132" y="65439"/>
                  </a:lnTo>
                  <a:lnTo>
                    <a:pt x="348920" y="81760"/>
                  </a:lnTo>
                  <a:lnTo>
                    <a:pt x="301370" y="99629"/>
                  </a:lnTo>
                  <a:lnTo>
                    <a:pt x="256651" y="118967"/>
                  </a:lnTo>
                  <a:lnTo>
                    <a:pt x="214931" y="139695"/>
                  </a:lnTo>
                  <a:lnTo>
                    <a:pt x="176381" y="161734"/>
                  </a:lnTo>
                  <a:lnTo>
                    <a:pt x="141169" y="185006"/>
                  </a:lnTo>
                  <a:lnTo>
                    <a:pt x="109466" y="209433"/>
                  </a:lnTo>
                  <a:lnTo>
                    <a:pt x="57261" y="261436"/>
                  </a:lnTo>
                  <a:lnTo>
                    <a:pt x="21122" y="317114"/>
                  </a:lnTo>
                  <a:lnTo>
                    <a:pt x="2403" y="375838"/>
                  </a:lnTo>
                  <a:lnTo>
                    <a:pt x="0" y="406146"/>
                  </a:lnTo>
                  <a:lnTo>
                    <a:pt x="2403" y="436453"/>
                  </a:lnTo>
                  <a:lnTo>
                    <a:pt x="21122" y="495177"/>
                  </a:lnTo>
                  <a:lnTo>
                    <a:pt x="57261" y="550855"/>
                  </a:lnTo>
                  <a:lnTo>
                    <a:pt x="109466" y="602858"/>
                  </a:lnTo>
                  <a:lnTo>
                    <a:pt x="141169" y="627285"/>
                  </a:lnTo>
                  <a:lnTo>
                    <a:pt x="176381" y="650557"/>
                  </a:lnTo>
                  <a:lnTo>
                    <a:pt x="214931" y="672596"/>
                  </a:lnTo>
                  <a:lnTo>
                    <a:pt x="256651" y="693324"/>
                  </a:lnTo>
                  <a:lnTo>
                    <a:pt x="301370" y="712662"/>
                  </a:lnTo>
                  <a:lnTo>
                    <a:pt x="348920" y="730531"/>
                  </a:lnTo>
                  <a:lnTo>
                    <a:pt x="399132" y="746852"/>
                  </a:lnTo>
                  <a:lnTo>
                    <a:pt x="451835" y="761548"/>
                  </a:lnTo>
                  <a:lnTo>
                    <a:pt x="506861" y="774539"/>
                  </a:lnTo>
                  <a:lnTo>
                    <a:pt x="564039" y="785747"/>
                  </a:lnTo>
                  <a:lnTo>
                    <a:pt x="623202" y="795094"/>
                  </a:lnTo>
                  <a:lnTo>
                    <a:pt x="684178" y="802500"/>
                  </a:lnTo>
                  <a:lnTo>
                    <a:pt x="746800" y="807887"/>
                  </a:lnTo>
                  <a:lnTo>
                    <a:pt x="810896" y="811177"/>
                  </a:lnTo>
                  <a:lnTo>
                    <a:pt x="876300" y="812292"/>
                  </a:lnTo>
                  <a:lnTo>
                    <a:pt x="941703" y="811177"/>
                  </a:lnTo>
                  <a:lnTo>
                    <a:pt x="1005799" y="807887"/>
                  </a:lnTo>
                  <a:lnTo>
                    <a:pt x="1068421" y="802500"/>
                  </a:lnTo>
                  <a:lnTo>
                    <a:pt x="1129397" y="795094"/>
                  </a:lnTo>
                  <a:lnTo>
                    <a:pt x="1188560" y="785747"/>
                  </a:lnTo>
                  <a:lnTo>
                    <a:pt x="1245738" y="774539"/>
                  </a:lnTo>
                  <a:lnTo>
                    <a:pt x="1300764" y="761548"/>
                  </a:lnTo>
                  <a:lnTo>
                    <a:pt x="1353467" y="746852"/>
                  </a:lnTo>
                  <a:lnTo>
                    <a:pt x="1403679" y="730531"/>
                  </a:lnTo>
                  <a:lnTo>
                    <a:pt x="1451229" y="712662"/>
                  </a:lnTo>
                  <a:lnTo>
                    <a:pt x="1495948" y="693324"/>
                  </a:lnTo>
                  <a:lnTo>
                    <a:pt x="1537668" y="672596"/>
                  </a:lnTo>
                  <a:lnTo>
                    <a:pt x="1576218" y="650557"/>
                  </a:lnTo>
                  <a:lnTo>
                    <a:pt x="1611430" y="627285"/>
                  </a:lnTo>
                  <a:lnTo>
                    <a:pt x="1643133" y="602858"/>
                  </a:lnTo>
                  <a:lnTo>
                    <a:pt x="1695338" y="550855"/>
                  </a:lnTo>
                  <a:lnTo>
                    <a:pt x="1731477" y="495177"/>
                  </a:lnTo>
                  <a:lnTo>
                    <a:pt x="1750196" y="436453"/>
                  </a:lnTo>
                  <a:lnTo>
                    <a:pt x="1752600" y="406146"/>
                  </a:lnTo>
                  <a:lnTo>
                    <a:pt x="1750196" y="375838"/>
                  </a:lnTo>
                  <a:lnTo>
                    <a:pt x="1731477" y="317114"/>
                  </a:lnTo>
                  <a:lnTo>
                    <a:pt x="1695338" y="261436"/>
                  </a:lnTo>
                  <a:lnTo>
                    <a:pt x="1643133" y="209433"/>
                  </a:lnTo>
                  <a:lnTo>
                    <a:pt x="1611430" y="185006"/>
                  </a:lnTo>
                  <a:lnTo>
                    <a:pt x="1576218" y="161734"/>
                  </a:lnTo>
                  <a:lnTo>
                    <a:pt x="1537668" y="139695"/>
                  </a:lnTo>
                  <a:lnTo>
                    <a:pt x="1495948" y="118967"/>
                  </a:lnTo>
                  <a:lnTo>
                    <a:pt x="1451229" y="99629"/>
                  </a:lnTo>
                  <a:lnTo>
                    <a:pt x="1403679" y="81760"/>
                  </a:lnTo>
                  <a:lnTo>
                    <a:pt x="1353467" y="65439"/>
                  </a:lnTo>
                  <a:lnTo>
                    <a:pt x="1300764" y="50743"/>
                  </a:lnTo>
                  <a:lnTo>
                    <a:pt x="1245738" y="37752"/>
                  </a:lnTo>
                  <a:lnTo>
                    <a:pt x="1188560" y="26544"/>
                  </a:lnTo>
                  <a:lnTo>
                    <a:pt x="1129397" y="17197"/>
                  </a:lnTo>
                  <a:lnTo>
                    <a:pt x="1068421" y="9791"/>
                  </a:lnTo>
                  <a:lnTo>
                    <a:pt x="1005799" y="4404"/>
                  </a:lnTo>
                  <a:lnTo>
                    <a:pt x="941703" y="1114"/>
                  </a:lnTo>
                  <a:lnTo>
                    <a:pt x="876300" y="0"/>
                  </a:lnTo>
                  <a:close/>
                </a:path>
              </a:pathLst>
            </a:custGeom>
            <a:solidFill>
              <a:srgbClr val="DAC59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858000" y="4186428"/>
              <a:ext cx="1752600" cy="812800"/>
            </a:xfrm>
            <a:custGeom>
              <a:avLst/>
              <a:gdLst/>
              <a:ahLst/>
              <a:cxnLst/>
              <a:rect l="l" t="t" r="r" b="b"/>
              <a:pathLst>
                <a:path w="1752600" h="812800">
                  <a:moveTo>
                    <a:pt x="0" y="406146"/>
                  </a:moveTo>
                  <a:lnTo>
                    <a:pt x="9500" y="346134"/>
                  </a:lnTo>
                  <a:lnTo>
                    <a:pt x="37099" y="288855"/>
                  </a:lnTo>
                  <a:lnTo>
                    <a:pt x="81440" y="234936"/>
                  </a:lnTo>
                  <a:lnTo>
                    <a:pt x="141169" y="185006"/>
                  </a:lnTo>
                  <a:lnTo>
                    <a:pt x="176381" y="161734"/>
                  </a:lnTo>
                  <a:lnTo>
                    <a:pt x="214931" y="139695"/>
                  </a:lnTo>
                  <a:lnTo>
                    <a:pt x="256651" y="118967"/>
                  </a:lnTo>
                  <a:lnTo>
                    <a:pt x="301370" y="99629"/>
                  </a:lnTo>
                  <a:lnTo>
                    <a:pt x="348920" y="81760"/>
                  </a:lnTo>
                  <a:lnTo>
                    <a:pt x="399132" y="65439"/>
                  </a:lnTo>
                  <a:lnTo>
                    <a:pt x="451835" y="50743"/>
                  </a:lnTo>
                  <a:lnTo>
                    <a:pt x="506861" y="37752"/>
                  </a:lnTo>
                  <a:lnTo>
                    <a:pt x="564039" y="26544"/>
                  </a:lnTo>
                  <a:lnTo>
                    <a:pt x="623202" y="17197"/>
                  </a:lnTo>
                  <a:lnTo>
                    <a:pt x="684178" y="9791"/>
                  </a:lnTo>
                  <a:lnTo>
                    <a:pt x="746800" y="4404"/>
                  </a:lnTo>
                  <a:lnTo>
                    <a:pt x="810896" y="1114"/>
                  </a:lnTo>
                  <a:lnTo>
                    <a:pt x="876300" y="0"/>
                  </a:lnTo>
                  <a:lnTo>
                    <a:pt x="941703" y="1114"/>
                  </a:lnTo>
                  <a:lnTo>
                    <a:pt x="1005799" y="4404"/>
                  </a:lnTo>
                  <a:lnTo>
                    <a:pt x="1068421" y="9791"/>
                  </a:lnTo>
                  <a:lnTo>
                    <a:pt x="1129397" y="17197"/>
                  </a:lnTo>
                  <a:lnTo>
                    <a:pt x="1188560" y="26544"/>
                  </a:lnTo>
                  <a:lnTo>
                    <a:pt x="1245738" y="37752"/>
                  </a:lnTo>
                  <a:lnTo>
                    <a:pt x="1300764" y="50743"/>
                  </a:lnTo>
                  <a:lnTo>
                    <a:pt x="1353467" y="65439"/>
                  </a:lnTo>
                  <a:lnTo>
                    <a:pt x="1403679" y="81760"/>
                  </a:lnTo>
                  <a:lnTo>
                    <a:pt x="1451229" y="99629"/>
                  </a:lnTo>
                  <a:lnTo>
                    <a:pt x="1495948" y="118967"/>
                  </a:lnTo>
                  <a:lnTo>
                    <a:pt x="1537668" y="139695"/>
                  </a:lnTo>
                  <a:lnTo>
                    <a:pt x="1576218" y="161734"/>
                  </a:lnTo>
                  <a:lnTo>
                    <a:pt x="1611430" y="185006"/>
                  </a:lnTo>
                  <a:lnTo>
                    <a:pt x="1643133" y="209433"/>
                  </a:lnTo>
                  <a:lnTo>
                    <a:pt x="1695338" y="261436"/>
                  </a:lnTo>
                  <a:lnTo>
                    <a:pt x="1731477" y="317114"/>
                  </a:lnTo>
                  <a:lnTo>
                    <a:pt x="1750196" y="375838"/>
                  </a:lnTo>
                  <a:lnTo>
                    <a:pt x="1752600" y="406146"/>
                  </a:lnTo>
                  <a:lnTo>
                    <a:pt x="1750196" y="436453"/>
                  </a:lnTo>
                  <a:lnTo>
                    <a:pt x="1731477" y="495177"/>
                  </a:lnTo>
                  <a:lnTo>
                    <a:pt x="1695338" y="550855"/>
                  </a:lnTo>
                  <a:lnTo>
                    <a:pt x="1643133" y="602858"/>
                  </a:lnTo>
                  <a:lnTo>
                    <a:pt x="1611430" y="627285"/>
                  </a:lnTo>
                  <a:lnTo>
                    <a:pt x="1576218" y="650557"/>
                  </a:lnTo>
                  <a:lnTo>
                    <a:pt x="1537668" y="672596"/>
                  </a:lnTo>
                  <a:lnTo>
                    <a:pt x="1495948" y="693324"/>
                  </a:lnTo>
                  <a:lnTo>
                    <a:pt x="1451229" y="712662"/>
                  </a:lnTo>
                  <a:lnTo>
                    <a:pt x="1403679" y="730531"/>
                  </a:lnTo>
                  <a:lnTo>
                    <a:pt x="1353467" y="746852"/>
                  </a:lnTo>
                  <a:lnTo>
                    <a:pt x="1300764" y="761548"/>
                  </a:lnTo>
                  <a:lnTo>
                    <a:pt x="1245738" y="774539"/>
                  </a:lnTo>
                  <a:lnTo>
                    <a:pt x="1188560" y="785747"/>
                  </a:lnTo>
                  <a:lnTo>
                    <a:pt x="1129397" y="795094"/>
                  </a:lnTo>
                  <a:lnTo>
                    <a:pt x="1068421" y="802500"/>
                  </a:lnTo>
                  <a:lnTo>
                    <a:pt x="1005799" y="807887"/>
                  </a:lnTo>
                  <a:lnTo>
                    <a:pt x="941703" y="811177"/>
                  </a:lnTo>
                  <a:lnTo>
                    <a:pt x="876300" y="812292"/>
                  </a:lnTo>
                  <a:lnTo>
                    <a:pt x="810896" y="811177"/>
                  </a:lnTo>
                  <a:lnTo>
                    <a:pt x="746800" y="807887"/>
                  </a:lnTo>
                  <a:lnTo>
                    <a:pt x="684178" y="802500"/>
                  </a:lnTo>
                  <a:lnTo>
                    <a:pt x="623202" y="795094"/>
                  </a:lnTo>
                  <a:lnTo>
                    <a:pt x="564039" y="785747"/>
                  </a:lnTo>
                  <a:lnTo>
                    <a:pt x="506861" y="774539"/>
                  </a:lnTo>
                  <a:lnTo>
                    <a:pt x="451835" y="761548"/>
                  </a:lnTo>
                  <a:lnTo>
                    <a:pt x="399132" y="746852"/>
                  </a:lnTo>
                  <a:lnTo>
                    <a:pt x="348920" y="730531"/>
                  </a:lnTo>
                  <a:lnTo>
                    <a:pt x="301370" y="712662"/>
                  </a:lnTo>
                  <a:lnTo>
                    <a:pt x="256651" y="693324"/>
                  </a:lnTo>
                  <a:lnTo>
                    <a:pt x="214931" y="672596"/>
                  </a:lnTo>
                  <a:lnTo>
                    <a:pt x="176381" y="650557"/>
                  </a:lnTo>
                  <a:lnTo>
                    <a:pt x="141169" y="627285"/>
                  </a:lnTo>
                  <a:lnTo>
                    <a:pt x="109466" y="602858"/>
                  </a:lnTo>
                  <a:lnTo>
                    <a:pt x="57261" y="550855"/>
                  </a:lnTo>
                  <a:lnTo>
                    <a:pt x="21122" y="495177"/>
                  </a:lnTo>
                  <a:lnTo>
                    <a:pt x="2403" y="436453"/>
                  </a:lnTo>
                  <a:lnTo>
                    <a:pt x="0" y="406146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8773795" y="4329811"/>
            <a:ext cx="97091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0020" marR="5080" indent="-147955">
              <a:spcBef>
                <a:spcPts val="100"/>
              </a:spcBef>
            </a:pPr>
            <a:r>
              <a:rPr sz="2000" dirty="0">
                <a:latin typeface="Times New Roman"/>
                <a:cs typeface="Times New Roman"/>
              </a:rPr>
              <a:t>R</a:t>
            </a:r>
            <a:r>
              <a:rPr sz="2000" spc="-10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ce</a:t>
            </a:r>
            <a:r>
              <a:rPr sz="2000" spc="-10" dirty="0">
                <a:latin typeface="Times New Roman"/>
                <a:cs typeface="Times New Roman"/>
              </a:rPr>
              <a:t>i</a:t>
            </a:r>
            <a:r>
              <a:rPr sz="2000" dirty="0">
                <a:latin typeface="Times New Roman"/>
                <a:cs typeface="Times New Roman"/>
              </a:rPr>
              <a:t>ved  Signal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601723" y="2505455"/>
            <a:ext cx="2507742" cy="136321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853286" y="2658568"/>
            <a:ext cx="2007235" cy="9410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spcBef>
                <a:spcPts val="105"/>
              </a:spcBef>
            </a:pPr>
            <a:r>
              <a:rPr sz="2000" spc="-5" dirty="0">
                <a:latin typeface="Times New Roman"/>
                <a:cs typeface="Times New Roman"/>
              </a:rPr>
              <a:t>Information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Source</a:t>
            </a:r>
            <a:endParaRPr sz="20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&amp;</a:t>
            </a:r>
            <a:endParaRPr sz="20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Input</a:t>
            </a:r>
            <a:r>
              <a:rPr sz="2000" spc="-8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Transducer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7615238" y="1595438"/>
            <a:ext cx="2905125" cy="896619"/>
            <a:chOff x="6091237" y="1595437"/>
            <a:chExt cx="2905125" cy="896619"/>
          </a:xfrm>
        </p:grpSpPr>
        <p:sp>
          <p:nvSpPr>
            <p:cNvPr id="16" name="object 16"/>
            <p:cNvSpPr/>
            <p:nvPr/>
          </p:nvSpPr>
          <p:spPr>
            <a:xfrm>
              <a:off x="6096000" y="1600200"/>
              <a:ext cx="2895600" cy="887094"/>
            </a:xfrm>
            <a:custGeom>
              <a:avLst/>
              <a:gdLst/>
              <a:ahLst/>
              <a:cxnLst/>
              <a:rect l="l" t="t" r="r" b="b"/>
              <a:pathLst>
                <a:path w="2895600" h="887094">
                  <a:moveTo>
                    <a:pt x="1447800" y="0"/>
                  </a:moveTo>
                  <a:lnTo>
                    <a:pt x="1377653" y="511"/>
                  </a:lnTo>
                  <a:lnTo>
                    <a:pt x="1308368" y="2029"/>
                  </a:lnTo>
                  <a:lnTo>
                    <a:pt x="1240020" y="4531"/>
                  </a:lnTo>
                  <a:lnTo>
                    <a:pt x="1172685" y="7994"/>
                  </a:lnTo>
                  <a:lnTo>
                    <a:pt x="1106440" y="12395"/>
                  </a:lnTo>
                  <a:lnTo>
                    <a:pt x="1041360" y="17709"/>
                  </a:lnTo>
                  <a:lnTo>
                    <a:pt x="977520" y="23915"/>
                  </a:lnTo>
                  <a:lnTo>
                    <a:pt x="914997" y="30988"/>
                  </a:lnTo>
                  <a:lnTo>
                    <a:pt x="853866" y="38906"/>
                  </a:lnTo>
                  <a:lnTo>
                    <a:pt x="794204" y="47646"/>
                  </a:lnTo>
                  <a:lnTo>
                    <a:pt x="736086" y="57184"/>
                  </a:lnTo>
                  <a:lnTo>
                    <a:pt x="679588" y="67496"/>
                  </a:lnTo>
                  <a:lnTo>
                    <a:pt x="624786" y="78561"/>
                  </a:lnTo>
                  <a:lnTo>
                    <a:pt x="571755" y="90354"/>
                  </a:lnTo>
                  <a:lnTo>
                    <a:pt x="520572" y="102852"/>
                  </a:lnTo>
                  <a:lnTo>
                    <a:pt x="471313" y="116033"/>
                  </a:lnTo>
                  <a:lnTo>
                    <a:pt x="424053" y="129873"/>
                  </a:lnTo>
                  <a:lnTo>
                    <a:pt x="378867" y="144348"/>
                  </a:lnTo>
                  <a:lnTo>
                    <a:pt x="335833" y="159436"/>
                  </a:lnTo>
                  <a:lnTo>
                    <a:pt x="295025" y="175114"/>
                  </a:lnTo>
                  <a:lnTo>
                    <a:pt x="256520" y="191357"/>
                  </a:lnTo>
                  <a:lnTo>
                    <a:pt x="220394" y="208144"/>
                  </a:lnTo>
                  <a:lnTo>
                    <a:pt x="155579" y="243253"/>
                  </a:lnTo>
                  <a:lnTo>
                    <a:pt x="101188" y="280255"/>
                  </a:lnTo>
                  <a:lnTo>
                    <a:pt x="57828" y="318965"/>
                  </a:lnTo>
                  <a:lnTo>
                    <a:pt x="26106" y="359196"/>
                  </a:lnTo>
                  <a:lnTo>
                    <a:pt x="6627" y="400765"/>
                  </a:lnTo>
                  <a:lnTo>
                    <a:pt x="0" y="443484"/>
                  </a:lnTo>
                  <a:lnTo>
                    <a:pt x="1669" y="464975"/>
                  </a:lnTo>
                  <a:lnTo>
                    <a:pt x="14798" y="507142"/>
                  </a:lnTo>
                  <a:lnTo>
                    <a:pt x="40474" y="548065"/>
                  </a:lnTo>
                  <a:lnTo>
                    <a:pt x="78092" y="587559"/>
                  </a:lnTo>
                  <a:lnTo>
                    <a:pt x="127043" y="625438"/>
                  </a:lnTo>
                  <a:lnTo>
                    <a:pt x="186721" y="661517"/>
                  </a:lnTo>
                  <a:lnTo>
                    <a:pt x="256520" y="695610"/>
                  </a:lnTo>
                  <a:lnTo>
                    <a:pt x="295025" y="711853"/>
                  </a:lnTo>
                  <a:lnTo>
                    <a:pt x="335833" y="727531"/>
                  </a:lnTo>
                  <a:lnTo>
                    <a:pt x="378867" y="742619"/>
                  </a:lnTo>
                  <a:lnTo>
                    <a:pt x="424053" y="757094"/>
                  </a:lnTo>
                  <a:lnTo>
                    <a:pt x="471313" y="770934"/>
                  </a:lnTo>
                  <a:lnTo>
                    <a:pt x="520572" y="784115"/>
                  </a:lnTo>
                  <a:lnTo>
                    <a:pt x="571755" y="796613"/>
                  </a:lnTo>
                  <a:lnTo>
                    <a:pt x="624786" y="808406"/>
                  </a:lnTo>
                  <a:lnTo>
                    <a:pt x="679588" y="819471"/>
                  </a:lnTo>
                  <a:lnTo>
                    <a:pt x="736086" y="829783"/>
                  </a:lnTo>
                  <a:lnTo>
                    <a:pt x="794204" y="839321"/>
                  </a:lnTo>
                  <a:lnTo>
                    <a:pt x="853866" y="848061"/>
                  </a:lnTo>
                  <a:lnTo>
                    <a:pt x="914997" y="855979"/>
                  </a:lnTo>
                  <a:lnTo>
                    <a:pt x="977520" y="863052"/>
                  </a:lnTo>
                  <a:lnTo>
                    <a:pt x="1041360" y="869258"/>
                  </a:lnTo>
                  <a:lnTo>
                    <a:pt x="1106440" y="874572"/>
                  </a:lnTo>
                  <a:lnTo>
                    <a:pt x="1172685" y="878973"/>
                  </a:lnTo>
                  <a:lnTo>
                    <a:pt x="1240020" y="882436"/>
                  </a:lnTo>
                  <a:lnTo>
                    <a:pt x="1308368" y="884938"/>
                  </a:lnTo>
                  <a:lnTo>
                    <a:pt x="1377653" y="886456"/>
                  </a:lnTo>
                  <a:lnTo>
                    <a:pt x="1447800" y="886967"/>
                  </a:lnTo>
                  <a:lnTo>
                    <a:pt x="1517946" y="886456"/>
                  </a:lnTo>
                  <a:lnTo>
                    <a:pt x="1587231" y="884938"/>
                  </a:lnTo>
                  <a:lnTo>
                    <a:pt x="1655579" y="882436"/>
                  </a:lnTo>
                  <a:lnTo>
                    <a:pt x="1722914" y="878973"/>
                  </a:lnTo>
                  <a:lnTo>
                    <a:pt x="1789159" y="874572"/>
                  </a:lnTo>
                  <a:lnTo>
                    <a:pt x="1854239" y="869258"/>
                  </a:lnTo>
                  <a:lnTo>
                    <a:pt x="1918079" y="863052"/>
                  </a:lnTo>
                  <a:lnTo>
                    <a:pt x="1980602" y="855979"/>
                  </a:lnTo>
                  <a:lnTo>
                    <a:pt x="2041733" y="848061"/>
                  </a:lnTo>
                  <a:lnTo>
                    <a:pt x="2101395" y="839321"/>
                  </a:lnTo>
                  <a:lnTo>
                    <a:pt x="2159513" y="829783"/>
                  </a:lnTo>
                  <a:lnTo>
                    <a:pt x="2216011" y="819471"/>
                  </a:lnTo>
                  <a:lnTo>
                    <a:pt x="2270813" y="808406"/>
                  </a:lnTo>
                  <a:lnTo>
                    <a:pt x="2323844" y="796613"/>
                  </a:lnTo>
                  <a:lnTo>
                    <a:pt x="2375027" y="784115"/>
                  </a:lnTo>
                  <a:lnTo>
                    <a:pt x="2424286" y="770934"/>
                  </a:lnTo>
                  <a:lnTo>
                    <a:pt x="2471547" y="757094"/>
                  </a:lnTo>
                  <a:lnTo>
                    <a:pt x="2516732" y="742619"/>
                  </a:lnTo>
                  <a:lnTo>
                    <a:pt x="2559766" y="727531"/>
                  </a:lnTo>
                  <a:lnTo>
                    <a:pt x="2600574" y="711853"/>
                  </a:lnTo>
                  <a:lnTo>
                    <a:pt x="2639079" y="695610"/>
                  </a:lnTo>
                  <a:lnTo>
                    <a:pt x="2675205" y="678823"/>
                  </a:lnTo>
                  <a:lnTo>
                    <a:pt x="2740020" y="643714"/>
                  </a:lnTo>
                  <a:lnTo>
                    <a:pt x="2794411" y="606712"/>
                  </a:lnTo>
                  <a:lnTo>
                    <a:pt x="2837771" y="568002"/>
                  </a:lnTo>
                  <a:lnTo>
                    <a:pt x="2869493" y="527771"/>
                  </a:lnTo>
                  <a:lnTo>
                    <a:pt x="2888972" y="486202"/>
                  </a:lnTo>
                  <a:lnTo>
                    <a:pt x="2895600" y="443484"/>
                  </a:lnTo>
                  <a:lnTo>
                    <a:pt x="2893930" y="421992"/>
                  </a:lnTo>
                  <a:lnTo>
                    <a:pt x="2880801" y="379825"/>
                  </a:lnTo>
                  <a:lnTo>
                    <a:pt x="2855125" y="338902"/>
                  </a:lnTo>
                  <a:lnTo>
                    <a:pt x="2817507" y="299408"/>
                  </a:lnTo>
                  <a:lnTo>
                    <a:pt x="2768556" y="261529"/>
                  </a:lnTo>
                  <a:lnTo>
                    <a:pt x="2708878" y="225450"/>
                  </a:lnTo>
                  <a:lnTo>
                    <a:pt x="2639079" y="191357"/>
                  </a:lnTo>
                  <a:lnTo>
                    <a:pt x="2600574" y="175114"/>
                  </a:lnTo>
                  <a:lnTo>
                    <a:pt x="2559766" y="159436"/>
                  </a:lnTo>
                  <a:lnTo>
                    <a:pt x="2516732" y="144348"/>
                  </a:lnTo>
                  <a:lnTo>
                    <a:pt x="2471546" y="129873"/>
                  </a:lnTo>
                  <a:lnTo>
                    <a:pt x="2424286" y="116033"/>
                  </a:lnTo>
                  <a:lnTo>
                    <a:pt x="2375027" y="102852"/>
                  </a:lnTo>
                  <a:lnTo>
                    <a:pt x="2323844" y="90354"/>
                  </a:lnTo>
                  <a:lnTo>
                    <a:pt x="2270813" y="78561"/>
                  </a:lnTo>
                  <a:lnTo>
                    <a:pt x="2216011" y="67496"/>
                  </a:lnTo>
                  <a:lnTo>
                    <a:pt x="2159513" y="57184"/>
                  </a:lnTo>
                  <a:lnTo>
                    <a:pt x="2101395" y="47646"/>
                  </a:lnTo>
                  <a:lnTo>
                    <a:pt x="2041733" y="38906"/>
                  </a:lnTo>
                  <a:lnTo>
                    <a:pt x="1980602" y="30988"/>
                  </a:lnTo>
                  <a:lnTo>
                    <a:pt x="1918079" y="23915"/>
                  </a:lnTo>
                  <a:lnTo>
                    <a:pt x="1854239" y="17709"/>
                  </a:lnTo>
                  <a:lnTo>
                    <a:pt x="1789159" y="12395"/>
                  </a:lnTo>
                  <a:lnTo>
                    <a:pt x="1722914" y="7994"/>
                  </a:lnTo>
                  <a:lnTo>
                    <a:pt x="1655579" y="4531"/>
                  </a:lnTo>
                  <a:lnTo>
                    <a:pt x="1587231" y="2029"/>
                  </a:lnTo>
                  <a:lnTo>
                    <a:pt x="1517946" y="511"/>
                  </a:lnTo>
                  <a:lnTo>
                    <a:pt x="1447800" y="0"/>
                  </a:lnTo>
                  <a:close/>
                </a:path>
              </a:pathLst>
            </a:custGeom>
            <a:solidFill>
              <a:srgbClr val="DAC59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096000" y="1600200"/>
              <a:ext cx="2895600" cy="887094"/>
            </a:xfrm>
            <a:custGeom>
              <a:avLst/>
              <a:gdLst/>
              <a:ahLst/>
              <a:cxnLst/>
              <a:rect l="l" t="t" r="r" b="b"/>
              <a:pathLst>
                <a:path w="2895600" h="887094">
                  <a:moveTo>
                    <a:pt x="0" y="443484"/>
                  </a:moveTo>
                  <a:lnTo>
                    <a:pt x="6627" y="400765"/>
                  </a:lnTo>
                  <a:lnTo>
                    <a:pt x="26106" y="359196"/>
                  </a:lnTo>
                  <a:lnTo>
                    <a:pt x="57828" y="318965"/>
                  </a:lnTo>
                  <a:lnTo>
                    <a:pt x="101188" y="280255"/>
                  </a:lnTo>
                  <a:lnTo>
                    <a:pt x="155579" y="243253"/>
                  </a:lnTo>
                  <a:lnTo>
                    <a:pt x="220394" y="208144"/>
                  </a:lnTo>
                  <a:lnTo>
                    <a:pt x="256520" y="191357"/>
                  </a:lnTo>
                  <a:lnTo>
                    <a:pt x="295025" y="175114"/>
                  </a:lnTo>
                  <a:lnTo>
                    <a:pt x="335833" y="159436"/>
                  </a:lnTo>
                  <a:lnTo>
                    <a:pt x="378867" y="144348"/>
                  </a:lnTo>
                  <a:lnTo>
                    <a:pt x="424053" y="129873"/>
                  </a:lnTo>
                  <a:lnTo>
                    <a:pt x="471313" y="116033"/>
                  </a:lnTo>
                  <a:lnTo>
                    <a:pt x="520572" y="102852"/>
                  </a:lnTo>
                  <a:lnTo>
                    <a:pt x="571755" y="90354"/>
                  </a:lnTo>
                  <a:lnTo>
                    <a:pt x="624786" y="78561"/>
                  </a:lnTo>
                  <a:lnTo>
                    <a:pt x="679588" y="67496"/>
                  </a:lnTo>
                  <a:lnTo>
                    <a:pt x="736086" y="57184"/>
                  </a:lnTo>
                  <a:lnTo>
                    <a:pt x="794204" y="47646"/>
                  </a:lnTo>
                  <a:lnTo>
                    <a:pt x="853866" y="38906"/>
                  </a:lnTo>
                  <a:lnTo>
                    <a:pt x="914997" y="30988"/>
                  </a:lnTo>
                  <a:lnTo>
                    <a:pt x="977520" y="23915"/>
                  </a:lnTo>
                  <a:lnTo>
                    <a:pt x="1041360" y="17709"/>
                  </a:lnTo>
                  <a:lnTo>
                    <a:pt x="1106440" y="12395"/>
                  </a:lnTo>
                  <a:lnTo>
                    <a:pt x="1172685" y="7994"/>
                  </a:lnTo>
                  <a:lnTo>
                    <a:pt x="1240020" y="4531"/>
                  </a:lnTo>
                  <a:lnTo>
                    <a:pt x="1308368" y="2029"/>
                  </a:lnTo>
                  <a:lnTo>
                    <a:pt x="1377653" y="511"/>
                  </a:lnTo>
                  <a:lnTo>
                    <a:pt x="1447800" y="0"/>
                  </a:lnTo>
                  <a:lnTo>
                    <a:pt x="1517946" y="511"/>
                  </a:lnTo>
                  <a:lnTo>
                    <a:pt x="1587231" y="2029"/>
                  </a:lnTo>
                  <a:lnTo>
                    <a:pt x="1655579" y="4531"/>
                  </a:lnTo>
                  <a:lnTo>
                    <a:pt x="1722914" y="7994"/>
                  </a:lnTo>
                  <a:lnTo>
                    <a:pt x="1789159" y="12395"/>
                  </a:lnTo>
                  <a:lnTo>
                    <a:pt x="1854239" y="17709"/>
                  </a:lnTo>
                  <a:lnTo>
                    <a:pt x="1918079" y="23915"/>
                  </a:lnTo>
                  <a:lnTo>
                    <a:pt x="1980602" y="30988"/>
                  </a:lnTo>
                  <a:lnTo>
                    <a:pt x="2041733" y="38906"/>
                  </a:lnTo>
                  <a:lnTo>
                    <a:pt x="2101395" y="47646"/>
                  </a:lnTo>
                  <a:lnTo>
                    <a:pt x="2159513" y="57184"/>
                  </a:lnTo>
                  <a:lnTo>
                    <a:pt x="2216011" y="67496"/>
                  </a:lnTo>
                  <a:lnTo>
                    <a:pt x="2270813" y="78561"/>
                  </a:lnTo>
                  <a:lnTo>
                    <a:pt x="2323844" y="90354"/>
                  </a:lnTo>
                  <a:lnTo>
                    <a:pt x="2375027" y="102852"/>
                  </a:lnTo>
                  <a:lnTo>
                    <a:pt x="2424286" y="116033"/>
                  </a:lnTo>
                  <a:lnTo>
                    <a:pt x="2471546" y="129873"/>
                  </a:lnTo>
                  <a:lnTo>
                    <a:pt x="2516732" y="144348"/>
                  </a:lnTo>
                  <a:lnTo>
                    <a:pt x="2559766" y="159436"/>
                  </a:lnTo>
                  <a:lnTo>
                    <a:pt x="2600574" y="175114"/>
                  </a:lnTo>
                  <a:lnTo>
                    <a:pt x="2639079" y="191357"/>
                  </a:lnTo>
                  <a:lnTo>
                    <a:pt x="2675205" y="208144"/>
                  </a:lnTo>
                  <a:lnTo>
                    <a:pt x="2740020" y="243253"/>
                  </a:lnTo>
                  <a:lnTo>
                    <a:pt x="2794411" y="280255"/>
                  </a:lnTo>
                  <a:lnTo>
                    <a:pt x="2837771" y="318965"/>
                  </a:lnTo>
                  <a:lnTo>
                    <a:pt x="2869493" y="359196"/>
                  </a:lnTo>
                  <a:lnTo>
                    <a:pt x="2888972" y="400765"/>
                  </a:lnTo>
                  <a:lnTo>
                    <a:pt x="2895600" y="443484"/>
                  </a:lnTo>
                  <a:lnTo>
                    <a:pt x="2893930" y="464975"/>
                  </a:lnTo>
                  <a:lnTo>
                    <a:pt x="2880801" y="507142"/>
                  </a:lnTo>
                  <a:lnTo>
                    <a:pt x="2855125" y="548065"/>
                  </a:lnTo>
                  <a:lnTo>
                    <a:pt x="2817507" y="587559"/>
                  </a:lnTo>
                  <a:lnTo>
                    <a:pt x="2768556" y="625438"/>
                  </a:lnTo>
                  <a:lnTo>
                    <a:pt x="2708878" y="661517"/>
                  </a:lnTo>
                  <a:lnTo>
                    <a:pt x="2639079" y="695610"/>
                  </a:lnTo>
                  <a:lnTo>
                    <a:pt x="2600574" y="711853"/>
                  </a:lnTo>
                  <a:lnTo>
                    <a:pt x="2559766" y="727531"/>
                  </a:lnTo>
                  <a:lnTo>
                    <a:pt x="2516732" y="742619"/>
                  </a:lnTo>
                  <a:lnTo>
                    <a:pt x="2471547" y="757094"/>
                  </a:lnTo>
                  <a:lnTo>
                    <a:pt x="2424286" y="770934"/>
                  </a:lnTo>
                  <a:lnTo>
                    <a:pt x="2375027" y="784115"/>
                  </a:lnTo>
                  <a:lnTo>
                    <a:pt x="2323844" y="796613"/>
                  </a:lnTo>
                  <a:lnTo>
                    <a:pt x="2270813" y="808406"/>
                  </a:lnTo>
                  <a:lnTo>
                    <a:pt x="2216011" y="819471"/>
                  </a:lnTo>
                  <a:lnTo>
                    <a:pt x="2159513" y="829783"/>
                  </a:lnTo>
                  <a:lnTo>
                    <a:pt x="2101395" y="839321"/>
                  </a:lnTo>
                  <a:lnTo>
                    <a:pt x="2041733" y="848061"/>
                  </a:lnTo>
                  <a:lnTo>
                    <a:pt x="1980602" y="855979"/>
                  </a:lnTo>
                  <a:lnTo>
                    <a:pt x="1918079" y="863052"/>
                  </a:lnTo>
                  <a:lnTo>
                    <a:pt x="1854239" y="869258"/>
                  </a:lnTo>
                  <a:lnTo>
                    <a:pt x="1789159" y="874572"/>
                  </a:lnTo>
                  <a:lnTo>
                    <a:pt x="1722914" y="878973"/>
                  </a:lnTo>
                  <a:lnTo>
                    <a:pt x="1655579" y="882436"/>
                  </a:lnTo>
                  <a:lnTo>
                    <a:pt x="1587231" y="884938"/>
                  </a:lnTo>
                  <a:lnTo>
                    <a:pt x="1517946" y="886456"/>
                  </a:lnTo>
                  <a:lnTo>
                    <a:pt x="1447800" y="886967"/>
                  </a:lnTo>
                  <a:lnTo>
                    <a:pt x="1377653" y="886456"/>
                  </a:lnTo>
                  <a:lnTo>
                    <a:pt x="1308368" y="884938"/>
                  </a:lnTo>
                  <a:lnTo>
                    <a:pt x="1240020" y="882436"/>
                  </a:lnTo>
                  <a:lnTo>
                    <a:pt x="1172685" y="878973"/>
                  </a:lnTo>
                  <a:lnTo>
                    <a:pt x="1106440" y="874572"/>
                  </a:lnTo>
                  <a:lnTo>
                    <a:pt x="1041360" y="869258"/>
                  </a:lnTo>
                  <a:lnTo>
                    <a:pt x="977520" y="863052"/>
                  </a:lnTo>
                  <a:lnTo>
                    <a:pt x="914997" y="855979"/>
                  </a:lnTo>
                  <a:lnTo>
                    <a:pt x="853866" y="848061"/>
                  </a:lnTo>
                  <a:lnTo>
                    <a:pt x="794204" y="839321"/>
                  </a:lnTo>
                  <a:lnTo>
                    <a:pt x="736086" y="829783"/>
                  </a:lnTo>
                  <a:lnTo>
                    <a:pt x="679588" y="819471"/>
                  </a:lnTo>
                  <a:lnTo>
                    <a:pt x="624786" y="808406"/>
                  </a:lnTo>
                  <a:lnTo>
                    <a:pt x="571755" y="796613"/>
                  </a:lnTo>
                  <a:lnTo>
                    <a:pt x="520572" y="784115"/>
                  </a:lnTo>
                  <a:lnTo>
                    <a:pt x="471313" y="770934"/>
                  </a:lnTo>
                  <a:lnTo>
                    <a:pt x="424053" y="757094"/>
                  </a:lnTo>
                  <a:lnTo>
                    <a:pt x="378867" y="742619"/>
                  </a:lnTo>
                  <a:lnTo>
                    <a:pt x="335833" y="727531"/>
                  </a:lnTo>
                  <a:lnTo>
                    <a:pt x="295025" y="711853"/>
                  </a:lnTo>
                  <a:lnTo>
                    <a:pt x="256520" y="695610"/>
                  </a:lnTo>
                  <a:lnTo>
                    <a:pt x="220394" y="678823"/>
                  </a:lnTo>
                  <a:lnTo>
                    <a:pt x="155579" y="643714"/>
                  </a:lnTo>
                  <a:lnTo>
                    <a:pt x="101188" y="606712"/>
                  </a:lnTo>
                  <a:lnTo>
                    <a:pt x="57828" y="568002"/>
                  </a:lnTo>
                  <a:lnTo>
                    <a:pt x="26106" y="527771"/>
                  </a:lnTo>
                  <a:lnTo>
                    <a:pt x="6627" y="486202"/>
                  </a:lnTo>
                  <a:lnTo>
                    <a:pt x="0" y="443484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8268970" y="1754251"/>
            <a:ext cx="1600835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205740">
              <a:spcBef>
                <a:spcPts val="105"/>
              </a:spcBef>
            </a:pPr>
            <a:r>
              <a:rPr sz="2000" spc="-5" dirty="0">
                <a:latin typeface="Times New Roman"/>
                <a:cs typeface="Times New Roman"/>
              </a:rPr>
              <a:t>Estimate </a:t>
            </a:r>
            <a:r>
              <a:rPr sz="2000" dirty="0">
                <a:latin typeface="Times New Roman"/>
                <a:cs typeface="Times New Roman"/>
              </a:rPr>
              <a:t>of  </a:t>
            </a:r>
            <a:r>
              <a:rPr sz="2000" spc="-5" dirty="0">
                <a:latin typeface="Times New Roman"/>
                <a:cs typeface="Times New Roman"/>
              </a:rPr>
              <a:t>message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Signal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2967038" y="1595438"/>
            <a:ext cx="1609725" cy="822325"/>
            <a:chOff x="1443037" y="1595437"/>
            <a:chExt cx="1609725" cy="822325"/>
          </a:xfrm>
        </p:grpSpPr>
        <p:sp>
          <p:nvSpPr>
            <p:cNvPr id="20" name="object 20"/>
            <p:cNvSpPr/>
            <p:nvPr/>
          </p:nvSpPr>
          <p:spPr>
            <a:xfrm>
              <a:off x="1447800" y="1600200"/>
              <a:ext cx="1600200" cy="812800"/>
            </a:xfrm>
            <a:custGeom>
              <a:avLst/>
              <a:gdLst/>
              <a:ahLst/>
              <a:cxnLst/>
              <a:rect l="l" t="t" r="r" b="b"/>
              <a:pathLst>
                <a:path w="1600200" h="812800">
                  <a:moveTo>
                    <a:pt x="800100" y="0"/>
                  </a:moveTo>
                  <a:lnTo>
                    <a:pt x="737579" y="1222"/>
                  </a:lnTo>
                  <a:lnTo>
                    <a:pt x="676373" y="4828"/>
                  </a:lnTo>
                  <a:lnTo>
                    <a:pt x="616660" y="10727"/>
                  </a:lnTo>
                  <a:lnTo>
                    <a:pt x="558617" y="18831"/>
                  </a:lnTo>
                  <a:lnTo>
                    <a:pt x="502424" y="29047"/>
                  </a:lnTo>
                  <a:lnTo>
                    <a:pt x="448258" y="41285"/>
                  </a:lnTo>
                  <a:lnTo>
                    <a:pt x="396296" y="55456"/>
                  </a:lnTo>
                  <a:lnTo>
                    <a:pt x="346717" y="71469"/>
                  </a:lnTo>
                  <a:lnTo>
                    <a:pt x="299699" y="89233"/>
                  </a:lnTo>
                  <a:lnTo>
                    <a:pt x="255419" y="108659"/>
                  </a:lnTo>
                  <a:lnTo>
                    <a:pt x="214056" y="129656"/>
                  </a:lnTo>
                  <a:lnTo>
                    <a:pt x="175788" y="152133"/>
                  </a:lnTo>
                  <a:lnTo>
                    <a:pt x="140793" y="176000"/>
                  </a:lnTo>
                  <a:lnTo>
                    <a:pt x="109248" y="201168"/>
                  </a:lnTo>
                  <a:lnTo>
                    <a:pt x="81331" y="227544"/>
                  </a:lnTo>
                  <a:lnTo>
                    <a:pt x="37096" y="283565"/>
                  </a:lnTo>
                  <a:lnTo>
                    <a:pt x="9511" y="343340"/>
                  </a:lnTo>
                  <a:lnTo>
                    <a:pt x="0" y="406146"/>
                  </a:lnTo>
                  <a:lnTo>
                    <a:pt x="2407" y="437882"/>
                  </a:lnTo>
                  <a:lnTo>
                    <a:pt x="21133" y="499263"/>
                  </a:lnTo>
                  <a:lnTo>
                    <a:pt x="57221" y="557251"/>
                  </a:lnTo>
                  <a:lnTo>
                    <a:pt x="109248" y="611124"/>
                  </a:lnTo>
                  <a:lnTo>
                    <a:pt x="140793" y="636291"/>
                  </a:lnTo>
                  <a:lnTo>
                    <a:pt x="175788" y="660158"/>
                  </a:lnTo>
                  <a:lnTo>
                    <a:pt x="214056" y="682635"/>
                  </a:lnTo>
                  <a:lnTo>
                    <a:pt x="255419" y="703632"/>
                  </a:lnTo>
                  <a:lnTo>
                    <a:pt x="299699" y="723058"/>
                  </a:lnTo>
                  <a:lnTo>
                    <a:pt x="346717" y="740822"/>
                  </a:lnTo>
                  <a:lnTo>
                    <a:pt x="396296" y="756835"/>
                  </a:lnTo>
                  <a:lnTo>
                    <a:pt x="448258" y="771006"/>
                  </a:lnTo>
                  <a:lnTo>
                    <a:pt x="502424" y="783244"/>
                  </a:lnTo>
                  <a:lnTo>
                    <a:pt x="558617" y="793460"/>
                  </a:lnTo>
                  <a:lnTo>
                    <a:pt x="616660" y="801564"/>
                  </a:lnTo>
                  <a:lnTo>
                    <a:pt x="676373" y="807463"/>
                  </a:lnTo>
                  <a:lnTo>
                    <a:pt x="737579" y="811069"/>
                  </a:lnTo>
                  <a:lnTo>
                    <a:pt x="800100" y="812291"/>
                  </a:lnTo>
                  <a:lnTo>
                    <a:pt x="862620" y="811069"/>
                  </a:lnTo>
                  <a:lnTo>
                    <a:pt x="923826" y="807463"/>
                  </a:lnTo>
                  <a:lnTo>
                    <a:pt x="983539" y="801564"/>
                  </a:lnTo>
                  <a:lnTo>
                    <a:pt x="1041582" y="793460"/>
                  </a:lnTo>
                  <a:lnTo>
                    <a:pt x="1097775" y="783244"/>
                  </a:lnTo>
                  <a:lnTo>
                    <a:pt x="1151941" y="771006"/>
                  </a:lnTo>
                  <a:lnTo>
                    <a:pt x="1203903" y="756835"/>
                  </a:lnTo>
                  <a:lnTo>
                    <a:pt x="1253482" y="740822"/>
                  </a:lnTo>
                  <a:lnTo>
                    <a:pt x="1300500" y="723058"/>
                  </a:lnTo>
                  <a:lnTo>
                    <a:pt x="1344780" y="703632"/>
                  </a:lnTo>
                  <a:lnTo>
                    <a:pt x="1386143" y="682635"/>
                  </a:lnTo>
                  <a:lnTo>
                    <a:pt x="1424411" y="660158"/>
                  </a:lnTo>
                  <a:lnTo>
                    <a:pt x="1459406" y="636291"/>
                  </a:lnTo>
                  <a:lnTo>
                    <a:pt x="1490951" y="611124"/>
                  </a:lnTo>
                  <a:lnTo>
                    <a:pt x="1518868" y="584747"/>
                  </a:lnTo>
                  <a:lnTo>
                    <a:pt x="1563103" y="528726"/>
                  </a:lnTo>
                  <a:lnTo>
                    <a:pt x="1590688" y="468951"/>
                  </a:lnTo>
                  <a:lnTo>
                    <a:pt x="1600200" y="406146"/>
                  </a:lnTo>
                  <a:lnTo>
                    <a:pt x="1597792" y="374409"/>
                  </a:lnTo>
                  <a:lnTo>
                    <a:pt x="1579066" y="313028"/>
                  </a:lnTo>
                  <a:lnTo>
                    <a:pt x="1542978" y="255040"/>
                  </a:lnTo>
                  <a:lnTo>
                    <a:pt x="1490951" y="201167"/>
                  </a:lnTo>
                  <a:lnTo>
                    <a:pt x="1459406" y="176000"/>
                  </a:lnTo>
                  <a:lnTo>
                    <a:pt x="1424411" y="152133"/>
                  </a:lnTo>
                  <a:lnTo>
                    <a:pt x="1386143" y="129656"/>
                  </a:lnTo>
                  <a:lnTo>
                    <a:pt x="1344780" y="108659"/>
                  </a:lnTo>
                  <a:lnTo>
                    <a:pt x="1300500" y="89233"/>
                  </a:lnTo>
                  <a:lnTo>
                    <a:pt x="1253482" y="71469"/>
                  </a:lnTo>
                  <a:lnTo>
                    <a:pt x="1203903" y="55456"/>
                  </a:lnTo>
                  <a:lnTo>
                    <a:pt x="1151941" y="41285"/>
                  </a:lnTo>
                  <a:lnTo>
                    <a:pt x="1097775" y="29047"/>
                  </a:lnTo>
                  <a:lnTo>
                    <a:pt x="1041582" y="18831"/>
                  </a:lnTo>
                  <a:lnTo>
                    <a:pt x="983539" y="10727"/>
                  </a:lnTo>
                  <a:lnTo>
                    <a:pt x="923826" y="4828"/>
                  </a:lnTo>
                  <a:lnTo>
                    <a:pt x="862620" y="1222"/>
                  </a:lnTo>
                  <a:lnTo>
                    <a:pt x="800100" y="0"/>
                  </a:lnTo>
                  <a:close/>
                </a:path>
              </a:pathLst>
            </a:custGeom>
            <a:solidFill>
              <a:srgbClr val="DAC59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447800" y="1600200"/>
              <a:ext cx="1600200" cy="812800"/>
            </a:xfrm>
            <a:custGeom>
              <a:avLst/>
              <a:gdLst/>
              <a:ahLst/>
              <a:cxnLst/>
              <a:rect l="l" t="t" r="r" b="b"/>
              <a:pathLst>
                <a:path w="1600200" h="812800">
                  <a:moveTo>
                    <a:pt x="0" y="406146"/>
                  </a:moveTo>
                  <a:lnTo>
                    <a:pt x="9511" y="343340"/>
                  </a:lnTo>
                  <a:lnTo>
                    <a:pt x="37096" y="283565"/>
                  </a:lnTo>
                  <a:lnTo>
                    <a:pt x="81331" y="227544"/>
                  </a:lnTo>
                  <a:lnTo>
                    <a:pt x="109248" y="201168"/>
                  </a:lnTo>
                  <a:lnTo>
                    <a:pt x="140793" y="176000"/>
                  </a:lnTo>
                  <a:lnTo>
                    <a:pt x="175788" y="152133"/>
                  </a:lnTo>
                  <a:lnTo>
                    <a:pt x="214056" y="129656"/>
                  </a:lnTo>
                  <a:lnTo>
                    <a:pt x="255419" y="108659"/>
                  </a:lnTo>
                  <a:lnTo>
                    <a:pt x="299699" y="89233"/>
                  </a:lnTo>
                  <a:lnTo>
                    <a:pt x="346717" y="71469"/>
                  </a:lnTo>
                  <a:lnTo>
                    <a:pt x="396296" y="55456"/>
                  </a:lnTo>
                  <a:lnTo>
                    <a:pt x="448258" y="41285"/>
                  </a:lnTo>
                  <a:lnTo>
                    <a:pt x="502424" y="29047"/>
                  </a:lnTo>
                  <a:lnTo>
                    <a:pt x="558617" y="18831"/>
                  </a:lnTo>
                  <a:lnTo>
                    <a:pt x="616660" y="10727"/>
                  </a:lnTo>
                  <a:lnTo>
                    <a:pt x="676373" y="4828"/>
                  </a:lnTo>
                  <a:lnTo>
                    <a:pt x="737579" y="1222"/>
                  </a:lnTo>
                  <a:lnTo>
                    <a:pt x="800100" y="0"/>
                  </a:lnTo>
                  <a:lnTo>
                    <a:pt x="862620" y="1222"/>
                  </a:lnTo>
                  <a:lnTo>
                    <a:pt x="923826" y="4828"/>
                  </a:lnTo>
                  <a:lnTo>
                    <a:pt x="983539" y="10727"/>
                  </a:lnTo>
                  <a:lnTo>
                    <a:pt x="1041582" y="18831"/>
                  </a:lnTo>
                  <a:lnTo>
                    <a:pt x="1097775" y="29047"/>
                  </a:lnTo>
                  <a:lnTo>
                    <a:pt x="1151941" y="41285"/>
                  </a:lnTo>
                  <a:lnTo>
                    <a:pt x="1203903" y="55456"/>
                  </a:lnTo>
                  <a:lnTo>
                    <a:pt x="1253482" y="71469"/>
                  </a:lnTo>
                  <a:lnTo>
                    <a:pt x="1300500" y="89233"/>
                  </a:lnTo>
                  <a:lnTo>
                    <a:pt x="1344780" y="108659"/>
                  </a:lnTo>
                  <a:lnTo>
                    <a:pt x="1386143" y="129656"/>
                  </a:lnTo>
                  <a:lnTo>
                    <a:pt x="1424411" y="152133"/>
                  </a:lnTo>
                  <a:lnTo>
                    <a:pt x="1459406" y="176000"/>
                  </a:lnTo>
                  <a:lnTo>
                    <a:pt x="1490951" y="201167"/>
                  </a:lnTo>
                  <a:lnTo>
                    <a:pt x="1518868" y="227544"/>
                  </a:lnTo>
                  <a:lnTo>
                    <a:pt x="1563103" y="283565"/>
                  </a:lnTo>
                  <a:lnTo>
                    <a:pt x="1590688" y="343340"/>
                  </a:lnTo>
                  <a:lnTo>
                    <a:pt x="1600200" y="406146"/>
                  </a:lnTo>
                  <a:lnTo>
                    <a:pt x="1597792" y="437882"/>
                  </a:lnTo>
                  <a:lnTo>
                    <a:pt x="1579066" y="499263"/>
                  </a:lnTo>
                  <a:lnTo>
                    <a:pt x="1542978" y="557251"/>
                  </a:lnTo>
                  <a:lnTo>
                    <a:pt x="1490951" y="611124"/>
                  </a:lnTo>
                  <a:lnTo>
                    <a:pt x="1459406" y="636291"/>
                  </a:lnTo>
                  <a:lnTo>
                    <a:pt x="1424411" y="660158"/>
                  </a:lnTo>
                  <a:lnTo>
                    <a:pt x="1386143" y="682635"/>
                  </a:lnTo>
                  <a:lnTo>
                    <a:pt x="1344780" y="703632"/>
                  </a:lnTo>
                  <a:lnTo>
                    <a:pt x="1300500" y="723058"/>
                  </a:lnTo>
                  <a:lnTo>
                    <a:pt x="1253482" y="740822"/>
                  </a:lnTo>
                  <a:lnTo>
                    <a:pt x="1203903" y="756835"/>
                  </a:lnTo>
                  <a:lnTo>
                    <a:pt x="1151941" y="771006"/>
                  </a:lnTo>
                  <a:lnTo>
                    <a:pt x="1097775" y="783244"/>
                  </a:lnTo>
                  <a:lnTo>
                    <a:pt x="1041582" y="793460"/>
                  </a:lnTo>
                  <a:lnTo>
                    <a:pt x="983539" y="801564"/>
                  </a:lnTo>
                  <a:lnTo>
                    <a:pt x="923826" y="807463"/>
                  </a:lnTo>
                  <a:lnTo>
                    <a:pt x="862620" y="811069"/>
                  </a:lnTo>
                  <a:lnTo>
                    <a:pt x="800100" y="812291"/>
                  </a:lnTo>
                  <a:lnTo>
                    <a:pt x="737579" y="811069"/>
                  </a:lnTo>
                  <a:lnTo>
                    <a:pt x="676373" y="807463"/>
                  </a:lnTo>
                  <a:lnTo>
                    <a:pt x="616660" y="801564"/>
                  </a:lnTo>
                  <a:lnTo>
                    <a:pt x="558617" y="793460"/>
                  </a:lnTo>
                  <a:lnTo>
                    <a:pt x="502424" y="783244"/>
                  </a:lnTo>
                  <a:lnTo>
                    <a:pt x="448258" y="771006"/>
                  </a:lnTo>
                  <a:lnTo>
                    <a:pt x="396296" y="756835"/>
                  </a:lnTo>
                  <a:lnTo>
                    <a:pt x="346717" y="740822"/>
                  </a:lnTo>
                  <a:lnTo>
                    <a:pt x="299699" y="723058"/>
                  </a:lnTo>
                  <a:lnTo>
                    <a:pt x="255419" y="703632"/>
                  </a:lnTo>
                  <a:lnTo>
                    <a:pt x="214056" y="682635"/>
                  </a:lnTo>
                  <a:lnTo>
                    <a:pt x="175788" y="660158"/>
                  </a:lnTo>
                  <a:lnTo>
                    <a:pt x="140793" y="636291"/>
                  </a:lnTo>
                  <a:lnTo>
                    <a:pt x="109248" y="611124"/>
                  </a:lnTo>
                  <a:lnTo>
                    <a:pt x="81331" y="584747"/>
                  </a:lnTo>
                  <a:lnTo>
                    <a:pt x="37096" y="528726"/>
                  </a:lnTo>
                  <a:lnTo>
                    <a:pt x="9511" y="468951"/>
                  </a:lnTo>
                  <a:lnTo>
                    <a:pt x="0" y="406146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3314446" y="1743583"/>
            <a:ext cx="915035" cy="635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1445" marR="5080" indent="-119380"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M</a:t>
            </a:r>
            <a:r>
              <a:rPr sz="2000" spc="-10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ssage  Signal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4453128" y="2613647"/>
            <a:ext cx="1876805" cy="96546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4793361" y="2767712"/>
            <a:ext cx="119951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2000" spc="-75" dirty="0">
                <a:latin typeface="Times New Roman"/>
                <a:cs typeface="Times New Roman"/>
              </a:rPr>
              <a:t>T</a:t>
            </a:r>
            <a:r>
              <a:rPr sz="2000" dirty="0">
                <a:latin typeface="Times New Roman"/>
                <a:cs typeface="Times New Roman"/>
              </a:rPr>
              <a:t>ra</a:t>
            </a:r>
            <a:r>
              <a:rPr sz="2000" spc="5" dirty="0">
                <a:latin typeface="Times New Roman"/>
                <a:cs typeface="Times New Roman"/>
              </a:rPr>
              <a:t>n</a:t>
            </a:r>
            <a:r>
              <a:rPr sz="2000" dirty="0">
                <a:latin typeface="Times New Roman"/>
                <a:cs typeface="Times New Roman"/>
              </a:rPr>
              <a:t>s</a:t>
            </a:r>
            <a:r>
              <a:rPr sz="2000" spc="-25" dirty="0">
                <a:latin typeface="Times New Roman"/>
                <a:cs typeface="Times New Roman"/>
              </a:rPr>
              <a:t>m</a:t>
            </a:r>
            <a:r>
              <a:rPr sz="2000" dirty="0">
                <a:latin typeface="Times New Roman"/>
                <a:cs typeface="Times New Roman"/>
              </a:rPr>
              <a:t>i</a:t>
            </a:r>
            <a:r>
              <a:rPr sz="2000" spc="-10" dirty="0">
                <a:latin typeface="Times New Roman"/>
                <a:cs typeface="Times New Roman"/>
              </a:rPr>
              <a:t>t</a:t>
            </a:r>
            <a:r>
              <a:rPr sz="2000" dirty="0">
                <a:latin typeface="Times New Roman"/>
                <a:cs typeface="Times New Roman"/>
              </a:rPr>
              <a:t>t</a:t>
            </a:r>
            <a:r>
              <a:rPr sz="2000" spc="-10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r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4994147" y="3909059"/>
            <a:ext cx="2430018" cy="105841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5380483" y="4063111"/>
            <a:ext cx="1659889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5765" marR="5080" indent="-393700">
              <a:spcBef>
                <a:spcPts val="100"/>
              </a:spcBef>
            </a:pPr>
            <a:r>
              <a:rPr sz="2000" dirty="0">
                <a:latin typeface="Times New Roman"/>
                <a:cs typeface="Times New Roman"/>
              </a:rPr>
              <a:t>Co</a:t>
            </a:r>
            <a:r>
              <a:rPr sz="2000" spc="-25" dirty="0">
                <a:latin typeface="Times New Roman"/>
                <a:cs typeface="Times New Roman"/>
              </a:rPr>
              <a:t>mm</a:t>
            </a:r>
            <a:r>
              <a:rPr sz="2000" dirty="0">
                <a:latin typeface="Times New Roman"/>
                <a:cs typeface="Times New Roman"/>
              </a:rPr>
              <a:t>u</a:t>
            </a:r>
            <a:r>
              <a:rPr sz="2000" spc="10" dirty="0">
                <a:latin typeface="Times New Roman"/>
                <a:cs typeface="Times New Roman"/>
              </a:rPr>
              <a:t>n</a:t>
            </a:r>
            <a:r>
              <a:rPr sz="2000" dirty="0">
                <a:latin typeface="Times New Roman"/>
                <a:cs typeface="Times New Roman"/>
              </a:rPr>
              <a:t>i</a:t>
            </a:r>
            <a:r>
              <a:rPr sz="2000" spc="-10" dirty="0">
                <a:latin typeface="Times New Roman"/>
                <a:cs typeface="Times New Roman"/>
              </a:rPr>
              <a:t>c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0" dirty="0">
                <a:latin typeface="Times New Roman"/>
                <a:cs typeface="Times New Roman"/>
              </a:rPr>
              <a:t>t</a:t>
            </a:r>
            <a:r>
              <a:rPr sz="2000" dirty="0">
                <a:latin typeface="Times New Roman"/>
                <a:cs typeface="Times New Roman"/>
              </a:rPr>
              <a:t>ion  Channel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6358128" y="2628901"/>
            <a:ext cx="1605534" cy="96545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6698997" y="2782571"/>
            <a:ext cx="928369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2000" spc="-5" dirty="0">
                <a:latin typeface="Times New Roman"/>
                <a:cs typeface="Times New Roman"/>
              </a:rPr>
              <a:t>Receiver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8154923" y="2499361"/>
            <a:ext cx="2426970" cy="136474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8407654" y="2653412"/>
            <a:ext cx="1925320" cy="9410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62965" marR="5080" indent="-850900"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Output</a:t>
            </a:r>
            <a:r>
              <a:rPr sz="2000" spc="-10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Transducer  </a:t>
            </a:r>
            <a:r>
              <a:rPr sz="2000" dirty="0">
                <a:latin typeface="Times New Roman"/>
                <a:cs typeface="Times New Roman"/>
              </a:rPr>
              <a:t>&amp;</a:t>
            </a:r>
            <a:endParaRPr sz="2000">
              <a:latin typeface="Times New Roman"/>
              <a:cs typeface="Times New Roman"/>
            </a:endParaRPr>
          </a:p>
          <a:p>
            <a:pPr marL="91440"/>
            <a:r>
              <a:rPr sz="2000" spc="-5" dirty="0">
                <a:latin typeface="Times New Roman"/>
                <a:cs typeface="Times New Roman"/>
              </a:rPr>
              <a:t>Information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Sink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5222747" y="5090173"/>
            <a:ext cx="2125218" cy="136474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5543550" y="5245354"/>
            <a:ext cx="1487170" cy="9410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1905" algn="ctr">
              <a:spcBef>
                <a:spcPts val="100"/>
              </a:spcBef>
            </a:pPr>
            <a:r>
              <a:rPr sz="2000" dirty="0">
                <a:latin typeface="Times New Roman"/>
                <a:cs typeface="Times New Roman"/>
              </a:rPr>
              <a:t>Noise,  Interference,  and</a:t>
            </a:r>
            <a:r>
              <a:rPr sz="2000" spc="-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Distortion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3427477" y="2408555"/>
            <a:ext cx="5339715" cy="4081779"/>
            <a:chOff x="1903476" y="2408554"/>
            <a:chExt cx="5339715" cy="4081779"/>
          </a:xfrm>
        </p:grpSpPr>
        <p:sp>
          <p:nvSpPr>
            <p:cNvPr id="34" name="object 34"/>
            <p:cNvSpPr/>
            <p:nvPr/>
          </p:nvSpPr>
          <p:spPr>
            <a:xfrm>
              <a:off x="2438654" y="3007867"/>
              <a:ext cx="4344035" cy="238125"/>
            </a:xfrm>
            <a:custGeom>
              <a:avLst/>
              <a:gdLst/>
              <a:ahLst/>
              <a:cxnLst/>
              <a:rect l="l" t="t" r="r" b="b"/>
              <a:pathLst>
                <a:path w="4344034" h="238125">
                  <a:moveTo>
                    <a:pt x="610108" y="89662"/>
                  </a:moveTo>
                  <a:lnTo>
                    <a:pt x="579729" y="75565"/>
                  </a:lnTo>
                  <a:lnTo>
                    <a:pt x="416941" y="0"/>
                  </a:lnTo>
                  <a:lnTo>
                    <a:pt x="419112" y="76111"/>
                  </a:lnTo>
                  <a:lnTo>
                    <a:pt x="0" y="88138"/>
                  </a:lnTo>
                  <a:lnTo>
                    <a:pt x="1016" y="126238"/>
                  </a:lnTo>
                  <a:lnTo>
                    <a:pt x="420204" y="114223"/>
                  </a:lnTo>
                  <a:lnTo>
                    <a:pt x="422402" y="190373"/>
                  </a:lnTo>
                  <a:lnTo>
                    <a:pt x="610108" y="89662"/>
                  </a:lnTo>
                  <a:close/>
                </a:path>
                <a:path w="4344034" h="238125">
                  <a:moveTo>
                    <a:pt x="4343908" y="141478"/>
                  </a:moveTo>
                  <a:lnTo>
                    <a:pt x="4307687" y="123698"/>
                  </a:lnTo>
                  <a:lnTo>
                    <a:pt x="4152773" y="47625"/>
                  </a:lnTo>
                  <a:lnTo>
                    <a:pt x="4153281" y="123837"/>
                  </a:lnTo>
                  <a:lnTo>
                    <a:pt x="3886581" y="125730"/>
                  </a:lnTo>
                  <a:lnTo>
                    <a:pt x="3886835" y="163830"/>
                  </a:lnTo>
                  <a:lnTo>
                    <a:pt x="4153535" y="161937"/>
                  </a:lnTo>
                  <a:lnTo>
                    <a:pt x="4154043" y="238125"/>
                  </a:lnTo>
                  <a:lnTo>
                    <a:pt x="4343908" y="14147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5791961" y="4408169"/>
              <a:ext cx="381000" cy="0"/>
            </a:xfrm>
            <a:custGeom>
              <a:avLst/>
              <a:gdLst/>
              <a:ahLst/>
              <a:cxnLst/>
              <a:rect l="l" t="t" r="r" b="b"/>
              <a:pathLst>
                <a:path w="381000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201162" y="4312919"/>
              <a:ext cx="381000" cy="190500"/>
            </a:xfrm>
            <a:custGeom>
              <a:avLst/>
              <a:gdLst/>
              <a:ahLst/>
              <a:cxnLst/>
              <a:rect l="l" t="t" r="r" b="b"/>
              <a:pathLst>
                <a:path w="381000" h="190500">
                  <a:moveTo>
                    <a:pt x="190500" y="0"/>
                  </a:moveTo>
                  <a:lnTo>
                    <a:pt x="190500" y="190499"/>
                  </a:lnTo>
                  <a:lnTo>
                    <a:pt x="342900" y="114299"/>
                  </a:lnTo>
                  <a:lnTo>
                    <a:pt x="209550" y="114299"/>
                  </a:lnTo>
                  <a:lnTo>
                    <a:pt x="209550" y="76199"/>
                  </a:lnTo>
                  <a:lnTo>
                    <a:pt x="342900" y="76199"/>
                  </a:lnTo>
                  <a:lnTo>
                    <a:pt x="190500" y="0"/>
                  </a:lnTo>
                  <a:close/>
                </a:path>
                <a:path w="381000" h="190500">
                  <a:moveTo>
                    <a:pt x="190500" y="76199"/>
                  </a:moveTo>
                  <a:lnTo>
                    <a:pt x="0" y="76199"/>
                  </a:lnTo>
                  <a:lnTo>
                    <a:pt x="0" y="114299"/>
                  </a:lnTo>
                  <a:lnTo>
                    <a:pt x="190500" y="114299"/>
                  </a:lnTo>
                  <a:lnTo>
                    <a:pt x="190500" y="76199"/>
                  </a:lnTo>
                  <a:close/>
                </a:path>
                <a:path w="381000" h="190500">
                  <a:moveTo>
                    <a:pt x="342900" y="76199"/>
                  </a:moveTo>
                  <a:lnTo>
                    <a:pt x="209550" y="76199"/>
                  </a:lnTo>
                  <a:lnTo>
                    <a:pt x="209550" y="114299"/>
                  </a:lnTo>
                  <a:lnTo>
                    <a:pt x="342900" y="114299"/>
                  </a:lnTo>
                  <a:lnTo>
                    <a:pt x="381000" y="95249"/>
                  </a:lnTo>
                  <a:lnTo>
                    <a:pt x="342900" y="761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199638" y="3448049"/>
              <a:ext cx="1270" cy="961390"/>
            </a:xfrm>
            <a:custGeom>
              <a:avLst/>
              <a:gdLst/>
              <a:ahLst/>
              <a:cxnLst/>
              <a:rect l="l" t="t" r="r" b="b"/>
              <a:pathLst>
                <a:path w="1269" h="961389">
                  <a:moveTo>
                    <a:pt x="762" y="0"/>
                  </a:moveTo>
                  <a:lnTo>
                    <a:pt x="0" y="0"/>
                  </a:lnTo>
                  <a:lnTo>
                    <a:pt x="0" y="961263"/>
                  </a:lnTo>
                  <a:lnTo>
                    <a:pt x="762" y="961263"/>
                  </a:ln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640643" y="3484625"/>
              <a:ext cx="1626870" cy="1737360"/>
            </a:xfrm>
            <a:custGeom>
              <a:avLst/>
              <a:gdLst/>
              <a:ahLst/>
              <a:cxnLst/>
              <a:rect l="l" t="t" r="r" b="b"/>
              <a:pathLst>
                <a:path w="1626870" h="1737360">
                  <a:moveTo>
                    <a:pt x="171157" y="1443748"/>
                  </a:moveTo>
                  <a:lnTo>
                    <a:pt x="168719" y="1436624"/>
                  </a:lnTo>
                  <a:lnTo>
                    <a:pt x="107962" y="1331468"/>
                  </a:lnTo>
                  <a:lnTo>
                    <a:pt x="86169" y="1293749"/>
                  </a:lnTo>
                  <a:lnTo>
                    <a:pt x="2476" y="1435989"/>
                  </a:lnTo>
                  <a:lnTo>
                    <a:pt x="0" y="1443113"/>
                  </a:lnTo>
                  <a:lnTo>
                    <a:pt x="457" y="1450390"/>
                  </a:lnTo>
                  <a:lnTo>
                    <a:pt x="3594" y="1456982"/>
                  </a:lnTo>
                  <a:lnTo>
                    <a:pt x="9207" y="1462024"/>
                  </a:lnTo>
                  <a:lnTo>
                    <a:pt x="16395" y="1464513"/>
                  </a:lnTo>
                  <a:lnTo>
                    <a:pt x="23710" y="1464094"/>
                  </a:lnTo>
                  <a:lnTo>
                    <a:pt x="30314" y="1460957"/>
                  </a:lnTo>
                  <a:lnTo>
                    <a:pt x="35369" y="1455293"/>
                  </a:lnTo>
                  <a:lnTo>
                    <a:pt x="66611" y="1402143"/>
                  </a:lnTo>
                  <a:lnTo>
                    <a:pt x="65468" y="1737106"/>
                  </a:lnTo>
                  <a:lnTo>
                    <a:pt x="103568" y="1737233"/>
                  </a:lnTo>
                  <a:lnTo>
                    <a:pt x="104711" y="1402054"/>
                  </a:lnTo>
                  <a:lnTo>
                    <a:pt x="104813" y="1370101"/>
                  </a:lnTo>
                  <a:lnTo>
                    <a:pt x="104775" y="1402143"/>
                  </a:lnTo>
                  <a:lnTo>
                    <a:pt x="135699" y="1455674"/>
                  </a:lnTo>
                  <a:lnTo>
                    <a:pt x="140741" y="1461363"/>
                  </a:lnTo>
                  <a:lnTo>
                    <a:pt x="147332" y="1464551"/>
                  </a:lnTo>
                  <a:lnTo>
                    <a:pt x="154609" y="1465059"/>
                  </a:lnTo>
                  <a:lnTo>
                    <a:pt x="161734" y="1462659"/>
                  </a:lnTo>
                  <a:lnTo>
                    <a:pt x="167424" y="1457617"/>
                  </a:lnTo>
                  <a:lnTo>
                    <a:pt x="170649" y="1451025"/>
                  </a:lnTo>
                  <a:lnTo>
                    <a:pt x="171157" y="1443748"/>
                  </a:lnTo>
                  <a:close/>
                </a:path>
                <a:path w="1626870" h="1737360">
                  <a:moveTo>
                    <a:pt x="1626679" y="190627"/>
                  </a:moveTo>
                  <a:lnTo>
                    <a:pt x="1617103" y="171450"/>
                  </a:lnTo>
                  <a:lnTo>
                    <a:pt x="1531556" y="0"/>
                  </a:lnTo>
                  <a:lnTo>
                    <a:pt x="1436179" y="190373"/>
                  </a:lnTo>
                  <a:lnTo>
                    <a:pt x="1512354" y="190474"/>
                  </a:lnTo>
                  <a:lnTo>
                    <a:pt x="1511744" y="961136"/>
                  </a:lnTo>
                  <a:lnTo>
                    <a:pt x="1549844" y="961263"/>
                  </a:lnTo>
                  <a:lnTo>
                    <a:pt x="1550454" y="190525"/>
                  </a:lnTo>
                  <a:lnTo>
                    <a:pt x="1626679" y="19062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590038" y="2487929"/>
              <a:ext cx="3888104" cy="3989704"/>
            </a:xfrm>
            <a:custGeom>
              <a:avLst/>
              <a:gdLst/>
              <a:ahLst/>
              <a:cxnLst/>
              <a:rect l="l" t="t" r="r" b="b"/>
              <a:pathLst>
                <a:path w="3888104" h="3989704">
                  <a:moveTo>
                    <a:pt x="1650" y="0"/>
                  </a:moveTo>
                  <a:lnTo>
                    <a:pt x="0" y="3989476"/>
                  </a:lnTo>
                </a:path>
                <a:path w="3888104" h="3989704">
                  <a:moveTo>
                    <a:pt x="3887851" y="0"/>
                  </a:moveTo>
                  <a:lnTo>
                    <a:pt x="3886200" y="3989476"/>
                  </a:lnTo>
                </a:path>
              </a:pathLst>
            </a:custGeom>
            <a:ln w="25400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2591562" y="2487929"/>
              <a:ext cx="3886200" cy="3988435"/>
            </a:xfrm>
            <a:custGeom>
              <a:avLst/>
              <a:gdLst/>
              <a:ahLst/>
              <a:cxnLst/>
              <a:rect l="l" t="t" r="r" b="b"/>
              <a:pathLst>
                <a:path w="3886200" h="3988435">
                  <a:moveTo>
                    <a:pt x="0" y="3986784"/>
                  </a:moveTo>
                  <a:lnTo>
                    <a:pt x="3886200" y="3988320"/>
                  </a:lnTo>
                </a:path>
                <a:path w="3886200" h="3988435">
                  <a:moveTo>
                    <a:pt x="0" y="0"/>
                  </a:moveTo>
                  <a:lnTo>
                    <a:pt x="3886200" y="1524"/>
                  </a:lnTo>
                </a:path>
              </a:pathLst>
            </a:custGeom>
            <a:ln w="25400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1903476" y="2408554"/>
              <a:ext cx="5339715" cy="1861820"/>
            </a:xfrm>
            <a:custGeom>
              <a:avLst/>
              <a:gdLst/>
              <a:ahLst/>
              <a:cxnLst/>
              <a:rect l="l" t="t" r="r" b="b"/>
              <a:pathLst>
                <a:path w="5339715" h="1861820">
                  <a:moveTo>
                    <a:pt x="721614" y="531622"/>
                  </a:moveTo>
                  <a:lnTo>
                    <a:pt x="668972" y="543725"/>
                  </a:lnTo>
                  <a:lnTo>
                    <a:pt x="544957" y="2540"/>
                  </a:lnTo>
                  <a:lnTo>
                    <a:pt x="526415" y="6858"/>
                  </a:lnTo>
                  <a:lnTo>
                    <a:pt x="650455" y="547979"/>
                  </a:lnTo>
                  <a:lnTo>
                    <a:pt x="597789" y="560070"/>
                  </a:lnTo>
                  <a:lnTo>
                    <a:pt x="688086" y="669671"/>
                  </a:lnTo>
                  <a:lnTo>
                    <a:pt x="714641" y="560324"/>
                  </a:lnTo>
                  <a:lnTo>
                    <a:pt x="721614" y="531622"/>
                  </a:lnTo>
                  <a:close/>
                </a:path>
                <a:path w="5339715" h="1861820">
                  <a:moveTo>
                    <a:pt x="1221486" y="1556131"/>
                  </a:moveTo>
                  <a:lnTo>
                    <a:pt x="1083056" y="1524381"/>
                  </a:lnTo>
                  <a:lnTo>
                    <a:pt x="1095794" y="1576793"/>
                  </a:lnTo>
                  <a:lnTo>
                    <a:pt x="0" y="1842389"/>
                  </a:lnTo>
                  <a:lnTo>
                    <a:pt x="4572" y="1860931"/>
                  </a:lnTo>
                  <a:lnTo>
                    <a:pt x="1100289" y="1595323"/>
                  </a:lnTo>
                  <a:lnTo>
                    <a:pt x="1113028" y="1647698"/>
                  </a:lnTo>
                  <a:lnTo>
                    <a:pt x="1200569" y="1573784"/>
                  </a:lnTo>
                  <a:lnTo>
                    <a:pt x="1221486" y="1556131"/>
                  </a:lnTo>
                  <a:close/>
                </a:path>
                <a:path w="5339715" h="1861820">
                  <a:moveTo>
                    <a:pt x="4963541" y="9398"/>
                  </a:moveTo>
                  <a:lnTo>
                    <a:pt x="4947031" y="0"/>
                  </a:lnTo>
                  <a:lnTo>
                    <a:pt x="4629112" y="554634"/>
                  </a:lnTo>
                  <a:lnTo>
                    <a:pt x="4582287" y="527812"/>
                  </a:lnTo>
                  <a:lnTo>
                    <a:pt x="4574286" y="669671"/>
                  </a:lnTo>
                  <a:lnTo>
                    <a:pt x="4692523" y="590931"/>
                  </a:lnTo>
                  <a:lnTo>
                    <a:pt x="4665015" y="575183"/>
                  </a:lnTo>
                  <a:lnTo>
                    <a:pt x="4645749" y="564159"/>
                  </a:lnTo>
                  <a:lnTo>
                    <a:pt x="4963541" y="9398"/>
                  </a:lnTo>
                  <a:close/>
                </a:path>
                <a:path w="5339715" h="1861820">
                  <a:moveTo>
                    <a:pt x="5339588" y="1843405"/>
                  </a:moveTo>
                  <a:lnTo>
                    <a:pt x="4468012" y="1518437"/>
                  </a:lnTo>
                  <a:lnTo>
                    <a:pt x="4469689" y="1513967"/>
                  </a:lnTo>
                  <a:lnTo>
                    <a:pt x="4486910" y="1467866"/>
                  </a:lnTo>
                  <a:lnTo>
                    <a:pt x="4345686" y="1482979"/>
                  </a:lnTo>
                  <a:lnTo>
                    <a:pt x="4442460" y="1586865"/>
                  </a:lnTo>
                  <a:lnTo>
                    <a:pt x="4461332" y="1536319"/>
                  </a:lnTo>
                  <a:lnTo>
                    <a:pt x="5332984" y="1861312"/>
                  </a:lnTo>
                  <a:lnTo>
                    <a:pt x="5339588" y="184340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1602740" y="1173937"/>
            <a:ext cx="58007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indent="-457200">
              <a:spcBef>
                <a:spcPts val="95"/>
              </a:spcBef>
              <a:buFont typeface="Wingdings"/>
              <a:buChar char=""/>
              <a:tabLst>
                <a:tab pos="469265" algn="l"/>
                <a:tab pos="469900" algn="l"/>
              </a:tabLst>
            </a:pPr>
            <a:r>
              <a:rPr sz="2800" spc="-10" dirty="0">
                <a:solidFill>
                  <a:srgbClr val="0000FF"/>
                </a:solidFill>
                <a:latin typeface="Times New Roman"/>
                <a:cs typeface="Times New Roman"/>
              </a:rPr>
              <a:t>Elements </a:t>
            </a:r>
            <a:r>
              <a:rPr sz="2800" spc="-5" dirty="0">
                <a:solidFill>
                  <a:srgbClr val="0000FF"/>
                </a:solidFill>
                <a:latin typeface="Times New Roman"/>
                <a:cs typeface="Times New Roman"/>
              </a:rPr>
              <a:t>of Communication</a:t>
            </a:r>
            <a:r>
              <a:rPr sz="2800" spc="3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0000FF"/>
                </a:solidFill>
                <a:latin typeface="Times New Roman"/>
                <a:cs typeface="Times New Roman"/>
              </a:rPr>
              <a:t>System: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>
            <a:spLocks noGrp="1"/>
          </p:cNvSpPr>
          <p:nvPr>
            <p:ph type="sldNum" sz="quarter" idx="7"/>
          </p:nvPr>
        </p:nvSpPr>
        <p:spPr>
          <a:xfrm>
            <a:off x="8478139" y="6549754"/>
            <a:ext cx="281304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1425"/>
              </a:lnSpc>
            </a:pPr>
            <a:r>
              <a:rPr lang="en-IN"/>
              <a:t>[</a:t>
            </a:r>
            <a:fld id="{81D60167-4931-47E6-BA6A-407CBD079E47}" type="slidenum">
              <a:rPr spc="-5" smtClean="0"/>
              <a:pPr marL="12700">
                <a:lnSpc>
                  <a:spcPts val="1425"/>
                </a:lnSpc>
              </a:pPr>
              <a:t>6</a:t>
            </a:fld>
            <a:r>
              <a:t>]</a:t>
            </a:r>
            <a:endParaRPr dirty="0"/>
          </a:p>
        </p:txBody>
      </p:sp>
      <p:sp>
        <p:nvSpPr>
          <p:cNvPr id="43" name="object 43"/>
          <p:cNvSpPr txBox="1">
            <a:spLocks noGrp="1"/>
          </p:cNvSpPr>
          <p:nvPr>
            <p:ph type="title"/>
          </p:nvPr>
        </p:nvSpPr>
        <p:spPr>
          <a:xfrm>
            <a:off x="1713956" y="268220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4826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Introduction </a:t>
            </a:r>
            <a:r>
              <a:rPr spc="-175" dirty="0"/>
              <a:t>To </a:t>
            </a:r>
            <a:r>
              <a:rPr spc="-5" dirty="0"/>
              <a:t>Communication</a:t>
            </a:r>
            <a:r>
              <a:rPr spc="200" dirty="0"/>
              <a:t> </a:t>
            </a:r>
            <a:r>
              <a:rPr sz="2400" dirty="0"/>
              <a:t>contd.</a:t>
            </a:r>
          </a:p>
        </p:txBody>
      </p:sp>
      <p:sp>
        <p:nvSpPr>
          <p:cNvPr id="44" name="object 44"/>
          <p:cNvSpPr txBox="1"/>
          <p:nvPr/>
        </p:nvSpPr>
        <p:spPr>
          <a:xfrm>
            <a:off x="1602739" y="28449"/>
            <a:ext cx="892937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7861934" algn="l"/>
              </a:tabLst>
            </a:pPr>
            <a:r>
              <a:rPr sz="3000" b="1" i="1" baseline="1388" dirty="0">
                <a:solidFill>
                  <a:srgbClr val="0000FF"/>
                </a:solidFill>
                <a:latin typeface="Times New Roman"/>
                <a:cs typeface="Times New Roman"/>
              </a:rPr>
              <a:t>Module</a:t>
            </a:r>
            <a:r>
              <a:rPr sz="3000" b="1" i="1" spc="-30" baseline="1388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3000" b="1" i="1" baseline="1388" dirty="0">
                <a:solidFill>
                  <a:srgbClr val="0000FF"/>
                </a:solidFill>
                <a:latin typeface="Times New Roman"/>
                <a:cs typeface="Times New Roman"/>
              </a:rPr>
              <a:t>– V	</a:t>
            </a:r>
            <a:r>
              <a:rPr sz="2000" b="1" i="1" spc="-55" dirty="0">
                <a:solidFill>
                  <a:srgbClr val="0000FF"/>
                </a:solidFill>
                <a:latin typeface="Times New Roman"/>
                <a:cs typeface="Times New Roman"/>
              </a:rPr>
              <a:t>Vol.</a:t>
            </a:r>
            <a:r>
              <a:rPr sz="2000" b="1" i="1" spc="-8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0000FF"/>
                </a:solidFill>
                <a:latin typeface="Times New Roman"/>
                <a:cs typeface="Times New Roman"/>
              </a:rPr>
              <a:t>No.-1</a:t>
            </a:r>
            <a:endParaRPr sz="2000">
              <a:latin typeface="Times New Roman"/>
              <a:cs typeface="Times New Roman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6E738990-9D9D-4916-8195-875E1274B3C4}"/>
                  </a:ext>
                </a:extLst>
              </p14:cNvPr>
              <p14:cNvContentPartPr/>
              <p14:nvPr/>
            </p14:nvContentPartPr>
            <p14:xfrm>
              <a:off x="1450440" y="3086640"/>
              <a:ext cx="9791280" cy="337248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6E738990-9D9D-4916-8195-875E1274B3C4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441080" y="3077280"/>
                <a:ext cx="9810000" cy="3391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64791" y="990600"/>
            <a:ext cx="8750808" cy="152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602739" y="1165605"/>
            <a:ext cx="8987790" cy="40805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spcBef>
                <a:spcPts val="100"/>
              </a:spcBef>
              <a:buSzPct val="125000"/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400" b="1" i="1" dirty="0">
                <a:solidFill>
                  <a:srgbClr val="0000FF"/>
                </a:solidFill>
                <a:latin typeface="Times New Roman"/>
                <a:cs typeface="Times New Roman"/>
              </a:rPr>
              <a:t>Information</a:t>
            </a:r>
            <a:r>
              <a:rPr sz="2400" b="1" i="1" spc="-3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400" b="1" i="1" spc="-5" dirty="0">
                <a:solidFill>
                  <a:srgbClr val="0000FF"/>
                </a:solidFill>
                <a:latin typeface="Times New Roman"/>
                <a:cs typeface="Times New Roman"/>
              </a:rPr>
              <a:t>Source: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spcBef>
                <a:spcPts val="720"/>
              </a:spcBef>
              <a:buSzPct val="125000"/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16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generates</a:t>
            </a:r>
            <a:r>
              <a:rPr sz="2400" spc="1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16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message</a:t>
            </a:r>
            <a:r>
              <a:rPr sz="2400" spc="16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which</a:t>
            </a:r>
            <a:r>
              <a:rPr sz="2400" spc="16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may</a:t>
            </a:r>
            <a:r>
              <a:rPr sz="2400" spc="17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be</a:t>
            </a:r>
            <a:r>
              <a:rPr sz="2400" spc="15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of</a:t>
            </a:r>
            <a:r>
              <a:rPr sz="2400" spc="1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16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form</a:t>
            </a:r>
            <a:r>
              <a:rPr sz="2400" spc="145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Times New Roman"/>
                <a:cs typeface="Times New Roman"/>
              </a:rPr>
              <a:t>of</a:t>
            </a:r>
            <a:r>
              <a:rPr sz="2400" spc="1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voice,</a:t>
            </a:r>
            <a:r>
              <a:rPr sz="2400" spc="16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picture</a:t>
            </a:r>
            <a:r>
              <a:rPr sz="2400" spc="15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or</a:t>
            </a:r>
            <a:endParaRPr sz="2400">
              <a:latin typeface="Times New Roman"/>
              <a:cs typeface="Times New Roman"/>
            </a:endParaRPr>
          </a:p>
          <a:p>
            <a:pPr marL="355600"/>
            <a:r>
              <a:rPr sz="2400" dirty="0">
                <a:latin typeface="Times New Roman"/>
                <a:cs typeface="Times New Roman"/>
              </a:rPr>
              <a:t>plain text or any</a:t>
            </a:r>
            <a:r>
              <a:rPr sz="2400" spc="-1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data.</a:t>
            </a:r>
            <a:endParaRPr sz="2400">
              <a:latin typeface="Times New Roman"/>
              <a:cs typeface="Times New Roman"/>
            </a:endParaRPr>
          </a:p>
          <a:p>
            <a:pPr marL="355600" marR="5080" indent="-342900">
              <a:spcBef>
                <a:spcPts val="1440"/>
              </a:spcBef>
              <a:buSzPct val="125000"/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-5" dirty="0">
                <a:latin typeface="Times New Roman"/>
                <a:cs typeface="Times New Roman"/>
              </a:rPr>
              <a:t>transducer converts </a:t>
            </a: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-5" dirty="0">
                <a:latin typeface="Times New Roman"/>
                <a:cs typeface="Times New Roman"/>
              </a:rPr>
              <a:t>output </a:t>
            </a:r>
            <a:r>
              <a:rPr sz="2400" spc="-10" dirty="0">
                <a:latin typeface="Times New Roman"/>
                <a:cs typeface="Times New Roman"/>
              </a:rPr>
              <a:t>of </a:t>
            </a:r>
            <a:r>
              <a:rPr sz="2400" dirty="0">
                <a:latin typeface="Times New Roman"/>
                <a:cs typeface="Times New Roman"/>
              </a:rPr>
              <a:t>a source </a:t>
            </a:r>
            <a:r>
              <a:rPr sz="2400" spc="-5" dirty="0">
                <a:latin typeface="Times New Roman"/>
                <a:cs typeface="Times New Roman"/>
              </a:rPr>
              <a:t>into </a:t>
            </a:r>
            <a:r>
              <a:rPr sz="2400" dirty="0">
                <a:latin typeface="Times New Roman"/>
                <a:cs typeface="Times New Roman"/>
              </a:rPr>
              <a:t>an </a:t>
            </a:r>
            <a:r>
              <a:rPr sz="2400" spc="-5" dirty="0">
                <a:latin typeface="Times New Roman"/>
                <a:cs typeface="Times New Roman"/>
              </a:rPr>
              <a:t>electrical </a:t>
            </a:r>
            <a:r>
              <a:rPr sz="2400" dirty="0">
                <a:latin typeface="Times New Roman"/>
                <a:cs typeface="Times New Roman"/>
              </a:rPr>
              <a:t>signal  and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vice-versa.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spcBef>
                <a:spcPts val="240"/>
              </a:spcBef>
              <a:buSzPct val="125000"/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400" b="1" i="1" dirty="0">
                <a:solidFill>
                  <a:srgbClr val="0000FF"/>
                </a:solidFill>
                <a:latin typeface="Times New Roman"/>
                <a:cs typeface="Times New Roman"/>
              </a:rPr>
              <a:t>Information</a:t>
            </a:r>
            <a:r>
              <a:rPr sz="2400" b="1" i="1" spc="-114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0000FF"/>
                </a:solidFill>
                <a:latin typeface="Times New Roman"/>
                <a:cs typeface="Times New Roman"/>
              </a:rPr>
              <a:t>Sink: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spcBef>
                <a:spcPts val="725"/>
              </a:spcBef>
              <a:buSzPct val="125000"/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It stores the </a:t>
            </a:r>
            <a:r>
              <a:rPr sz="2400" spc="-5" dirty="0">
                <a:latin typeface="Times New Roman"/>
                <a:cs typeface="Times New Roman"/>
              </a:rPr>
              <a:t>estimate </a:t>
            </a:r>
            <a:r>
              <a:rPr sz="2400" dirty="0">
                <a:latin typeface="Times New Roman"/>
                <a:cs typeface="Times New Roman"/>
              </a:rPr>
              <a:t>of </a:t>
            </a:r>
            <a:r>
              <a:rPr sz="2400" spc="-5" dirty="0">
                <a:latin typeface="Times New Roman"/>
                <a:cs typeface="Times New Roman"/>
              </a:rPr>
              <a:t>message </a:t>
            </a:r>
            <a:r>
              <a:rPr sz="2400" dirty="0">
                <a:latin typeface="Times New Roman"/>
                <a:cs typeface="Times New Roman"/>
              </a:rPr>
              <a:t>signal in </a:t>
            </a:r>
            <a:r>
              <a:rPr sz="2400" spc="-5" dirty="0">
                <a:latin typeface="Times New Roman"/>
                <a:cs typeface="Times New Roman"/>
              </a:rPr>
              <a:t>some </a:t>
            </a:r>
            <a:r>
              <a:rPr sz="2400" dirty="0">
                <a:latin typeface="Times New Roman"/>
                <a:cs typeface="Times New Roman"/>
              </a:rPr>
              <a:t>appropriate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form.</a:t>
            </a:r>
            <a:endParaRPr sz="2400">
              <a:latin typeface="Times New Roman"/>
              <a:cs typeface="Times New Roman"/>
            </a:endParaRPr>
          </a:p>
          <a:p>
            <a:pPr marL="355600" marR="5080" indent="-342900" algn="just">
              <a:buSzPct val="125000"/>
              <a:buFont typeface="Wingdings"/>
              <a:buChar char=""/>
              <a:tabLst>
                <a:tab pos="355600" algn="l"/>
              </a:tabLst>
            </a:pPr>
            <a:r>
              <a:rPr sz="2400" spc="-5" dirty="0">
                <a:latin typeface="Times New Roman"/>
                <a:cs typeface="Times New Roman"/>
              </a:rPr>
              <a:t>Irrespective </a:t>
            </a:r>
            <a:r>
              <a:rPr sz="2400" dirty="0">
                <a:latin typeface="Times New Roman"/>
                <a:cs typeface="Times New Roman"/>
              </a:rPr>
              <a:t>of the form of </a:t>
            </a:r>
            <a:r>
              <a:rPr sz="2400" b="1" i="1" spc="-5" dirty="0">
                <a:latin typeface="Times New Roman"/>
                <a:cs typeface="Times New Roman"/>
              </a:rPr>
              <a:t>communication process </a:t>
            </a:r>
            <a:r>
              <a:rPr sz="2400" spc="-5" dirty="0">
                <a:latin typeface="Times New Roman"/>
                <a:cs typeface="Times New Roman"/>
              </a:rPr>
              <a:t>being considered,  </a:t>
            </a:r>
            <a:r>
              <a:rPr sz="2400" dirty="0">
                <a:latin typeface="Times New Roman"/>
                <a:cs typeface="Times New Roman"/>
              </a:rPr>
              <a:t>there are </a:t>
            </a:r>
            <a:r>
              <a:rPr sz="2400" spc="-5" dirty="0">
                <a:latin typeface="Times New Roman"/>
                <a:cs typeface="Times New Roman"/>
              </a:rPr>
              <a:t>three basic elements </a:t>
            </a:r>
            <a:r>
              <a:rPr sz="2400" dirty="0">
                <a:latin typeface="Times New Roman"/>
                <a:cs typeface="Times New Roman"/>
              </a:rPr>
              <a:t>to every </a:t>
            </a:r>
            <a:r>
              <a:rPr sz="2400" spc="-5" dirty="0">
                <a:latin typeface="Times New Roman"/>
                <a:cs typeface="Times New Roman"/>
              </a:rPr>
              <a:t>communication system,  namely: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51098" y="5201540"/>
            <a:ext cx="1849120" cy="1138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25450" indent="-413384">
              <a:spcBef>
                <a:spcPts val="100"/>
              </a:spcBef>
              <a:buSzPct val="125000"/>
              <a:buFont typeface="Arial"/>
              <a:buChar char="•"/>
              <a:tabLst>
                <a:tab pos="425450" algn="l"/>
                <a:tab pos="426084" algn="l"/>
              </a:tabLst>
            </a:pPr>
            <a:r>
              <a:rPr sz="2400" spc="-90" dirty="0">
                <a:latin typeface="Times New Roman"/>
                <a:cs typeface="Times New Roman"/>
              </a:rPr>
              <a:t>T</a:t>
            </a:r>
            <a:r>
              <a:rPr sz="2400" dirty="0">
                <a:latin typeface="Times New Roman"/>
                <a:cs typeface="Times New Roman"/>
              </a:rPr>
              <a:t>ran</a:t>
            </a:r>
            <a:r>
              <a:rPr sz="2400" spc="-5" dirty="0">
                <a:latin typeface="Times New Roman"/>
                <a:cs typeface="Times New Roman"/>
              </a:rPr>
              <a:t>s</a:t>
            </a:r>
            <a:r>
              <a:rPr sz="2400" spc="-25" dirty="0">
                <a:latin typeface="Times New Roman"/>
                <a:cs typeface="Times New Roman"/>
              </a:rPr>
              <a:t>m</a:t>
            </a:r>
            <a:r>
              <a:rPr sz="2400" dirty="0">
                <a:latin typeface="Times New Roman"/>
                <a:cs typeface="Times New Roman"/>
              </a:rPr>
              <a:t>i</a:t>
            </a:r>
            <a:r>
              <a:rPr sz="2400" spc="5" dirty="0">
                <a:latin typeface="Times New Roman"/>
                <a:cs typeface="Times New Roman"/>
              </a:rPr>
              <a:t>t</a:t>
            </a:r>
            <a:r>
              <a:rPr sz="2400" dirty="0">
                <a:latin typeface="Times New Roman"/>
                <a:cs typeface="Times New Roman"/>
              </a:rPr>
              <a:t>ter</a:t>
            </a:r>
            <a:endParaRPr sz="2400">
              <a:latin typeface="Times New Roman"/>
              <a:cs typeface="Times New Roman"/>
            </a:endParaRPr>
          </a:p>
          <a:p>
            <a:pPr marL="431800" indent="-419100">
              <a:buSzPct val="125000"/>
              <a:buFont typeface="Arial"/>
              <a:buChar char="•"/>
              <a:tabLst>
                <a:tab pos="431165" algn="l"/>
                <a:tab pos="431800" algn="l"/>
              </a:tabLst>
            </a:pPr>
            <a:r>
              <a:rPr sz="2400" dirty="0">
                <a:latin typeface="Times New Roman"/>
                <a:cs typeface="Times New Roman"/>
              </a:rPr>
              <a:t>Channel</a:t>
            </a:r>
            <a:endParaRPr sz="2400">
              <a:latin typeface="Times New Roman"/>
              <a:cs typeface="Times New Roman"/>
            </a:endParaRPr>
          </a:p>
          <a:p>
            <a:pPr marL="431800" indent="-419100">
              <a:buSzPct val="125000"/>
              <a:buFont typeface="Arial"/>
              <a:buChar char="•"/>
              <a:tabLst>
                <a:tab pos="431165" algn="l"/>
                <a:tab pos="431800" algn="l"/>
              </a:tabLst>
            </a:pPr>
            <a:r>
              <a:rPr sz="2400" dirty="0">
                <a:latin typeface="Times New Roman"/>
                <a:cs typeface="Times New Roman"/>
              </a:rPr>
              <a:t>Receiver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468873" y="5250561"/>
            <a:ext cx="400050" cy="1179195"/>
            <a:chOff x="3944873" y="5250560"/>
            <a:chExt cx="400050" cy="1179195"/>
          </a:xfrm>
        </p:grpSpPr>
        <p:sp>
          <p:nvSpPr>
            <p:cNvPr id="6" name="object 6"/>
            <p:cNvSpPr/>
            <p:nvPr/>
          </p:nvSpPr>
          <p:spPr>
            <a:xfrm>
              <a:off x="3944873" y="5301233"/>
              <a:ext cx="381000" cy="1077595"/>
            </a:xfrm>
            <a:custGeom>
              <a:avLst/>
              <a:gdLst/>
              <a:ahLst/>
              <a:cxnLst/>
              <a:rect l="l" t="t" r="r" b="b"/>
              <a:pathLst>
                <a:path w="381000" h="1077595">
                  <a:moveTo>
                    <a:pt x="0" y="0"/>
                  </a:moveTo>
                  <a:lnTo>
                    <a:pt x="0" y="1077467"/>
                  </a:lnTo>
                  <a:lnTo>
                    <a:pt x="74128" y="1074973"/>
                  </a:lnTo>
                  <a:lnTo>
                    <a:pt x="134683" y="1068170"/>
                  </a:lnTo>
                  <a:lnTo>
                    <a:pt x="175521" y="1058078"/>
                  </a:lnTo>
                  <a:lnTo>
                    <a:pt x="190500" y="1045717"/>
                  </a:lnTo>
                  <a:lnTo>
                    <a:pt x="190500" y="570483"/>
                  </a:lnTo>
                  <a:lnTo>
                    <a:pt x="205478" y="558123"/>
                  </a:lnTo>
                  <a:lnTo>
                    <a:pt x="246316" y="548031"/>
                  </a:lnTo>
                  <a:lnTo>
                    <a:pt x="306871" y="541228"/>
                  </a:lnTo>
                  <a:lnTo>
                    <a:pt x="381000" y="538733"/>
                  </a:lnTo>
                  <a:lnTo>
                    <a:pt x="306871" y="536239"/>
                  </a:lnTo>
                  <a:lnTo>
                    <a:pt x="246316" y="529436"/>
                  </a:lnTo>
                  <a:lnTo>
                    <a:pt x="205478" y="519344"/>
                  </a:lnTo>
                  <a:lnTo>
                    <a:pt x="190500" y="506983"/>
                  </a:lnTo>
                  <a:lnTo>
                    <a:pt x="190500" y="31749"/>
                  </a:lnTo>
                  <a:lnTo>
                    <a:pt x="175521" y="19395"/>
                  </a:lnTo>
                  <a:lnTo>
                    <a:pt x="134683" y="9302"/>
                  </a:lnTo>
                  <a:lnTo>
                    <a:pt x="74128" y="24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944873" y="5250560"/>
              <a:ext cx="400050" cy="1179195"/>
            </a:xfrm>
            <a:custGeom>
              <a:avLst/>
              <a:gdLst/>
              <a:ahLst/>
              <a:cxnLst/>
              <a:rect l="l" t="t" r="r" b="b"/>
              <a:pathLst>
                <a:path w="400050" h="1179195">
                  <a:moveTo>
                    <a:pt x="110998" y="1064704"/>
                  </a:moveTo>
                  <a:lnTo>
                    <a:pt x="0" y="1128140"/>
                  </a:lnTo>
                  <a:lnTo>
                    <a:pt x="117348" y="1178826"/>
                  </a:lnTo>
                  <a:lnTo>
                    <a:pt x="115289" y="1141831"/>
                  </a:lnTo>
                  <a:lnTo>
                    <a:pt x="96520" y="1141831"/>
                  </a:lnTo>
                  <a:lnTo>
                    <a:pt x="93725" y="1103833"/>
                  </a:lnTo>
                  <a:lnTo>
                    <a:pt x="113098" y="1102448"/>
                  </a:lnTo>
                  <a:lnTo>
                    <a:pt x="110998" y="1064704"/>
                  </a:lnTo>
                  <a:close/>
                </a:path>
                <a:path w="400050" h="1179195">
                  <a:moveTo>
                    <a:pt x="113098" y="1102448"/>
                  </a:moveTo>
                  <a:lnTo>
                    <a:pt x="93725" y="1103833"/>
                  </a:lnTo>
                  <a:lnTo>
                    <a:pt x="96520" y="1141831"/>
                  </a:lnTo>
                  <a:lnTo>
                    <a:pt x="115209" y="1140401"/>
                  </a:lnTo>
                  <a:lnTo>
                    <a:pt x="113098" y="1102448"/>
                  </a:lnTo>
                  <a:close/>
                </a:path>
                <a:path w="400050" h="1179195">
                  <a:moveTo>
                    <a:pt x="115209" y="1140401"/>
                  </a:moveTo>
                  <a:lnTo>
                    <a:pt x="96520" y="1141831"/>
                  </a:lnTo>
                  <a:lnTo>
                    <a:pt x="115289" y="1141831"/>
                  </a:lnTo>
                  <a:lnTo>
                    <a:pt x="115209" y="1140401"/>
                  </a:lnTo>
                  <a:close/>
                </a:path>
                <a:path w="400050" h="1179195">
                  <a:moveTo>
                    <a:pt x="171450" y="1089723"/>
                  </a:moveTo>
                  <a:lnTo>
                    <a:pt x="131317" y="1100048"/>
                  </a:lnTo>
                  <a:lnTo>
                    <a:pt x="113098" y="1102448"/>
                  </a:lnTo>
                  <a:lnTo>
                    <a:pt x="115209" y="1140401"/>
                  </a:lnTo>
                  <a:lnTo>
                    <a:pt x="162940" y="1132535"/>
                  </a:lnTo>
                  <a:lnTo>
                    <a:pt x="189864" y="1123137"/>
                  </a:lnTo>
                  <a:lnTo>
                    <a:pt x="190753" y="1122756"/>
                  </a:lnTo>
                  <a:lnTo>
                    <a:pt x="191515" y="1122298"/>
                  </a:lnTo>
                  <a:lnTo>
                    <a:pt x="192404" y="1121803"/>
                  </a:lnTo>
                  <a:lnTo>
                    <a:pt x="196976" y="1118755"/>
                  </a:lnTo>
                  <a:lnTo>
                    <a:pt x="207772" y="1105039"/>
                  </a:lnTo>
                  <a:lnTo>
                    <a:pt x="208787" y="1101801"/>
                  </a:lnTo>
                  <a:lnTo>
                    <a:pt x="209296" y="1100048"/>
                  </a:lnTo>
                  <a:lnTo>
                    <a:pt x="209550" y="1098245"/>
                  </a:lnTo>
                  <a:lnTo>
                    <a:pt x="209550" y="1096416"/>
                  </a:lnTo>
                  <a:lnTo>
                    <a:pt x="171450" y="1096416"/>
                  </a:lnTo>
                  <a:lnTo>
                    <a:pt x="171323" y="1094282"/>
                  </a:lnTo>
                  <a:lnTo>
                    <a:pt x="171450" y="1089723"/>
                  </a:lnTo>
                  <a:close/>
                </a:path>
                <a:path w="400050" h="1179195">
                  <a:moveTo>
                    <a:pt x="171897" y="1093262"/>
                  </a:moveTo>
                  <a:lnTo>
                    <a:pt x="171450" y="1094057"/>
                  </a:lnTo>
                  <a:lnTo>
                    <a:pt x="171450" y="1096416"/>
                  </a:lnTo>
                  <a:lnTo>
                    <a:pt x="171897" y="1093262"/>
                  </a:lnTo>
                  <a:close/>
                </a:path>
                <a:path w="400050" h="1179195">
                  <a:moveTo>
                    <a:pt x="209550" y="1086853"/>
                  </a:moveTo>
                  <a:lnTo>
                    <a:pt x="176149" y="1086853"/>
                  </a:lnTo>
                  <a:lnTo>
                    <a:pt x="174916" y="1087898"/>
                  </a:lnTo>
                  <a:lnTo>
                    <a:pt x="171897" y="1093262"/>
                  </a:lnTo>
                  <a:lnTo>
                    <a:pt x="171450" y="1096416"/>
                  </a:lnTo>
                  <a:lnTo>
                    <a:pt x="209550" y="1096416"/>
                  </a:lnTo>
                  <a:lnTo>
                    <a:pt x="209550" y="1086853"/>
                  </a:lnTo>
                  <a:close/>
                </a:path>
                <a:path w="400050" h="1179195">
                  <a:moveTo>
                    <a:pt x="171450" y="1094057"/>
                  </a:moveTo>
                  <a:lnTo>
                    <a:pt x="171323" y="1094282"/>
                  </a:lnTo>
                  <a:lnTo>
                    <a:pt x="171450" y="1094057"/>
                  </a:lnTo>
                  <a:close/>
                </a:path>
                <a:path w="400050" h="1179195">
                  <a:moveTo>
                    <a:pt x="172212" y="1091044"/>
                  </a:moveTo>
                  <a:lnTo>
                    <a:pt x="171521" y="1093558"/>
                  </a:lnTo>
                  <a:lnTo>
                    <a:pt x="171450" y="1094057"/>
                  </a:lnTo>
                  <a:lnTo>
                    <a:pt x="171897" y="1093262"/>
                  </a:lnTo>
                  <a:lnTo>
                    <a:pt x="172212" y="1091044"/>
                  </a:lnTo>
                  <a:close/>
                </a:path>
                <a:path w="400050" h="1179195">
                  <a:moveTo>
                    <a:pt x="173672" y="1088734"/>
                  </a:moveTo>
                  <a:lnTo>
                    <a:pt x="171450" y="1089901"/>
                  </a:lnTo>
                  <a:lnTo>
                    <a:pt x="171450" y="1093820"/>
                  </a:lnTo>
                  <a:lnTo>
                    <a:pt x="172212" y="1091044"/>
                  </a:lnTo>
                  <a:lnTo>
                    <a:pt x="173145" y="1091044"/>
                  </a:lnTo>
                  <a:lnTo>
                    <a:pt x="173868" y="1089761"/>
                  </a:lnTo>
                  <a:lnTo>
                    <a:pt x="172720" y="1089761"/>
                  </a:lnTo>
                  <a:lnTo>
                    <a:pt x="173672" y="1088734"/>
                  </a:lnTo>
                  <a:close/>
                </a:path>
                <a:path w="400050" h="1179195">
                  <a:moveTo>
                    <a:pt x="173145" y="1091044"/>
                  </a:moveTo>
                  <a:lnTo>
                    <a:pt x="172212" y="1091044"/>
                  </a:lnTo>
                  <a:lnTo>
                    <a:pt x="171897" y="1093262"/>
                  </a:lnTo>
                  <a:lnTo>
                    <a:pt x="173145" y="1091044"/>
                  </a:lnTo>
                  <a:close/>
                </a:path>
                <a:path w="400050" h="1179195">
                  <a:moveTo>
                    <a:pt x="172368" y="1089305"/>
                  </a:moveTo>
                  <a:lnTo>
                    <a:pt x="171450" y="1089723"/>
                  </a:lnTo>
                  <a:lnTo>
                    <a:pt x="171450" y="1089901"/>
                  </a:lnTo>
                  <a:lnTo>
                    <a:pt x="172368" y="1089305"/>
                  </a:lnTo>
                  <a:close/>
                </a:path>
                <a:path w="400050" h="1179195">
                  <a:moveTo>
                    <a:pt x="173708" y="1088695"/>
                  </a:moveTo>
                  <a:lnTo>
                    <a:pt x="172368" y="1089305"/>
                  </a:lnTo>
                  <a:lnTo>
                    <a:pt x="171450" y="1089901"/>
                  </a:lnTo>
                  <a:lnTo>
                    <a:pt x="173672" y="1088734"/>
                  </a:lnTo>
                  <a:close/>
                </a:path>
                <a:path w="400050" h="1179195">
                  <a:moveTo>
                    <a:pt x="174127" y="1088567"/>
                  </a:moveTo>
                  <a:lnTo>
                    <a:pt x="173989" y="1088567"/>
                  </a:lnTo>
                  <a:lnTo>
                    <a:pt x="173672" y="1088734"/>
                  </a:lnTo>
                  <a:lnTo>
                    <a:pt x="172720" y="1089761"/>
                  </a:lnTo>
                  <a:lnTo>
                    <a:pt x="174127" y="1088567"/>
                  </a:lnTo>
                  <a:close/>
                </a:path>
                <a:path w="400050" h="1179195">
                  <a:moveTo>
                    <a:pt x="174916" y="1087898"/>
                  </a:moveTo>
                  <a:lnTo>
                    <a:pt x="172720" y="1089761"/>
                  </a:lnTo>
                  <a:lnTo>
                    <a:pt x="173868" y="1089761"/>
                  </a:lnTo>
                  <a:lnTo>
                    <a:pt x="174916" y="1087898"/>
                  </a:lnTo>
                  <a:close/>
                </a:path>
                <a:path w="400050" h="1179195">
                  <a:moveTo>
                    <a:pt x="203339" y="589433"/>
                  </a:moveTo>
                  <a:lnTo>
                    <a:pt x="199262" y="590804"/>
                  </a:lnTo>
                  <a:lnTo>
                    <a:pt x="190246" y="594893"/>
                  </a:lnTo>
                  <a:lnTo>
                    <a:pt x="188595" y="595845"/>
                  </a:lnTo>
                  <a:lnTo>
                    <a:pt x="184023" y="598893"/>
                  </a:lnTo>
                  <a:lnTo>
                    <a:pt x="182752" y="599719"/>
                  </a:lnTo>
                  <a:lnTo>
                    <a:pt x="173227" y="612609"/>
                  </a:lnTo>
                  <a:lnTo>
                    <a:pt x="172212" y="615848"/>
                  </a:lnTo>
                  <a:lnTo>
                    <a:pt x="171703" y="617588"/>
                  </a:lnTo>
                  <a:lnTo>
                    <a:pt x="171450" y="619404"/>
                  </a:lnTo>
                  <a:lnTo>
                    <a:pt x="171450" y="1089723"/>
                  </a:lnTo>
                  <a:lnTo>
                    <a:pt x="172368" y="1089305"/>
                  </a:lnTo>
                  <a:lnTo>
                    <a:pt x="174312" y="1088044"/>
                  </a:lnTo>
                  <a:lnTo>
                    <a:pt x="175640" y="1086612"/>
                  </a:lnTo>
                  <a:lnTo>
                    <a:pt x="209550" y="1086612"/>
                  </a:lnTo>
                  <a:lnTo>
                    <a:pt x="209550" y="631024"/>
                  </a:lnTo>
                  <a:lnTo>
                    <a:pt x="205359" y="631024"/>
                  </a:lnTo>
                  <a:lnTo>
                    <a:pt x="205494" y="630783"/>
                  </a:lnTo>
                  <a:lnTo>
                    <a:pt x="204850" y="630783"/>
                  </a:lnTo>
                  <a:lnTo>
                    <a:pt x="206083" y="629738"/>
                  </a:lnTo>
                  <a:lnTo>
                    <a:pt x="209076" y="624420"/>
                  </a:lnTo>
                  <a:lnTo>
                    <a:pt x="209550" y="621220"/>
                  </a:lnTo>
                  <a:lnTo>
                    <a:pt x="230761" y="621220"/>
                  </a:lnTo>
                  <a:lnTo>
                    <a:pt x="237489" y="619760"/>
                  </a:lnTo>
                  <a:lnTo>
                    <a:pt x="276478" y="613791"/>
                  </a:lnTo>
                  <a:lnTo>
                    <a:pt x="325120" y="609866"/>
                  </a:lnTo>
                  <a:lnTo>
                    <a:pt x="380873" y="608457"/>
                  </a:lnTo>
                  <a:lnTo>
                    <a:pt x="361061" y="608253"/>
                  </a:lnTo>
                  <a:lnTo>
                    <a:pt x="305435" y="605916"/>
                  </a:lnTo>
                  <a:lnTo>
                    <a:pt x="256921" y="600989"/>
                  </a:lnTo>
                  <a:lnTo>
                    <a:pt x="218059" y="593801"/>
                  </a:lnTo>
                  <a:lnTo>
                    <a:pt x="207390" y="590867"/>
                  </a:lnTo>
                  <a:lnTo>
                    <a:pt x="203339" y="589433"/>
                  </a:lnTo>
                  <a:close/>
                </a:path>
                <a:path w="400050" h="1179195">
                  <a:moveTo>
                    <a:pt x="174312" y="1088044"/>
                  </a:moveTo>
                  <a:lnTo>
                    <a:pt x="172368" y="1089305"/>
                  </a:lnTo>
                  <a:lnTo>
                    <a:pt x="173708" y="1088695"/>
                  </a:lnTo>
                  <a:lnTo>
                    <a:pt x="174312" y="1088044"/>
                  </a:lnTo>
                  <a:close/>
                </a:path>
                <a:path w="400050" h="1179195">
                  <a:moveTo>
                    <a:pt x="173989" y="1088567"/>
                  </a:moveTo>
                  <a:lnTo>
                    <a:pt x="173708" y="1088695"/>
                  </a:lnTo>
                  <a:lnTo>
                    <a:pt x="173989" y="1088567"/>
                  </a:lnTo>
                  <a:close/>
                </a:path>
                <a:path w="400050" h="1179195">
                  <a:moveTo>
                    <a:pt x="175134" y="1087511"/>
                  </a:moveTo>
                  <a:lnTo>
                    <a:pt x="174312" y="1088044"/>
                  </a:lnTo>
                  <a:lnTo>
                    <a:pt x="173708" y="1088695"/>
                  </a:lnTo>
                  <a:lnTo>
                    <a:pt x="173989" y="1088567"/>
                  </a:lnTo>
                  <a:lnTo>
                    <a:pt x="174127" y="1088567"/>
                  </a:lnTo>
                  <a:lnTo>
                    <a:pt x="174916" y="1087898"/>
                  </a:lnTo>
                  <a:lnTo>
                    <a:pt x="175134" y="1087511"/>
                  </a:lnTo>
                  <a:close/>
                </a:path>
                <a:path w="400050" h="1179195">
                  <a:moveTo>
                    <a:pt x="175640" y="1086612"/>
                  </a:moveTo>
                  <a:lnTo>
                    <a:pt x="174312" y="1088044"/>
                  </a:lnTo>
                  <a:lnTo>
                    <a:pt x="175134" y="1087511"/>
                  </a:lnTo>
                  <a:lnTo>
                    <a:pt x="175640" y="1086612"/>
                  </a:lnTo>
                  <a:close/>
                </a:path>
                <a:path w="400050" h="1179195">
                  <a:moveTo>
                    <a:pt x="176149" y="1086853"/>
                  </a:moveTo>
                  <a:lnTo>
                    <a:pt x="175134" y="1087511"/>
                  </a:lnTo>
                  <a:lnTo>
                    <a:pt x="174916" y="1087898"/>
                  </a:lnTo>
                  <a:lnTo>
                    <a:pt x="176149" y="1086853"/>
                  </a:lnTo>
                  <a:close/>
                </a:path>
                <a:path w="400050" h="1179195">
                  <a:moveTo>
                    <a:pt x="209550" y="1086612"/>
                  </a:moveTo>
                  <a:lnTo>
                    <a:pt x="175640" y="1086612"/>
                  </a:lnTo>
                  <a:lnTo>
                    <a:pt x="175134" y="1087511"/>
                  </a:lnTo>
                  <a:lnTo>
                    <a:pt x="176149" y="1086853"/>
                  </a:lnTo>
                  <a:lnTo>
                    <a:pt x="209550" y="1086853"/>
                  </a:lnTo>
                  <a:lnTo>
                    <a:pt x="209550" y="1086612"/>
                  </a:lnTo>
                  <a:close/>
                </a:path>
                <a:path w="400050" h="1179195">
                  <a:moveTo>
                    <a:pt x="206687" y="629592"/>
                  </a:moveTo>
                  <a:lnTo>
                    <a:pt x="205865" y="630125"/>
                  </a:lnTo>
                  <a:lnTo>
                    <a:pt x="205359" y="631024"/>
                  </a:lnTo>
                  <a:lnTo>
                    <a:pt x="206687" y="629592"/>
                  </a:lnTo>
                  <a:close/>
                </a:path>
                <a:path w="400050" h="1179195">
                  <a:moveTo>
                    <a:pt x="209550" y="627854"/>
                  </a:moveTo>
                  <a:lnTo>
                    <a:pt x="208832" y="628200"/>
                  </a:lnTo>
                  <a:lnTo>
                    <a:pt x="206687" y="629592"/>
                  </a:lnTo>
                  <a:lnTo>
                    <a:pt x="205359" y="631024"/>
                  </a:lnTo>
                  <a:lnTo>
                    <a:pt x="209550" y="631024"/>
                  </a:lnTo>
                  <a:lnTo>
                    <a:pt x="209550" y="627854"/>
                  </a:lnTo>
                  <a:close/>
                </a:path>
                <a:path w="400050" h="1179195">
                  <a:moveTo>
                    <a:pt x="206083" y="629738"/>
                  </a:moveTo>
                  <a:lnTo>
                    <a:pt x="204850" y="630783"/>
                  </a:lnTo>
                  <a:lnTo>
                    <a:pt x="205865" y="630125"/>
                  </a:lnTo>
                  <a:lnTo>
                    <a:pt x="206083" y="629738"/>
                  </a:lnTo>
                  <a:close/>
                </a:path>
                <a:path w="400050" h="1179195">
                  <a:moveTo>
                    <a:pt x="205865" y="630125"/>
                  </a:moveTo>
                  <a:lnTo>
                    <a:pt x="204850" y="630783"/>
                  </a:lnTo>
                  <a:lnTo>
                    <a:pt x="205494" y="630783"/>
                  </a:lnTo>
                  <a:lnTo>
                    <a:pt x="205865" y="630125"/>
                  </a:lnTo>
                  <a:close/>
                </a:path>
                <a:path w="400050" h="1179195">
                  <a:moveTo>
                    <a:pt x="208279" y="627875"/>
                  </a:moveTo>
                  <a:lnTo>
                    <a:pt x="206083" y="629738"/>
                  </a:lnTo>
                  <a:lnTo>
                    <a:pt x="205865" y="630125"/>
                  </a:lnTo>
                  <a:lnTo>
                    <a:pt x="206687" y="629592"/>
                  </a:lnTo>
                  <a:lnTo>
                    <a:pt x="207161" y="629081"/>
                  </a:lnTo>
                  <a:lnTo>
                    <a:pt x="207010" y="629081"/>
                  </a:lnTo>
                  <a:lnTo>
                    <a:pt x="207307" y="628924"/>
                  </a:lnTo>
                  <a:lnTo>
                    <a:pt x="208279" y="627875"/>
                  </a:lnTo>
                  <a:close/>
                </a:path>
                <a:path w="400050" h="1179195">
                  <a:moveTo>
                    <a:pt x="209102" y="624374"/>
                  </a:moveTo>
                  <a:lnTo>
                    <a:pt x="206083" y="629738"/>
                  </a:lnTo>
                  <a:lnTo>
                    <a:pt x="208279" y="627875"/>
                  </a:lnTo>
                  <a:lnTo>
                    <a:pt x="209286" y="627875"/>
                  </a:lnTo>
                  <a:lnTo>
                    <a:pt x="209550" y="627735"/>
                  </a:lnTo>
                  <a:lnTo>
                    <a:pt x="209550" y="626592"/>
                  </a:lnTo>
                  <a:lnTo>
                    <a:pt x="208787" y="626592"/>
                  </a:lnTo>
                  <a:lnTo>
                    <a:pt x="209102" y="624374"/>
                  </a:lnTo>
                  <a:close/>
                </a:path>
                <a:path w="400050" h="1179195">
                  <a:moveTo>
                    <a:pt x="208832" y="628200"/>
                  </a:moveTo>
                  <a:lnTo>
                    <a:pt x="207283" y="628949"/>
                  </a:lnTo>
                  <a:lnTo>
                    <a:pt x="206687" y="629592"/>
                  </a:lnTo>
                  <a:lnTo>
                    <a:pt x="208832" y="628200"/>
                  </a:lnTo>
                  <a:close/>
                </a:path>
                <a:path w="400050" h="1179195">
                  <a:moveTo>
                    <a:pt x="207283" y="628949"/>
                  </a:moveTo>
                  <a:lnTo>
                    <a:pt x="207010" y="629081"/>
                  </a:lnTo>
                  <a:lnTo>
                    <a:pt x="207161" y="629081"/>
                  </a:lnTo>
                  <a:lnTo>
                    <a:pt x="207283" y="628949"/>
                  </a:lnTo>
                  <a:close/>
                </a:path>
                <a:path w="400050" h="1179195">
                  <a:moveTo>
                    <a:pt x="209550" y="627735"/>
                  </a:moveTo>
                  <a:lnTo>
                    <a:pt x="207283" y="628949"/>
                  </a:lnTo>
                  <a:lnTo>
                    <a:pt x="208832" y="628200"/>
                  </a:lnTo>
                  <a:lnTo>
                    <a:pt x="209550" y="627735"/>
                  </a:lnTo>
                  <a:close/>
                </a:path>
                <a:path w="400050" h="1179195">
                  <a:moveTo>
                    <a:pt x="209286" y="627875"/>
                  </a:moveTo>
                  <a:lnTo>
                    <a:pt x="208279" y="627875"/>
                  </a:lnTo>
                  <a:lnTo>
                    <a:pt x="207307" y="628924"/>
                  </a:lnTo>
                  <a:lnTo>
                    <a:pt x="209286" y="627875"/>
                  </a:lnTo>
                  <a:close/>
                </a:path>
                <a:path w="400050" h="1179195">
                  <a:moveTo>
                    <a:pt x="209550" y="627735"/>
                  </a:moveTo>
                  <a:lnTo>
                    <a:pt x="208832" y="628200"/>
                  </a:lnTo>
                  <a:lnTo>
                    <a:pt x="209506" y="627875"/>
                  </a:lnTo>
                  <a:lnTo>
                    <a:pt x="209550" y="627735"/>
                  </a:lnTo>
                  <a:close/>
                </a:path>
                <a:path w="400050" h="1179195">
                  <a:moveTo>
                    <a:pt x="222419" y="623354"/>
                  </a:moveTo>
                  <a:lnTo>
                    <a:pt x="209676" y="623354"/>
                  </a:lnTo>
                  <a:lnTo>
                    <a:pt x="209550" y="627854"/>
                  </a:lnTo>
                  <a:lnTo>
                    <a:pt x="211581" y="626872"/>
                  </a:lnTo>
                  <a:lnTo>
                    <a:pt x="218693" y="624420"/>
                  </a:lnTo>
                  <a:lnTo>
                    <a:pt x="222419" y="623354"/>
                  </a:lnTo>
                  <a:close/>
                </a:path>
                <a:path w="400050" h="1179195">
                  <a:moveTo>
                    <a:pt x="209550" y="623579"/>
                  </a:moveTo>
                  <a:lnTo>
                    <a:pt x="209102" y="624374"/>
                  </a:lnTo>
                  <a:lnTo>
                    <a:pt x="208787" y="626592"/>
                  </a:lnTo>
                  <a:lnTo>
                    <a:pt x="209550" y="623816"/>
                  </a:lnTo>
                  <a:lnTo>
                    <a:pt x="209550" y="623579"/>
                  </a:lnTo>
                  <a:close/>
                </a:path>
                <a:path w="400050" h="1179195">
                  <a:moveTo>
                    <a:pt x="209550" y="623816"/>
                  </a:moveTo>
                  <a:lnTo>
                    <a:pt x="208787" y="626592"/>
                  </a:lnTo>
                  <a:lnTo>
                    <a:pt x="209550" y="626592"/>
                  </a:lnTo>
                  <a:lnTo>
                    <a:pt x="209550" y="623816"/>
                  </a:lnTo>
                  <a:close/>
                </a:path>
                <a:path w="400050" h="1179195">
                  <a:moveTo>
                    <a:pt x="209550" y="621220"/>
                  </a:moveTo>
                  <a:lnTo>
                    <a:pt x="209102" y="624374"/>
                  </a:lnTo>
                  <a:lnTo>
                    <a:pt x="209550" y="623579"/>
                  </a:lnTo>
                  <a:lnTo>
                    <a:pt x="209550" y="621220"/>
                  </a:lnTo>
                  <a:close/>
                </a:path>
                <a:path w="400050" h="1179195">
                  <a:moveTo>
                    <a:pt x="230761" y="621220"/>
                  </a:moveTo>
                  <a:lnTo>
                    <a:pt x="209550" y="621220"/>
                  </a:lnTo>
                  <a:lnTo>
                    <a:pt x="209550" y="623579"/>
                  </a:lnTo>
                  <a:lnTo>
                    <a:pt x="209676" y="623354"/>
                  </a:lnTo>
                  <a:lnTo>
                    <a:pt x="222419" y="623354"/>
                  </a:lnTo>
                  <a:lnTo>
                    <a:pt x="227075" y="622020"/>
                  </a:lnTo>
                  <a:lnTo>
                    <a:pt x="230761" y="621220"/>
                  </a:lnTo>
                  <a:close/>
                </a:path>
                <a:path w="400050" h="1179195">
                  <a:moveTo>
                    <a:pt x="380873" y="570357"/>
                  </a:moveTo>
                  <a:lnTo>
                    <a:pt x="342138" y="571030"/>
                  </a:lnTo>
                  <a:lnTo>
                    <a:pt x="288671" y="574230"/>
                  </a:lnTo>
                  <a:lnTo>
                    <a:pt x="243459" y="579920"/>
                  </a:lnTo>
                  <a:lnTo>
                    <a:pt x="203339" y="589433"/>
                  </a:lnTo>
                  <a:lnTo>
                    <a:pt x="207390" y="590867"/>
                  </a:lnTo>
                  <a:lnTo>
                    <a:pt x="256921" y="600989"/>
                  </a:lnTo>
                  <a:lnTo>
                    <a:pt x="305435" y="605916"/>
                  </a:lnTo>
                  <a:lnTo>
                    <a:pt x="361061" y="608253"/>
                  </a:lnTo>
                  <a:lnTo>
                    <a:pt x="380873" y="608457"/>
                  </a:lnTo>
                  <a:lnTo>
                    <a:pt x="380873" y="570357"/>
                  </a:lnTo>
                  <a:close/>
                </a:path>
                <a:path w="400050" h="1179195">
                  <a:moveTo>
                    <a:pt x="381126" y="570357"/>
                  </a:moveTo>
                  <a:lnTo>
                    <a:pt x="380873" y="570357"/>
                  </a:lnTo>
                  <a:lnTo>
                    <a:pt x="380873" y="608457"/>
                  </a:lnTo>
                  <a:lnTo>
                    <a:pt x="381126" y="608457"/>
                  </a:lnTo>
                  <a:lnTo>
                    <a:pt x="388530" y="606907"/>
                  </a:lnTo>
                  <a:lnTo>
                    <a:pt x="394541" y="602813"/>
                  </a:lnTo>
                  <a:lnTo>
                    <a:pt x="398575" y="596778"/>
                  </a:lnTo>
                  <a:lnTo>
                    <a:pt x="400050" y="589407"/>
                  </a:lnTo>
                  <a:lnTo>
                    <a:pt x="398575" y="582035"/>
                  </a:lnTo>
                  <a:lnTo>
                    <a:pt x="394541" y="576000"/>
                  </a:lnTo>
                  <a:lnTo>
                    <a:pt x="388530" y="571906"/>
                  </a:lnTo>
                  <a:lnTo>
                    <a:pt x="381126" y="570357"/>
                  </a:lnTo>
                  <a:close/>
                </a:path>
                <a:path w="400050" h="1179195">
                  <a:moveTo>
                    <a:pt x="171450" y="89129"/>
                  </a:moveTo>
                  <a:lnTo>
                    <a:pt x="171450" y="559511"/>
                  </a:lnTo>
                  <a:lnTo>
                    <a:pt x="171703" y="561314"/>
                  </a:lnTo>
                  <a:lnTo>
                    <a:pt x="172299" y="563346"/>
                  </a:lnTo>
                  <a:lnTo>
                    <a:pt x="173227" y="566305"/>
                  </a:lnTo>
                  <a:lnTo>
                    <a:pt x="173989" y="569163"/>
                  </a:lnTo>
                  <a:lnTo>
                    <a:pt x="184023" y="580021"/>
                  </a:lnTo>
                  <a:lnTo>
                    <a:pt x="188595" y="583069"/>
                  </a:lnTo>
                  <a:lnTo>
                    <a:pt x="190246" y="584022"/>
                  </a:lnTo>
                  <a:lnTo>
                    <a:pt x="191135" y="584403"/>
                  </a:lnTo>
                  <a:lnTo>
                    <a:pt x="197485" y="587362"/>
                  </a:lnTo>
                  <a:lnTo>
                    <a:pt x="203339" y="589433"/>
                  </a:lnTo>
                  <a:lnTo>
                    <a:pt x="208406" y="587730"/>
                  </a:lnTo>
                  <a:lnTo>
                    <a:pt x="219075" y="584796"/>
                  </a:lnTo>
                  <a:lnTo>
                    <a:pt x="257555" y="577735"/>
                  </a:lnTo>
                  <a:lnTo>
                    <a:pt x="305688" y="572871"/>
                  </a:lnTo>
                  <a:lnTo>
                    <a:pt x="361441" y="570547"/>
                  </a:lnTo>
                  <a:lnTo>
                    <a:pt x="381126" y="570357"/>
                  </a:lnTo>
                  <a:lnTo>
                    <a:pt x="362076" y="570166"/>
                  </a:lnTo>
                  <a:lnTo>
                    <a:pt x="308355" y="567944"/>
                  </a:lnTo>
                  <a:lnTo>
                    <a:pt x="262763" y="563346"/>
                  </a:lnTo>
                  <a:lnTo>
                    <a:pt x="231083" y="557682"/>
                  </a:lnTo>
                  <a:lnTo>
                    <a:pt x="209550" y="557682"/>
                  </a:lnTo>
                  <a:lnTo>
                    <a:pt x="209102" y="554528"/>
                  </a:lnTo>
                  <a:lnTo>
                    <a:pt x="206083" y="549164"/>
                  </a:lnTo>
                  <a:lnTo>
                    <a:pt x="204850" y="548119"/>
                  </a:lnTo>
                  <a:lnTo>
                    <a:pt x="205494" y="548119"/>
                  </a:lnTo>
                  <a:lnTo>
                    <a:pt x="205359" y="547877"/>
                  </a:lnTo>
                  <a:lnTo>
                    <a:pt x="209550" y="547877"/>
                  </a:lnTo>
                  <a:lnTo>
                    <a:pt x="209550" y="92328"/>
                  </a:lnTo>
                  <a:lnTo>
                    <a:pt x="175640" y="92328"/>
                  </a:lnTo>
                  <a:lnTo>
                    <a:pt x="174309" y="90881"/>
                  </a:lnTo>
                  <a:lnTo>
                    <a:pt x="171994" y="89380"/>
                  </a:lnTo>
                  <a:lnTo>
                    <a:pt x="171450" y="89129"/>
                  </a:lnTo>
                  <a:close/>
                </a:path>
                <a:path w="400050" h="1179195">
                  <a:moveTo>
                    <a:pt x="209102" y="554528"/>
                  </a:moveTo>
                  <a:lnTo>
                    <a:pt x="209550" y="557682"/>
                  </a:lnTo>
                  <a:lnTo>
                    <a:pt x="209550" y="555323"/>
                  </a:lnTo>
                  <a:lnTo>
                    <a:pt x="209102" y="554528"/>
                  </a:lnTo>
                  <a:close/>
                </a:path>
                <a:path w="400050" h="1179195">
                  <a:moveTo>
                    <a:pt x="209550" y="550989"/>
                  </a:moveTo>
                  <a:lnTo>
                    <a:pt x="209676" y="555548"/>
                  </a:lnTo>
                  <a:lnTo>
                    <a:pt x="209550" y="557682"/>
                  </a:lnTo>
                  <a:lnTo>
                    <a:pt x="231083" y="557682"/>
                  </a:lnTo>
                  <a:lnTo>
                    <a:pt x="228091" y="557009"/>
                  </a:lnTo>
                  <a:lnTo>
                    <a:pt x="219710" y="554799"/>
                  </a:lnTo>
                  <a:lnTo>
                    <a:pt x="213487" y="552780"/>
                  </a:lnTo>
                  <a:lnTo>
                    <a:pt x="209550" y="550989"/>
                  </a:lnTo>
                  <a:close/>
                </a:path>
                <a:path w="400050" h="1179195">
                  <a:moveTo>
                    <a:pt x="209550" y="555323"/>
                  </a:moveTo>
                  <a:lnTo>
                    <a:pt x="209550" y="555548"/>
                  </a:lnTo>
                  <a:lnTo>
                    <a:pt x="209550" y="555323"/>
                  </a:lnTo>
                  <a:close/>
                </a:path>
                <a:path w="400050" h="1179195">
                  <a:moveTo>
                    <a:pt x="208787" y="552310"/>
                  </a:moveTo>
                  <a:lnTo>
                    <a:pt x="209102" y="554528"/>
                  </a:lnTo>
                  <a:lnTo>
                    <a:pt x="209550" y="555323"/>
                  </a:lnTo>
                  <a:lnTo>
                    <a:pt x="209471" y="554799"/>
                  </a:lnTo>
                  <a:lnTo>
                    <a:pt x="208787" y="552310"/>
                  </a:lnTo>
                  <a:close/>
                </a:path>
                <a:path w="400050" h="1179195">
                  <a:moveTo>
                    <a:pt x="209550" y="552310"/>
                  </a:moveTo>
                  <a:lnTo>
                    <a:pt x="208787" y="552310"/>
                  </a:lnTo>
                  <a:lnTo>
                    <a:pt x="209550" y="555086"/>
                  </a:lnTo>
                  <a:lnTo>
                    <a:pt x="209550" y="552310"/>
                  </a:lnTo>
                  <a:close/>
                </a:path>
                <a:path w="400050" h="1179195">
                  <a:moveTo>
                    <a:pt x="206083" y="549164"/>
                  </a:moveTo>
                  <a:lnTo>
                    <a:pt x="209102" y="554528"/>
                  </a:lnTo>
                  <a:lnTo>
                    <a:pt x="208787" y="552310"/>
                  </a:lnTo>
                  <a:lnTo>
                    <a:pt x="209550" y="552310"/>
                  </a:lnTo>
                  <a:lnTo>
                    <a:pt x="209550" y="551167"/>
                  </a:lnTo>
                  <a:lnTo>
                    <a:pt x="209283" y="551027"/>
                  </a:lnTo>
                  <a:lnTo>
                    <a:pt x="208279" y="551027"/>
                  </a:lnTo>
                  <a:lnTo>
                    <a:pt x="206083" y="549164"/>
                  </a:lnTo>
                  <a:close/>
                </a:path>
                <a:path w="400050" h="1179195">
                  <a:moveTo>
                    <a:pt x="207291" y="549961"/>
                  </a:moveTo>
                  <a:lnTo>
                    <a:pt x="209550" y="551167"/>
                  </a:lnTo>
                  <a:lnTo>
                    <a:pt x="208631" y="550571"/>
                  </a:lnTo>
                  <a:lnTo>
                    <a:pt x="207291" y="549961"/>
                  </a:lnTo>
                  <a:close/>
                </a:path>
                <a:path w="400050" h="1179195">
                  <a:moveTo>
                    <a:pt x="208631" y="550571"/>
                  </a:moveTo>
                  <a:lnTo>
                    <a:pt x="209550" y="551167"/>
                  </a:lnTo>
                  <a:lnTo>
                    <a:pt x="209550" y="550989"/>
                  </a:lnTo>
                  <a:lnTo>
                    <a:pt x="208631" y="550571"/>
                  </a:lnTo>
                  <a:close/>
                </a:path>
                <a:path w="400050" h="1179195">
                  <a:moveTo>
                    <a:pt x="205865" y="548777"/>
                  </a:moveTo>
                  <a:lnTo>
                    <a:pt x="206083" y="549164"/>
                  </a:lnTo>
                  <a:lnTo>
                    <a:pt x="208279" y="551027"/>
                  </a:lnTo>
                  <a:lnTo>
                    <a:pt x="207327" y="550000"/>
                  </a:lnTo>
                  <a:lnTo>
                    <a:pt x="207010" y="549833"/>
                  </a:lnTo>
                  <a:lnTo>
                    <a:pt x="207172" y="549833"/>
                  </a:lnTo>
                  <a:lnTo>
                    <a:pt x="206687" y="549310"/>
                  </a:lnTo>
                  <a:lnTo>
                    <a:pt x="205865" y="548777"/>
                  </a:lnTo>
                  <a:close/>
                </a:path>
                <a:path w="400050" h="1179195">
                  <a:moveTo>
                    <a:pt x="207327" y="550000"/>
                  </a:moveTo>
                  <a:lnTo>
                    <a:pt x="208279" y="551027"/>
                  </a:lnTo>
                  <a:lnTo>
                    <a:pt x="209283" y="551027"/>
                  </a:lnTo>
                  <a:lnTo>
                    <a:pt x="207327" y="550000"/>
                  </a:lnTo>
                  <a:close/>
                </a:path>
                <a:path w="400050" h="1179195">
                  <a:moveTo>
                    <a:pt x="209550" y="547877"/>
                  </a:moveTo>
                  <a:lnTo>
                    <a:pt x="205359" y="547877"/>
                  </a:lnTo>
                  <a:lnTo>
                    <a:pt x="206687" y="549310"/>
                  </a:lnTo>
                  <a:lnTo>
                    <a:pt x="208631" y="550571"/>
                  </a:lnTo>
                  <a:lnTo>
                    <a:pt x="209550" y="550989"/>
                  </a:lnTo>
                  <a:lnTo>
                    <a:pt x="209550" y="547877"/>
                  </a:lnTo>
                  <a:close/>
                </a:path>
                <a:path w="400050" h="1179195">
                  <a:moveTo>
                    <a:pt x="206687" y="549310"/>
                  </a:moveTo>
                  <a:lnTo>
                    <a:pt x="207291" y="549961"/>
                  </a:lnTo>
                  <a:lnTo>
                    <a:pt x="208631" y="550571"/>
                  </a:lnTo>
                  <a:lnTo>
                    <a:pt x="206687" y="549310"/>
                  </a:lnTo>
                  <a:close/>
                </a:path>
                <a:path w="400050" h="1179195">
                  <a:moveTo>
                    <a:pt x="207010" y="549833"/>
                  </a:moveTo>
                  <a:lnTo>
                    <a:pt x="207327" y="550000"/>
                  </a:lnTo>
                  <a:lnTo>
                    <a:pt x="207010" y="549833"/>
                  </a:lnTo>
                  <a:close/>
                </a:path>
                <a:path w="400050" h="1179195">
                  <a:moveTo>
                    <a:pt x="207172" y="549833"/>
                  </a:moveTo>
                  <a:lnTo>
                    <a:pt x="207010" y="549833"/>
                  </a:lnTo>
                  <a:lnTo>
                    <a:pt x="207291" y="549961"/>
                  </a:lnTo>
                  <a:lnTo>
                    <a:pt x="207172" y="549833"/>
                  </a:lnTo>
                  <a:close/>
                </a:path>
                <a:path w="400050" h="1179195">
                  <a:moveTo>
                    <a:pt x="205359" y="547877"/>
                  </a:moveTo>
                  <a:lnTo>
                    <a:pt x="205865" y="548777"/>
                  </a:lnTo>
                  <a:lnTo>
                    <a:pt x="206687" y="549310"/>
                  </a:lnTo>
                  <a:lnTo>
                    <a:pt x="205359" y="547877"/>
                  </a:lnTo>
                  <a:close/>
                </a:path>
                <a:path w="400050" h="1179195">
                  <a:moveTo>
                    <a:pt x="204850" y="548119"/>
                  </a:moveTo>
                  <a:lnTo>
                    <a:pt x="206083" y="549164"/>
                  </a:lnTo>
                  <a:lnTo>
                    <a:pt x="205865" y="548777"/>
                  </a:lnTo>
                  <a:lnTo>
                    <a:pt x="204850" y="548119"/>
                  </a:lnTo>
                  <a:close/>
                </a:path>
                <a:path w="400050" h="1179195">
                  <a:moveTo>
                    <a:pt x="205494" y="548119"/>
                  </a:moveTo>
                  <a:lnTo>
                    <a:pt x="204850" y="548119"/>
                  </a:lnTo>
                  <a:lnTo>
                    <a:pt x="205865" y="548777"/>
                  </a:lnTo>
                  <a:lnTo>
                    <a:pt x="205494" y="548119"/>
                  </a:lnTo>
                  <a:close/>
                </a:path>
                <a:path w="400050" h="1179195">
                  <a:moveTo>
                    <a:pt x="117348" y="0"/>
                  </a:moveTo>
                  <a:lnTo>
                    <a:pt x="0" y="50672"/>
                  </a:lnTo>
                  <a:lnTo>
                    <a:pt x="110998" y="114045"/>
                  </a:lnTo>
                  <a:lnTo>
                    <a:pt x="113091" y="76441"/>
                  </a:lnTo>
                  <a:lnTo>
                    <a:pt x="93725" y="74929"/>
                  </a:lnTo>
                  <a:lnTo>
                    <a:pt x="96520" y="36956"/>
                  </a:lnTo>
                  <a:lnTo>
                    <a:pt x="115290" y="36956"/>
                  </a:lnTo>
                  <a:lnTo>
                    <a:pt x="117348" y="0"/>
                  </a:lnTo>
                  <a:close/>
                </a:path>
                <a:path w="400050" h="1179195">
                  <a:moveTo>
                    <a:pt x="174309" y="90881"/>
                  </a:moveTo>
                  <a:lnTo>
                    <a:pt x="175640" y="92328"/>
                  </a:lnTo>
                  <a:lnTo>
                    <a:pt x="175131" y="91415"/>
                  </a:lnTo>
                  <a:lnTo>
                    <a:pt x="174309" y="90881"/>
                  </a:lnTo>
                  <a:close/>
                </a:path>
                <a:path w="400050" h="1179195">
                  <a:moveTo>
                    <a:pt x="175131" y="91415"/>
                  </a:moveTo>
                  <a:lnTo>
                    <a:pt x="175640" y="92328"/>
                  </a:lnTo>
                  <a:lnTo>
                    <a:pt x="209550" y="92328"/>
                  </a:lnTo>
                  <a:lnTo>
                    <a:pt x="209550" y="92075"/>
                  </a:lnTo>
                  <a:lnTo>
                    <a:pt x="176149" y="92075"/>
                  </a:lnTo>
                  <a:lnTo>
                    <a:pt x="175131" y="91415"/>
                  </a:lnTo>
                  <a:close/>
                </a:path>
                <a:path w="400050" h="1179195">
                  <a:moveTo>
                    <a:pt x="174912" y="91021"/>
                  </a:moveTo>
                  <a:lnTo>
                    <a:pt x="175131" y="91415"/>
                  </a:lnTo>
                  <a:lnTo>
                    <a:pt x="176149" y="92075"/>
                  </a:lnTo>
                  <a:lnTo>
                    <a:pt x="174912" y="91021"/>
                  </a:lnTo>
                  <a:close/>
                </a:path>
                <a:path w="400050" h="1179195">
                  <a:moveTo>
                    <a:pt x="209550" y="82422"/>
                  </a:moveTo>
                  <a:lnTo>
                    <a:pt x="171450" y="82422"/>
                  </a:lnTo>
                  <a:lnTo>
                    <a:pt x="171894" y="85606"/>
                  </a:lnTo>
                  <a:lnTo>
                    <a:pt x="174912" y="91021"/>
                  </a:lnTo>
                  <a:lnTo>
                    <a:pt x="176149" y="92075"/>
                  </a:lnTo>
                  <a:lnTo>
                    <a:pt x="209550" y="92075"/>
                  </a:lnTo>
                  <a:lnTo>
                    <a:pt x="209550" y="82422"/>
                  </a:lnTo>
                  <a:close/>
                </a:path>
                <a:path w="400050" h="1179195">
                  <a:moveTo>
                    <a:pt x="173611" y="90123"/>
                  </a:moveTo>
                  <a:lnTo>
                    <a:pt x="174309" y="90881"/>
                  </a:lnTo>
                  <a:lnTo>
                    <a:pt x="175131" y="91415"/>
                  </a:lnTo>
                  <a:lnTo>
                    <a:pt x="174912" y="91021"/>
                  </a:lnTo>
                  <a:lnTo>
                    <a:pt x="174061" y="90297"/>
                  </a:lnTo>
                  <a:lnTo>
                    <a:pt x="173611" y="90123"/>
                  </a:lnTo>
                  <a:close/>
                </a:path>
                <a:path w="400050" h="1179195">
                  <a:moveTo>
                    <a:pt x="173871" y="89153"/>
                  </a:moveTo>
                  <a:lnTo>
                    <a:pt x="172720" y="89153"/>
                  </a:lnTo>
                  <a:lnTo>
                    <a:pt x="174912" y="91021"/>
                  </a:lnTo>
                  <a:lnTo>
                    <a:pt x="173871" y="89153"/>
                  </a:lnTo>
                  <a:close/>
                </a:path>
                <a:path w="400050" h="1179195">
                  <a:moveTo>
                    <a:pt x="171994" y="89380"/>
                  </a:moveTo>
                  <a:lnTo>
                    <a:pt x="174309" y="90881"/>
                  </a:lnTo>
                  <a:lnTo>
                    <a:pt x="173611" y="90123"/>
                  </a:lnTo>
                  <a:lnTo>
                    <a:pt x="171994" y="89380"/>
                  </a:lnTo>
                  <a:close/>
                </a:path>
                <a:path w="400050" h="1179195">
                  <a:moveTo>
                    <a:pt x="173585" y="90094"/>
                  </a:moveTo>
                  <a:lnTo>
                    <a:pt x="173989" y="90297"/>
                  </a:lnTo>
                  <a:lnTo>
                    <a:pt x="173585" y="90094"/>
                  </a:lnTo>
                  <a:close/>
                </a:path>
                <a:path w="400050" h="1179195">
                  <a:moveTo>
                    <a:pt x="172720" y="89153"/>
                  </a:moveTo>
                  <a:lnTo>
                    <a:pt x="173585" y="90094"/>
                  </a:lnTo>
                  <a:lnTo>
                    <a:pt x="173989" y="90297"/>
                  </a:lnTo>
                  <a:lnTo>
                    <a:pt x="172720" y="89153"/>
                  </a:lnTo>
                  <a:close/>
                </a:path>
                <a:path w="400050" h="1179195">
                  <a:moveTo>
                    <a:pt x="171450" y="89026"/>
                  </a:moveTo>
                  <a:lnTo>
                    <a:pt x="171994" y="89380"/>
                  </a:lnTo>
                  <a:lnTo>
                    <a:pt x="173611" y="90123"/>
                  </a:lnTo>
                  <a:lnTo>
                    <a:pt x="171450" y="89026"/>
                  </a:lnTo>
                  <a:close/>
                </a:path>
                <a:path w="400050" h="1179195">
                  <a:moveTo>
                    <a:pt x="171450" y="85053"/>
                  </a:moveTo>
                  <a:lnTo>
                    <a:pt x="171450" y="89026"/>
                  </a:lnTo>
                  <a:lnTo>
                    <a:pt x="173585" y="90094"/>
                  </a:lnTo>
                  <a:lnTo>
                    <a:pt x="172720" y="89153"/>
                  </a:lnTo>
                  <a:lnTo>
                    <a:pt x="173871" y="89153"/>
                  </a:lnTo>
                  <a:lnTo>
                    <a:pt x="173163" y="87883"/>
                  </a:lnTo>
                  <a:lnTo>
                    <a:pt x="172212" y="87883"/>
                  </a:lnTo>
                  <a:lnTo>
                    <a:pt x="171450" y="85053"/>
                  </a:lnTo>
                  <a:close/>
                </a:path>
                <a:path w="400050" h="1179195">
                  <a:moveTo>
                    <a:pt x="171450" y="89026"/>
                  </a:moveTo>
                  <a:lnTo>
                    <a:pt x="171502" y="89153"/>
                  </a:lnTo>
                  <a:lnTo>
                    <a:pt x="171994" y="89380"/>
                  </a:lnTo>
                  <a:lnTo>
                    <a:pt x="171450" y="89026"/>
                  </a:lnTo>
                  <a:close/>
                </a:path>
                <a:path w="400050" h="1179195">
                  <a:moveTo>
                    <a:pt x="115214" y="38324"/>
                  </a:moveTo>
                  <a:lnTo>
                    <a:pt x="113091" y="76441"/>
                  </a:lnTo>
                  <a:lnTo>
                    <a:pt x="119761" y="76961"/>
                  </a:lnTo>
                  <a:lnTo>
                    <a:pt x="131825" y="78866"/>
                  </a:lnTo>
                  <a:lnTo>
                    <a:pt x="169290" y="88137"/>
                  </a:lnTo>
                  <a:lnTo>
                    <a:pt x="171450" y="89129"/>
                  </a:lnTo>
                  <a:lnTo>
                    <a:pt x="171450" y="82422"/>
                  </a:lnTo>
                  <a:lnTo>
                    <a:pt x="209550" y="82422"/>
                  </a:lnTo>
                  <a:lnTo>
                    <a:pt x="209550" y="80644"/>
                  </a:lnTo>
                  <a:lnTo>
                    <a:pt x="209296" y="78866"/>
                  </a:lnTo>
                  <a:lnTo>
                    <a:pt x="208747" y="76961"/>
                  </a:lnTo>
                  <a:lnTo>
                    <a:pt x="207772" y="73913"/>
                  </a:lnTo>
                  <a:lnTo>
                    <a:pt x="207010" y="70992"/>
                  </a:lnTo>
                  <a:lnTo>
                    <a:pt x="196976" y="60197"/>
                  </a:lnTo>
                  <a:lnTo>
                    <a:pt x="192404" y="57150"/>
                  </a:lnTo>
                  <a:lnTo>
                    <a:pt x="191515" y="56641"/>
                  </a:lnTo>
                  <a:lnTo>
                    <a:pt x="190753" y="56133"/>
                  </a:lnTo>
                  <a:lnTo>
                    <a:pt x="189864" y="55752"/>
                  </a:lnTo>
                  <a:lnTo>
                    <a:pt x="150495" y="43560"/>
                  </a:lnTo>
                  <a:lnTo>
                    <a:pt x="122554" y="38861"/>
                  </a:lnTo>
                  <a:lnTo>
                    <a:pt x="115214" y="38324"/>
                  </a:lnTo>
                  <a:close/>
                </a:path>
                <a:path w="400050" h="1179195">
                  <a:moveTo>
                    <a:pt x="171450" y="84809"/>
                  </a:moveTo>
                  <a:lnTo>
                    <a:pt x="171450" y="85053"/>
                  </a:lnTo>
                  <a:lnTo>
                    <a:pt x="172212" y="87883"/>
                  </a:lnTo>
                  <a:lnTo>
                    <a:pt x="171894" y="85606"/>
                  </a:lnTo>
                  <a:lnTo>
                    <a:pt x="171450" y="84809"/>
                  </a:lnTo>
                  <a:close/>
                </a:path>
                <a:path w="400050" h="1179195">
                  <a:moveTo>
                    <a:pt x="171894" y="85606"/>
                  </a:moveTo>
                  <a:lnTo>
                    <a:pt x="172212" y="87883"/>
                  </a:lnTo>
                  <a:lnTo>
                    <a:pt x="173163" y="87883"/>
                  </a:lnTo>
                  <a:lnTo>
                    <a:pt x="171894" y="85606"/>
                  </a:lnTo>
                  <a:close/>
                </a:path>
                <a:path w="400050" h="1179195">
                  <a:moveTo>
                    <a:pt x="171450" y="82422"/>
                  </a:moveTo>
                  <a:lnTo>
                    <a:pt x="171450" y="84809"/>
                  </a:lnTo>
                  <a:lnTo>
                    <a:pt x="171894" y="85606"/>
                  </a:lnTo>
                  <a:lnTo>
                    <a:pt x="171450" y="82422"/>
                  </a:lnTo>
                  <a:close/>
                </a:path>
                <a:path w="400050" h="1179195">
                  <a:moveTo>
                    <a:pt x="171450" y="84581"/>
                  </a:moveTo>
                  <a:lnTo>
                    <a:pt x="171450" y="84809"/>
                  </a:lnTo>
                  <a:lnTo>
                    <a:pt x="171450" y="84581"/>
                  </a:lnTo>
                  <a:close/>
                </a:path>
                <a:path w="400050" h="1179195">
                  <a:moveTo>
                    <a:pt x="96520" y="36956"/>
                  </a:moveTo>
                  <a:lnTo>
                    <a:pt x="93725" y="74929"/>
                  </a:lnTo>
                  <a:lnTo>
                    <a:pt x="113091" y="76441"/>
                  </a:lnTo>
                  <a:lnTo>
                    <a:pt x="115214" y="38324"/>
                  </a:lnTo>
                  <a:lnTo>
                    <a:pt x="96520" y="36956"/>
                  </a:lnTo>
                  <a:close/>
                </a:path>
                <a:path w="400050" h="1179195">
                  <a:moveTo>
                    <a:pt x="115290" y="36956"/>
                  </a:moveTo>
                  <a:lnTo>
                    <a:pt x="96520" y="36956"/>
                  </a:lnTo>
                  <a:lnTo>
                    <a:pt x="115214" y="38324"/>
                  </a:lnTo>
                  <a:lnTo>
                    <a:pt x="115290" y="369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100064" y="5447791"/>
            <a:ext cx="315595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9380" marR="5080" indent="-106680"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(Also </a:t>
            </a:r>
            <a:r>
              <a:rPr sz="2400" dirty="0">
                <a:latin typeface="Times New Roman"/>
                <a:cs typeface="Times New Roman"/>
              </a:rPr>
              <a:t>called </a:t>
            </a:r>
            <a:r>
              <a:rPr sz="2400" b="1" i="1" dirty="0">
                <a:latin typeface="Times New Roman"/>
                <a:cs typeface="Times New Roman"/>
              </a:rPr>
              <a:t>Heart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any  </a:t>
            </a:r>
            <a:r>
              <a:rPr sz="2400" spc="-5" dirty="0">
                <a:latin typeface="Times New Roman"/>
                <a:cs typeface="Times New Roman"/>
              </a:rPr>
              <a:t>communication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system)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xfrm>
            <a:off x="8478139" y="6549754"/>
            <a:ext cx="281304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1425"/>
              </a:lnSpc>
            </a:pPr>
            <a:r>
              <a:rPr lang="en-IN"/>
              <a:t>[</a:t>
            </a:r>
            <a:fld id="{81D60167-4931-47E6-BA6A-407CBD079E47}" type="slidenum">
              <a:rPr spc="-5" smtClean="0"/>
              <a:pPr marL="12700">
                <a:lnSpc>
                  <a:spcPts val="1425"/>
                </a:lnSpc>
              </a:pPr>
              <a:t>7</a:t>
            </a:fld>
            <a:r>
              <a:t>]</a:t>
            </a:r>
            <a:endParaRPr dirty="0"/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011325" y="280624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4826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Introduction </a:t>
            </a:r>
            <a:r>
              <a:rPr spc="-175" dirty="0"/>
              <a:t>To </a:t>
            </a:r>
            <a:r>
              <a:rPr spc="-5" dirty="0"/>
              <a:t>Communication</a:t>
            </a:r>
            <a:r>
              <a:rPr spc="200" dirty="0"/>
              <a:t> </a:t>
            </a:r>
            <a:r>
              <a:rPr sz="2400" dirty="0"/>
              <a:t>contd.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602739" y="28449"/>
            <a:ext cx="892937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7861934" algn="l"/>
              </a:tabLst>
            </a:pPr>
            <a:r>
              <a:rPr sz="3000" b="1" i="1" baseline="1388" dirty="0">
                <a:solidFill>
                  <a:srgbClr val="0000FF"/>
                </a:solidFill>
                <a:latin typeface="Times New Roman"/>
                <a:cs typeface="Times New Roman"/>
              </a:rPr>
              <a:t>Module</a:t>
            </a:r>
            <a:r>
              <a:rPr sz="3000" b="1" i="1" spc="-30" baseline="1388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3000" b="1" i="1" baseline="1388" dirty="0">
                <a:solidFill>
                  <a:srgbClr val="0000FF"/>
                </a:solidFill>
                <a:latin typeface="Times New Roman"/>
                <a:cs typeface="Times New Roman"/>
              </a:rPr>
              <a:t>– V	</a:t>
            </a:r>
            <a:r>
              <a:rPr sz="2000" b="1" i="1" spc="-55" dirty="0">
                <a:solidFill>
                  <a:srgbClr val="0000FF"/>
                </a:solidFill>
                <a:latin typeface="Times New Roman"/>
                <a:cs typeface="Times New Roman"/>
              </a:rPr>
              <a:t>Vol.</a:t>
            </a:r>
            <a:r>
              <a:rPr sz="2000" b="1" i="1" spc="-8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0000FF"/>
                </a:solidFill>
                <a:latin typeface="Times New Roman"/>
                <a:cs typeface="Times New Roman"/>
              </a:rPr>
              <a:t>No.-1</a:t>
            </a:r>
            <a:endParaRPr sz="2000">
              <a:latin typeface="Times New Roman"/>
              <a:cs typeface="Times New Roman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7D4ACAE5-8492-4DF1-846F-7549CFA31398}"/>
                  </a:ext>
                </a:extLst>
              </p14:cNvPr>
              <p14:cNvContentPartPr/>
              <p14:nvPr/>
            </p14:nvContentPartPr>
            <p14:xfrm>
              <a:off x="5103000" y="5158800"/>
              <a:ext cx="434520" cy="10425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7D4ACAE5-8492-4DF1-846F-7549CFA3139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093640" y="5149440"/>
                <a:ext cx="453240" cy="10612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64791" y="990600"/>
            <a:ext cx="8750808" cy="152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945641" y="5540450"/>
            <a:ext cx="15906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classified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as: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xfrm>
            <a:off x="8478139" y="6549754"/>
            <a:ext cx="281304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1425"/>
              </a:lnSpc>
            </a:pPr>
            <a:r>
              <a:rPr lang="en-IN"/>
              <a:t>[</a:t>
            </a:r>
            <a:fld id="{81D60167-4931-47E6-BA6A-407CBD079E47}" type="slidenum">
              <a:rPr spc="-5" smtClean="0"/>
              <a:pPr marL="12700">
                <a:lnSpc>
                  <a:spcPts val="1425"/>
                </a:lnSpc>
              </a:pPr>
              <a:t>8</a:t>
            </a:fld>
            <a:r>
              <a:t>]</a:t>
            </a:r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1602739" y="1089405"/>
            <a:ext cx="8987790" cy="4491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spcBef>
                <a:spcPts val="100"/>
              </a:spcBef>
              <a:buSzPct val="125000"/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400" b="1" i="1" spc="-10" dirty="0">
                <a:solidFill>
                  <a:srgbClr val="0000FF"/>
                </a:solidFill>
                <a:latin typeface="Times New Roman"/>
                <a:cs typeface="Times New Roman"/>
              </a:rPr>
              <a:t>Transmitter</a:t>
            </a:r>
            <a:r>
              <a:rPr sz="24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  <a:p>
            <a:pPr marL="355600" marR="5080" indent="-342900">
              <a:spcBef>
                <a:spcPts val="120"/>
              </a:spcBef>
              <a:buSzPct val="125000"/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-5" dirty="0">
                <a:latin typeface="Times New Roman"/>
                <a:cs typeface="Times New Roman"/>
              </a:rPr>
              <a:t>transmitter processes </a:t>
            </a:r>
            <a:r>
              <a:rPr sz="2400" dirty="0">
                <a:latin typeface="Times New Roman"/>
                <a:cs typeface="Times New Roman"/>
              </a:rPr>
              <a:t>the input </a:t>
            </a:r>
            <a:r>
              <a:rPr sz="2400" spc="-5" dirty="0">
                <a:latin typeface="Times New Roman"/>
                <a:cs typeface="Times New Roman"/>
              </a:rPr>
              <a:t>signal </a:t>
            </a:r>
            <a:r>
              <a:rPr sz="2400" dirty="0">
                <a:latin typeface="Times New Roman"/>
                <a:cs typeface="Times New Roman"/>
              </a:rPr>
              <a:t>to </a:t>
            </a:r>
            <a:r>
              <a:rPr sz="2400" spc="-5" dirty="0">
                <a:latin typeface="Times New Roman"/>
                <a:cs typeface="Times New Roman"/>
              </a:rPr>
              <a:t>produce </a:t>
            </a:r>
            <a:r>
              <a:rPr sz="2400" dirty="0">
                <a:latin typeface="Times New Roman"/>
                <a:cs typeface="Times New Roman"/>
              </a:rPr>
              <a:t>a </a:t>
            </a:r>
            <a:r>
              <a:rPr sz="2400" spc="-5" dirty="0">
                <a:latin typeface="Times New Roman"/>
                <a:cs typeface="Times New Roman"/>
              </a:rPr>
              <a:t>signal suits </a:t>
            </a:r>
            <a:r>
              <a:rPr sz="2400" spc="5" dirty="0">
                <a:latin typeface="Times New Roman"/>
                <a:cs typeface="Times New Roman"/>
              </a:rPr>
              <a:t>to  </a:t>
            </a: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-5" dirty="0">
                <a:latin typeface="Times New Roman"/>
                <a:cs typeface="Times New Roman"/>
              </a:rPr>
              <a:t>characteristics </a:t>
            </a:r>
            <a:r>
              <a:rPr sz="2400" dirty="0">
                <a:latin typeface="Times New Roman"/>
                <a:cs typeface="Times New Roman"/>
              </a:rPr>
              <a:t>of the transmission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channel.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buSzPct val="125000"/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Signal </a:t>
            </a:r>
            <a:r>
              <a:rPr sz="2400" spc="-5" dirty="0">
                <a:latin typeface="Times New Roman"/>
                <a:cs typeface="Times New Roman"/>
              </a:rPr>
              <a:t>processing </a:t>
            </a:r>
            <a:r>
              <a:rPr sz="2400" dirty="0">
                <a:latin typeface="Times New Roman"/>
                <a:cs typeface="Times New Roman"/>
              </a:rPr>
              <a:t>for </a:t>
            </a:r>
            <a:r>
              <a:rPr sz="2400" spc="-5" dirty="0">
                <a:latin typeface="Times New Roman"/>
                <a:cs typeface="Times New Roman"/>
              </a:rPr>
              <a:t>transmission almost always involves</a:t>
            </a:r>
            <a:r>
              <a:rPr sz="2400" spc="350" dirty="0">
                <a:latin typeface="Times New Roman"/>
                <a:cs typeface="Times New Roman"/>
              </a:rPr>
              <a:t> </a:t>
            </a:r>
            <a:r>
              <a:rPr sz="2400" i="1" spc="-5" dirty="0">
                <a:latin typeface="Times New Roman"/>
                <a:cs typeface="Times New Roman"/>
              </a:rPr>
              <a:t>modulation</a:t>
            </a:r>
            <a:endParaRPr sz="2400">
              <a:latin typeface="Times New Roman"/>
              <a:cs typeface="Times New Roman"/>
            </a:endParaRPr>
          </a:p>
          <a:p>
            <a:pPr marL="355600" algn="just"/>
            <a:r>
              <a:rPr sz="2400" dirty="0">
                <a:latin typeface="Times New Roman"/>
                <a:cs typeface="Times New Roman"/>
              </a:rPr>
              <a:t>and </a:t>
            </a:r>
            <a:r>
              <a:rPr sz="2400" spc="-10" dirty="0">
                <a:latin typeface="Times New Roman"/>
                <a:cs typeface="Times New Roman"/>
              </a:rPr>
              <a:t>may </a:t>
            </a:r>
            <a:r>
              <a:rPr sz="2400" dirty="0">
                <a:latin typeface="Times New Roman"/>
                <a:cs typeface="Times New Roman"/>
              </a:rPr>
              <a:t>also include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coding</a:t>
            </a:r>
            <a:r>
              <a:rPr sz="240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355600" marR="5080" indent="-342900" algn="just">
              <a:buSzPct val="125000"/>
              <a:buFont typeface="Wingdings"/>
              <a:buChar char="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In </a:t>
            </a:r>
            <a:r>
              <a:rPr sz="2400" spc="-5" dirty="0">
                <a:latin typeface="Times New Roman"/>
                <a:cs typeface="Times New Roman"/>
              </a:rPr>
              <a:t>addition </a:t>
            </a:r>
            <a:r>
              <a:rPr sz="2400" dirty="0">
                <a:latin typeface="Times New Roman"/>
                <a:cs typeface="Times New Roman"/>
              </a:rPr>
              <a:t>to </a:t>
            </a:r>
            <a:r>
              <a:rPr sz="2400" spc="-5" dirty="0">
                <a:latin typeface="Times New Roman"/>
                <a:cs typeface="Times New Roman"/>
              </a:rPr>
              <a:t>modulation, other </a:t>
            </a:r>
            <a:r>
              <a:rPr sz="2400" dirty="0">
                <a:latin typeface="Times New Roman"/>
                <a:cs typeface="Times New Roman"/>
              </a:rPr>
              <a:t>functions </a:t>
            </a:r>
            <a:r>
              <a:rPr sz="2400" spc="-5" dirty="0">
                <a:latin typeface="Times New Roman"/>
                <a:cs typeface="Times New Roman"/>
              </a:rPr>
              <a:t>performed </a:t>
            </a:r>
            <a:r>
              <a:rPr sz="2400" dirty="0">
                <a:latin typeface="Times New Roman"/>
                <a:cs typeface="Times New Roman"/>
              </a:rPr>
              <a:t>by the  </a:t>
            </a:r>
            <a:r>
              <a:rPr sz="2400" spc="-5" dirty="0">
                <a:latin typeface="Times New Roman"/>
                <a:cs typeface="Times New Roman"/>
              </a:rPr>
              <a:t>transmitter </a:t>
            </a:r>
            <a:r>
              <a:rPr sz="2400" dirty="0">
                <a:latin typeface="Times New Roman"/>
                <a:cs typeface="Times New Roman"/>
              </a:rPr>
              <a:t>are </a:t>
            </a:r>
            <a:r>
              <a:rPr sz="2400" i="1" spc="-5" dirty="0">
                <a:latin typeface="Times New Roman"/>
                <a:cs typeface="Times New Roman"/>
              </a:rPr>
              <a:t>amplification</a:t>
            </a:r>
            <a:r>
              <a:rPr sz="2400" spc="-5" dirty="0">
                <a:latin typeface="Times New Roman"/>
                <a:cs typeface="Times New Roman"/>
              </a:rPr>
              <a:t>, </a:t>
            </a:r>
            <a:r>
              <a:rPr sz="2400" i="1" spc="-5" dirty="0">
                <a:latin typeface="Times New Roman"/>
                <a:cs typeface="Times New Roman"/>
              </a:rPr>
              <a:t>filtering </a:t>
            </a:r>
            <a:r>
              <a:rPr sz="2400" dirty="0">
                <a:latin typeface="Times New Roman"/>
                <a:cs typeface="Times New Roman"/>
              </a:rPr>
              <a:t>and </a:t>
            </a:r>
            <a:r>
              <a:rPr sz="2400" i="1" spc="-5" dirty="0">
                <a:latin typeface="Times New Roman"/>
                <a:cs typeface="Times New Roman"/>
              </a:rPr>
              <a:t>coupling </a:t>
            </a:r>
            <a:r>
              <a:rPr sz="2400" spc="-5" dirty="0">
                <a:latin typeface="Times New Roman"/>
                <a:cs typeface="Times New Roman"/>
              </a:rPr>
              <a:t>the modulated  </a:t>
            </a:r>
            <a:r>
              <a:rPr sz="2400" dirty="0">
                <a:latin typeface="Times New Roman"/>
                <a:cs typeface="Times New Roman"/>
              </a:rPr>
              <a:t>signal to </a:t>
            </a:r>
            <a:r>
              <a:rPr sz="2400" spc="-5" dirty="0">
                <a:latin typeface="Times New Roman"/>
                <a:cs typeface="Times New Roman"/>
              </a:rPr>
              <a:t>the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channel.</a:t>
            </a:r>
            <a:endParaRPr sz="2400">
              <a:latin typeface="Times New Roman"/>
              <a:cs typeface="Times New Roman"/>
            </a:endParaRPr>
          </a:p>
          <a:p>
            <a:pPr marL="355600" indent="-342900" algn="just">
              <a:spcBef>
                <a:spcPts val="245"/>
              </a:spcBef>
              <a:buSzPct val="125000"/>
              <a:buFont typeface="Wingdings"/>
              <a:buChar char=""/>
              <a:tabLst>
                <a:tab pos="355600" algn="l"/>
              </a:tabLst>
            </a:pPr>
            <a:r>
              <a:rPr sz="2400" b="1" i="1" dirty="0">
                <a:solidFill>
                  <a:srgbClr val="0000FF"/>
                </a:solidFill>
                <a:latin typeface="Times New Roman"/>
                <a:cs typeface="Times New Roman"/>
              </a:rPr>
              <a:t>Communication</a:t>
            </a:r>
            <a:r>
              <a:rPr sz="2400" b="1" i="1" spc="-4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0000FF"/>
                </a:solidFill>
                <a:latin typeface="Times New Roman"/>
                <a:cs typeface="Times New Roman"/>
              </a:rPr>
              <a:t>Channel</a:t>
            </a:r>
            <a:r>
              <a:rPr sz="2400" b="1" dirty="0">
                <a:solidFill>
                  <a:srgbClr val="0000FF"/>
                </a:solidFill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  <a:p>
            <a:pPr marL="355600" marR="5715" indent="-342900" algn="just">
              <a:spcBef>
                <a:spcPts val="120"/>
              </a:spcBef>
              <a:buSzPct val="125000"/>
              <a:buFont typeface="Wingdings"/>
              <a:buChar char="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-5" dirty="0">
                <a:latin typeface="Times New Roman"/>
                <a:cs typeface="Times New Roman"/>
              </a:rPr>
              <a:t>communication channel provides </a:t>
            </a:r>
            <a:r>
              <a:rPr sz="2400" dirty="0">
                <a:latin typeface="Times New Roman"/>
                <a:cs typeface="Times New Roman"/>
              </a:rPr>
              <a:t>a </a:t>
            </a:r>
            <a:r>
              <a:rPr sz="2400" spc="-5" dirty="0">
                <a:latin typeface="Times New Roman"/>
                <a:cs typeface="Times New Roman"/>
              </a:rPr>
              <a:t>means </a:t>
            </a:r>
            <a:r>
              <a:rPr sz="2400" dirty="0">
                <a:latin typeface="Times New Roman"/>
                <a:cs typeface="Times New Roman"/>
              </a:rPr>
              <a:t>of carrying </a:t>
            </a:r>
            <a:r>
              <a:rPr sz="2400" spc="-5" dirty="0">
                <a:latin typeface="Times New Roman"/>
                <a:cs typeface="Times New Roman"/>
              </a:rPr>
              <a:t>electrical  or </a:t>
            </a:r>
            <a:r>
              <a:rPr sz="2400" dirty="0">
                <a:latin typeface="Times New Roman"/>
                <a:cs typeface="Times New Roman"/>
              </a:rPr>
              <a:t>electromagnetic signals between a transmitter and a</a:t>
            </a:r>
            <a:r>
              <a:rPr sz="2400" spc="-145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receiver.</a:t>
            </a:r>
            <a:endParaRPr sz="2400">
              <a:latin typeface="Times New Roman"/>
              <a:cs typeface="Times New Roman"/>
            </a:endParaRPr>
          </a:p>
          <a:p>
            <a:pPr marL="355600" indent="-342900" algn="just">
              <a:buSzPct val="125000"/>
              <a:buFont typeface="Wingdings"/>
              <a:buChar char="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Depending upon the </a:t>
            </a:r>
            <a:r>
              <a:rPr sz="2400" spc="-5" dirty="0">
                <a:latin typeface="Times New Roman"/>
                <a:cs typeface="Times New Roman"/>
              </a:rPr>
              <a:t>physical implementation, </a:t>
            </a:r>
            <a:r>
              <a:rPr sz="2400" dirty="0">
                <a:latin typeface="Times New Roman"/>
                <a:cs typeface="Times New Roman"/>
              </a:rPr>
              <a:t>channels can</a:t>
            </a:r>
            <a:r>
              <a:rPr sz="2400" spc="57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be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12794" y="5692241"/>
            <a:ext cx="4099560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spcBef>
                <a:spcPts val="100"/>
              </a:spcBef>
              <a:buSzPct val="139583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i="1" dirty="0">
                <a:latin typeface="Times New Roman"/>
                <a:cs typeface="Times New Roman"/>
              </a:rPr>
              <a:t>Guided </a:t>
            </a:r>
            <a:r>
              <a:rPr sz="2400" i="1" spc="-10" dirty="0">
                <a:latin typeface="Times New Roman"/>
                <a:cs typeface="Times New Roman"/>
              </a:rPr>
              <a:t>Propagation</a:t>
            </a:r>
            <a:r>
              <a:rPr sz="2400" i="1" spc="-55" dirty="0">
                <a:latin typeface="Times New Roman"/>
                <a:cs typeface="Times New Roman"/>
              </a:rPr>
              <a:t> </a:t>
            </a:r>
            <a:r>
              <a:rPr sz="2400" i="1" spc="-5" dirty="0">
                <a:latin typeface="Times New Roman"/>
                <a:cs typeface="Times New Roman"/>
              </a:rPr>
              <a:t>Channels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spcBef>
                <a:spcPts val="5"/>
              </a:spcBef>
              <a:buSzPct val="139583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i="1" spc="-25" dirty="0">
                <a:latin typeface="Times New Roman"/>
                <a:cs typeface="Times New Roman"/>
              </a:rPr>
              <a:t>Free </a:t>
            </a:r>
            <a:r>
              <a:rPr sz="2400" i="1" spc="-10" dirty="0">
                <a:latin typeface="Times New Roman"/>
                <a:cs typeface="Times New Roman"/>
              </a:rPr>
              <a:t>propagation</a:t>
            </a:r>
            <a:r>
              <a:rPr sz="2400" i="1" spc="-2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Channels.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107019" y="288627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4826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Introduction </a:t>
            </a:r>
            <a:r>
              <a:rPr spc="-175" dirty="0"/>
              <a:t>To </a:t>
            </a:r>
            <a:r>
              <a:rPr spc="-5" dirty="0"/>
              <a:t>Communication</a:t>
            </a:r>
            <a:r>
              <a:rPr spc="200" dirty="0"/>
              <a:t> </a:t>
            </a:r>
            <a:r>
              <a:rPr sz="2400" dirty="0"/>
              <a:t>contd.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602739" y="28449"/>
            <a:ext cx="892937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7861934" algn="l"/>
              </a:tabLst>
            </a:pPr>
            <a:r>
              <a:rPr sz="3000" b="1" i="1" baseline="1388" dirty="0">
                <a:solidFill>
                  <a:srgbClr val="0000FF"/>
                </a:solidFill>
                <a:latin typeface="Times New Roman"/>
                <a:cs typeface="Times New Roman"/>
              </a:rPr>
              <a:t>Module</a:t>
            </a:r>
            <a:r>
              <a:rPr sz="3000" b="1" i="1" spc="-30" baseline="1388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3000" b="1" i="1" baseline="1388" dirty="0">
                <a:solidFill>
                  <a:srgbClr val="0000FF"/>
                </a:solidFill>
                <a:latin typeface="Times New Roman"/>
                <a:cs typeface="Times New Roman"/>
              </a:rPr>
              <a:t>– V	</a:t>
            </a:r>
            <a:r>
              <a:rPr sz="2000" b="1" i="1" spc="-55" dirty="0">
                <a:solidFill>
                  <a:srgbClr val="0000FF"/>
                </a:solidFill>
                <a:latin typeface="Times New Roman"/>
                <a:cs typeface="Times New Roman"/>
              </a:rPr>
              <a:t>Vol.</a:t>
            </a:r>
            <a:r>
              <a:rPr sz="2000" b="1" i="1" spc="-8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0000FF"/>
                </a:solidFill>
                <a:latin typeface="Times New Roman"/>
                <a:cs typeface="Times New Roman"/>
              </a:rPr>
              <a:t>No.-1</a:t>
            </a:r>
            <a:endParaRPr sz="2000">
              <a:latin typeface="Times New Roman"/>
              <a:cs typeface="Times New Roman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4C447345-173C-4B38-93EE-D5B5CC2C76D4}"/>
                  </a:ext>
                </a:extLst>
              </p14:cNvPr>
              <p14:cNvContentPartPr/>
              <p14:nvPr/>
            </p14:nvContentPartPr>
            <p14:xfrm>
              <a:off x="2218680" y="1789560"/>
              <a:ext cx="8260200" cy="45536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4C447345-173C-4B38-93EE-D5B5CC2C76D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209320" y="1780200"/>
                <a:ext cx="8278920" cy="45723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64791" y="990600"/>
            <a:ext cx="8750808" cy="152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602740" y="1439037"/>
            <a:ext cx="8989695" cy="44900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715" indent="-457200" algn="just">
              <a:spcBef>
                <a:spcPts val="100"/>
              </a:spcBef>
              <a:buSzPct val="125000"/>
              <a:buFont typeface="Arial"/>
              <a:buChar char="•"/>
              <a:tabLst>
                <a:tab pos="469900" algn="l"/>
              </a:tabLst>
            </a:pPr>
            <a:r>
              <a:rPr sz="2400" i="1" dirty="0">
                <a:solidFill>
                  <a:srgbClr val="0000FF"/>
                </a:solidFill>
                <a:latin typeface="Times New Roman"/>
                <a:cs typeface="Times New Roman"/>
              </a:rPr>
              <a:t>Guided </a:t>
            </a:r>
            <a:r>
              <a:rPr sz="2400" i="1" spc="-10" dirty="0">
                <a:solidFill>
                  <a:srgbClr val="0000FF"/>
                </a:solidFill>
                <a:latin typeface="Times New Roman"/>
                <a:cs typeface="Times New Roman"/>
              </a:rPr>
              <a:t>Propagation </a:t>
            </a:r>
            <a:r>
              <a:rPr sz="2400" i="1" dirty="0">
                <a:solidFill>
                  <a:srgbClr val="0000FF"/>
                </a:solidFill>
                <a:latin typeface="Times New Roman"/>
                <a:cs typeface="Times New Roman"/>
              </a:rPr>
              <a:t>Channels: </a:t>
            </a:r>
            <a:r>
              <a:rPr sz="2400" spc="-5" dirty="0">
                <a:latin typeface="Times New Roman"/>
                <a:cs typeface="Times New Roman"/>
              </a:rPr>
              <a:t>includes telephone channels, coaxial  </a:t>
            </a:r>
            <a:r>
              <a:rPr sz="2400" dirty="0">
                <a:latin typeface="Times New Roman"/>
                <a:cs typeface="Times New Roman"/>
              </a:rPr>
              <a:t>cables, and optical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fibers.</a:t>
            </a:r>
            <a:endParaRPr sz="2400">
              <a:latin typeface="Times New Roman"/>
              <a:cs typeface="Times New Roman"/>
            </a:endParaRPr>
          </a:p>
          <a:p>
            <a:pPr marL="469900" marR="6350" indent="-457200" algn="just">
              <a:spcBef>
                <a:spcPts val="1440"/>
              </a:spcBef>
              <a:buSzPct val="125000"/>
              <a:buFont typeface="Arial"/>
              <a:buChar char="•"/>
              <a:tabLst>
                <a:tab pos="469900" algn="l"/>
              </a:tabLst>
            </a:pPr>
            <a:r>
              <a:rPr sz="2400" i="1" spc="-25" dirty="0">
                <a:solidFill>
                  <a:srgbClr val="0000FF"/>
                </a:solidFill>
                <a:latin typeface="Times New Roman"/>
                <a:cs typeface="Times New Roman"/>
              </a:rPr>
              <a:t>Free </a:t>
            </a:r>
            <a:r>
              <a:rPr sz="2400" i="1" spc="-10" dirty="0">
                <a:solidFill>
                  <a:srgbClr val="0000FF"/>
                </a:solidFill>
                <a:latin typeface="Times New Roman"/>
                <a:cs typeface="Times New Roman"/>
              </a:rPr>
              <a:t>propagation </a:t>
            </a:r>
            <a:r>
              <a:rPr sz="2400" i="1" dirty="0">
                <a:solidFill>
                  <a:srgbClr val="0000FF"/>
                </a:solidFill>
                <a:latin typeface="Times New Roman"/>
                <a:cs typeface="Times New Roman"/>
              </a:rPr>
              <a:t>Channels: </a:t>
            </a:r>
            <a:r>
              <a:rPr sz="2400" spc="-5" dirty="0">
                <a:latin typeface="Times New Roman"/>
                <a:cs typeface="Times New Roman"/>
              </a:rPr>
              <a:t>includes wireless broadcast channels,  mobile </a:t>
            </a:r>
            <a:r>
              <a:rPr sz="2400" dirty="0">
                <a:latin typeface="Times New Roman"/>
                <a:cs typeface="Times New Roman"/>
              </a:rPr>
              <a:t>radio channels, and </a:t>
            </a:r>
            <a:r>
              <a:rPr sz="2400" spc="-5" dirty="0">
                <a:latin typeface="Times New Roman"/>
                <a:cs typeface="Times New Roman"/>
              </a:rPr>
              <a:t>satellite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channels.</a:t>
            </a:r>
            <a:endParaRPr sz="2400">
              <a:latin typeface="Times New Roman"/>
              <a:cs typeface="Times New Roman"/>
            </a:endParaRPr>
          </a:p>
          <a:p>
            <a:pPr marL="355600" indent="-342900" algn="just">
              <a:spcBef>
                <a:spcPts val="2290"/>
              </a:spcBef>
              <a:buSzPct val="125000"/>
              <a:buFont typeface="Wingdings"/>
              <a:buChar char=""/>
              <a:tabLst>
                <a:tab pos="355600" algn="l"/>
              </a:tabLst>
            </a:pPr>
            <a:r>
              <a:rPr sz="2400" b="1" i="1" dirty="0">
                <a:solidFill>
                  <a:srgbClr val="0000FF"/>
                </a:solidFill>
                <a:latin typeface="Times New Roman"/>
                <a:cs typeface="Times New Roman"/>
              </a:rPr>
              <a:t>Receiver</a:t>
            </a:r>
            <a:r>
              <a:rPr sz="2400" b="1" dirty="0">
                <a:solidFill>
                  <a:srgbClr val="0000FF"/>
                </a:solidFill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  <a:p>
            <a:pPr marL="355600" marR="5080" indent="-342900" algn="just">
              <a:spcBef>
                <a:spcPts val="1180"/>
              </a:spcBef>
              <a:buSzPct val="125000"/>
              <a:buFont typeface="Wingdings"/>
              <a:buChar char="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-10" dirty="0">
                <a:latin typeface="Times New Roman"/>
                <a:cs typeface="Times New Roman"/>
              </a:rPr>
              <a:t>receiver’s </a:t>
            </a:r>
            <a:r>
              <a:rPr sz="2400" dirty="0">
                <a:latin typeface="Times New Roman"/>
                <a:cs typeface="Times New Roman"/>
              </a:rPr>
              <a:t>function is to </a:t>
            </a:r>
            <a:r>
              <a:rPr sz="2400" spc="-5" dirty="0">
                <a:latin typeface="Times New Roman"/>
                <a:cs typeface="Times New Roman"/>
              </a:rPr>
              <a:t>extract the desired </a:t>
            </a:r>
            <a:r>
              <a:rPr sz="2400" dirty="0">
                <a:latin typeface="Times New Roman"/>
                <a:cs typeface="Times New Roman"/>
              </a:rPr>
              <a:t>signal from the  </a:t>
            </a:r>
            <a:r>
              <a:rPr sz="2400" spc="-5" dirty="0">
                <a:latin typeface="Times New Roman"/>
                <a:cs typeface="Times New Roman"/>
              </a:rPr>
              <a:t>received signal at </a:t>
            </a: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-5" dirty="0">
                <a:latin typeface="Times New Roman"/>
                <a:cs typeface="Times New Roman"/>
              </a:rPr>
              <a:t>channel output </a:t>
            </a:r>
            <a:r>
              <a:rPr sz="2400" dirty="0">
                <a:latin typeface="Times New Roman"/>
                <a:cs typeface="Times New Roman"/>
              </a:rPr>
              <a:t>and to </a:t>
            </a:r>
            <a:r>
              <a:rPr sz="2400" spc="-5" dirty="0">
                <a:latin typeface="Times New Roman"/>
                <a:cs typeface="Times New Roman"/>
              </a:rPr>
              <a:t>convert </a:t>
            </a:r>
            <a:r>
              <a:rPr sz="2400" dirty="0">
                <a:latin typeface="Times New Roman"/>
                <a:cs typeface="Times New Roman"/>
              </a:rPr>
              <a:t>it to a form  suitable for the output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transducer.</a:t>
            </a:r>
            <a:endParaRPr sz="2400">
              <a:latin typeface="Times New Roman"/>
              <a:cs typeface="Times New Roman"/>
            </a:endParaRPr>
          </a:p>
          <a:p>
            <a:pPr marL="355600" marR="6350" indent="-342900" algn="just">
              <a:spcBef>
                <a:spcPts val="1440"/>
              </a:spcBef>
              <a:buSzPct val="125000"/>
              <a:buFont typeface="Wingdings"/>
              <a:buChar char="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Other </a:t>
            </a:r>
            <a:r>
              <a:rPr sz="2400" spc="-5" dirty="0">
                <a:latin typeface="Times New Roman"/>
                <a:cs typeface="Times New Roman"/>
              </a:rPr>
              <a:t>functions performed </a:t>
            </a:r>
            <a:r>
              <a:rPr sz="2400" dirty="0">
                <a:latin typeface="Times New Roman"/>
                <a:cs typeface="Times New Roman"/>
              </a:rPr>
              <a:t>by the </a:t>
            </a:r>
            <a:r>
              <a:rPr sz="2400" spc="-5" dirty="0">
                <a:latin typeface="Times New Roman"/>
                <a:cs typeface="Times New Roman"/>
              </a:rPr>
              <a:t>receiver: </a:t>
            </a:r>
            <a:r>
              <a:rPr sz="2400" i="1" spc="-5" dirty="0">
                <a:latin typeface="Times New Roman"/>
                <a:cs typeface="Times New Roman"/>
              </a:rPr>
              <a:t>amplification </a:t>
            </a:r>
            <a:r>
              <a:rPr sz="2400" spc="-5" dirty="0">
                <a:latin typeface="Times New Roman"/>
                <a:cs typeface="Times New Roman"/>
              </a:rPr>
              <a:t>(the received  </a:t>
            </a:r>
            <a:r>
              <a:rPr sz="2400" dirty="0">
                <a:latin typeface="Times New Roman"/>
                <a:cs typeface="Times New Roman"/>
              </a:rPr>
              <a:t>signal </a:t>
            </a:r>
            <a:r>
              <a:rPr sz="2400" spc="-10" dirty="0">
                <a:latin typeface="Times New Roman"/>
                <a:cs typeface="Times New Roman"/>
              </a:rPr>
              <a:t>may </a:t>
            </a:r>
            <a:r>
              <a:rPr sz="2400" spc="-5" dirty="0">
                <a:latin typeface="Times New Roman"/>
                <a:cs typeface="Times New Roman"/>
              </a:rPr>
              <a:t>be extremely </a:t>
            </a:r>
            <a:r>
              <a:rPr sz="2400" dirty="0">
                <a:latin typeface="Times New Roman"/>
                <a:cs typeface="Times New Roman"/>
              </a:rPr>
              <a:t>weak), </a:t>
            </a:r>
            <a:r>
              <a:rPr sz="2400" i="1" dirty="0">
                <a:latin typeface="Times New Roman"/>
                <a:cs typeface="Times New Roman"/>
              </a:rPr>
              <a:t>demodulation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filtering</a:t>
            </a:r>
            <a:r>
              <a:rPr sz="240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8478139" y="6549754"/>
            <a:ext cx="281304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1425"/>
              </a:lnSpc>
            </a:pPr>
            <a:r>
              <a:rPr lang="en-IN"/>
              <a:t>[</a:t>
            </a:r>
            <a:fld id="{81D60167-4931-47E6-BA6A-407CBD079E47}" type="slidenum">
              <a:rPr spc="-5" smtClean="0"/>
              <a:pPr marL="12700">
                <a:lnSpc>
                  <a:spcPts val="1425"/>
                </a:lnSpc>
              </a:pPr>
              <a:t>9</a:t>
            </a:fld>
            <a:r>
              <a:t>]</a:t>
            </a:r>
            <a:endParaRPr dirty="0"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764791" y="289984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4826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Introduction </a:t>
            </a:r>
            <a:r>
              <a:rPr spc="-175" dirty="0"/>
              <a:t>To </a:t>
            </a:r>
            <a:r>
              <a:rPr spc="-5" dirty="0"/>
              <a:t>Communication</a:t>
            </a:r>
            <a:r>
              <a:rPr spc="200" dirty="0"/>
              <a:t> </a:t>
            </a:r>
            <a:r>
              <a:rPr sz="2400" dirty="0"/>
              <a:t>contd.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602739" y="28449"/>
            <a:ext cx="892937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7861934" algn="l"/>
              </a:tabLst>
            </a:pPr>
            <a:r>
              <a:rPr sz="3000" b="1" i="1" baseline="1388" dirty="0">
                <a:solidFill>
                  <a:srgbClr val="0000FF"/>
                </a:solidFill>
                <a:latin typeface="Times New Roman"/>
                <a:cs typeface="Times New Roman"/>
              </a:rPr>
              <a:t>Module</a:t>
            </a:r>
            <a:r>
              <a:rPr sz="3000" b="1" i="1" spc="-30" baseline="1388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3000" b="1" i="1" baseline="1388" dirty="0">
                <a:solidFill>
                  <a:srgbClr val="0000FF"/>
                </a:solidFill>
                <a:latin typeface="Times New Roman"/>
                <a:cs typeface="Times New Roman"/>
              </a:rPr>
              <a:t>– V	</a:t>
            </a:r>
            <a:r>
              <a:rPr sz="2000" b="1" i="1" spc="-55" dirty="0">
                <a:solidFill>
                  <a:srgbClr val="0000FF"/>
                </a:solidFill>
                <a:latin typeface="Times New Roman"/>
                <a:cs typeface="Times New Roman"/>
              </a:rPr>
              <a:t>Vol.</a:t>
            </a:r>
            <a:r>
              <a:rPr sz="2000" b="1" i="1" spc="-8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0000FF"/>
                </a:solidFill>
                <a:latin typeface="Times New Roman"/>
                <a:cs typeface="Times New Roman"/>
              </a:rPr>
              <a:t>No.-1</a:t>
            </a:r>
            <a:endParaRPr sz="2000">
              <a:latin typeface="Times New Roman"/>
              <a:cs typeface="Times New Roman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997B907D-7EAF-4D39-AB62-DD030A5AA20E}"/>
                  </a:ext>
                </a:extLst>
              </p14:cNvPr>
              <p14:cNvContentPartPr/>
              <p14:nvPr/>
            </p14:nvContentPartPr>
            <p14:xfrm>
              <a:off x="3549960" y="1817280"/>
              <a:ext cx="6970320" cy="42159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997B907D-7EAF-4D39-AB62-DD030A5AA20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540600" y="1807920"/>
                <a:ext cx="6989040" cy="42346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64791" y="990600"/>
            <a:ext cx="8750808" cy="152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047749" y="1290573"/>
            <a:ext cx="8433435" cy="738536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853564" marR="5080" indent="-1841500">
              <a:lnSpc>
                <a:spcPct val="103299"/>
              </a:lnSpc>
              <a:spcBef>
                <a:spcPts val="5"/>
              </a:spcBef>
            </a:pPr>
            <a:r>
              <a:rPr sz="2400" b="1" i="1" dirty="0">
                <a:solidFill>
                  <a:srgbClr val="0000FF"/>
                </a:solidFill>
                <a:latin typeface="Times New Roman"/>
                <a:cs typeface="Times New Roman"/>
              </a:rPr>
              <a:t>Transceivers</a:t>
            </a:r>
            <a:r>
              <a:rPr sz="2400" b="1" dirty="0">
                <a:solidFill>
                  <a:srgbClr val="0000FF"/>
                </a:solidFill>
                <a:latin typeface="Times New Roman"/>
                <a:cs typeface="Times New Roman"/>
              </a:rPr>
              <a:t>: </a:t>
            </a:r>
            <a:r>
              <a:rPr sz="2400" spc="-5" dirty="0">
                <a:latin typeface="Times New Roman"/>
                <a:cs typeface="Times New Roman"/>
              </a:rPr>
              <a:t>is </a:t>
            </a:r>
            <a:r>
              <a:rPr sz="2400" dirty="0">
                <a:latin typeface="Times New Roman"/>
                <a:cs typeface="Times New Roman"/>
              </a:rPr>
              <a:t>an electronic unit that incorporates circuits that</a:t>
            </a:r>
            <a:r>
              <a:rPr sz="2400" spc="-2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both  send and receive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signals.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12341" y="2400427"/>
            <a:ext cx="13112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Examples: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88994" y="2416505"/>
            <a:ext cx="2971800" cy="268732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469900" indent="-457834">
              <a:spcBef>
                <a:spcPts val="775"/>
              </a:spcBef>
              <a:buSzPct val="125000"/>
              <a:buFont typeface="Wingdings"/>
              <a:buChar char=""/>
              <a:tabLst>
                <a:tab pos="469900" algn="l"/>
                <a:tab pos="470534" algn="l"/>
              </a:tabLst>
            </a:pPr>
            <a:r>
              <a:rPr sz="2400" dirty="0">
                <a:latin typeface="Times New Roman"/>
                <a:cs typeface="Times New Roman"/>
              </a:rPr>
              <a:t>Telephones</a:t>
            </a:r>
            <a:endParaRPr sz="2400">
              <a:latin typeface="Times New Roman"/>
              <a:cs typeface="Times New Roman"/>
            </a:endParaRPr>
          </a:p>
          <a:p>
            <a:pPr marL="469900" indent="-457834">
              <a:spcBef>
                <a:spcPts val="1440"/>
              </a:spcBef>
              <a:buSzPct val="125000"/>
              <a:buFont typeface="Wingdings"/>
              <a:buChar char=""/>
              <a:tabLst>
                <a:tab pos="469900" algn="l"/>
                <a:tab pos="470534" algn="l"/>
              </a:tabLst>
            </a:pPr>
            <a:r>
              <a:rPr sz="2400" spc="-5" dirty="0">
                <a:latin typeface="Times New Roman"/>
                <a:cs typeface="Times New Roman"/>
              </a:rPr>
              <a:t>Fax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machines</a:t>
            </a:r>
            <a:endParaRPr sz="2400">
              <a:latin typeface="Times New Roman"/>
              <a:cs typeface="Times New Roman"/>
            </a:endParaRPr>
          </a:p>
          <a:p>
            <a:pPr marL="469900" indent="-457834">
              <a:spcBef>
                <a:spcPts val="1440"/>
              </a:spcBef>
              <a:buSzPct val="125000"/>
              <a:buFont typeface="Wingdings"/>
              <a:buChar char=""/>
              <a:tabLst>
                <a:tab pos="469900" algn="l"/>
                <a:tab pos="470534" algn="l"/>
              </a:tabLst>
            </a:pPr>
            <a:r>
              <a:rPr sz="2400" dirty="0">
                <a:latin typeface="Times New Roman"/>
                <a:cs typeface="Times New Roman"/>
              </a:rPr>
              <a:t>Handheld CB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radios</a:t>
            </a:r>
            <a:endParaRPr sz="2400">
              <a:latin typeface="Times New Roman"/>
              <a:cs typeface="Times New Roman"/>
            </a:endParaRPr>
          </a:p>
          <a:p>
            <a:pPr marL="469900" indent="-457834">
              <a:spcBef>
                <a:spcPts val="1440"/>
              </a:spcBef>
              <a:buSzPct val="125000"/>
              <a:buFont typeface="Wingdings"/>
              <a:buChar char=""/>
              <a:tabLst>
                <a:tab pos="469900" algn="l"/>
                <a:tab pos="470534" algn="l"/>
              </a:tabLst>
            </a:pPr>
            <a:r>
              <a:rPr sz="2400" dirty="0">
                <a:latin typeface="Times New Roman"/>
                <a:cs typeface="Times New Roman"/>
              </a:rPr>
              <a:t>Cell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phones</a:t>
            </a:r>
            <a:endParaRPr sz="2400">
              <a:latin typeface="Times New Roman"/>
              <a:cs typeface="Times New Roman"/>
            </a:endParaRPr>
          </a:p>
          <a:p>
            <a:pPr marL="469900" indent="-457834">
              <a:spcBef>
                <a:spcPts val="1445"/>
              </a:spcBef>
              <a:buSzPct val="125000"/>
              <a:buFont typeface="Wingdings"/>
              <a:buChar char=""/>
              <a:tabLst>
                <a:tab pos="469900" algn="l"/>
                <a:tab pos="470534" algn="l"/>
              </a:tabLst>
            </a:pPr>
            <a:r>
              <a:rPr sz="2400" spc="-5" dirty="0">
                <a:latin typeface="Times New Roman"/>
                <a:cs typeface="Times New Roman"/>
              </a:rPr>
              <a:t>Computer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modems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524001" y="1295401"/>
            <a:ext cx="449579" cy="48920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748790" y="236171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4826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Introduction </a:t>
            </a:r>
            <a:r>
              <a:rPr spc="-175" dirty="0"/>
              <a:t>To </a:t>
            </a:r>
            <a:r>
              <a:rPr spc="-5" dirty="0"/>
              <a:t>Communication</a:t>
            </a:r>
            <a:r>
              <a:rPr spc="200" dirty="0"/>
              <a:t> </a:t>
            </a:r>
            <a:r>
              <a:rPr sz="2400" dirty="0"/>
              <a:t>contd.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216607" y="5205221"/>
            <a:ext cx="8223884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spcBef>
                <a:spcPts val="100"/>
              </a:spcBef>
            </a:pPr>
            <a:r>
              <a:rPr sz="2400" b="1" spc="-5" dirty="0">
                <a:latin typeface="Times New Roman"/>
                <a:cs typeface="Times New Roman"/>
                <a:hlinkClick r:id="rId4"/>
              </a:rPr>
              <a:t>Citizens </a:t>
            </a:r>
            <a:r>
              <a:rPr sz="2400" b="1" dirty="0">
                <a:latin typeface="Times New Roman"/>
                <a:cs typeface="Times New Roman"/>
                <a:hlinkClick r:id="rId4"/>
              </a:rPr>
              <a:t>band radio </a:t>
            </a:r>
            <a:r>
              <a:rPr sz="2400" spc="-5" dirty="0">
                <a:latin typeface="Times New Roman"/>
                <a:cs typeface="Times New Roman"/>
                <a:hlinkClick r:id="rId4"/>
              </a:rPr>
              <a:t>(</a:t>
            </a:r>
            <a:r>
              <a:rPr sz="2400" b="1" spc="-5" dirty="0">
                <a:latin typeface="Times New Roman"/>
                <a:cs typeface="Times New Roman"/>
                <a:hlinkClick r:id="rId4"/>
              </a:rPr>
              <a:t>CB </a:t>
            </a:r>
            <a:r>
              <a:rPr sz="2400" b="1" dirty="0">
                <a:latin typeface="Times New Roman"/>
                <a:cs typeface="Times New Roman"/>
                <a:hlinkClick r:id="rId4"/>
              </a:rPr>
              <a:t>radio</a:t>
            </a:r>
            <a:r>
              <a:rPr sz="2400" dirty="0">
                <a:latin typeface="Times New Roman"/>
                <a:cs typeface="Times New Roman"/>
                <a:hlinkClick r:id="rId4"/>
              </a:rPr>
              <a:t>), </a:t>
            </a:r>
            <a:r>
              <a:rPr sz="2400" spc="-5" dirty="0">
                <a:latin typeface="Times New Roman"/>
                <a:cs typeface="Times New Roman"/>
                <a:hlinkClick r:id="rId4"/>
              </a:rPr>
              <a:t>used </a:t>
            </a:r>
            <a:r>
              <a:rPr sz="2400" dirty="0">
                <a:latin typeface="Times New Roman"/>
                <a:cs typeface="Times New Roman"/>
                <a:hlinkClick r:id="rId4"/>
              </a:rPr>
              <a:t>in </a:t>
            </a:r>
            <a:r>
              <a:rPr sz="2400" spc="-5" dirty="0">
                <a:latin typeface="Times New Roman"/>
                <a:cs typeface="Times New Roman"/>
                <a:hlinkClick r:id="rId4"/>
              </a:rPr>
              <a:t>many countries, </a:t>
            </a:r>
            <a:r>
              <a:rPr sz="2400" dirty="0">
                <a:latin typeface="Times New Roman"/>
                <a:cs typeface="Times New Roman"/>
                <a:hlinkClick r:id="rId4"/>
              </a:rPr>
              <a:t>is a 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4"/>
              </a:rPr>
              <a:t>land </a:t>
            </a:r>
            <a:r>
              <a:rPr sz="2400" dirty="0">
                <a:latin typeface="Times New Roman"/>
                <a:cs typeface="Times New Roman"/>
                <a:hlinkClick r:id="rId4"/>
              </a:rPr>
              <a:t> </a:t>
            </a:r>
            <a:r>
              <a:rPr sz="24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4"/>
              </a:rPr>
              <a:t>mobile radio system</a:t>
            </a:r>
            <a:r>
              <a:rPr sz="2400" spc="-5" dirty="0">
                <a:latin typeface="Times New Roman"/>
                <a:cs typeface="Times New Roman"/>
                <a:hlinkClick r:id="rId4"/>
              </a:rPr>
              <a:t>, </a:t>
            </a:r>
            <a:r>
              <a:rPr sz="2400" dirty="0">
                <a:latin typeface="Times New Roman"/>
                <a:cs typeface="Times New Roman"/>
                <a:hlinkClick r:id="rId4"/>
              </a:rPr>
              <a:t>a system </a:t>
            </a:r>
            <a:r>
              <a:rPr sz="2400" spc="-5" dirty="0">
                <a:latin typeface="Times New Roman"/>
                <a:cs typeface="Times New Roman"/>
                <a:hlinkClick r:id="rId4"/>
              </a:rPr>
              <a:t>allowing short-distance person-to- </a:t>
            </a:r>
            <a:r>
              <a:rPr sz="2400" spc="-5" dirty="0">
                <a:latin typeface="Times New Roman"/>
                <a:cs typeface="Times New Roman"/>
              </a:rPr>
              <a:t> person bidirectional </a:t>
            </a:r>
            <a:r>
              <a:rPr sz="2400" dirty="0">
                <a:latin typeface="Times New Roman"/>
                <a:cs typeface="Times New Roman"/>
              </a:rPr>
              <a:t>voice </a:t>
            </a:r>
            <a:r>
              <a:rPr sz="2400" spc="-5" dirty="0">
                <a:latin typeface="Times New Roman"/>
                <a:cs typeface="Times New Roman"/>
              </a:rPr>
              <a:t>communication </a:t>
            </a:r>
            <a:r>
              <a:rPr sz="2400" dirty="0">
                <a:latin typeface="Times New Roman"/>
                <a:cs typeface="Times New Roman"/>
              </a:rPr>
              <a:t>between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individuals.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536193" y="5141976"/>
            <a:ext cx="449579" cy="48920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xfrm>
            <a:off x="8478139" y="6549754"/>
            <a:ext cx="281304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1425"/>
              </a:lnSpc>
            </a:pPr>
            <a:r>
              <a:rPr lang="en-IN"/>
              <a:t>[</a:t>
            </a:r>
            <a:fld id="{81D60167-4931-47E6-BA6A-407CBD079E47}" type="slidenum">
              <a:rPr spc="-5" smtClean="0"/>
              <a:pPr marL="12700">
                <a:lnSpc>
                  <a:spcPts val="1425"/>
                </a:lnSpc>
              </a:pPr>
              <a:t>10</a:t>
            </a:fld>
            <a:r>
              <a:t>]</a:t>
            </a:r>
            <a:endParaRPr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0ACD2598-A3E5-4C1E-ACBE-6DCBAF184C8A}"/>
                  </a:ext>
                </a:extLst>
              </p14:cNvPr>
              <p14:cNvContentPartPr/>
              <p14:nvPr/>
            </p14:nvContentPartPr>
            <p14:xfrm>
              <a:off x="3822480" y="626040"/>
              <a:ext cx="8330040" cy="446760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0ACD2598-A3E5-4C1E-ACBE-6DCBAF184C8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813120" y="616680"/>
                <a:ext cx="8348760" cy="4486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64791" y="990600"/>
            <a:ext cx="8750808" cy="152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602739" y="1080632"/>
            <a:ext cx="8989060" cy="4953920"/>
          </a:xfrm>
          <a:prstGeom prst="rect">
            <a:avLst/>
          </a:prstGeom>
        </p:spPr>
        <p:txBody>
          <a:bodyPr vert="horz" wrap="square" lIns="0" tIns="171450" rIns="0" bIns="0" rtlCol="0">
            <a:spAutoFit/>
          </a:bodyPr>
          <a:lstStyle/>
          <a:p>
            <a:pPr marL="469900" indent="-457200">
              <a:spcBef>
                <a:spcPts val="1350"/>
              </a:spcBef>
              <a:buFont typeface="Wingdings"/>
              <a:buChar char=""/>
              <a:tabLst>
                <a:tab pos="469265" algn="l"/>
                <a:tab pos="469900" algn="l"/>
              </a:tabLst>
            </a:pPr>
            <a:r>
              <a:rPr sz="2800" spc="-5" dirty="0">
                <a:solidFill>
                  <a:srgbClr val="0000FF"/>
                </a:solidFill>
                <a:latin typeface="Times New Roman"/>
                <a:cs typeface="Times New Roman"/>
              </a:rPr>
              <a:t>Signal Modifications Through</a:t>
            </a:r>
            <a:r>
              <a:rPr sz="2800" spc="-8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0000FF"/>
                </a:solidFill>
                <a:latin typeface="Times New Roman"/>
                <a:cs typeface="Times New Roman"/>
              </a:rPr>
              <a:t>Channel:</a:t>
            </a:r>
            <a:endParaRPr sz="2800">
              <a:latin typeface="Times New Roman"/>
              <a:cs typeface="Times New Roman"/>
            </a:endParaRPr>
          </a:p>
          <a:p>
            <a:pPr marL="264160" marR="193040" indent="-264160">
              <a:spcBef>
                <a:spcPts val="1950"/>
              </a:spcBef>
              <a:buSzPct val="125000"/>
              <a:buFont typeface="Wingdings"/>
              <a:buChar char=""/>
              <a:tabLst>
                <a:tab pos="264160" algn="l"/>
              </a:tabLst>
            </a:pPr>
            <a:r>
              <a:rPr sz="2400" b="1" i="1" dirty="0">
                <a:solidFill>
                  <a:srgbClr val="0000FF"/>
                </a:solidFill>
                <a:latin typeface="Times New Roman"/>
                <a:cs typeface="Times New Roman"/>
              </a:rPr>
              <a:t>Distortion: </a:t>
            </a:r>
            <a:r>
              <a:rPr sz="2400" spc="-5" dirty="0">
                <a:latin typeface="Times New Roman"/>
                <a:cs typeface="Times New Roman"/>
              </a:rPr>
              <a:t>is waveform </a:t>
            </a:r>
            <a:r>
              <a:rPr sz="2400" dirty="0">
                <a:latin typeface="Times New Roman"/>
                <a:cs typeface="Times New Roman"/>
              </a:rPr>
              <a:t>perturbation caused by </a:t>
            </a:r>
            <a:r>
              <a:rPr sz="2400" spc="-5" dirty="0">
                <a:latin typeface="Times New Roman"/>
                <a:cs typeface="Times New Roman"/>
              </a:rPr>
              <a:t>imperfect </a:t>
            </a:r>
            <a:r>
              <a:rPr sz="2400" dirty="0">
                <a:latin typeface="Times New Roman"/>
                <a:cs typeface="Times New Roman"/>
              </a:rPr>
              <a:t>response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  the </a:t>
            </a:r>
            <a:r>
              <a:rPr sz="2400" spc="-5" dirty="0">
                <a:latin typeface="Times New Roman"/>
                <a:cs typeface="Times New Roman"/>
              </a:rPr>
              <a:t>system </a:t>
            </a:r>
            <a:r>
              <a:rPr sz="2400" dirty="0">
                <a:latin typeface="Times New Roman"/>
                <a:cs typeface="Times New Roman"/>
              </a:rPr>
              <a:t>to the desired signal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itself.</a:t>
            </a:r>
            <a:endParaRPr sz="2400">
              <a:latin typeface="Times New Roman"/>
              <a:cs typeface="Times New Roman"/>
            </a:endParaRPr>
          </a:p>
          <a:p>
            <a:pPr>
              <a:spcBef>
                <a:spcPts val="5"/>
              </a:spcBef>
              <a:buChar char=""/>
            </a:pPr>
            <a:endParaRPr sz="2500">
              <a:latin typeface="Times New Roman"/>
              <a:cs typeface="Times New Roman"/>
            </a:endParaRPr>
          </a:p>
          <a:p>
            <a:pPr marL="355600" marR="5080" indent="-342900" algn="just">
              <a:spcBef>
                <a:spcPts val="5"/>
              </a:spcBef>
              <a:buSzPct val="125000"/>
              <a:buFont typeface="Wingdings"/>
              <a:buChar char="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Unlike </a:t>
            </a:r>
            <a:r>
              <a:rPr sz="2400" spc="-5" dirty="0">
                <a:latin typeface="Times New Roman"/>
                <a:cs typeface="Times New Roman"/>
              </a:rPr>
              <a:t>noise </a:t>
            </a:r>
            <a:r>
              <a:rPr sz="2400" dirty="0">
                <a:latin typeface="Times New Roman"/>
                <a:cs typeface="Times New Roman"/>
              </a:rPr>
              <a:t>and </a:t>
            </a:r>
            <a:r>
              <a:rPr sz="2400" spc="-5" dirty="0">
                <a:latin typeface="Times New Roman"/>
                <a:cs typeface="Times New Roman"/>
              </a:rPr>
              <a:t>interference, distortion disappears </a:t>
            </a:r>
            <a:r>
              <a:rPr sz="2400" dirty="0">
                <a:latin typeface="Times New Roman"/>
                <a:cs typeface="Times New Roman"/>
              </a:rPr>
              <a:t>when the signal </a:t>
            </a:r>
            <a:r>
              <a:rPr sz="2400" spc="-15" dirty="0">
                <a:latin typeface="Times New Roman"/>
                <a:cs typeface="Times New Roman"/>
              </a:rPr>
              <a:t>is  </a:t>
            </a:r>
            <a:r>
              <a:rPr sz="2400" spc="-5" dirty="0">
                <a:latin typeface="Times New Roman"/>
                <a:cs typeface="Times New Roman"/>
              </a:rPr>
              <a:t>turned </a:t>
            </a:r>
            <a:r>
              <a:rPr sz="2400" spc="-20" dirty="0">
                <a:latin typeface="Times New Roman"/>
                <a:cs typeface="Times New Roman"/>
              </a:rPr>
              <a:t>off. </a:t>
            </a:r>
            <a:r>
              <a:rPr sz="2400" dirty="0">
                <a:latin typeface="Times New Roman"/>
                <a:cs typeface="Times New Roman"/>
              </a:rPr>
              <a:t>If the </a:t>
            </a:r>
            <a:r>
              <a:rPr sz="2400" spc="-5" dirty="0">
                <a:latin typeface="Times New Roman"/>
                <a:cs typeface="Times New Roman"/>
              </a:rPr>
              <a:t>channel has </a:t>
            </a:r>
            <a:r>
              <a:rPr sz="2400" dirty="0">
                <a:latin typeface="Times New Roman"/>
                <a:cs typeface="Times New Roman"/>
              </a:rPr>
              <a:t>a </a:t>
            </a:r>
            <a:r>
              <a:rPr sz="2400" spc="-5" dirty="0">
                <a:latin typeface="Times New Roman"/>
                <a:cs typeface="Times New Roman"/>
              </a:rPr>
              <a:t>linear </a:t>
            </a:r>
            <a:r>
              <a:rPr sz="2400" dirty="0">
                <a:latin typeface="Times New Roman"/>
                <a:cs typeface="Times New Roman"/>
              </a:rPr>
              <a:t>but </a:t>
            </a:r>
            <a:r>
              <a:rPr sz="2400" spc="-5" dirty="0">
                <a:latin typeface="Times New Roman"/>
                <a:cs typeface="Times New Roman"/>
              </a:rPr>
              <a:t>distorting response, then  distortion </a:t>
            </a:r>
            <a:r>
              <a:rPr sz="2400" spc="-10" dirty="0">
                <a:latin typeface="Times New Roman"/>
                <a:cs typeface="Times New Roman"/>
              </a:rPr>
              <a:t>may </a:t>
            </a:r>
            <a:r>
              <a:rPr sz="2400" dirty="0">
                <a:latin typeface="Times New Roman"/>
                <a:cs typeface="Times New Roman"/>
              </a:rPr>
              <a:t>be </a:t>
            </a:r>
            <a:r>
              <a:rPr sz="2400" spc="-5" dirty="0">
                <a:latin typeface="Times New Roman"/>
                <a:cs typeface="Times New Roman"/>
              </a:rPr>
              <a:t>corrected, </a:t>
            </a:r>
            <a:r>
              <a:rPr sz="2400" dirty="0">
                <a:latin typeface="Times New Roman"/>
                <a:cs typeface="Times New Roman"/>
              </a:rPr>
              <a:t>or </a:t>
            </a:r>
            <a:r>
              <a:rPr sz="2400" spc="-5" dirty="0">
                <a:latin typeface="Times New Roman"/>
                <a:cs typeface="Times New Roman"/>
              </a:rPr>
              <a:t>at </a:t>
            </a:r>
            <a:r>
              <a:rPr sz="2400" dirty="0">
                <a:latin typeface="Times New Roman"/>
                <a:cs typeface="Times New Roman"/>
              </a:rPr>
              <a:t>least </a:t>
            </a:r>
            <a:r>
              <a:rPr sz="2400" spc="-5" dirty="0">
                <a:latin typeface="Times New Roman"/>
                <a:cs typeface="Times New Roman"/>
              </a:rPr>
              <a:t>reduced, </a:t>
            </a:r>
            <a:r>
              <a:rPr sz="2400" dirty="0">
                <a:latin typeface="Times New Roman"/>
                <a:cs typeface="Times New Roman"/>
              </a:rPr>
              <a:t>with </a:t>
            </a:r>
            <a:r>
              <a:rPr sz="2400" spc="-5" dirty="0">
                <a:latin typeface="Times New Roman"/>
                <a:cs typeface="Times New Roman"/>
              </a:rPr>
              <a:t>the help </a:t>
            </a:r>
            <a:r>
              <a:rPr sz="2400" dirty="0">
                <a:latin typeface="Times New Roman"/>
                <a:cs typeface="Times New Roman"/>
              </a:rPr>
              <a:t>of  special filters called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equalizers</a:t>
            </a:r>
            <a:r>
              <a:rPr sz="240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>
              <a:spcBef>
                <a:spcPts val="5"/>
              </a:spcBef>
              <a:buChar char=""/>
            </a:pPr>
            <a:endParaRPr sz="2500">
              <a:latin typeface="Times New Roman"/>
              <a:cs typeface="Times New Roman"/>
            </a:endParaRPr>
          </a:p>
          <a:p>
            <a:pPr marL="264160" marR="408940" indent="-264160">
              <a:buSzPct val="125000"/>
              <a:buFont typeface="Wingdings"/>
              <a:buChar char=""/>
              <a:tabLst>
                <a:tab pos="264160" algn="l"/>
              </a:tabLst>
            </a:pPr>
            <a:r>
              <a:rPr sz="2400" b="1" i="1" dirty="0">
                <a:solidFill>
                  <a:srgbClr val="0000FF"/>
                </a:solidFill>
                <a:latin typeface="Times New Roman"/>
                <a:cs typeface="Times New Roman"/>
              </a:rPr>
              <a:t>Interference: </a:t>
            </a:r>
            <a:r>
              <a:rPr sz="2400" dirty="0">
                <a:latin typeface="Times New Roman"/>
                <a:cs typeface="Times New Roman"/>
              </a:rPr>
              <a:t>is </a:t>
            </a:r>
            <a:r>
              <a:rPr sz="2400" spc="-5" dirty="0">
                <a:latin typeface="Times New Roman"/>
                <a:cs typeface="Times New Roman"/>
              </a:rPr>
              <a:t>contamination </a:t>
            </a:r>
            <a:r>
              <a:rPr sz="2400" dirty="0">
                <a:latin typeface="Times New Roman"/>
                <a:cs typeface="Times New Roman"/>
              </a:rPr>
              <a:t>by extraneous signals from </a:t>
            </a:r>
            <a:r>
              <a:rPr sz="2400" spc="-5" dirty="0">
                <a:latin typeface="Times New Roman"/>
                <a:cs typeface="Times New Roman"/>
              </a:rPr>
              <a:t>human  </a:t>
            </a:r>
            <a:r>
              <a:rPr sz="2400" dirty="0">
                <a:latin typeface="Times New Roman"/>
                <a:cs typeface="Times New Roman"/>
              </a:rPr>
              <a:t>sources-other transmitters, power lines and</a:t>
            </a:r>
            <a:r>
              <a:rPr sz="2400" spc="-14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machinery,  </a:t>
            </a:r>
            <a:r>
              <a:rPr sz="2400" dirty="0">
                <a:latin typeface="Times New Roman"/>
                <a:cs typeface="Times New Roman"/>
              </a:rPr>
              <a:t>switching circuits, and so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on.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8478139" y="6549754"/>
            <a:ext cx="281304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1425"/>
              </a:lnSpc>
            </a:pPr>
            <a:r>
              <a:rPr lang="en-IN"/>
              <a:t>[</a:t>
            </a:r>
            <a:fld id="{81D60167-4931-47E6-BA6A-407CBD079E47}" type="slidenum">
              <a:rPr spc="-5" smtClean="0"/>
              <a:pPr marL="12700">
                <a:lnSpc>
                  <a:spcPts val="1425"/>
                </a:lnSpc>
              </a:pPr>
              <a:t>11</a:t>
            </a:fld>
            <a:r>
              <a:t>]</a:t>
            </a:r>
            <a:endParaRPr dirty="0"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764791" y="329976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4826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Introduction </a:t>
            </a:r>
            <a:r>
              <a:rPr spc="-175" dirty="0"/>
              <a:t>To </a:t>
            </a:r>
            <a:r>
              <a:rPr spc="-5" dirty="0"/>
              <a:t>Communication</a:t>
            </a:r>
            <a:r>
              <a:rPr spc="200" dirty="0"/>
              <a:t> </a:t>
            </a:r>
            <a:r>
              <a:rPr sz="2400" dirty="0"/>
              <a:t>contd.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E8640943-2644-4E9C-89BB-54CFCC9301F4}"/>
                  </a:ext>
                </a:extLst>
              </p14:cNvPr>
              <p14:cNvContentPartPr/>
              <p14:nvPr/>
            </p14:nvContentPartPr>
            <p14:xfrm>
              <a:off x="2824560" y="2592720"/>
              <a:ext cx="6782400" cy="349488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E8640943-2644-4E9C-89BB-54CFCC9301F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15200" y="2583360"/>
                <a:ext cx="6801120" cy="3513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64791" y="990600"/>
            <a:ext cx="8750808" cy="152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602740" y="1486027"/>
            <a:ext cx="875093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4160" marR="5080" indent="-264160">
              <a:spcBef>
                <a:spcPts val="100"/>
              </a:spcBef>
              <a:buSzPct val="125000"/>
              <a:buFont typeface="Wingdings"/>
              <a:buChar char=""/>
              <a:tabLst>
                <a:tab pos="264160" algn="l"/>
                <a:tab pos="5911215" algn="l"/>
              </a:tabLst>
            </a:pPr>
            <a:r>
              <a:rPr sz="2400" b="1" i="1" dirty="0">
                <a:solidFill>
                  <a:srgbClr val="0000FF"/>
                </a:solidFill>
                <a:latin typeface="Times New Roman"/>
                <a:cs typeface="Times New Roman"/>
              </a:rPr>
              <a:t>Noise: </a:t>
            </a:r>
            <a:r>
              <a:rPr sz="2400" dirty="0">
                <a:latin typeface="Times New Roman"/>
                <a:cs typeface="Times New Roman"/>
              </a:rPr>
              <a:t>refers to random and </a:t>
            </a:r>
            <a:r>
              <a:rPr sz="2400" spc="-5" dirty="0">
                <a:latin typeface="Times New Roman"/>
                <a:cs typeface="Times New Roman"/>
              </a:rPr>
              <a:t>unpredictable electrical </a:t>
            </a:r>
            <a:r>
              <a:rPr sz="2400" dirty="0">
                <a:latin typeface="Times New Roman"/>
                <a:cs typeface="Times New Roman"/>
              </a:rPr>
              <a:t>signals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produced  by natural processes both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b="1" i="1" dirty="0">
                <a:latin typeface="Times New Roman"/>
                <a:cs typeface="Times New Roman"/>
              </a:rPr>
              <a:t>internal</a:t>
            </a:r>
            <a:r>
              <a:rPr sz="2400" b="1" i="1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	</a:t>
            </a:r>
            <a:r>
              <a:rPr sz="2400" b="1" i="1" dirty="0">
                <a:latin typeface="Times New Roman"/>
                <a:cs typeface="Times New Roman"/>
              </a:rPr>
              <a:t>external </a:t>
            </a:r>
            <a:r>
              <a:rPr sz="2400" dirty="0">
                <a:latin typeface="Times New Roman"/>
                <a:cs typeface="Times New Roman"/>
              </a:rPr>
              <a:t>to the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system.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xfrm>
            <a:off x="8478139" y="6549754"/>
            <a:ext cx="281304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1425"/>
              </a:lnSpc>
            </a:pPr>
            <a:r>
              <a:rPr lang="en-IN"/>
              <a:t>[</a:t>
            </a:r>
            <a:fld id="{81D60167-4931-47E6-BA6A-407CBD079E47}" type="slidenum">
              <a:rPr spc="-5" smtClean="0"/>
              <a:pPr marL="12700">
                <a:lnSpc>
                  <a:spcPts val="1425"/>
                </a:lnSpc>
              </a:pPr>
              <a:t>12</a:t>
            </a:fld>
            <a:r>
              <a:t>]</a:t>
            </a:r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1602740" y="2400123"/>
            <a:ext cx="898715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spcBef>
                <a:spcPts val="100"/>
              </a:spcBef>
              <a:buSzPct val="125000"/>
              <a:buFont typeface="Wingdings"/>
              <a:buChar char=""/>
              <a:tabLst>
                <a:tab pos="354965" algn="l"/>
                <a:tab pos="355600" algn="l"/>
                <a:tab pos="1445260" algn="l"/>
                <a:tab pos="3144520" algn="l"/>
                <a:tab pos="3844290" algn="l"/>
                <a:tab pos="4612640" algn="l"/>
                <a:tab pos="7646034" algn="l"/>
                <a:tab pos="8246745" algn="l"/>
              </a:tabLst>
            </a:pP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i="1" spc="-10" dirty="0">
                <a:latin typeface="Times New Roman"/>
                <a:cs typeface="Times New Roman"/>
              </a:rPr>
              <a:t>o</a:t>
            </a:r>
            <a:r>
              <a:rPr sz="2400" i="1" dirty="0">
                <a:latin typeface="Times New Roman"/>
                <a:cs typeface="Times New Roman"/>
              </a:rPr>
              <a:t>ise	</a:t>
            </a:r>
            <a:r>
              <a:rPr sz="2400" dirty="0">
                <a:latin typeface="Times New Roman"/>
                <a:cs typeface="Times New Roman"/>
              </a:rPr>
              <a:t>int</a:t>
            </a:r>
            <a:r>
              <a:rPr sz="2400" spc="-15" dirty="0">
                <a:latin typeface="Times New Roman"/>
                <a:cs typeface="Times New Roman"/>
              </a:rPr>
              <a:t>r</a:t>
            </a:r>
            <a:r>
              <a:rPr sz="2400" dirty="0">
                <a:latin typeface="Times New Roman"/>
                <a:cs typeface="Times New Roman"/>
              </a:rPr>
              <a:t>oduced	</a:t>
            </a:r>
            <a:r>
              <a:rPr sz="2400" spc="-15" dirty="0">
                <a:latin typeface="Times New Roman"/>
                <a:cs typeface="Times New Roman"/>
              </a:rPr>
              <a:t>b</a:t>
            </a:r>
            <a:r>
              <a:rPr sz="2400" dirty="0">
                <a:latin typeface="Times New Roman"/>
                <a:cs typeface="Times New Roman"/>
              </a:rPr>
              <a:t>y	the	trans</a:t>
            </a:r>
            <a:r>
              <a:rPr sz="2400" spc="-25" dirty="0">
                <a:latin typeface="Times New Roman"/>
                <a:cs typeface="Times New Roman"/>
              </a:rPr>
              <a:t>m</a:t>
            </a:r>
            <a:r>
              <a:rPr sz="2400" dirty="0">
                <a:latin typeface="Times New Roman"/>
                <a:cs typeface="Times New Roman"/>
              </a:rPr>
              <a:t>iss</a:t>
            </a:r>
            <a:r>
              <a:rPr sz="2400" spc="5" dirty="0">
                <a:latin typeface="Times New Roman"/>
                <a:cs typeface="Times New Roman"/>
              </a:rPr>
              <a:t>i</a:t>
            </a:r>
            <a:r>
              <a:rPr sz="2400" dirty="0">
                <a:latin typeface="Times New Roman"/>
                <a:cs typeface="Times New Roman"/>
              </a:rPr>
              <a:t>o</a:t>
            </a:r>
            <a:r>
              <a:rPr sz="2400" spc="-5" dirty="0">
                <a:latin typeface="Times New Roman"/>
                <a:cs typeface="Times New Roman"/>
              </a:rPr>
              <a:t>n</a:t>
            </a:r>
            <a:r>
              <a:rPr sz="2400" spc="-10" dirty="0">
                <a:latin typeface="Times New Roman"/>
                <a:cs typeface="Times New Roman"/>
              </a:rPr>
              <a:t>-</a:t>
            </a:r>
            <a:r>
              <a:rPr sz="2400" spc="-20" dirty="0">
                <a:latin typeface="Times New Roman"/>
                <a:cs typeface="Times New Roman"/>
              </a:rPr>
              <a:t>m</a:t>
            </a:r>
            <a:r>
              <a:rPr sz="2400" dirty="0">
                <a:latin typeface="Times New Roman"/>
                <a:cs typeface="Times New Roman"/>
              </a:rPr>
              <a:t>ed</a:t>
            </a:r>
            <a:r>
              <a:rPr sz="2400" spc="5" dirty="0">
                <a:latin typeface="Times New Roman"/>
                <a:cs typeface="Times New Roman"/>
              </a:rPr>
              <a:t>i</a:t>
            </a:r>
            <a:r>
              <a:rPr sz="2400" dirty="0">
                <a:latin typeface="Times New Roman"/>
                <a:cs typeface="Times New Roman"/>
              </a:rPr>
              <a:t>um	is	c</a:t>
            </a:r>
            <a:r>
              <a:rPr sz="2400" spc="-10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lled</a:t>
            </a:r>
            <a:endParaRPr sz="2400">
              <a:latin typeface="Times New Roman"/>
              <a:cs typeface="Times New Roman"/>
            </a:endParaRPr>
          </a:p>
          <a:p>
            <a:pPr marL="355600">
              <a:spcBef>
                <a:spcPts val="5"/>
              </a:spcBef>
            </a:pPr>
            <a:r>
              <a:rPr sz="2400" b="1" i="1" spc="-5" dirty="0">
                <a:latin typeface="Times New Roman"/>
                <a:cs typeface="Times New Roman"/>
              </a:rPr>
              <a:t>extraneous/external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745864" y="2766440"/>
            <a:ext cx="58451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1042669" algn="l"/>
                <a:tab pos="2333625" algn="l"/>
                <a:tab pos="3268345" algn="l"/>
                <a:tab pos="4862195" algn="l"/>
                <a:tab pos="5459730" algn="l"/>
              </a:tabLst>
            </a:pPr>
            <a:r>
              <a:rPr sz="2400" b="1" i="1" spc="-5" dirty="0">
                <a:latin typeface="Times New Roman"/>
                <a:cs typeface="Times New Roman"/>
              </a:rPr>
              <a:t>nois</a:t>
            </a:r>
            <a:r>
              <a:rPr sz="2400" b="1" i="1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,	whe</a:t>
            </a:r>
            <a:r>
              <a:rPr sz="2400" spc="-10" dirty="0">
                <a:latin typeface="Times New Roman"/>
                <a:cs typeface="Times New Roman"/>
              </a:rPr>
              <a:t>r</a:t>
            </a:r>
            <a:r>
              <a:rPr sz="2400" spc="-5" dirty="0">
                <a:latin typeface="Times New Roman"/>
                <a:cs typeface="Times New Roman"/>
              </a:rPr>
              <a:t>eas</a:t>
            </a:r>
            <a:r>
              <a:rPr sz="2400" dirty="0">
                <a:latin typeface="Times New Roman"/>
                <a:cs typeface="Times New Roman"/>
              </a:rPr>
              <a:t>	n</a:t>
            </a:r>
            <a:r>
              <a:rPr sz="2400" spc="-15" dirty="0">
                <a:latin typeface="Times New Roman"/>
                <a:cs typeface="Times New Roman"/>
              </a:rPr>
              <a:t>o</a:t>
            </a:r>
            <a:r>
              <a:rPr sz="2400" spc="-5" dirty="0">
                <a:latin typeface="Times New Roman"/>
                <a:cs typeface="Times New Roman"/>
              </a:rPr>
              <a:t>ise</a:t>
            </a:r>
            <a:r>
              <a:rPr sz="2400" dirty="0">
                <a:latin typeface="Times New Roman"/>
                <a:cs typeface="Times New Roman"/>
              </a:rPr>
              <a:t>	i</a:t>
            </a:r>
            <a:r>
              <a:rPr sz="2400" spc="-10" dirty="0">
                <a:latin typeface="Times New Roman"/>
                <a:cs typeface="Times New Roman"/>
              </a:rPr>
              <a:t>n</a:t>
            </a:r>
            <a:r>
              <a:rPr sz="2400" dirty="0">
                <a:latin typeface="Times New Roman"/>
                <a:cs typeface="Times New Roman"/>
              </a:rPr>
              <a:t>t</a:t>
            </a:r>
            <a:r>
              <a:rPr sz="2400" spc="5" dirty="0">
                <a:latin typeface="Times New Roman"/>
                <a:cs typeface="Times New Roman"/>
              </a:rPr>
              <a:t>r</a:t>
            </a:r>
            <a:r>
              <a:rPr sz="2400" dirty="0">
                <a:latin typeface="Times New Roman"/>
                <a:cs typeface="Times New Roman"/>
              </a:rPr>
              <a:t>odu</a:t>
            </a:r>
            <a:r>
              <a:rPr sz="2400" spc="-10" dirty="0">
                <a:latin typeface="Times New Roman"/>
                <a:cs typeface="Times New Roman"/>
              </a:rPr>
              <a:t>ce</a:t>
            </a:r>
            <a:r>
              <a:rPr sz="2400" dirty="0">
                <a:latin typeface="Times New Roman"/>
                <a:cs typeface="Times New Roman"/>
              </a:rPr>
              <a:t>d	by	t</a:t>
            </a:r>
            <a:r>
              <a:rPr sz="2400" spc="-10" dirty="0">
                <a:latin typeface="Times New Roman"/>
                <a:cs typeface="Times New Roman"/>
              </a:rPr>
              <a:t>h</a:t>
            </a:r>
            <a:r>
              <a:rPr sz="2400" dirty="0">
                <a:latin typeface="Times New Roman"/>
                <a:cs typeface="Times New Roman"/>
              </a:rPr>
              <a:t>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45641" y="3132201"/>
            <a:ext cx="76498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transmission </a:t>
            </a:r>
            <a:r>
              <a:rPr sz="2400" dirty="0">
                <a:latin typeface="Times New Roman"/>
                <a:cs typeface="Times New Roman"/>
              </a:rPr>
              <a:t>and reception </a:t>
            </a:r>
            <a:r>
              <a:rPr sz="2400" spc="-5" dirty="0">
                <a:latin typeface="Times New Roman"/>
                <a:cs typeface="Times New Roman"/>
              </a:rPr>
              <a:t>equipment </a:t>
            </a:r>
            <a:r>
              <a:rPr sz="2400" dirty="0">
                <a:latin typeface="Times New Roman"/>
                <a:cs typeface="Times New Roman"/>
              </a:rPr>
              <a:t>is called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b="1" i="1" dirty="0">
                <a:latin typeface="Times New Roman"/>
                <a:cs typeface="Times New Roman"/>
              </a:rPr>
              <a:t>internal-noise</a:t>
            </a:r>
            <a:r>
              <a:rPr sz="240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02739" y="3680841"/>
            <a:ext cx="31838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spcBef>
                <a:spcPts val="100"/>
              </a:spcBef>
              <a:buSzPct val="125000"/>
              <a:buFont typeface="Wingdings"/>
              <a:buChar char=""/>
              <a:tabLst>
                <a:tab pos="354965" algn="l"/>
                <a:tab pos="355600" algn="l"/>
                <a:tab pos="1381125" algn="l"/>
                <a:tab pos="2239010" algn="l"/>
              </a:tabLst>
            </a:pPr>
            <a:r>
              <a:rPr sz="2400" spc="-10" dirty="0">
                <a:latin typeface="Times New Roman"/>
                <a:cs typeface="Times New Roman"/>
              </a:rPr>
              <a:t>W</a:t>
            </a:r>
            <a:r>
              <a:rPr sz="2400" dirty="0">
                <a:latin typeface="Times New Roman"/>
                <a:cs typeface="Times New Roman"/>
              </a:rPr>
              <a:t>hen	such	random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209160" y="3680841"/>
            <a:ext cx="53790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1661795" algn="l"/>
                <a:tab pos="2482850" algn="l"/>
                <a:tab pos="4473575" algn="l"/>
                <a:tab pos="5077460" algn="l"/>
              </a:tabLst>
            </a:pPr>
            <a:r>
              <a:rPr sz="2400" dirty="0">
                <a:latin typeface="Times New Roman"/>
                <a:cs typeface="Times New Roman"/>
              </a:rPr>
              <a:t>varia</a:t>
            </a:r>
            <a:r>
              <a:rPr sz="2400" spc="-15" dirty="0">
                <a:latin typeface="Times New Roman"/>
                <a:cs typeface="Times New Roman"/>
              </a:rPr>
              <a:t>t</a:t>
            </a:r>
            <a:r>
              <a:rPr sz="2400" dirty="0">
                <a:latin typeface="Times New Roman"/>
                <a:cs typeface="Times New Roman"/>
              </a:rPr>
              <a:t>ions	are	superi</a:t>
            </a:r>
            <a:r>
              <a:rPr sz="2400" spc="-20" dirty="0">
                <a:latin typeface="Times New Roman"/>
                <a:cs typeface="Times New Roman"/>
              </a:rPr>
              <a:t>m</a:t>
            </a:r>
            <a:r>
              <a:rPr sz="2400" dirty="0">
                <a:latin typeface="Times New Roman"/>
                <a:cs typeface="Times New Roman"/>
              </a:rPr>
              <a:t>posed	on	an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02740" y="4046982"/>
            <a:ext cx="8987155" cy="20377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6350">
              <a:spcBef>
                <a:spcPts val="100"/>
              </a:spcBef>
              <a:tabLst>
                <a:tab pos="3340100" algn="l"/>
                <a:tab pos="4499610" algn="l"/>
                <a:tab pos="5226685" algn="l"/>
                <a:tab pos="6615430" algn="l"/>
                <a:tab pos="7494905" algn="l"/>
                <a:tab pos="7959725" algn="l"/>
              </a:tabLst>
            </a:pPr>
            <a:r>
              <a:rPr sz="2400" dirty="0">
                <a:latin typeface="Times New Roman"/>
                <a:cs typeface="Times New Roman"/>
              </a:rPr>
              <a:t>infor</a:t>
            </a:r>
            <a:r>
              <a:rPr sz="2400" spc="-20" dirty="0">
                <a:latin typeface="Times New Roman"/>
                <a:cs typeface="Times New Roman"/>
              </a:rPr>
              <a:t>m</a:t>
            </a:r>
            <a:r>
              <a:rPr sz="2400" dirty="0">
                <a:latin typeface="Times New Roman"/>
                <a:cs typeface="Times New Roman"/>
              </a:rPr>
              <a:t>at</a:t>
            </a:r>
            <a:r>
              <a:rPr sz="2400" spc="5" dirty="0">
                <a:latin typeface="Times New Roman"/>
                <a:cs typeface="Times New Roman"/>
              </a:rPr>
              <a:t>i</a:t>
            </a:r>
            <a:r>
              <a:rPr sz="2400" dirty="0">
                <a:latin typeface="Times New Roman"/>
                <a:cs typeface="Times New Roman"/>
              </a:rPr>
              <a:t>o</a:t>
            </a:r>
            <a:r>
              <a:rPr sz="2400" spc="-10" dirty="0">
                <a:latin typeface="Times New Roman"/>
                <a:cs typeface="Times New Roman"/>
              </a:rPr>
              <a:t>n-</a:t>
            </a:r>
            <a:r>
              <a:rPr sz="2400" dirty="0">
                <a:latin typeface="Times New Roman"/>
                <a:cs typeface="Times New Roman"/>
              </a:rPr>
              <a:t>bearing	signal,	t</a:t>
            </a:r>
            <a:r>
              <a:rPr sz="2400" spc="-10" dirty="0">
                <a:latin typeface="Times New Roman"/>
                <a:cs typeface="Times New Roman"/>
              </a:rPr>
              <a:t>h</a:t>
            </a:r>
            <a:r>
              <a:rPr sz="2400" dirty="0">
                <a:latin typeface="Times New Roman"/>
                <a:cs typeface="Times New Roman"/>
              </a:rPr>
              <a:t>e	</a:t>
            </a:r>
            <a:r>
              <a:rPr sz="2400" spc="-20" dirty="0">
                <a:latin typeface="Times New Roman"/>
                <a:cs typeface="Times New Roman"/>
              </a:rPr>
              <a:t>m</a:t>
            </a:r>
            <a:r>
              <a:rPr sz="2400" spc="-5" dirty="0">
                <a:latin typeface="Times New Roman"/>
                <a:cs typeface="Times New Roman"/>
              </a:rPr>
              <a:t>ess</a:t>
            </a:r>
            <a:r>
              <a:rPr sz="2400" dirty="0">
                <a:latin typeface="Times New Roman"/>
                <a:cs typeface="Times New Roman"/>
              </a:rPr>
              <a:t>age	</a:t>
            </a:r>
            <a:r>
              <a:rPr sz="2400" spc="-20" dirty="0">
                <a:latin typeface="Times New Roman"/>
                <a:cs typeface="Times New Roman"/>
              </a:rPr>
              <a:t>m</a:t>
            </a:r>
            <a:r>
              <a:rPr sz="2400" dirty="0">
                <a:latin typeface="Times New Roman"/>
                <a:cs typeface="Times New Roman"/>
              </a:rPr>
              <a:t>ay	be	par</a:t>
            </a:r>
            <a:r>
              <a:rPr sz="2400" spc="-15" dirty="0">
                <a:latin typeface="Times New Roman"/>
                <a:cs typeface="Times New Roman"/>
              </a:rPr>
              <a:t>t</a:t>
            </a:r>
            <a:r>
              <a:rPr sz="2400" dirty="0">
                <a:latin typeface="Times New Roman"/>
                <a:cs typeface="Times New Roman"/>
              </a:rPr>
              <a:t>ia</a:t>
            </a:r>
            <a:r>
              <a:rPr sz="2400" spc="-15" dirty="0">
                <a:latin typeface="Times New Roman"/>
                <a:cs typeface="Times New Roman"/>
              </a:rPr>
              <a:t>l</a:t>
            </a:r>
            <a:r>
              <a:rPr sz="2400" dirty="0">
                <a:latin typeface="Times New Roman"/>
                <a:cs typeface="Times New Roman"/>
              </a:rPr>
              <a:t>ly  corrupted or totally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obliterated.</a:t>
            </a:r>
            <a:endParaRPr sz="2400">
              <a:latin typeface="Times New Roman"/>
              <a:cs typeface="Times New Roman"/>
            </a:endParaRPr>
          </a:p>
          <a:p>
            <a:pPr marL="355600" marR="5080" indent="-342900" algn="just">
              <a:spcBef>
                <a:spcPts val="1440"/>
              </a:spcBef>
              <a:buSzPct val="125000"/>
              <a:buFont typeface="Wingdings"/>
              <a:buChar char=""/>
              <a:tabLst>
                <a:tab pos="355600" algn="l"/>
              </a:tabLst>
            </a:pPr>
            <a:r>
              <a:rPr sz="2400" b="1" i="1" spc="-5" dirty="0">
                <a:latin typeface="Times New Roman"/>
                <a:cs typeface="Times New Roman"/>
              </a:rPr>
              <a:t>Filtering </a:t>
            </a:r>
            <a:r>
              <a:rPr sz="2400" dirty="0">
                <a:latin typeface="Times New Roman"/>
                <a:cs typeface="Times New Roman"/>
              </a:rPr>
              <a:t>reduces noise </a:t>
            </a:r>
            <a:r>
              <a:rPr sz="2400" spc="-5" dirty="0">
                <a:latin typeface="Times New Roman"/>
                <a:cs typeface="Times New Roman"/>
              </a:rPr>
              <a:t>contamination, </a:t>
            </a:r>
            <a:r>
              <a:rPr sz="2400" dirty="0">
                <a:latin typeface="Times New Roman"/>
                <a:cs typeface="Times New Roman"/>
              </a:rPr>
              <a:t>but there </a:t>
            </a:r>
            <a:r>
              <a:rPr sz="2400" spc="-5" dirty="0">
                <a:latin typeface="Times New Roman"/>
                <a:cs typeface="Times New Roman"/>
              </a:rPr>
              <a:t>inevitably remains  </a:t>
            </a:r>
            <a:r>
              <a:rPr sz="2400" spc="-10" dirty="0">
                <a:latin typeface="Times New Roman"/>
                <a:cs typeface="Times New Roman"/>
              </a:rPr>
              <a:t>some </a:t>
            </a:r>
            <a:r>
              <a:rPr sz="2400" spc="-5" dirty="0">
                <a:latin typeface="Times New Roman"/>
                <a:cs typeface="Times New Roman"/>
              </a:rPr>
              <a:t>amount of noise that </a:t>
            </a:r>
            <a:r>
              <a:rPr sz="2400" dirty="0">
                <a:latin typeface="Times New Roman"/>
                <a:cs typeface="Times New Roman"/>
              </a:rPr>
              <a:t>cannot </a:t>
            </a:r>
            <a:r>
              <a:rPr sz="2400" spc="-10" dirty="0">
                <a:latin typeface="Times New Roman"/>
                <a:cs typeface="Times New Roman"/>
              </a:rPr>
              <a:t>be </a:t>
            </a:r>
            <a:r>
              <a:rPr sz="2400" spc="-5" dirty="0">
                <a:latin typeface="Times New Roman"/>
                <a:cs typeface="Times New Roman"/>
              </a:rPr>
              <a:t>eliminated. This noise  constitutes </a:t>
            </a:r>
            <a:r>
              <a:rPr sz="2400" dirty="0">
                <a:latin typeface="Times New Roman"/>
                <a:cs typeface="Times New Roman"/>
              </a:rPr>
              <a:t>one of the </a:t>
            </a:r>
            <a:r>
              <a:rPr sz="2400" spc="-5" dirty="0">
                <a:latin typeface="Times New Roman"/>
                <a:cs typeface="Times New Roman"/>
              </a:rPr>
              <a:t>fundamental </a:t>
            </a:r>
            <a:r>
              <a:rPr sz="2400" dirty="0">
                <a:latin typeface="Times New Roman"/>
                <a:cs typeface="Times New Roman"/>
              </a:rPr>
              <a:t>system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limitations.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1928119" y="279616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4826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Introduction </a:t>
            </a:r>
            <a:r>
              <a:rPr spc="-175" dirty="0"/>
              <a:t>To </a:t>
            </a:r>
            <a:r>
              <a:rPr spc="-5" dirty="0"/>
              <a:t>Communication</a:t>
            </a:r>
            <a:r>
              <a:rPr spc="200" dirty="0"/>
              <a:t> </a:t>
            </a:r>
            <a:r>
              <a:rPr sz="2400" dirty="0"/>
              <a:t>contd.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602739" y="28449"/>
            <a:ext cx="892937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7861934" algn="l"/>
              </a:tabLst>
            </a:pPr>
            <a:r>
              <a:rPr sz="3000" b="1" i="1" baseline="1388" dirty="0">
                <a:solidFill>
                  <a:srgbClr val="0000FF"/>
                </a:solidFill>
                <a:latin typeface="Times New Roman"/>
                <a:cs typeface="Times New Roman"/>
              </a:rPr>
              <a:t>Module</a:t>
            </a:r>
            <a:r>
              <a:rPr sz="3000" b="1" i="1" spc="-30" baseline="1388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3000" b="1" i="1" baseline="1388" dirty="0">
                <a:solidFill>
                  <a:srgbClr val="0000FF"/>
                </a:solidFill>
                <a:latin typeface="Times New Roman"/>
                <a:cs typeface="Times New Roman"/>
              </a:rPr>
              <a:t>– V	</a:t>
            </a:r>
            <a:r>
              <a:rPr sz="2000" b="1" i="1" spc="-55" dirty="0">
                <a:solidFill>
                  <a:srgbClr val="0000FF"/>
                </a:solidFill>
                <a:latin typeface="Times New Roman"/>
                <a:cs typeface="Times New Roman"/>
              </a:rPr>
              <a:t>Vol.</a:t>
            </a:r>
            <a:r>
              <a:rPr sz="2000" b="1" i="1" spc="-8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0000FF"/>
                </a:solidFill>
                <a:latin typeface="Times New Roman"/>
                <a:cs typeface="Times New Roman"/>
              </a:rPr>
              <a:t>No.-1</a:t>
            </a:r>
            <a:endParaRPr sz="2000">
              <a:latin typeface="Times New Roman"/>
              <a:cs typeface="Times New Roman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B7A998E0-DD89-45CC-9F43-E433168F195B}"/>
                  </a:ext>
                </a:extLst>
              </p14:cNvPr>
              <p14:cNvContentPartPr/>
              <p14:nvPr/>
            </p14:nvContentPartPr>
            <p14:xfrm>
              <a:off x="3858840" y="2228760"/>
              <a:ext cx="6075720" cy="261792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B7A998E0-DD89-45CC-9F43-E433168F195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849480" y="2219400"/>
                <a:ext cx="6094440" cy="26366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64791" y="990600"/>
            <a:ext cx="8750808" cy="152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602739" y="4727194"/>
            <a:ext cx="898779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spcBef>
                <a:spcPts val="100"/>
              </a:spcBef>
              <a:buSzPct val="125000"/>
              <a:buFont typeface="Wingdings"/>
              <a:buChar char=""/>
              <a:tabLst>
                <a:tab pos="264160" algn="l"/>
              </a:tabLst>
            </a:pPr>
            <a:r>
              <a:rPr sz="2400" dirty="0">
                <a:latin typeface="Times New Roman"/>
                <a:cs typeface="Times New Roman"/>
              </a:rPr>
              <a:t>In order to </a:t>
            </a:r>
            <a:r>
              <a:rPr sz="2400" spc="-5" dirty="0">
                <a:latin typeface="Times New Roman"/>
                <a:cs typeface="Times New Roman"/>
              </a:rPr>
              <a:t>appropriately retrieve </a:t>
            </a:r>
            <a:r>
              <a:rPr sz="2400" dirty="0">
                <a:latin typeface="Times New Roman"/>
                <a:cs typeface="Times New Roman"/>
              </a:rPr>
              <a:t>the signal, the </a:t>
            </a:r>
            <a:r>
              <a:rPr sz="2400" b="1" i="1" dirty="0">
                <a:latin typeface="Times New Roman"/>
                <a:cs typeface="Times New Roman"/>
              </a:rPr>
              <a:t>Noise-figure </a:t>
            </a:r>
            <a:r>
              <a:rPr sz="2400" spc="-10" dirty="0">
                <a:latin typeface="Times New Roman"/>
                <a:cs typeface="Times New Roman"/>
              </a:rPr>
              <a:t>must </a:t>
            </a:r>
            <a:r>
              <a:rPr sz="2400" dirty="0">
                <a:latin typeface="Times New Roman"/>
                <a:cs typeface="Times New Roman"/>
              </a:rPr>
              <a:t>be  </a:t>
            </a:r>
            <a:r>
              <a:rPr sz="2400" spc="-5" dirty="0">
                <a:latin typeface="Times New Roman"/>
                <a:cs typeface="Times New Roman"/>
              </a:rPr>
              <a:t>always </a:t>
            </a:r>
            <a:r>
              <a:rPr sz="2400" dirty="0">
                <a:latin typeface="Times New Roman"/>
                <a:cs typeface="Times New Roman"/>
              </a:rPr>
              <a:t>greater than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b="1" i="1" spc="-5" dirty="0">
                <a:latin typeface="Times New Roman"/>
                <a:cs typeface="Times New Roman"/>
              </a:rPr>
              <a:t>ONE</a:t>
            </a:r>
            <a:r>
              <a:rPr sz="2400" i="1" spc="-5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403092" y="3119627"/>
            <a:ext cx="2971800" cy="110185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287772" y="267176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4826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Introduction </a:t>
            </a:r>
            <a:r>
              <a:rPr spc="-175" dirty="0"/>
              <a:t>To </a:t>
            </a:r>
            <a:r>
              <a:rPr spc="-5" dirty="0"/>
              <a:t>Communication</a:t>
            </a:r>
            <a:r>
              <a:rPr spc="200" dirty="0"/>
              <a:t> </a:t>
            </a:r>
            <a:r>
              <a:rPr sz="2400" dirty="0"/>
              <a:t>contd.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xfrm>
            <a:off x="8478139" y="6549754"/>
            <a:ext cx="281304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1425"/>
              </a:lnSpc>
            </a:pPr>
            <a:r>
              <a:rPr lang="en-IN"/>
              <a:t>[</a:t>
            </a:r>
            <a:fld id="{81D60167-4931-47E6-BA6A-407CBD079E47}" type="slidenum">
              <a:rPr spc="-5" smtClean="0"/>
              <a:pPr marL="12700">
                <a:lnSpc>
                  <a:spcPts val="1425"/>
                </a:lnSpc>
              </a:pPr>
              <a:t>13</a:t>
            </a:fld>
            <a:r>
              <a:t>]</a:t>
            </a:r>
            <a:endParaRPr dirty="0"/>
          </a:p>
        </p:txBody>
      </p:sp>
      <p:sp>
        <p:nvSpPr>
          <p:cNvPr id="6" name="object 6"/>
          <p:cNvSpPr txBox="1"/>
          <p:nvPr/>
        </p:nvSpPr>
        <p:spPr>
          <a:xfrm>
            <a:off x="1602739" y="1800605"/>
            <a:ext cx="8978900" cy="20467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1261110" indent="-228600">
              <a:spcBef>
                <a:spcPts val="100"/>
              </a:spcBef>
              <a:buSzPct val="125000"/>
              <a:buFont typeface="Wingdings"/>
              <a:buChar char=""/>
              <a:tabLst>
                <a:tab pos="264160" algn="l"/>
              </a:tabLst>
            </a:pPr>
            <a:r>
              <a:rPr sz="2400" b="1" i="1" dirty="0">
                <a:latin typeface="Times New Roman"/>
                <a:cs typeface="Times New Roman"/>
              </a:rPr>
              <a:t>Noise-Figure (F) </a:t>
            </a:r>
            <a:r>
              <a:rPr sz="2400" dirty="0">
                <a:latin typeface="Times New Roman"/>
                <a:cs typeface="Times New Roman"/>
              </a:rPr>
              <a:t>is the </a:t>
            </a:r>
            <a:r>
              <a:rPr sz="2400" spc="-5" dirty="0">
                <a:latin typeface="Times New Roman"/>
                <a:cs typeface="Times New Roman"/>
              </a:rPr>
              <a:t>measure </a:t>
            </a:r>
            <a:r>
              <a:rPr sz="2400" dirty="0">
                <a:latin typeface="Times New Roman"/>
                <a:cs typeface="Times New Roman"/>
              </a:rPr>
              <a:t>of the </a:t>
            </a:r>
            <a:r>
              <a:rPr sz="2400" spc="-5" dirty="0">
                <a:latin typeface="Times New Roman"/>
                <a:cs typeface="Times New Roman"/>
              </a:rPr>
              <a:t>noise-performance </a:t>
            </a:r>
            <a:r>
              <a:rPr sz="2400" dirty="0">
                <a:latin typeface="Times New Roman"/>
                <a:cs typeface="Times New Roman"/>
              </a:rPr>
              <a:t>of  a </a:t>
            </a:r>
            <a:r>
              <a:rPr sz="2400" spc="-5" dirty="0">
                <a:latin typeface="Times New Roman"/>
                <a:cs typeface="Times New Roman"/>
              </a:rPr>
              <a:t>system-equipment </a:t>
            </a:r>
            <a:r>
              <a:rPr sz="2400" dirty="0">
                <a:latin typeface="Times New Roman"/>
                <a:cs typeface="Times New Roman"/>
              </a:rPr>
              <a:t>such </a:t>
            </a:r>
            <a:r>
              <a:rPr sz="2400" spc="-5" dirty="0">
                <a:latin typeface="Times New Roman"/>
                <a:cs typeface="Times New Roman"/>
              </a:rPr>
              <a:t>as transmitter </a:t>
            </a:r>
            <a:r>
              <a:rPr sz="2400" dirty="0">
                <a:latin typeface="Times New Roman"/>
                <a:cs typeface="Times New Roman"/>
              </a:rPr>
              <a:t>or </a:t>
            </a:r>
            <a:r>
              <a:rPr sz="2400" spc="-15" dirty="0">
                <a:latin typeface="Times New Roman"/>
                <a:cs typeface="Times New Roman"/>
              </a:rPr>
              <a:t>receiver. </a:t>
            </a:r>
            <a:r>
              <a:rPr sz="2400" dirty="0">
                <a:latin typeface="Times New Roman"/>
                <a:cs typeface="Times New Roman"/>
              </a:rPr>
              <a:t>It is  defined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as: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600">
              <a:latin typeface="Times New Roman"/>
              <a:cs typeface="Times New Roman"/>
            </a:endParaRPr>
          </a:p>
          <a:p>
            <a:pPr marR="5080" algn="r">
              <a:spcBef>
                <a:spcPts val="1714"/>
              </a:spcBef>
            </a:pPr>
            <a:r>
              <a:rPr sz="2000" dirty="0">
                <a:latin typeface="Times New Roman"/>
                <a:cs typeface="Times New Roman"/>
              </a:rPr>
              <a:t>[Eq.</a:t>
            </a:r>
            <a:r>
              <a:rPr sz="2000" spc="5" dirty="0">
                <a:latin typeface="Times New Roman"/>
                <a:cs typeface="Times New Roman"/>
              </a:rPr>
              <a:t>5</a:t>
            </a:r>
            <a:r>
              <a:rPr sz="2000" dirty="0">
                <a:latin typeface="Times New Roman"/>
                <a:cs typeface="Times New Roman"/>
              </a:rPr>
              <a:t>.</a:t>
            </a:r>
            <a:r>
              <a:rPr sz="2000" spc="5" dirty="0">
                <a:latin typeface="Times New Roman"/>
                <a:cs typeface="Times New Roman"/>
              </a:rPr>
              <a:t>1</a:t>
            </a:r>
            <a:r>
              <a:rPr sz="2000" spc="-10" dirty="0">
                <a:latin typeface="Times New Roman"/>
                <a:cs typeface="Times New Roman"/>
              </a:rPr>
              <a:t>.</a:t>
            </a:r>
            <a:r>
              <a:rPr sz="2000" dirty="0">
                <a:latin typeface="Times New Roman"/>
                <a:cs typeface="Times New Roman"/>
              </a:rPr>
              <a:t>1]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02739" y="28449"/>
            <a:ext cx="892937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7861934" algn="l"/>
              </a:tabLst>
            </a:pPr>
            <a:r>
              <a:rPr sz="3000" b="1" i="1" baseline="1388" dirty="0">
                <a:solidFill>
                  <a:srgbClr val="0000FF"/>
                </a:solidFill>
                <a:latin typeface="Times New Roman"/>
                <a:cs typeface="Times New Roman"/>
              </a:rPr>
              <a:t>Module</a:t>
            </a:r>
            <a:r>
              <a:rPr sz="3000" b="1" i="1" spc="-30" baseline="1388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3000" b="1" i="1" baseline="1388" dirty="0">
                <a:solidFill>
                  <a:srgbClr val="0000FF"/>
                </a:solidFill>
                <a:latin typeface="Times New Roman"/>
                <a:cs typeface="Times New Roman"/>
              </a:rPr>
              <a:t>– V	</a:t>
            </a:r>
            <a:r>
              <a:rPr sz="2000" b="1" i="1" spc="-55" dirty="0">
                <a:solidFill>
                  <a:srgbClr val="0000FF"/>
                </a:solidFill>
                <a:latin typeface="Times New Roman"/>
                <a:cs typeface="Times New Roman"/>
              </a:rPr>
              <a:t>Vol.</a:t>
            </a:r>
            <a:r>
              <a:rPr sz="2000" b="1" i="1" spc="-8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0000FF"/>
                </a:solidFill>
                <a:latin typeface="Times New Roman"/>
                <a:cs typeface="Times New Roman"/>
              </a:rPr>
              <a:t>No.-1</a:t>
            </a:r>
            <a:endParaRPr sz="2000">
              <a:latin typeface="Times New Roman"/>
              <a:cs typeface="Times New Roman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BC739FC9-7F37-411C-88A2-BE86124DBABC}"/>
                  </a:ext>
                </a:extLst>
              </p14:cNvPr>
              <p14:cNvContentPartPr/>
              <p14:nvPr/>
            </p14:nvContentPartPr>
            <p14:xfrm>
              <a:off x="3260880" y="2453040"/>
              <a:ext cx="7626960" cy="31240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BC739FC9-7F37-411C-88A2-BE86124DBAB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251520" y="2443680"/>
                <a:ext cx="7645680" cy="3142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64791" y="990600"/>
            <a:ext cx="8750808" cy="152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133600" y="1905000"/>
            <a:ext cx="7620000" cy="39624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802382" y="5894019"/>
            <a:ext cx="646811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84885">
              <a:spcBef>
                <a:spcPts val="100"/>
              </a:spcBef>
            </a:pPr>
            <a:r>
              <a:rPr dirty="0">
                <a:latin typeface="Times New Roman"/>
                <a:cs typeface="Times New Roman"/>
              </a:rPr>
              <a:t>Fig.5.1.3 [(a) original </a:t>
            </a:r>
            <a:r>
              <a:rPr spc="-5" dirty="0">
                <a:latin typeface="Times New Roman"/>
                <a:cs typeface="Times New Roman"/>
              </a:rPr>
              <a:t>signal as </a:t>
            </a:r>
            <a:r>
              <a:rPr dirty="0">
                <a:latin typeface="Times New Roman"/>
                <a:cs typeface="Times New Roman"/>
              </a:rPr>
              <a:t>it leaves the</a:t>
            </a:r>
            <a:r>
              <a:rPr spc="-45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Times New Roman"/>
                <a:cs typeface="Times New Roman"/>
              </a:rPr>
              <a:t>transmitter,</a:t>
            </a:r>
            <a:endParaRPr dirty="0">
              <a:latin typeface="Times New Roman"/>
              <a:cs typeface="Times New Roman"/>
            </a:endParaRPr>
          </a:p>
          <a:p>
            <a:pPr marL="12700"/>
            <a:r>
              <a:rPr dirty="0">
                <a:latin typeface="Times New Roman"/>
                <a:cs typeface="Times New Roman"/>
              </a:rPr>
              <a:t>(b) </a:t>
            </a:r>
            <a:r>
              <a:rPr spc="-5" dirty="0">
                <a:latin typeface="Times New Roman"/>
                <a:cs typeface="Times New Roman"/>
              </a:rPr>
              <a:t>effects </a:t>
            </a:r>
            <a:r>
              <a:rPr dirty="0">
                <a:latin typeface="Times New Roman"/>
                <a:cs typeface="Times New Roman"/>
              </a:rPr>
              <a:t>of </a:t>
            </a:r>
            <a:r>
              <a:rPr spc="-5" dirty="0">
                <a:latin typeface="Times New Roman"/>
                <a:cs typeface="Times New Roman"/>
              </a:rPr>
              <a:t>distortion, </a:t>
            </a:r>
            <a:r>
              <a:rPr dirty="0">
                <a:latin typeface="Times New Roman"/>
                <a:cs typeface="Times New Roman"/>
              </a:rPr>
              <a:t>(c) </a:t>
            </a:r>
            <a:r>
              <a:rPr spc="-5" dirty="0">
                <a:latin typeface="Times New Roman"/>
                <a:cs typeface="Times New Roman"/>
              </a:rPr>
              <a:t>effects </a:t>
            </a:r>
            <a:r>
              <a:rPr dirty="0">
                <a:latin typeface="Times New Roman"/>
                <a:cs typeface="Times New Roman"/>
              </a:rPr>
              <a:t>of interference, (d) </a:t>
            </a:r>
            <a:r>
              <a:rPr spc="-5" dirty="0">
                <a:latin typeface="Times New Roman"/>
                <a:cs typeface="Times New Roman"/>
              </a:rPr>
              <a:t>effects </a:t>
            </a:r>
            <a:r>
              <a:rPr dirty="0">
                <a:latin typeface="Times New Roman"/>
                <a:cs typeface="Times New Roman"/>
              </a:rPr>
              <a:t>of</a:t>
            </a:r>
            <a:r>
              <a:rPr spc="-60" dirty="0">
                <a:latin typeface="Times New Roman"/>
                <a:cs typeface="Times New Roman"/>
              </a:rPr>
              <a:t> </a:t>
            </a:r>
            <a:r>
              <a:rPr spc="-5" dirty="0">
                <a:latin typeface="Times New Roman"/>
                <a:cs typeface="Times New Roman"/>
              </a:rPr>
              <a:t>noise]</a:t>
            </a:r>
            <a:endParaRPr dirty="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xfrm>
            <a:off x="8478139" y="6549754"/>
            <a:ext cx="281304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1425"/>
              </a:lnSpc>
            </a:pPr>
            <a:r>
              <a:rPr lang="en-IN"/>
              <a:t>[</a:t>
            </a:r>
            <a:fld id="{81D60167-4931-47E6-BA6A-407CBD079E47}" type="slidenum">
              <a:rPr spc="-5" smtClean="0"/>
              <a:pPr marL="12700">
                <a:lnSpc>
                  <a:spcPts val="1425"/>
                </a:lnSpc>
              </a:pPr>
              <a:t>14</a:t>
            </a:fld>
            <a:r>
              <a:t>]</a:t>
            </a:r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1602740" y="1316481"/>
            <a:ext cx="822896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i="1" spc="-5" dirty="0">
                <a:latin typeface="Times New Roman"/>
                <a:cs typeface="Times New Roman"/>
              </a:rPr>
              <a:t>Exa: </a:t>
            </a:r>
            <a:r>
              <a:rPr sz="2400" dirty="0">
                <a:latin typeface="Times New Roman"/>
                <a:cs typeface="Times New Roman"/>
              </a:rPr>
              <a:t>Contamination of a signal </a:t>
            </a:r>
            <a:r>
              <a:rPr sz="2400" spc="-5" dirty="0">
                <a:latin typeface="Times New Roman"/>
                <a:cs typeface="Times New Roman"/>
              </a:rPr>
              <a:t>transmitting </a:t>
            </a:r>
            <a:r>
              <a:rPr sz="2400" dirty="0">
                <a:latin typeface="Times New Roman"/>
                <a:cs typeface="Times New Roman"/>
              </a:rPr>
              <a:t>a sequence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[1101001]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133600" y="268274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4826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Introduction </a:t>
            </a:r>
            <a:r>
              <a:rPr spc="-175" dirty="0"/>
              <a:t>To </a:t>
            </a:r>
            <a:r>
              <a:rPr spc="-5" dirty="0"/>
              <a:t>Communication</a:t>
            </a:r>
            <a:r>
              <a:rPr spc="200" dirty="0"/>
              <a:t> </a:t>
            </a:r>
            <a:r>
              <a:rPr sz="2400" dirty="0"/>
              <a:t>contd.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602739" y="28449"/>
            <a:ext cx="892937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7861934" algn="l"/>
              </a:tabLst>
            </a:pPr>
            <a:r>
              <a:rPr sz="3000" b="1" i="1" baseline="1388" dirty="0">
                <a:solidFill>
                  <a:srgbClr val="0000FF"/>
                </a:solidFill>
                <a:latin typeface="Times New Roman"/>
                <a:cs typeface="Times New Roman"/>
              </a:rPr>
              <a:t>Module</a:t>
            </a:r>
            <a:r>
              <a:rPr sz="3000" b="1" i="1" spc="-30" baseline="1388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3000" b="1" i="1" baseline="1388" dirty="0">
                <a:solidFill>
                  <a:srgbClr val="0000FF"/>
                </a:solidFill>
                <a:latin typeface="Times New Roman"/>
                <a:cs typeface="Times New Roman"/>
              </a:rPr>
              <a:t>– V	</a:t>
            </a:r>
            <a:r>
              <a:rPr sz="2000" b="1" i="1" spc="-55" dirty="0">
                <a:solidFill>
                  <a:srgbClr val="0000FF"/>
                </a:solidFill>
                <a:latin typeface="Times New Roman"/>
                <a:cs typeface="Times New Roman"/>
              </a:rPr>
              <a:t>Vol.</a:t>
            </a:r>
            <a:r>
              <a:rPr sz="2000" b="1" i="1" spc="-8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0000FF"/>
                </a:solidFill>
                <a:latin typeface="Times New Roman"/>
                <a:cs typeface="Times New Roman"/>
              </a:rPr>
              <a:t>No.-1</a:t>
            </a:r>
            <a:endParaRPr sz="2000">
              <a:latin typeface="Times New Roman"/>
              <a:cs typeface="Times New Roman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F883681D-0CA1-4B71-A94C-4083230CEDDC}"/>
                  </a:ext>
                </a:extLst>
              </p14:cNvPr>
              <p14:cNvContentPartPr/>
              <p14:nvPr/>
            </p14:nvContentPartPr>
            <p14:xfrm>
              <a:off x="4719960" y="2818080"/>
              <a:ext cx="4122000" cy="34016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F883681D-0CA1-4B71-A94C-4083230CEDD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710600" y="2808720"/>
                <a:ext cx="4140720" cy="34203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64791" y="990600"/>
            <a:ext cx="8750808" cy="152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602740" y="1067823"/>
            <a:ext cx="8987155" cy="4769485"/>
          </a:xfrm>
          <a:prstGeom prst="rect">
            <a:avLst/>
          </a:prstGeom>
        </p:spPr>
        <p:txBody>
          <a:bodyPr vert="horz" wrap="square" lIns="0" tIns="260350" rIns="0" bIns="0" rtlCol="0">
            <a:spAutoFit/>
          </a:bodyPr>
          <a:lstStyle/>
          <a:p>
            <a:pPr marL="469900" indent="-457200">
              <a:spcBef>
                <a:spcPts val="2050"/>
              </a:spcBef>
              <a:buFont typeface="Wingdings"/>
              <a:buChar char=""/>
              <a:tabLst>
                <a:tab pos="469265" algn="l"/>
                <a:tab pos="469900" algn="l"/>
              </a:tabLst>
            </a:pPr>
            <a:r>
              <a:rPr sz="2800" spc="-5" dirty="0">
                <a:solidFill>
                  <a:srgbClr val="0000FF"/>
                </a:solidFill>
                <a:latin typeface="Times New Roman"/>
                <a:cs typeface="Times New Roman"/>
              </a:rPr>
              <a:t>Major Design Parameters of Communication</a:t>
            </a:r>
            <a:r>
              <a:rPr sz="2800" spc="2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0000FF"/>
                </a:solidFill>
                <a:latin typeface="Times New Roman"/>
                <a:cs typeface="Times New Roman"/>
              </a:rPr>
              <a:t>System:</a:t>
            </a:r>
            <a:endParaRPr sz="2800">
              <a:latin typeface="Times New Roman"/>
              <a:cs typeface="Times New Roman"/>
            </a:endParaRPr>
          </a:p>
          <a:p>
            <a:pPr marL="355600" marR="5080" indent="-342900">
              <a:spcBef>
                <a:spcPts val="2700"/>
              </a:spcBef>
              <a:buSzPct val="125000"/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There </a:t>
            </a:r>
            <a:r>
              <a:rPr sz="2400" spc="-5" dirty="0">
                <a:latin typeface="Times New Roman"/>
                <a:cs typeface="Times New Roman"/>
              </a:rPr>
              <a:t>are four major design aspects </a:t>
            </a:r>
            <a:r>
              <a:rPr sz="2400" dirty="0">
                <a:latin typeface="Times New Roman"/>
                <a:cs typeface="Times New Roman"/>
              </a:rPr>
              <a:t>which an </a:t>
            </a:r>
            <a:r>
              <a:rPr sz="2400" spc="-5" dirty="0">
                <a:latin typeface="Times New Roman"/>
                <a:cs typeface="Times New Roman"/>
              </a:rPr>
              <a:t>engineer should </a:t>
            </a:r>
            <a:r>
              <a:rPr sz="2400" dirty="0">
                <a:latin typeface="Times New Roman"/>
                <a:cs typeface="Times New Roman"/>
              </a:rPr>
              <a:t>take  care in the design of an </a:t>
            </a:r>
            <a:r>
              <a:rPr sz="2400" spc="-5" dirty="0">
                <a:latin typeface="Times New Roman"/>
                <a:cs typeface="Times New Roman"/>
              </a:rPr>
              <a:t>electrical communication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system:</a:t>
            </a:r>
            <a:endParaRPr sz="2400">
              <a:latin typeface="Times New Roman"/>
              <a:cs typeface="Times New Roman"/>
            </a:endParaRPr>
          </a:p>
          <a:p>
            <a:pPr marL="1178560" lvl="1" indent="-175895">
              <a:spcBef>
                <a:spcPts val="1900"/>
              </a:spcBef>
              <a:buClr>
                <a:srgbClr val="0000FF"/>
              </a:buClr>
              <a:buSzPct val="120833"/>
              <a:buFont typeface="Wingdings"/>
              <a:buChar char=""/>
              <a:tabLst>
                <a:tab pos="1179195" algn="l"/>
              </a:tabLst>
            </a:pP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b="1" i="1" spc="-5" dirty="0">
                <a:latin typeface="Times New Roman"/>
                <a:cs typeface="Times New Roman"/>
              </a:rPr>
              <a:t>bandwidth </a:t>
            </a:r>
            <a:r>
              <a:rPr sz="2400" dirty="0">
                <a:latin typeface="Times New Roman"/>
                <a:cs typeface="Times New Roman"/>
              </a:rPr>
              <a:t>of the signal and </a:t>
            </a:r>
            <a:r>
              <a:rPr sz="2400" spc="-5" dirty="0">
                <a:latin typeface="Times New Roman"/>
                <a:cs typeface="Times New Roman"/>
              </a:rPr>
              <a:t>communication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channel.</a:t>
            </a:r>
            <a:endParaRPr sz="2400">
              <a:latin typeface="Times New Roman"/>
              <a:cs typeface="Times New Roman"/>
            </a:endParaRPr>
          </a:p>
          <a:p>
            <a:pPr marL="1248410" lvl="1" indent="-245745">
              <a:spcBef>
                <a:spcPts val="1320"/>
              </a:spcBef>
              <a:buClr>
                <a:srgbClr val="0000FF"/>
              </a:buClr>
              <a:buSzPct val="120833"/>
              <a:buFont typeface="Wingdings"/>
              <a:buChar char=""/>
              <a:tabLst>
                <a:tab pos="1249045" algn="l"/>
              </a:tabLst>
            </a:pP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b="1" i="1" dirty="0">
                <a:latin typeface="Times New Roman"/>
                <a:cs typeface="Times New Roman"/>
              </a:rPr>
              <a:t>data rate </a:t>
            </a:r>
            <a:r>
              <a:rPr sz="2400" dirty="0">
                <a:latin typeface="Times New Roman"/>
                <a:cs typeface="Times New Roman"/>
              </a:rPr>
              <a:t>that is </a:t>
            </a:r>
            <a:r>
              <a:rPr sz="2400" spc="-5" dirty="0">
                <a:latin typeface="Times New Roman"/>
                <a:cs typeface="Times New Roman"/>
              </a:rPr>
              <a:t>used for </a:t>
            </a:r>
            <a:r>
              <a:rPr sz="2400" dirty="0">
                <a:latin typeface="Times New Roman"/>
                <a:cs typeface="Times New Roman"/>
              </a:rPr>
              <a:t>digital data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information.</a:t>
            </a:r>
            <a:endParaRPr sz="2400">
              <a:latin typeface="Times New Roman"/>
              <a:cs typeface="Times New Roman"/>
            </a:endParaRPr>
          </a:p>
          <a:p>
            <a:pPr marL="1248410" lvl="1" indent="-245745">
              <a:spcBef>
                <a:spcPts val="1440"/>
              </a:spcBef>
              <a:buClr>
                <a:srgbClr val="0000FF"/>
              </a:buClr>
              <a:buSzPct val="120833"/>
              <a:buFont typeface="Wingdings"/>
              <a:buChar char=""/>
              <a:tabLst>
                <a:tab pos="1249045" algn="l"/>
              </a:tabLst>
            </a:pP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-5" dirty="0">
                <a:latin typeface="Times New Roman"/>
                <a:cs typeface="Times New Roman"/>
              </a:rPr>
              <a:t>amount </a:t>
            </a:r>
            <a:r>
              <a:rPr sz="2400" dirty="0">
                <a:latin typeface="Times New Roman"/>
                <a:cs typeface="Times New Roman"/>
              </a:rPr>
              <a:t>of </a:t>
            </a:r>
            <a:r>
              <a:rPr sz="2400" b="1" i="1" spc="-5" dirty="0">
                <a:latin typeface="Times New Roman"/>
                <a:cs typeface="Times New Roman"/>
              </a:rPr>
              <a:t>noise </a:t>
            </a:r>
            <a:r>
              <a:rPr sz="2400" dirty="0">
                <a:latin typeface="Times New Roman"/>
                <a:cs typeface="Times New Roman"/>
              </a:rPr>
              <a:t>and other</a:t>
            </a:r>
            <a:r>
              <a:rPr sz="2400" spc="-5" dirty="0">
                <a:latin typeface="Times New Roman"/>
                <a:cs typeface="Times New Roman"/>
              </a:rPr>
              <a:t> impairments.</a:t>
            </a:r>
            <a:endParaRPr sz="2400">
              <a:latin typeface="Times New Roman"/>
              <a:cs typeface="Times New Roman"/>
            </a:endParaRPr>
          </a:p>
          <a:p>
            <a:pPr marL="1248410" lvl="1" indent="-245745">
              <a:spcBef>
                <a:spcPts val="1440"/>
              </a:spcBef>
              <a:buClr>
                <a:srgbClr val="0000FF"/>
              </a:buClr>
              <a:buSzPct val="120833"/>
              <a:buFont typeface="Wingdings"/>
              <a:buChar char=""/>
              <a:tabLst>
                <a:tab pos="1249045" algn="l"/>
              </a:tabLst>
            </a:pPr>
            <a:r>
              <a:rPr sz="2400" dirty="0">
                <a:latin typeface="Times New Roman"/>
                <a:cs typeface="Times New Roman"/>
              </a:rPr>
              <a:t>The level of acceptable </a:t>
            </a:r>
            <a:r>
              <a:rPr sz="2400" b="1" i="1" spc="-5" dirty="0">
                <a:latin typeface="Times New Roman"/>
                <a:cs typeface="Times New Roman"/>
              </a:rPr>
              <a:t>error</a:t>
            </a:r>
            <a:r>
              <a:rPr sz="2400" b="1" i="1" spc="-70" dirty="0">
                <a:latin typeface="Times New Roman"/>
                <a:cs typeface="Times New Roman"/>
              </a:rPr>
              <a:t> </a:t>
            </a:r>
            <a:r>
              <a:rPr sz="2400" b="1" i="1" dirty="0">
                <a:latin typeface="Times New Roman"/>
                <a:cs typeface="Times New Roman"/>
              </a:rPr>
              <a:t>rate</a:t>
            </a:r>
            <a:r>
              <a:rPr sz="240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R="341630" algn="ctr">
              <a:spcBef>
                <a:spcPts val="2360"/>
              </a:spcBef>
            </a:pPr>
            <a:r>
              <a:rPr sz="2400" i="1" dirty="0">
                <a:latin typeface="Times New Roman"/>
                <a:cs typeface="Times New Roman"/>
              </a:rPr>
              <a:t>All these design aspects </a:t>
            </a:r>
            <a:r>
              <a:rPr sz="2400" i="1" spc="-30" dirty="0">
                <a:latin typeface="Times New Roman"/>
                <a:cs typeface="Times New Roman"/>
              </a:rPr>
              <a:t>are</a:t>
            </a:r>
            <a:r>
              <a:rPr sz="2400" i="1" spc="-75" dirty="0">
                <a:latin typeface="Times New Roman"/>
                <a:cs typeface="Times New Roman"/>
              </a:rPr>
              <a:t> </a:t>
            </a:r>
            <a:r>
              <a:rPr sz="2400" i="1" spc="-10" dirty="0">
                <a:latin typeface="Times New Roman"/>
                <a:cs typeface="Times New Roman"/>
              </a:rPr>
              <a:t>interrelated</a:t>
            </a:r>
            <a:r>
              <a:rPr sz="2400" spc="-1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8478139" y="6549754"/>
            <a:ext cx="281304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1425"/>
              </a:lnSpc>
            </a:pPr>
            <a:r>
              <a:rPr lang="en-IN"/>
              <a:t>[</a:t>
            </a:r>
            <a:fld id="{81D60167-4931-47E6-BA6A-407CBD079E47}" type="slidenum">
              <a:rPr spc="-5" smtClean="0"/>
              <a:pPr marL="12700">
                <a:lnSpc>
                  <a:spcPts val="1425"/>
                </a:lnSpc>
              </a:pPr>
              <a:t>15</a:t>
            </a:fld>
            <a:r>
              <a:t>]</a:t>
            </a:r>
            <a:endParaRPr dirty="0"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926265" y="300668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4826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Introduction </a:t>
            </a:r>
            <a:r>
              <a:rPr spc="-175" dirty="0"/>
              <a:t>To </a:t>
            </a:r>
            <a:r>
              <a:rPr spc="-5" dirty="0"/>
              <a:t>Communication</a:t>
            </a:r>
            <a:r>
              <a:rPr spc="200" dirty="0"/>
              <a:t> </a:t>
            </a:r>
            <a:r>
              <a:rPr sz="2400" dirty="0"/>
              <a:t>contd.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602739" y="28449"/>
            <a:ext cx="892937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7861934" algn="l"/>
              </a:tabLst>
            </a:pPr>
            <a:r>
              <a:rPr sz="3000" b="1" i="1" baseline="1388" dirty="0">
                <a:solidFill>
                  <a:srgbClr val="0000FF"/>
                </a:solidFill>
                <a:latin typeface="Times New Roman"/>
                <a:cs typeface="Times New Roman"/>
              </a:rPr>
              <a:t>Module</a:t>
            </a:r>
            <a:r>
              <a:rPr sz="3000" b="1" i="1" spc="-30" baseline="1388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3000" b="1" i="1" baseline="1388" dirty="0">
                <a:solidFill>
                  <a:srgbClr val="0000FF"/>
                </a:solidFill>
                <a:latin typeface="Times New Roman"/>
                <a:cs typeface="Times New Roman"/>
              </a:rPr>
              <a:t>– V	</a:t>
            </a:r>
            <a:r>
              <a:rPr sz="2000" b="1" i="1" spc="-55" dirty="0">
                <a:solidFill>
                  <a:srgbClr val="0000FF"/>
                </a:solidFill>
                <a:latin typeface="Times New Roman"/>
                <a:cs typeface="Times New Roman"/>
              </a:rPr>
              <a:t>Vol.</a:t>
            </a:r>
            <a:r>
              <a:rPr sz="2000" b="1" i="1" spc="-8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0000FF"/>
                </a:solidFill>
                <a:latin typeface="Times New Roman"/>
                <a:cs typeface="Times New Roman"/>
              </a:rPr>
              <a:t>No.-1</a:t>
            </a:r>
            <a:endParaRPr sz="2000">
              <a:latin typeface="Times New Roman"/>
              <a:cs typeface="Times New Roman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1FD98837-C22B-426E-8FD3-AEF9FA883DDD}"/>
                  </a:ext>
                </a:extLst>
              </p14:cNvPr>
              <p14:cNvContentPartPr/>
              <p14:nvPr/>
            </p14:nvContentPartPr>
            <p14:xfrm>
              <a:off x="4806720" y="3137760"/>
              <a:ext cx="5375880" cy="19155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1FD98837-C22B-426E-8FD3-AEF9FA883DD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797360" y="3128400"/>
                <a:ext cx="5394600" cy="19342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64791" y="990600"/>
            <a:ext cx="8750808" cy="152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574393" y="1403096"/>
            <a:ext cx="8406130" cy="427488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97840" indent="-457834">
              <a:spcBef>
                <a:spcPts val="95"/>
              </a:spcBef>
              <a:buFont typeface="Wingdings"/>
              <a:buChar char=""/>
              <a:tabLst>
                <a:tab pos="497840" algn="l"/>
                <a:tab pos="498475" algn="l"/>
              </a:tabLst>
            </a:pPr>
            <a:r>
              <a:rPr sz="2800" spc="-5" dirty="0">
                <a:solidFill>
                  <a:srgbClr val="0000FF"/>
                </a:solidFill>
                <a:latin typeface="Times New Roman"/>
                <a:cs typeface="Times New Roman"/>
              </a:rPr>
              <a:t>Primary Communication</a:t>
            </a:r>
            <a:r>
              <a:rPr sz="2800" spc="2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0000FF"/>
                </a:solidFill>
                <a:latin typeface="Times New Roman"/>
                <a:cs typeface="Times New Roman"/>
              </a:rPr>
              <a:t>Resources:</a:t>
            </a:r>
            <a:endParaRPr sz="2800">
              <a:latin typeface="Times New Roman"/>
              <a:cs typeface="Times New Roman"/>
            </a:endParaRPr>
          </a:p>
          <a:p>
            <a:pPr>
              <a:spcBef>
                <a:spcPts val="35"/>
              </a:spcBef>
            </a:pPr>
            <a:endParaRPr sz="2700">
              <a:latin typeface="Times New Roman"/>
              <a:cs typeface="Times New Roman"/>
            </a:endParaRPr>
          </a:p>
          <a:p>
            <a:pPr marL="355600" indent="-342900">
              <a:buSzPct val="125000"/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In a </a:t>
            </a:r>
            <a:r>
              <a:rPr sz="2400" spc="-5" dirty="0">
                <a:latin typeface="Times New Roman"/>
                <a:cs typeface="Times New Roman"/>
              </a:rPr>
              <a:t>communication system, two primary </a:t>
            </a:r>
            <a:r>
              <a:rPr sz="2400" dirty="0">
                <a:latin typeface="Times New Roman"/>
                <a:cs typeface="Times New Roman"/>
              </a:rPr>
              <a:t>resources are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employed:</a:t>
            </a:r>
            <a:endParaRPr sz="2400">
              <a:latin typeface="Times New Roman"/>
              <a:cs typeface="Times New Roman"/>
            </a:endParaRPr>
          </a:p>
          <a:p>
            <a:pPr>
              <a:spcBef>
                <a:spcPts val="15"/>
              </a:spcBef>
              <a:buFont typeface="Wingdings"/>
              <a:buChar char=""/>
            </a:pPr>
            <a:endParaRPr sz="2800">
              <a:latin typeface="Times New Roman"/>
              <a:cs typeface="Times New Roman"/>
            </a:endParaRPr>
          </a:p>
          <a:p>
            <a:pPr marL="1146175" lvl="1" indent="-344170">
              <a:buSzPct val="125000"/>
              <a:buFont typeface="Wingdings"/>
              <a:buChar char=""/>
              <a:tabLst>
                <a:tab pos="1146175" algn="l"/>
                <a:tab pos="1146810" algn="l"/>
              </a:tabLst>
            </a:pPr>
            <a:r>
              <a:rPr sz="2400" b="1" i="1" spc="-10" dirty="0">
                <a:solidFill>
                  <a:srgbClr val="0000FF"/>
                </a:solidFill>
                <a:latin typeface="Times New Roman"/>
                <a:cs typeface="Times New Roman"/>
              </a:rPr>
              <a:t>Transmitted </a:t>
            </a:r>
            <a:r>
              <a:rPr sz="2400" b="1" i="1" dirty="0">
                <a:solidFill>
                  <a:srgbClr val="0000FF"/>
                </a:solidFill>
                <a:latin typeface="Times New Roman"/>
                <a:cs typeface="Times New Roman"/>
              </a:rPr>
              <a:t>power</a:t>
            </a:r>
            <a:r>
              <a:rPr sz="2400" b="1" dirty="0">
                <a:solidFill>
                  <a:srgbClr val="0000FF"/>
                </a:solidFill>
                <a:latin typeface="Times New Roman"/>
                <a:cs typeface="Times New Roman"/>
              </a:rPr>
              <a:t>: </a:t>
            </a:r>
            <a:r>
              <a:rPr sz="2400" dirty="0">
                <a:latin typeface="Times New Roman"/>
                <a:cs typeface="Times New Roman"/>
              </a:rPr>
              <a:t>is the average power of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endParaRPr sz="2400">
              <a:latin typeface="Times New Roman"/>
              <a:cs typeface="Times New Roman"/>
            </a:endParaRPr>
          </a:p>
          <a:p>
            <a:pPr marL="3698875"/>
            <a:r>
              <a:rPr sz="2400" spc="-5" dirty="0">
                <a:latin typeface="Times New Roman"/>
                <a:cs typeface="Times New Roman"/>
              </a:rPr>
              <a:t>transmitted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signal.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600">
              <a:latin typeface="Times New Roman"/>
              <a:cs typeface="Times New Roman"/>
            </a:endParaRPr>
          </a:p>
          <a:p>
            <a:pPr>
              <a:spcBef>
                <a:spcPts val="15"/>
              </a:spcBef>
            </a:pPr>
            <a:endParaRPr sz="2400">
              <a:latin typeface="Times New Roman"/>
              <a:cs typeface="Times New Roman"/>
            </a:endParaRPr>
          </a:p>
          <a:p>
            <a:pPr marL="1146175" lvl="1" indent="-344170">
              <a:buSzPct val="125000"/>
              <a:buFont typeface="Wingdings"/>
              <a:buChar char=""/>
              <a:tabLst>
                <a:tab pos="1146175" algn="l"/>
                <a:tab pos="1146810" algn="l"/>
              </a:tabLst>
            </a:pPr>
            <a:r>
              <a:rPr sz="2400" b="1" i="1" spc="-5" dirty="0">
                <a:solidFill>
                  <a:srgbClr val="0000FF"/>
                </a:solidFill>
                <a:latin typeface="Times New Roman"/>
                <a:cs typeface="Times New Roman"/>
              </a:rPr>
              <a:t>Channel bandwidth: </a:t>
            </a:r>
            <a:r>
              <a:rPr sz="2400" dirty="0">
                <a:latin typeface="Times New Roman"/>
                <a:cs typeface="Times New Roman"/>
              </a:rPr>
              <a:t>is the band of frequencies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allocated</a:t>
            </a:r>
            <a:endParaRPr sz="2400">
              <a:latin typeface="Times New Roman"/>
              <a:cs typeface="Times New Roman"/>
            </a:endParaRPr>
          </a:p>
          <a:p>
            <a:pPr marL="3775075" marR="688975">
              <a:tabLst>
                <a:tab pos="4730750" algn="l"/>
              </a:tabLst>
            </a:pP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	</a:t>
            </a:r>
            <a:r>
              <a:rPr sz="2400" spc="-5" dirty="0">
                <a:latin typeface="Times New Roman"/>
                <a:cs typeface="Times New Roman"/>
              </a:rPr>
              <a:t>transmission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message  </a:t>
            </a:r>
            <a:r>
              <a:rPr sz="2400" dirty="0">
                <a:latin typeface="Times New Roman"/>
                <a:cs typeface="Times New Roman"/>
              </a:rPr>
              <a:t>signal.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8478139" y="6549754"/>
            <a:ext cx="281304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1425"/>
              </a:lnSpc>
            </a:pPr>
            <a:r>
              <a:rPr lang="en-IN"/>
              <a:t>[</a:t>
            </a:r>
            <a:fld id="{81D60167-4931-47E6-BA6A-407CBD079E47}" type="slidenum">
              <a:rPr spc="-5" smtClean="0"/>
              <a:pPr marL="12700">
                <a:lnSpc>
                  <a:spcPts val="1425"/>
                </a:lnSpc>
              </a:pPr>
              <a:t>16</a:t>
            </a:fld>
            <a:r>
              <a:t>]</a:t>
            </a:r>
            <a:endParaRPr dirty="0"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764791" y="274414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4826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Introduction </a:t>
            </a:r>
            <a:r>
              <a:rPr spc="-175" dirty="0"/>
              <a:t>To </a:t>
            </a:r>
            <a:r>
              <a:rPr spc="-5" dirty="0"/>
              <a:t>Communication</a:t>
            </a:r>
            <a:r>
              <a:rPr spc="200" dirty="0"/>
              <a:t> </a:t>
            </a:r>
            <a:r>
              <a:rPr sz="2400" dirty="0"/>
              <a:t>contd.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602739" y="28449"/>
            <a:ext cx="892937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7861934" algn="l"/>
              </a:tabLst>
            </a:pPr>
            <a:r>
              <a:rPr sz="3000" b="1" i="1" baseline="1388" dirty="0">
                <a:solidFill>
                  <a:srgbClr val="0000FF"/>
                </a:solidFill>
                <a:latin typeface="Times New Roman"/>
                <a:cs typeface="Times New Roman"/>
              </a:rPr>
              <a:t>Module</a:t>
            </a:r>
            <a:r>
              <a:rPr sz="3000" b="1" i="1" spc="-30" baseline="1388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3000" b="1" i="1" baseline="1388" dirty="0">
                <a:solidFill>
                  <a:srgbClr val="0000FF"/>
                </a:solidFill>
                <a:latin typeface="Times New Roman"/>
                <a:cs typeface="Times New Roman"/>
              </a:rPr>
              <a:t>– V	</a:t>
            </a:r>
            <a:r>
              <a:rPr sz="2000" b="1" i="1" spc="-55" dirty="0">
                <a:solidFill>
                  <a:srgbClr val="0000FF"/>
                </a:solidFill>
                <a:latin typeface="Times New Roman"/>
                <a:cs typeface="Times New Roman"/>
              </a:rPr>
              <a:t>Vol.</a:t>
            </a:r>
            <a:r>
              <a:rPr sz="2000" b="1" i="1" spc="-8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0000FF"/>
                </a:solidFill>
                <a:latin typeface="Times New Roman"/>
                <a:cs typeface="Times New Roman"/>
              </a:rPr>
              <a:t>No.-1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64791" y="990600"/>
            <a:ext cx="8750808" cy="152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602740" y="1225819"/>
            <a:ext cx="8992235" cy="4623435"/>
          </a:xfrm>
          <a:prstGeom prst="rect">
            <a:avLst/>
          </a:prstGeom>
        </p:spPr>
        <p:txBody>
          <a:bodyPr vert="horz" wrap="square" lIns="0" tIns="59054" rIns="0" bIns="0" rtlCol="0">
            <a:spAutoFit/>
          </a:bodyPr>
          <a:lstStyle/>
          <a:p>
            <a:pPr marL="469900" indent="-457200">
              <a:spcBef>
                <a:spcPts val="464"/>
              </a:spcBef>
              <a:buFont typeface="Wingdings"/>
              <a:buChar char=""/>
              <a:tabLst>
                <a:tab pos="469265" algn="l"/>
                <a:tab pos="469900" algn="l"/>
              </a:tabLst>
            </a:pPr>
            <a:r>
              <a:rPr sz="2800" spc="-45" dirty="0">
                <a:solidFill>
                  <a:srgbClr val="0000FF"/>
                </a:solidFill>
                <a:latin typeface="Times New Roman"/>
                <a:cs typeface="Times New Roman"/>
              </a:rPr>
              <a:t>Types </a:t>
            </a:r>
            <a:r>
              <a:rPr sz="2800" spc="-5" dirty="0">
                <a:solidFill>
                  <a:srgbClr val="0000FF"/>
                </a:solidFill>
                <a:latin typeface="Times New Roman"/>
                <a:cs typeface="Times New Roman"/>
              </a:rPr>
              <a:t>of Information</a:t>
            </a:r>
            <a:r>
              <a:rPr sz="2800" spc="4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0000FF"/>
                </a:solidFill>
                <a:latin typeface="Times New Roman"/>
                <a:cs typeface="Times New Roman"/>
              </a:rPr>
              <a:t>Sources:</a:t>
            </a:r>
            <a:endParaRPr sz="2800">
              <a:latin typeface="Times New Roman"/>
              <a:cs typeface="Times New Roman"/>
            </a:endParaRPr>
          </a:p>
          <a:p>
            <a:pPr marL="355600" marR="237490" indent="-342900">
              <a:lnSpc>
                <a:spcPct val="113300"/>
              </a:lnSpc>
              <a:spcBef>
                <a:spcPts val="610"/>
              </a:spcBef>
              <a:buSzPct val="125000"/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Based on </a:t>
            </a:r>
            <a:r>
              <a:rPr sz="2400" spc="-5" dirty="0">
                <a:latin typeface="Times New Roman"/>
                <a:cs typeface="Times New Roman"/>
              </a:rPr>
              <a:t>the nature </a:t>
            </a:r>
            <a:r>
              <a:rPr sz="2400" dirty="0">
                <a:latin typeface="Times New Roman"/>
                <a:cs typeface="Times New Roman"/>
              </a:rPr>
              <a:t>of </a:t>
            </a:r>
            <a:r>
              <a:rPr sz="2400" spc="-5" dirty="0">
                <a:latin typeface="Times New Roman"/>
                <a:cs typeface="Times New Roman"/>
              </a:rPr>
              <a:t>the </a:t>
            </a:r>
            <a:r>
              <a:rPr sz="2400" dirty="0">
                <a:latin typeface="Times New Roman"/>
                <a:cs typeface="Times New Roman"/>
              </a:rPr>
              <a:t>output </a:t>
            </a:r>
            <a:r>
              <a:rPr sz="2400" spc="-5" dirty="0">
                <a:latin typeface="Times New Roman"/>
                <a:cs typeface="Times New Roman"/>
              </a:rPr>
              <a:t>signal, information sources </a:t>
            </a:r>
            <a:r>
              <a:rPr sz="2400" dirty="0">
                <a:latin typeface="Times New Roman"/>
                <a:cs typeface="Times New Roman"/>
              </a:rPr>
              <a:t>can be  categorized as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  <a:p>
            <a:pPr marL="803910" marR="5080" lvl="1" indent="-343535">
              <a:spcBef>
                <a:spcPts val="2175"/>
              </a:spcBef>
              <a:buSzPct val="125000"/>
              <a:buFont typeface="Wingdings"/>
              <a:buChar char=""/>
              <a:tabLst>
                <a:tab pos="803275" algn="l"/>
                <a:tab pos="804545" algn="l"/>
              </a:tabLst>
            </a:pPr>
            <a:r>
              <a:rPr sz="2400" b="1" i="1" spc="-5" dirty="0">
                <a:solidFill>
                  <a:srgbClr val="0000FF"/>
                </a:solidFill>
                <a:latin typeface="Times New Roman"/>
                <a:cs typeface="Times New Roman"/>
              </a:rPr>
              <a:t>Analog Information </a:t>
            </a:r>
            <a:r>
              <a:rPr sz="2400" b="1" i="1" dirty="0">
                <a:solidFill>
                  <a:srgbClr val="0000FF"/>
                </a:solidFill>
                <a:latin typeface="Times New Roman"/>
                <a:cs typeface="Times New Roman"/>
              </a:rPr>
              <a:t>Sources</a:t>
            </a:r>
            <a:r>
              <a:rPr sz="2400" b="1" dirty="0">
                <a:solidFill>
                  <a:srgbClr val="0000FF"/>
                </a:solidFill>
                <a:latin typeface="Times New Roman"/>
                <a:cs typeface="Times New Roman"/>
              </a:rPr>
              <a:t>: </a:t>
            </a:r>
            <a:r>
              <a:rPr sz="2400" spc="-5" dirty="0">
                <a:latin typeface="Times New Roman"/>
                <a:cs typeface="Times New Roman"/>
              </a:rPr>
              <a:t>generates </a:t>
            </a:r>
            <a:r>
              <a:rPr sz="2400" dirty="0">
                <a:latin typeface="Times New Roman"/>
                <a:cs typeface="Times New Roman"/>
              </a:rPr>
              <a:t>one </a:t>
            </a:r>
            <a:r>
              <a:rPr sz="2400" spc="-10" dirty="0">
                <a:latin typeface="Times New Roman"/>
                <a:cs typeface="Times New Roman"/>
              </a:rPr>
              <a:t>or </a:t>
            </a:r>
            <a:r>
              <a:rPr sz="2400" spc="-5" dirty="0">
                <a:latin typeface="Times New Roman"/>
                <a:cs typeface="Times New Roman"/>
              </a:rPr>
              <a:t>more continuously  </a:t>
            </a:r>
            <a:r>
              <a:rPr sz="2400" dirty="0">
                <a:latin typeface="Times New Roman"/>
                <a:cs typeface="Times New Roman"/>
              </a:rPr>
              <a:t>varying </a:t>
            </a:r>
            <a:r>
              <a:rPr sz="2400" spc="-5" dirty="0">
                <a:latin typeface="Times New Roman"/>
                <a:cs typeface="Times New Roman"/>
              </a:rPr>
              <a:t>amplitude </a:t>
            </a:r>
            <a:r>
              <a:rPr sz="2400" dirty="0">
                <a:latin typeface="Times New Roman"/>
                <a:cs typeface="Times New Roman"/>
              </a:rPr>
              <a:t>signals </a:t>
            </a:r>
            <a:r>
              <a:rPr sz="2400" spc="-5" dirty="0">
                <a:latin typeface="Times New Roman"/>
                <a:cs typeface="Times New Roman"/>
              </a:rPr>
              <a:t>as </a:t>
            </a:r>
            <a:r>
              <a:rPr sz="2400" dirty="0">
                <a:latin typeface="Times New Roman"/>
                <a:cs typeface="Times New Roman"/>
              </a:rPr>
              <a:t>function of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time.</a:t>
            </a:r>
            <a:endParaRPr sz="2400">
              <a:latin typeface="Times New Roman"/>
              <a:cs typeface="Times New Roman"/>
            </a:endParaRPr>
          </a:p>
          <a:p>
            <a:pPr marL="803910" marR="6985" lvl="1" indent="-343535">
              <a:buSzPct val="125000"/>
              <a:buFont typeface="Wingdings"/>
              <a:buChar char=""/>
              <a:tabLst>
                <a:tab pos="803275" algn="l"/>
                <a:tab pos="804545" algn="l"/>
                <a:tab pos="2127885" algn="l"/>
                <a:tab pos="3757295" algn="l"/>
                <a:tab pos="4947920" algn="l"/>
                <a:tab pos="5426710" algn="l"/>
                <a:tab pos="6507480" algn="l"/>
                <a:tab pos="6937375" algn="l"/>
                <a:tab pos="7247890" algn="l"/>
                <a:tab pos="8098790" algn="l"/>
              </a:tabLst>
            </a:pPr>
            <a:r>
              <a:rPr sz="2400" i="1" dirty="0">
                <a:latin typeface="Times New Roman"/>
                <a:cs typeface="Times New Roman"/>
              </a:rPr>
              <a:t>Exampl</a:t>
            </a:r>
            <a:r>
              <a:rPr sz="2400" i="1" spc="-10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:	</a:t>
            </a:r>
            <a:r>
              <a:rPr sz="2400" spc="-20" dirty="0">
                <a:latin typeface="Times New Roman"/>
                <a:cs typeface="Times New Roman"/>
              </a:rPr>
              <a:t>m</a:t>
            </a:r>
            <a:r>
              <a:rPr sz="2400" dirty="0">
                <a:latin typeface="Times New Roman"/>
                <a:cs typeface="Times New Roman"/>
              </a:rPr>
              <a:t>ic</a:t>
            </a:r>
            <a:r>
              <a:rPr sz="2400" spc="5" dirty="0">
                <a:latin typeface="Times New Roman"/>
                <a:cs typeface="Times New Roman"/>
              </a:rPr>
              <a:t>r</a:t>
            </a:r>
            <a:r>
              <a:rPr sz="2400" dirty="0">
                <a:latin typeface="Times New Roman"/>
                <a:cs typeface="Times New Roman"/>
              </a:rPr>
              <a:t>ophone	ac</a:t>
            </a:r>
            <a:r>
              <a:rPr sz="2400" spc="5" dirty="0">
                <a:latin typeface="Times New Roman"/>
                <a:cs typeface="Times New Roman"/>
              </a:rPr>
              <a:t>t</a:t>
            </a:r>
            <a:r>
              <a:rPr sz="2400" spc="-15" dirty="0">
                <a:latin typeface="Times New Roman"/>
                <a:cs typeface="Times New Roman"/>
              </a:rPr>
              <a:t>u</a:t>
            </a:r>
            <a:r>
              <a:rPr sz="2400" spc="-10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ted	</a:t>
            </a:r>
            <a:r>
              <a:rPr sz="2400" spc="-15" dirty="0">
                <a:latin typeface="Times New Roman"/>
                <a:cs typeface="Times New Roman"/>
              </a:rPr>
              <a:t>b</a:t>
            </a:r>
            <a:r>
              <a:rPr sz="2400" dirty="0">
                <a:latin typeface="Times New Roman"/>
                <a:cs typeface="Times New Roman"/>
              </a:rPr>
              <a:t>y	spee</a:t>
            </a:r>
            <a:r>
              <a:rPr sz="2400" spc="5" dirty="0">
                <a:latin typeface="Times New Roman"/>
                <a:cs typeface="Times New Roman"/>
              </a:rPr>
              <a:t>c</a:t>
            </a:r>
            <a:r>
              <a:rPr sz="2400" dirty="0">
                <a:latin typeface="Times New Roman"/>
                <a:cs typeface="Times New Roman"/>
              </a:rPr>
              <a:t>h,	or	a	vi</a:t>
            </a:r>
            <a:r>
              <a:rPr sz="2400" spc="-10" dirty="0">
                <a:latin typeface="Times New Roman"/>
                <a:cs typeface="Times New Roman"/>
              </a:rPr>
              <a:t>d</a:t>
            </a:r>
            <a:r>
              <a:rPr sz="2400" dirty="0">
                <a:latin typeface="Times New Roman"/>
                <a:cs typeface="Times New Roman"/>
              </a:rPr>
              <a:t>eo	ca</a:t>
            </a:r>
            <a:r>
              <a:rPr sz="2400" spc="-15" dirty="0">
                <a:latin typeface="Times New Roman"/>
                <a:cs typeface="Times New Roman"/>
              </a:rPr>
              <a:t>m</a:t>
            </a:r>
            <a:r>
              <a:rPr sz="2400" dirty="0">
                <a:latin typeface="Times New Roman"/>
                <a:cs typeface="Times New Roman"/>
              </a:rPr>
              <a:t>era  scanning the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pictures.</a:t>
            </a:r>
            <a:endParaRPr sz="2400">
              <a:latin typeface="Times New Roman"/>
              <a:cs typeface="Times New Roman"/>
            </a:endParaRPr>
          </a:p>
          <a:p>
            <a:pPr lvl="1">
              <a:spcBef>
                <a:spcPts val="10"/>
              </a:spcBef>
              <a:buChar char=""/>
            </a:pPr>
            <a:endParaRPr sz="2500">
              <a:latin typeface="Times New Roman"/>
              <a:cs typeface="Times New Roman"/>
            </a:endParaRPr>
          </a:p>
          <a:p>
            <a:pPr marL="689610" marR="382270" lvl="1" indent="-229235">
              <a:buSzPct val="125000"/>
              <a:buFont typeface="Wingdings"/>
              <a:buChar char=""/>
              <a:tabLst>
                <a:tab pos="713105" algn="l"/>
                <a:tab pos="7651750" algn="l"/>
              </a:tabLst>
            </a:pPr>
            <a:r>
              <a:rPr sz="2400" b="1" i="1" spc="-5" dirty="0">
                <a:solidFill>
                  <a:srgbClr val="0000FF"/>
                </a:solidFill>
                <a:latin typeface="Times New Roman"/>
                <a:cs typeface="Times New Roman"/>
              </a:rPr>
              <a:t>Discrete</a:t>
            </a:r>
            <a:r>
              <a:rPr sz="2400" b="1" i="1" spc="-1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400" b="1" i="1" spc="-5" dirty="0">
                <a:solidFill>
                  <a:srgbClr val="0000FF"/>
                </a:solidFill>
                <a:latin typeface="Times New Roman"/>
                <a:cs typeface="Times New Roman"/>
              </a:rPr>
              <a:t>Infor</a:t>
            </a:r>
            <a:r>
              <a:rPr sz="2400" b="1" i="1" dirty="0">
                <a:solidFill>
                  <a:srgbClr val="0000FF"/>
                </a:solidFill>
                <a:latin typeface="Times New Roman"/>
                <a:cs typeface="Times New Roman"/>
              </a:rPr>
              <a:t>ma</a:t>
            </a:r>
            <a:r>
              <a:rPr sz="2400" b="1" i="1" spc="5" dirty="0">
                <a:solidFill>
                  <a:srgbClr val="0000FF"/>
                </a:solidFill>
                <a:latin typeface="Times New Roman"/>
                <a:cs typeface="Times New Roman"/>
              </a:rPr>
              <a:t>t</a:t>
            </a:r>
            <a:r>
              <a:rPr sz="2400" b="1" i="1" spc="-5" dirty="0">
                <a:solidFill>
                  <a:srgbClr val="0000FF"/>
                </a:solidFill>
                <a:latin typeface="Times New Roman"/>
                <a:cs typeface="Times New Roman"/>
              </a:rPr>
              <a:t>ion Source</a:t>
            </a:r>
            <a:r>
              <a:rPr sz="2400" b="1" i="1" dirty="0">
                <a:solidFill>
                  <a:srgbClr val="0000FF"/>
                </a:solidFill>
                <a:latin typeface="Times New Roman"/>
                <a:cs typeface="Times New Roman"/>
              </a:rPr>
              <a:t>s</a:t>
            </a:r>
            <a:r>
              <a:rPr sz="2400" b="1" dirty="0">
                <a:solidFill>
                  <a:srgbClr val="0000FF"/>
                </a:solidFill>
                <a:latin typeface="Times New Roman"/>
                <a:cs typeface="Times New Roman"/>
              </a:rPr>
              <a:t>:</a:t>
            </a:r>
            <a:r>
              <a:rPr sz="24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gene</a:t>
            </a:r>
            <a:r>
              <a:rPr sz="2400" spc="5" dirty="0">
                <a:latin typeface="Times New Roman"/>
                <a:cs typeface="Times New Roman"/>
              </a:rPr>
              <a:t>r</a:t>
            </a:r>
            <a:r>
              <a:rPr sz="2400" dirty="0">
                <a:latin typeface="Times New Roman"/>
                <a:cs typeface="Times New Roman"/>
              </a:rPr>
              <a:t>at</a:t>
            </a:r>
            <a:r>
              <a:rPr sz="2400" spc="5" dirty="0">
                <a:latin typeface="Times New Roman"/>
                <a:cs typeface="Times New Roman"/>
              </a:rPr>
              <a:t>e</a:t>
            </a:r>
            <a:r>
              <a:rPr sz="2400" spc="-5" dirty="0">
                <a:latin typeface="Times New Roman"/>
                <a:cs typeface="Times New Roman"/>
              </a:rPr>
              <a:t>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</a:t>
            </a:r>
            <a:r>
              <a:rPr sz="2400" dirty="0">
                <a:latin typeface="Times New Roman"/>
                <a:cs typeface="Times New Roman"/>
              </a:rPr>
              <a:t>equ</a:t>
            </a:r>
            <a:r>
              <a:rPr sz="2400" spc="5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nce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	dis</a:t>
            </a:r>
            <a:r>
              <a:rPr sz="2400" spc="5" dirty="0">
                <a:latin typeface="Times New Roman"/>
                <a:cs typeface="Times New Roman"/>
              </a:rPr>
              <a:t>c</a:t>
            </a:r>
            <a:r>
              <a:rPr sz="2400" dirty="0">
                <a:latin typeface="Times New Roman"/>
                <a:cs typeface="Times New Roman"/>
              </a:rPr>
              <a:t>re</a:t>
            </a:r>
            <a:r>
              <a:rPr sz="2400" spc="5" dirty="0">
                <a:latin typeface="Times New Roman"/>
                <a:cs typeface="Times New Roman"/>
              </a:rPr>
              <a:t>t</a:t>
            </a:r>
            <a:r>
              <a:rPr sz="2400" dirty="0">
                <a:latin typeface="Times New Roman"/>
                <a:cs typeface="Times New Roman"/>
              </a:rPr>
              <a:t>e  values/symbols.</a:t>
            </a:r>
            <a:endParaRPr sz="2400">
              <a:latin typeface="Times New Roman"/>
              <a:cs typeface="Times New Roman"/>
            </a:endParaRPr>
          </a:p>
          <a:p>
            <a:pPr marL="803910" lvl="1" indent="-344170">
              <a:buSzPct val="125000"/>
              <a:buFont typeface="Wingdings"/>
              <a:buChar char=""/>
              <a:tabLst>
                <a:tab pos="803275" algn="l"/>
                <a:tab pos="804545" algn="l"/>
              </a:tabLst>
            </a:pPr>
            <a:r>
              <a:rPr sz="2400" i="1" dirty="0">
                <a:latin typeface="Times New Roman"/>
                <a:cs typeface="Times New Roman"/>
              </a:rPr>
              <a:t>Example</a:t>
            </a:r>
            <a:r>
              <a:rPr sz="2400" dirty="0">
                <a:latin typeface="Times New Roman"/>
                <a:cs typeface="Times New Roman"/>
              </a:rPr>
              <a:t>: digital binary output of a </a:t>
            </a:r>
            <a:r>
              <a:rPr sz="2400" spc="-5" dirty="0">
                <a:latin typeface="Times New Roman"/>
                <a:cs typeface="Times New Roman"/>
              </a:rPr>
              <a:t>computer </a:t>
            </a:r>
            <a:r>
              <a:rPr sz="2400" dirty="0">
                <a:latin typeface="Times New Roman"/>
                <a:cs typeface="Times New Roman"/>
              </a:rPr>
              <a:t>or a teletype</a:t>
            </a:r>
            <a:r>
              <a:rPr sz="2400" spc="-1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signal.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8478139" y="6549754"/>
            <a:ext cx="281304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1425"/>
              </a:lnSpc>
            </a:pPr>
            <a:r>
              <a:rPr lang="en-IN"/>
              <a:t>[</a:t>
            </a:r>
            <a:fld id="{81D60167-4931-47E6-BA6A-407CBD079E47}" type="slidenum">
              <a:rPr spc="-5" smtClean="0"/>
              <a:pPr marL="12700">
                <a:lnSpc>
                  <a:spcPts val="1425"/>
                </a:lnSpc>
              </a:pPr>
              <a:t>17</a:t>
            </a:fld>
            <a:r>
              <a:t>]</a:t>
            </a:r>
            <a:endParaRPr dirty="0"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764791" y="283786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4826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Introduction </a:t>
            </a:r>
            <a:r>
              <a:rPr spc="-175" dirty="0"/>
              <a:t>To </a:t>
            </a:r>
            <a:r>
              <a:rPr spc="-5" dirty="0"/>
              <a:t>Communication</a:t>
            </a:r>
            <a:r>
              <a:rPr spc="200" dirty="0"/>
              <a:t> </a:t>
            </a:r>
            <a:r>
              <a:rPr sz="2400" dirty="0"/>
              <a:t>contd.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602739" y="28449"/>
            <a:ext cx="892937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7861934" algn="l"/>
              </a:tabLst>
            </a:pPr>
            <a:r>
              <a:rPr sz="3000" b="1" i="1" baseline="1388" dirty="0">
                <a:solidFill>
                  <a:srgbClr val="0000FF"/>
                </a:solidFill>
                <a:latin typeface="Times New Roman"/>
                <a:cs typeface="Times New Roman"/>
              </a:rPr>
              <a:t>Module</a:t>
            </a:r>
            <a:r>
              <a:rPr sz="3000" b="1" i="1" spc="-30" baseline="1388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3000" b="1" i="1" baseline="1388" dirty="0">
                <a:solidFill>
                  <a:srgbClr val="0000FF"/>
                </a:solidFill>
                <a:latin typeface="Times New Roman"/>
                <a:cs typeface="Times New Roman"/>
              </a:rPr>
              <a:t>– V	</a:t>
            </a:r>
            <a:r>
              <a:rPr sz="2000" b="1" i="1" spc="-55" dirty="0">
                <a:solidFill>
                  <a:srgbClr val="0000FF"/>
                </a:solidFill>
                <a:latin typeface="Times New Roman"/>
                <a:cs typeface="Times New Roman"/>
              </a:rPr>
              <a:t>Vol.</a:t>
            </a:r>
            <a:r>
              <a:rPr sz="2000" b="1" i="1" spc="-8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0000FF"/>
                </a:solidFill>
                <a:latin typeface="Times New Roman"/>
                <a:cs typeface="Times New Roman"/>
              </a:rPr>
              <a:t>No.-1</a:t>
            </a:r>
            <a:endParaRPr sz="2000">
              <a:latin typeface="Times New Roman"/>
              <a:cs typeface="Times New Roman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A36ACA0A-C923-463C-B87F-E413D6969B41}"/>
                  </a:ext>
                </a:extLst>
              </p14:cNvPr>
              <p14:cNvContentPartPr/>
              <p14:nvPr/>
            </p14:nvContentPartPr>
            <p14:xfrm>
              <a:off x="2480400" y="4025880"/>
              <a:ext cx="7886880" cy="19094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A36ACA0A-C923-463C-B87F-E413D6969B4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71040" y="4016520"/>
                <a:ext cx="7905600" cy="19281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64791" y="990600"/>
            <a:ext cx="8750808" cy="152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602740" y="1222122"/>
            <a:ext cx="8987155" cy="4892675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469900" indent="-457200">
              <a:spcBef>
                <a:spcPts val="835"/>
              </a:spcBef>
              <a:buFont typeface="Wingdings"/>
              <a:buChar char=""/>
              <a:tabLst>
                <a:tab pos="469265" algn="l"/>
                <a:tab pos="469900" algn="l"/>
              </a:tabLst>
            </a:pPr>
            <a:r>
              <a:rPr sz="2800" spc="-45" dirty="0">
                <a:solidFill>
                  <a:srgbClr val="0000FF"/>
                </a:solidFill>
                <a:latin typeface="Times New Roman"/>
                <a:cs typeface="Times New Roman"/>
              </a:rPr>
              <a:t>Types </a:t>
            </a:r>
            <a:r>
              <a:rPr sz="2800" spc="-5" dirty="0">
                <a:solidFill>
                  <a:srgbClr val="0000FF"/>
                </a:solidFill>
                <a:latin typeface="Times New Roman"/>
                <a:cs typeface="Times New Roman"/>
              </a:rPr>
              <a:t>of Communication</a:t>
            </a:r>
            <a:r>
              <a:rPr sz="2800" spc="3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0000FF"/>
                </a:solidFill>
                <a:latin typeface="Times New Roman"/>
                <a:cs typeface="Times New Roman"/>
              </a:rPr>
              <a:t>Channels:</a:t>
            </a:r>
            <a:endParaRPr sz="2800">
              <a:latin typeface="Times New Roman"/>
              <a:cs typeface="Times New Roman"/>
            </a:endParaRPr>
          </a:p>
          <a:p>
            <a:pPr marL="100965">
              <a:spcBef>
                <a:spcPts val="640"/>
              </a:spcBef>
              <a:tabLst>
                <a:tab pos="7078980" algn="l"/>
              </a:tabLst>
            </a:pPr>
            <a:r>
              <a:rPr sz="2400" dirty="0">
                <a:latin typeface="Times New Roman"/>
                <a:cs typeface="Times New Roman"/>
              </a:rPr>
              <a:t>Depending</a:t>
            </a:r>
            <a:r>
              <a:rPr sz="2400" spc="17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on</a:t>
            </a:r>
            <a:r>
              <a:rPr sz="2400" spc="1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17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mode</a:t>
            </a:r>
            <a:r>
              <a:rPr sz="2400" spc="17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of</a:t>
            </a:r>
            <a:r>
              <a:rPr sz="2400" spc="1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transmission</a:t>
            </a:r>
            <a:r>
              <a:rPr sz="2400" spc="1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used,</a:t>
            </a:r>
            <a:r>
              <a:rPr sz="2400" spc="17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we</a:t>
            </a:r>
            <a:r>
              <a:rPr sz="2400" spc="18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may	</a:t>
            </a:r>
            <a:r>
              <a:rPr sz="2400" dirty="0">
                <a:latin typeface="Times New Roman"/>
                <a:cs typeface="Times New Roman"/>
              </a:rPr>
              <a:t>distinguish</a:t>
            </a:r>
            <a:r>
              <a:rPr sz="2400" spc="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two</a:t>
            </a:r>
            <a:endParaRPr sz="2400">
              <a:latin typeface="Times New Roman"/>
              <a:cs typeface="Times New Roman"/>
            </a:endParaRPr>
          </a:p>
          <a:p>
            <a:pPr marL="12700"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basic groups of </a:t>
            </a:r>
            <a:r>
              <a:rPr sz="2400" spc="-5" dirty="0">
                <a:latin typeface="Times New Roman"/>
                <a:cs typeface="Times New Roman"/>
              </a:rPr>
              <a:t>communication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channels.</a:t>
            </a:r>
            <a:endParaRPr sz="2400">
              <a:latin typeface="Times New Roman"/>
              <a:cs typeface="Times New Roman"/>
            </a:endParaRPr>
          </a:p>
          <a:p>
            <a:pPr marL="469900" indent="-457200">
              <a:spcBef>
                <a:spcPts val="960"/>
              </a:spcBef>
              <a:buSzPct val="125000"/>
              <a:buFont typeface="Wingdings"/>
              <a:buChar char=""/>
              <a:tabLst>
                <a:tab pos="469265" algn="l"/>
                <a:tab pos="469900" algn="l"/>
              </a:tabLst>
            </a:pPr>
            <a:r>
              <a:rPr sz="2400" b="1" i="1" spc="-5" dirty="0">
                <a:solidFill>
                  <a:srgbClr val="0000FF"/>
                </a:solidFill>
                <a:latin typeface="Times New Roman"/>
                <a:cs typeface="Times New Roman"/>
              </a:rPr>
              <a:t>Guided </a:t>
            </a:r>
            <a:r>
              <a:rPr sz="2400" b="1" i="1" dirty="0">
                <a:solidFill>
                  <a:srgbClr val="0000FF"/>
                </a:solidFill>
                <a:latin typeface="Times New Roman"/>
                <a:cs typeface="Times New Roman"/>
              </a:rPr>
              <a:t>Propagation</a:t>
            </a:r>
            <a:r>
              <a:rPr sz="2400" b="1" i="1" spc="-1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400" b="1" i="1" spc="-5" dirty="0">
                <a:solidFill>
                  <a:srgbClr val="0000FF"/>
                </a:solidFill>
                <a:latin typeface="Times New Roman"/>
                <a:cs typeface="Times New Roman"/>
              </a:rPr>
              <a:t>Channels:</a:t>
            </a:r>
            <a:endParaRPr sz="2400">
              <a:latin typeface="Times New Roman"/>
              <a:cs typeface="Times New Roman"/>
            </a:endParaRPr>
          </a:p>
          <a:p>
            <a:pPr marL="1612900" lvl="1" indent="-457834">
              <a:spcBef>
                <a:spcPts val="720"/>
              </a:spcBef>
              <a:buSzPct val="125000"/>
              <a:buFont typeface="Arial"/>
              <a:buChar char="•"/>
              <a:tabLst>
                <a:tab pos="1612900" algn="l"/>
                <a:tab pos="1613535" algn="l"/>
              </a:tabLst>
            </a:pPr>
            <a:r>
              <a:rPr sz="2400" spc="-20" dirty="0">
                <a:latin typeface="Times New Roman"/>
                <a:cs typeface="Times New Roman"/>
              </a:rPr>
              <a:t>Telephone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channels</a:t>
            </a:r>
            <a:endParaRPr sz="2400">
              <a:latin typeface="Times New Roman"/>
              <a:cs typeface="Times New Roman"/>
            </a:endParaRPr>
          </a:p>
          <a:p>
            <a:pPr marL="1612900" lvl="1" indent="-457834">
              <a:spcBef>
                <a:spcPts val="5"/>
              </a:spcBef>
              <a:buSzPct val="125000"/>
              <a:buFont typeface="Arial"/>
              <a:buChar char="•"/>
              <a:tabLst>
                <a:tab pos="1612900" algn="l"/>
                <a:tab pos="1613535" algn="l"/>
              </a:tabLst>
            </a:pPr>
            <a:r>
              <a:rPr sz="2400" dirty="0">
                <a:latin typeface="Times New Roman"/>
                <a:cs typeface="Times New Roman"/>
              </a:rPr>
              <a:t>Coaxial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cables</a:t>
            </a:r>
            <a:endParaRPr sz="2400">
              <a:latin typeface="Times New Roman"/>
              <a:cs typeface="Times New Roman"/>
            </a:endParaRPr>
          </a:p>
          <a:p>
            <a:pPr marL="1612900" lvl="1" indent="-457834">
              <a:buSzPct val="125000"/>
              <a:buFont typeface="Arial"/>
              <a:buChar char="•"/>
              <a:tabLst>
                <a:tab pos="1612900" algn="l"/>
                <a:tab pos="1613535" algn="l"/>
              </a:tabLst>
            </a:pPr>
            <a:r>
              <a:rPr sz="2400" dirty="0">
                <a:latin typeface="Times New Roman"/>
                <a:cs typeface="Times New Roman"/>
              </a:rPr>
              <a:t>Optical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fibers</a:t>
            </a:r>
            <a:endParaRPr sz="2400">
              <a:latin typeface="Times New Roman"/>
              <a:cs typeface="Times New Roman"/>
            </a:endParaRPr>
          </a:p>
          <a:p>
            <a:pPr marL="469900" indent="-457200">
              <a:spcBef>
                <a:spcPts val="1465"/>
              </a:spcBef>
              <a:buSzPct val="125000"/>
              <a:buFont typeface="Wingdings"/>
              <a:buChar char=""/>
              <a:tabLst>
                <a:tab pos="469265" algn="l"/>
                <a:tab pos="469900" algn="l"/>
              </a:tabLst>
            </a:pPr>
            <a:r>
              <a:rPr sz="2400" b="1" i="1" dirty="0">
                <a:solidFill>
                  <a:srgbClr val="0000FF"/>
                </a:solidFill>
                <a:latin typeface="Times New Roman"/>
                <a:cs typeface="Times New Roman"/>
              </a:rPr>
              <a:t>Free propagation</a:t>
            </a:r>
            <a:r>
              <a:rPr sz="2400" b="1" i="1" spc="-1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400" b="1" i="1" spc="-5" dirty="0">
                <a:solidFill>
                  <a:srgbClr val="0000FF"/>
                </a:solidFill>
                <a:latin typeface="Times New Roman"/>
                <a:cs typeface="Times New Roman"/>
              </a:rPr>
              <a:t>Channels:</a:t>
            </a:r>
            <a:endParaRPr sz="2400">
              <a:latin typeface="Times New Roman"/>
              <a:cs typeface="Times New Roman"/>
            </a:endParaRPr>
          </a:p>
          <a:p>
            <a:pPr marL="1612900" lvl="1" indent="-457834">
              <a:spcBef>
                <a:spcPts val="1415"/>
              </a:spcBef>
              <a:buSzPct val="125000"/>
              <a:buFont typeface="Arial"/>
              <a:buChar char="•"/>
              <a:tabLst>
                <a:tab pos="1612900" algn="l"/>
                <a:tab pos="1613535" algn="l"/>
              </a:tabLst>
            </a:pPr>
            <a:r>
              <a:rPr sz="2400" spc="-15" dirty="0">
                <a:latin typeface="Times New Roman"/>
                <a:cs typeface="Times New Roman"/>
              </a:rPr>
              <a:t>Wireless </a:t>
            </a:r>
            <a:r>
              <a:rPr sz="2400" dirty="0">
                <a:latin typeface="Times New Roman"/>
                <a:cs typeface="Times New Roman"/>
              </a:rPr>
              <a:t>broadcast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channels</a:t>
            </a:r>
            <a:endParaRPr sz="2400">
              <a:latin typeface="Times New Roman"/>
              <a:cs typeface="Times New Roman"/>
            </a:endParaRPr>
          </a:p>
          <a:p>
            <a:pPr marL="1612900" lvl="1" indent="-457834">
              <a:buSzPct val="125000"/>
              <a:buFont typeface="Arial"/>
              <a:buChar char="•"/>
              <a:tabLst>
                <a:tab pos="1612900" algn="l"/>
                <a:tab pos="1613535" algn="l"/>
              </a:tabLst>
            </a:pPr>
            <a:r>
              <a:rPr sz="2400" dirty="0">
                <a:latin typeface="Times New Roman"/>
                <a:cs typeface="Times New Roman"/>
              </a:rPr>
              <a:t>Mobile radio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channels</a:t>
            </a:r>
            <a:endParaRPr sz="2400">
              <a:latin typeface="Times New Roman"/>
              <a:cs typeface="Times New Roman"/>
            </a:endParaRPr>
          </a:p>
          <a:p>
            <a:pPr marL="1612900" lvl="1" indent="-457834">
              <a:buSzPct val="125000"/>
              <a:buFont typeface="Arial"/>
              <a:buChar char="•"/>
              <a:tabLst>
                <a:tab pos="1612900" algn="l"/>
                <a:tab pos="1613535" algn="l"/>
              </a:tabLst>
            </a:pPr>
            <a:r>
              <a:rPr sz="2400" dirty="0">
                <a:latin typeface="Times New Roman"/>
                <a:cs typeface="Times New Roman"/>
              </a:rPr>
              <a:t>Satellite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channels.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8478139" y="6549754"/>
            <a:ext cx="281304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1425"/>
              </a:lnSpc>
            </a:pPr>
            <a:r>
              <a:rPr lang="en-IN"/>
              <a:t>[</a:t>
            </a:r>
            <a:fld id="{81D60167-4931-47E6-BA6A-407CBD079E47}" type="slidenum">
              <a:rPr spc="-5" smtClean="0"/>
              <a:pPr marL="12700">
                <a:lnSpc>
                  <a:spcPts val="1425"/>
                </a:lnSpc>
              </a:pPr>
              <a:t>18</a:t>
            </a:fld>
            <a:r>
              <a:t>]</a:t>
            </a:r>
            <a:endParaRPr dirty="0"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362200" y="682940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4826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Introduction </a:t>
            </a:r>
            <a:r>
              <a:rPr spc="-175" dirty="0"/>
              <a:t>To </a:t>
            </a:r>
            <a:r>
              <a:rPr spc="-5" dirty="0"/>
              <a:t>Communication</a:t>
            </a:r>
            <a:r>
              <a:rPr spc="200" dirty="0"/>
              <a:t> </a:t>
            </a:r>
            <a:r>
              <a:rPr sz="2400" dirty="0"/>
              <a:t>contd.</a:t>
            </a:r>
            <a:endParaRPr sz="2400"/>
          </a:p>
        </p:txBody>
      </p:sp>
      <p:sp>
        <p:nvSpPr>
          <p:cNvPr id="5" name="object 5"/>
          <p:cNvSpPr txBox="1"/>
          <p:nvPr/>
        </p:nvSpPr>
        <p:spPr>
          <a:xfrm>
            <a:off x="1602739" y="28449"/>
            <a:ext cx="892937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7861934" algn="l"/>
              </a:tabLst>
            </a:pPr>
            <a:r>
              <a:rPr sz="3000" b="1" i="1" baseline="1388" dirty="0">
                <a:solidFill>
                  <a:srgbClr val="0000FF"/>
                </a:solidFill>
                <a:latin typeface="Times New Roman"/>
                <a:cs typeface="Times New Roman"/>
              </a:rPr>
              <a:t>Module</a:t>
            </a:r>
            <a:r>
              <a:rPr sz="3000" b="1" i="1" spc="-30" baseline="1388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3000" b="1" i="1" baseline="1388" dirty="0">
                <a:solidFill>
                  <a:srgbClr val="0000FF"/>
                </a:solidFill>
                <a:latin typeface="Times New Roman"/>
                <a:cs typeface="Times New Roman"/>
              </a:rPr>
              <a:t>– V	</a:t>
            </a:r>
            <a:r>
              <a:rPr sz="2000" b="1" i="1" spc="-55" dirty="0">
                <a:solidFill>
                  <a:srgbClr val="0000FF"/>
                </a:solidFill>
                <a:latin typeface="Times New Roman"/>
                <a:cs typeface="Times New Roman"/>
              </a:rPr>
              <a:t>Vol.</a:t>
            </a:r>
            <a:r>
              <a:rPr sz="2000" b="1" i="1" spc="-8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0000FF"/>
                </a:solidFill>
                <a:latin typeface="Times New Roman"/>
                <a:cs typeface="Times New Roman"/>
              </a:rPr>
              <a:t>No.-1</a:t>
            </a:r>
            <a:endParaRPr sz="2000">
              <a:latin typeface="Times New Roman"/>
              <a:cs typeface="Times New Roman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8AF9D51A-F8F8-4A61-B6F0-DE3C14C83E76}"/>
                  </a:ext>
                </a:extLst>
              </p14:cNvPr>
              <p14:cNvContentPartPr/>
              <p14:nvPr/>
            </p14:nvContentPartPr>
            <p14:xfrm>
              <a:off x="5766480" y="2428920"/>
              <a:ext cx="4908240" cy="10767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8AF9D51A-F8F8-4A61-B6F0-DE3C14C83E7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757120" y="2419560"/>
                <a:ext cx="4926960" cy="10954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64791" y="990600"/>
            <a:ext cx="8750808" cy="152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822450" y="1974850"/>
          <a:ext cx="8610600" cy="429018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5663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b="1" spc="-5" dirty="0">
                          <a:latin typeface="Times New Roman"/>
                          <a:cs typeface="Times New Roman"/>
                        </a:rPr>
                        <a:t>Band</a:t>
                      </a:r>
                      <a:r>
                        <a:rPr sz="18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5" dirty="0">
                          <a:latin typeface="Times New Roman"/>
                          <a:cs typeface="Times New Roman"/>
                        </a:rPr>
                        <a:t>Designation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b="1" spc="-5" dirty="0">
                          <a:latin typeface="Times New Roman"/>
                          <a:cs typeface="Times New Roman"/>
                        </a:rPr>
                        <a:t>Frequency</a:t>
                      </a:r>
                      <a:r>
                        <a:rPr sz="18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5" dirty="0">
                          <a:latin typeface="Times New Roman"/>
                          <a:cs typeface="Times New Roman"/>
                        </a:rPr>
                        <a:t>Range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b="1" spc="-5" dirty="0">
                          <a:latin typeface="Times New Roman"/>
                          <a:cs typeface="Times New Roman"/>
                        </a:rPr>
                        <a:t>Free-Space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2120"/>
                        </a:lnSpc>
                        <a:spcBef>
                          <a:spcPts val="320"/>
                        </a:spcBef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Wavelength</a:t>
                      </a:r>
                      <a:r>
                        <a:rPr sz="180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5" dirty="0">
                          <a:latin typeface="Times New Roman"/>
                          <a:cs typeface="Times New Roman"/>
                        </a:rPr>
                        <a:t>Range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670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b="1" spc="-20" dirty="0">
                          <a:latin typeface="Times New Roman"/>
                          <a:cs typeface="Times New Roman"/>
                        </a:rPr>
                        <a:t>Typical</a:t>
                      </a:r>
                      <a:r>
                        <a:rPr sz="1800" b="1" spc="-1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5" dirty="0">
                          <a:latin typeface="Times New Roman"/>
                          <a:cs typeface="Times New Roman"/>
                        </a:rPr>
                        <a:t>Application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2113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b="1" spc="-5" dirty="0">
                          <a:latin typeface="Times New Roman"/>
                          <a:cs typeface="Times New Roman"/>
                        </a:rPr>
                        <a:t>ELF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spc="-5" dirty="0">
                          <a:latin typeface="Times New Roman"/>
                          <a:cs typeface="Times New Roman"/>
                        </a:rPr>
                        <a:t>(Extremely</a:t>
                      </a:r>
                      <a:r>
                        <a:rPr sz="180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Low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2120"/>
                        </a:lnSpc>
                        <a:spcBef>
                          <a:spcPts val="325"/>
                        </a:spcBef>
                      </a:pPr>
                      <a:r>
                        <a:rPr sz="1800" b="1" spc="-5" dirty="0">
                          <a:latin typeface="Times New Roman"/>
                          <a:cs typeface="Times New Roman"/>
                        </a:rPr>
                        <a:t>Frequency</a:t>
                      </a:r>
                      <a:r>
                        <a:rPr sz="18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30 Hz – 300</a:t>
                      </a:r>
                      <a:r>
                        <a:rPr sz="1800" b="1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Hz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10,000 Km –</a:t>
                      </a:r>
                      <a:r>
                        <a:rPr sz="1800" b="1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1000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Km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Power</a:t>
                      </a:r>
                      <a:r>
                        <a:rPr sz="1800" b="1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line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communication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566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VF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2120"/>
                        </a:lnSpc>
                        <a:spcBef>
                          <a:spcPts val="325"/>
                        </a:spcBef>
                      </a:pPr>
                      <a:r>
                        <a:rPr sz="1800" b="1" spc="-30" dirty="0">
                          <a:latin typeface="Times New Roman"/>
                          <a:cs typeface="Times New Roman"/>
                        </a:rPr>
                        <a:t>(Voice</a:t>
                      </a:r>
                      <a:r>
                        <a:rPr sz="18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5" dirty="0">
                          <a:latin typeface="Times New Roman"/>
                          <a:cs typeface="Times New Roman"/>
                        </a:rPr>
                        <a:t>Frequency)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300 Hz – 3000</a:t>
                      </a:r>
                      <a:r>
                        <a:rPr sz="1800" b="1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Hz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1000 Km – 100</a:t>
                      </a:r>
                      <a:r>
                        <a:rPr sz="1800" b="1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Km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0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b="1" spc="-20" dirty="0">
                          <a:latin typeface="Times New Roman"/>
                          <a:cs typeface="Times New Roman"/>
                        </a:rPr>
                        <a:t>Telephone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system</a:t>
                      </a:r>
                      <a:r>
                        <a:rPr sz="18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for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03505">
                        <a:lnSpc>
                          <a:spcPts val="2120"/>
                        </a:lnSpc>
                        <a:spcBef>
                          <a:spcPts val="325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analog </a:t>
                      </a:r>
                      <a:r>
                        <a:rPr sz="1800" b="1" spc="-5" dirty="0">
                          <a:latin typeface="Times New Roman"/>
                          <a:cs typeface="Times New Roman"/>
                        </a:rPr>
                        <a:t>subscriber</a:t>
                      </a:r>
                      <a:r>
                        <a:rPr sz="1800" b="1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lines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2113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b="1" spc="-5" dirty="0">
                          <a:latin typeface="Times New Roman"/>
                          <a:cs typeface="Times New Roman"/>
                        </a:rPr>
                        <a:t>VLF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b="1" spc="-35" dirty="0">
                          <a:latin typeface="Times New Roman"/>
                          <a:cs typeface="Times New Roman"/>
                        </a:rPr>
                        <a:t>(Very</a:t>
                      </a:r>
                      <a:r>
                        <a:rPr sz="1800" b="1" spc="-1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Low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2115"/>
                        </a:lnSpc>
                        <a:spcBef>
                          <a:spcPts val="325"/>
                        </a:spcBef>
                      </a:pPr>
                      <a:r>
                        <a:rPr sz="1800" b="1" spc="-5" dirty="0">
                          <a:latin typeface="Times New Roman"/>
                          <a:cs typeface="Times New Roman"/>
                        </a:rPr>
                        <a:t>Frequency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3 KHz – 30</a:t>
                      </a:r>
                      <a:r>
                        <a:rPr sz="1800" b="1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KHz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100 Km – 10</a:t>
                      </a:r>
                      <a:r>
                        <a:rPr sz="1800" b="1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Km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b="1" spc="-5" dirty="0">
                          <a:latin typeface="Times New Roman"/>
                          <a:cs typeface="Times New Roman"/>
                        </a:rPr>
                        <a:t>Long-range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b="1" spc="-5" dirty="0">
                          <a:latin typeface="Times New Roman"/>
                          <a:cs typeface="Times New Roman"/>
                        </a:rPr>
                        <a:t>navigation;</a:t>
                      </a:r>
                      <a:r>
                        <a:rPr sz="18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5" dirty="0">
                          <a:latin typeface="Times New Roman"/>
                          <a:cs typeface="Times New Roman"/>
                        </a:rPr>
                        <a:t>Submarine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ts val="2115"/>
                        </a:lnSpc>
                        <a:spcBef>
                          <a:spcPts val="325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communication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3659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b="1" spc="-5" dirty="0">
                          <a:latin typeface="Times New Roman"/>
                          <a:cs typeface="Times New Roman"/>
                        </a:rPr>
                        <a:t>LF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b="1" spc="-5" dirty="0">
                          <a:latin typeface="Times New Roman"/>
                          <a:cs typeface="Times New Roman"/>
                        </a:rPr>
                        <a:t>(Low</a:t>
                      </a:r>
                      <a:r>
                        <a:rPr sz="18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5" dirty="0">
                          <a:latin typeface="Times New Roman"/>
                          <a:cs typeface="Times New Roman"/>
                        </a:rPr>
                        <a:t>Frequency)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30 KHz – 300</a:t>
                      </a:r>
                      <a:r>
                        <a:rPr sz="1800" b="1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KHz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10 Km – 1</a:t>
                      </a: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Km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b="1" spc="-5" dirty="0">
                          <a:latin typeface="Times New Roman"/>
                          <a:cs typeface="Times New Roman"/>
                        </a:rPr>
                        <a:t>Long-range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8425" marR="92075" algn="ctr">
                        <a:lnSpc>
                          <a:spcPct val="114999"/>
                        </a:lnSpc>
                        <a:spcBef>
                          <a:spcPts val="5"/>
                        </a:spcBef>
                      </a:pPr>
                      <a:r>
                        <a:rPr sz="1800" b="1" spc="-5" dirty="0">
                          <a:latin typeface="Times New Roman"/>
                          <a:cs typeface="Times New Roman"/>
                        </a:rPr>
                        <a:t>navigation;</a:t>
                      </a:r>
                      <a:r>
                        <a:rPr sz="18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5" dirty="0">
                          <a:latin typeface="Times New Roman"/>
                          <a:cs typeface="Times New Roman"/>
                        </a:rPr>
                        <a:t>Submarine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5" dirty="0">
                          <a:latin typeface="Times New Roman"/>
                          <a:cs typeface="Times New Roman"/>
                        </a:rPr>
                        <a:t>communication</a:t>
                      </a:r>
                      <a:r>
                        <a:rPr sz="18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5" dirty="0">
                          <a:latin typeface="Times New Roman"/>
                          <a:cs typeface="Times New Roman"/>
                        </a:rPr>
                        <a:t>radio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ts val="2115"/>
                        </a:lnSpc>
                        <a:spcBef>
                          <a:spcPts val="325"/>
                        </a:spcBef>
                      </a:pPr>
                      <a:r>
                        <a:rPr sz="1800" b="1" spc="-5" dirty="0">
                          <a:latin typeface="Times New Roman"/>
                          <a:cs typeface="Times New Roman"/>
                        </a:rPr>
                        <a:t>beacons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8478139" y="6549754"/>
            <a:ext cx="281304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1425"/>
              </a:lnSpc>
            </a:pPr>
            <a:r>
              <a:rPr lang="en-IN"/>
              <a:t>[</a:t>
            </a:r>
            <a:fld id="{81D60167-4931-47E6-BA6A-407CBD079E47}" type="slidenum">
              <a:rPr spc="-5" smtClean="0"/>
              <a:pPr marL="12700">
                <a:lnSpc>
                  <a:spcPts val="1425"/>
                </a:lnSpc>
              </a:pPr>
              <a:t>19</a:t>
            </a:fld>
            <a:r>
              <a:t>]</a:t>
            </a:r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2288540" y="1394205"/>
            <a:ext cx="760793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spc="-5" dirty="0">
                <a:solidFill>
                  <a:srgbClr val="0000FF"/>
                </a:solidFill>
                <a:latin typeface="Times New Roman"/>
                <a:cs typeface="Times New Roman"/>
              </a:rPr>
              <a:t>Radio Frequency </a:t>
            </a:r>
            <a:r>
              <a:rPr sz="2400" b="1" dirty="0">
                <a:solidFill>
                  <a:srgbClr val="0000FF"/>
                </a:solidFill>
                <a:latin typeface="Times New Roman"/>
                <a:cs typeface="Times New Roman"/>
              </a:rPr>
              <a:t>(RF) Spectrum </a:t>
            </a:r>
            <a:r>
              <a:rPr sz="2400" b="1" spc="-5" dirty="0">
                <a:solidFill>
                  <a:srgbClr val="0000FF"/>
                </a:solidFill>
                <a:latin typeface="Times New Roman"/>
                <a:cs typeface="Times New Roman"/>
              </a:rPr>
              <a:t>Bands </a:t>
            </a:r>
            <a:r>
              <a:rPr sz="2400" b="1" dirty="0">
                <a:solidFill>
                  <a:srgbClr val="0000FF"/>
                </a:solidFill>
                <a:latin typeface="Times New Roman"/>
                <a:cs typeface="Times New Roman"/>
              </a:rPr>
              <a:t>&amp; its</a:t>
            </a:r>
            <a:r>
              <a:rPr sz="2400" b="1" spc="-14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00FF"/>
                </a:solidFill>
                <a:latin typeface="Times New Roman"/>
                <a:cs typeface="Times New Roman"/>
              </a:rPr>
              <a:t>Applications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362200" y="682940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4826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Introduction </a:t>
            </a:r>
            <a:r>
              <a:rPr spc="-175" dirty="0"/>
              <a:t>To </a:t>
            </a:r>
            <a:r>
              <a:rPr spc="-5" dirty="0"/>
              <a:t>Communication</a:t>
            </a:r>
            <a:r>
              <a:rPr spc="200" dirty="0"/>
              <a:t> </a:t>
            </a:r>
            <a:r>
              <a:rPr sz="2400" dirty="0"/>
              <a:t>contd.</a:t>
            </a:r>
            <a:endParaRPr sz="2400"/>
          </a:p>
        </p:txBody>
      </p:sp>
      <p:sp>
        <p:nvSpPr>
          <p:cNvPr id="6" name="object 6"/>
          <p:cNvSpPr txBox="1"/>
          <p:nvPr/>
        </p:nvSpPr>
        <p:spPr>
          <a:xfrm>
            <a:off x="1602739" y="28449"/>
            <a:ext cx="892937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7861934" algn="l"/>
              </a:tabLst>
            </a:pPr>
            <a:r>
              <a:rPr sz="3000" b="1" i="1" baseline="1388" dirty="0">
                <a:solidFill>
                  <a:srgbClr val="0000FF"/>
                </a:solidFill>
                <a:latin typeface="Times New Roman"/>
                <a:cs typeface="Times New Roman"/>
              </a:rPr>
              <a:t>Module</a:t>
            </a:r>
            <a:r>
              <a:rPr sz="3000" b="1" i="1" spc="-30" baseline="1388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3000" b="1" i="1" baseline="1388" dirty="0">
                <a:solidFill>
                  <a:srgbClr val="0000FF"/>
                </a:solidFill>
                <a:latin typeface="Times New Roman"/>
                <a:cs typeface="Times New Roman"/>
              </a:rPr>
              <a:t>– V	</a:t>
            </a:r>
            <a:r>
              <a:rPr sz="2000" b="1" i="1" spc="-55" dirty="0">
                <a:solidFill>
                  <a:srgbClr val="0000FF"/>
                </a:solidFill>
                <a:latin typeface="Times New Roman"/>
                <a:cs typeface="Times New Roman"/>
              </a:rPr>
              <a:t>Vol.</a:t>
            </a:r>
            <a:r>
              <a:rPr sz="2000" b="1" i="1" spc="-8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0000FF"/>
                </a:solidFill>
                <a:latin typeface="Times New Roman"/>
                <a:cs typeface="Times New Roman"/>
              </a:rPr>
              <a:t>No.-1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64791" y="990600"/>
            <a:ext cx="8750808" cy="152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746250" y="1365251"/>
          <a:ext cx="8686800" cy="49453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69950">
                <a:tc>
                  <a:txBody>
                    <a:bodyPr/>
                    <a:lstStyle/>
                    <a:p>
                      <a:pPr marL="13208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700" b="1" dirty="0">
                          <a:latin typeface="Times New Roman"/>
                          <a:cs typeface="Times New Roman"/>
                        </a:rPr>
                        <a:t>Band</a:t>
                      </a:r>
                      <a:r>
                        <a:rPr sz="17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b="1" dirty="0">
                          <a:latin typeface="Times New Roman"/>
                          <a:cs typeface="Times New Roman"/>
                        </a:rPr>
                        <a:t>Designation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700" b="1" spc="-5" dirty="0">
                          <a:latin typeface="Times New Roman"/>
                          <a:cs typeface="Times New Roman"/>
                        </a:rPr>
                        <a:t>Frequency</a:t>
                      </a:r>
                      <a:r>
                        <a:rPr sz="17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b="1" dirty="0">
                          <a:latin typeface="Times New Roman"/>
                          <a:cs typeface="Times New Roman"/>
                        </a:rPr>
                        <a:t>Range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11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700" b="1" spc="-5" dirty="0">
                          <a:latin typeface="Times New Roman"/>
                          <a:cs typeface="Times New Roman"/>
                        </a:rPr>
                        <a:t>Free-Space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marL="504825" marR="245745" indent="-251460">
                        <a:lnSpc>
                          <a:spcPts val="2350"/>
                        </a:lnSpc>
                        <a:spcBef>
                          <a:spcPts val="120"/>
                        </a:spcBef>
                      </a:pPr>
                      <a:r>
                        <a:rPr sz="1700" b="1" spc="-100" dirty="0">
                          <a:latin typeface="Times New Roman"/>
                          <a:cs typeface="Times New Roman"/>
                        </a:rPr>
                        <a:t>W</a:t>
                      </a:r>
                      <a:r>
                        <a:rPr sz="1700" b="1" dirty="0">
                          <a:latin typeface="Times New Roman"/>
                          <a:cs typeface="Times New Roman"/>
                        </a:rPr>
                        <a:t>ave</a:t>
                      </a:r>
                      <a:r>
                        <a:rPr sz="1700" b="1" spc="-10" dirty="0"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sz="1700" b="1" dirty="0">
                          <a:latin typeface="Times New Roman"/>
                          <a:cs typeface="Times New Roman"/>
                        </a:rPr>
                        <a:t>ength  Range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8420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700" b="1" spc="-15" dirty="0">
                          <a:latin typeface="Times New Roman"/>
                          <a:cs typeface="Times New Roman"/>
                        </a:rPr>
                        <a:t>Typical</a:t>
                      </a:r>
                      <a:r>
                        <a:rPr sz="1700" b="1" spc="-1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b="1" spc="-5" dirty="0">
                          <a:latin typeface="Times New Roman"/>
                          <a:cs typeface="Times New Roman"/>
                        </a:rPr>
                        <a:t>Application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982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700" b="1" spc="-5" dirty="0">
                          <a:latin typeface="Times New Roman"/>
                          <a:cs typeface="Times New Roman"/>
                        </a:rPr>
                        <a:t>MF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marL="424815" marR="416559" indent="-1905" algn="ctr">
                        <a:lnSpc>
                          <a:spcPts val="2350"/>
                        </a:lnSpc>
                        <a:spcBef>
                          <a:spcPts val="120"/>
                        </a:spcBef>
                      </a:pPr>
                      <a:r>
                        <a:rPr sz="1700" b="1" dirty="0">
                          <a:latin typeface="Times New Roman"/>
                          <a:cs typeface="Times New Roman"/>
                        </a:rPr>
                        <a:t>(Medium  F</a:t>
                      </a:r>
                      <a:r>
                        <a:rPr sz="1700" b="1" spc="-4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700" b="1" dirty="0">
                          <a:latin typeface="Times New Roman"/>
                          <a:cs typeface="Times New Roman"/>
                        </a:rPr>
                        <a:t>equen</a:t>
                      </a:r>
                      <a:r>
                        <a:rPr sz="1700" b="1" spc="-1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700" b="1" spc="20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1700" b="1" dirty="0">
                          <a:latin typeface="Times New Roman"/>
                          <a:cs typeface="Times New Roman"/>
                        </a:rPr>
                        <a:t>)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700" b="1" dirty="0">
                          <a:latin typeface="Times New Roman"/>
                          <a:cs typeface="Times New Roman"/>
                        </a:rPr>
                        <a:t>300 </a:t>
                      </a:r>
                      <a:r>
                        <a:rPr sz="1700" b="1" spc="-5" dirty="0">
                          <a:latin typeface="Times New Roman"/>
                          <a:cs typeface="Times New Roman"/>
                        </a:rPr>
                        <a:t>KHz </a:t>
                      </a:r>
                      <a:r>
                        <a:rPr sz="1700" b="1" dirty="0">
                          <a:latin typeface="Times New Roman"/>
                          <a:cs typeface="Times New Roman"/>
                        </a:rPr>
                        <a:t>– 3000</a:t>
                      </a:r>
                      <a:r>
                        <a:rPr sz="1700" b="1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b="1" spc="-5" dirty="0">
                          <a:latin typeface="Times New Roman"/>
                          <a:cs typeface="Times New Roman"/>
                        </a:rPr>
                        <a:t>KHz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700" b="1" dirty="0">
                          <a:latin typeface="Times New Roman"/>
                          <a:cs typeface="Times New Roman"/>
                        </a:rPr>
                        <a:t>1000 m – 100</a:t>
                      </a:r>
                      <a:r>
                        <a:rPr sz="1700" b="1" spc="-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b="1" dirty="0">
                          <a:latin typeface="Times New Roman"/>
                          <a:cs typeface="Times New Roman"/>
                        </a:rPr>
                        <a:t>m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700" b="1" dirty="0">
                          <a:latin typeface="Times New Roman"/>
                          <a:cs typeface="Times New Roman"/>
                        </a:rPr>
                        <a:t>AM </a:t>
                      </a:r>
                      <a:r>
                        <a:rPr sz="1700" b="1" spc="-10" dirty="0">
                          <a:latin typeface="Times New Roman"/>
                          <a:cs typeface="Times New Roman"/>
                        </a:rPr>
                        <a:t>broad </a:t>
                      </a:r>
                      <a:r>
                        <a:rPr sz="1700" b="1" spc="-5" dirty="0">
                          <a:latin typeface="Times New Roman"/>
                          <a:cs typeface="Times New Roman"/>
                        </a:rPr>
                        <a:t>casting;</a:t>
                      </a:r>
                      <a:r>
                        <a:rPr sz="17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b="1" dirty="0">
                          <a:latin typeface="Times New Roman"/>
                          <a:cs typeface="Times New Roman"/>
                        </a:rPr>
                        <a:t>Marine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700" b="1" dirty="0">
                          <a:latin typeface="Times New Roman"/>
                          <a:cs typeface="Times New Roman"/>
                        </a:rPr>
                        <a:t>radio; </a:t>
                      </a:r>
                      <a:r>
                        <a:rPr sz="1700" b="1" spc="-5" dirty="0">
                          <a:latin typeface="Times New Roman"/>
                          <a:cs typeface="Times New Roman"/>
                        </a:rPr>
                        <a:t>Direction </a:t>
                      </a:r>
                      <a:r>
                        <a:rPr sz="1700" b="1" dirty="0">
                          <a:latin typeface="Times New Roman"/>
                          <a:cs typeface="Times New Roman"/>
                        </a:rPr>
                        <a:t>finding</a:t>
                      </a:r>
                      <a:r>
                        <a:rPr sz="1700" b="1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b="1" dirty="0">
                          <a:latin typeface="Times New Roman"/>
                          <a:cs typeface="Times New Roman"/>
                        </a:rPr>
                        <a:t>radio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6789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700" b="1" spc="-10" dirty="0">
                          <a:latin typeface="Times New Roman"/>
                          <a:cs typeface="Times New Roman"/>
                        </a:rPr>
                        <a:t>HF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700" b="1" spc="-5" dirty="0">
                          <a:latin typeface="Times New Roman"/>
                          <a:cs typeface="Times New Roman"/>
                        </a:rPr>
                        <a:t>(High</a:t>
                      </a:r>
                      <a:r>
                        <a:rPr sz="17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b="1" dirty="0">
                          <a:latin typeface="Times New Roman"/>
                          <a:cs typeface="Times New Roman"/>
                        </a:rPr>
                        <a:t>Frequency)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700" b="1" dirty="0">
                          <a:latin typeface="Times New Roman"/>
                          <a:cs typeface="Times New Roman"/>
                        </a:rPr>
                        <a:t>3 </a:t>
                      </a:r>
                      <a:r>
                        <a:rPr sz="1700" b="1" spc="-5" dirty="0">
                          <a:latin typeface="Times New Roman"/>
                          <a:cs typeface="Times New Roman"/>
                        </a:rPr>
                        <a:t>MHz </a:t>
                      </a:r>
                      <a:r>
                        <a:rPr sz="1700" b="1" dirty="0">
                          <a:latin typeface="Times New Roman"/>
                          <a:cs typeface="Times New Roman"/>
                        </a:rPr>
                        <a:t>– 30</a:t>
                      </a:r>
                      <a:r>
                        <a:rPr sz="1700" b="1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b="1" spc="-5" dirty="0">
                          <a:latin typeface="Times New Roman"/>
                          <a:cs typeface="Times New Roman"/>
                        </a:rPr>
                        <a:t>MHz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700" b="1" dirty="0">
                          <a:latin typeface="Times New Roman"/>
                          <a:cs typeface="Times New Roman"/>
                        </a:rPr>
                        <a:t>100 m – 10</a:t>
                      </a:r>
                      <a:r>
                        <a:rPr sz="1700" b="1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b="1" dirty="0">
                          <a:latin typeface="Times New Roman"/>
                          <a:cs typeface="Times New Roman"/>
                        </a:rPr>
                        <a:t>m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336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700" b="1" dirty="0">
                          <a:latin typeface="Times New Roman"/>
                          <a:cs typeface="Times New Roman"/>
                        </a:rPr>
                        <a:t>Long-distance </a:t>
                      </a:r>
                      <a:r>
                        <a:rPr sz="1700" b="1" spc="-5" dirty="0">
                          <a:latin typeface="Times New Roman"/>
                          <a:cs typeface="Times New Roman"/>
                        </a:rPr>
                        <a:t>aircraft</a:t>
                      </a:r>
                      <a:r>
                        <a:rPr sz="1700" b="1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b="1" dirty="0">
                          <a:latin typeface="Times New Roman"/>
                          <a:cs typeface="Times New Roman"/>
                        </a:rPr>
                        <a:t>and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marL="303530" indent="-20002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700" b="1" spc="-5" dirty="0">
                          <a:latin typeface="Times New Roman"/>
                          <a:cs typeface="Times New Roman"/>
                        </a:rPr>
                        <a:t>ship communication; Military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marL="1239520" marR="290195" indent="-935990">
                        <a:lnSpc>
                          <a:spcPct val="114700"/>
                        </a:lnSpc>
                        <a:spcBef>
                          <a:spcPts val="10"/>
                        </a:spcBef>
                      </a:pPr>
                      <a:r>
                        <a:rPr sz="1700" b="1" spc="-5" dirty="0">
                          <a:latin typeface="Times New Roman"/>
                          <a:cs typeface="Times New Roman"/>
                        </a:rPr>
                        <a:t>communication;</a:t>
                      </a:r>
                      <a:r>
                        <a:rPr sz="1700" b="1" spc="-1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b="1" dirty="0">
                          <a:latin typeface="Times New Roman"/>
                          <a:cs typeface="Times New Roman"/>
                        </a:rPr>
                        <a:t>Amateur  radio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982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700" b="1" dirty="0">
                          <a:latin typeface="Times New Roman"/>
                          <a:cs typeface="Times New Roman"/>
                        </a:rPr>
                        <a:t>VHF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marL="424815" marR="416559" indent="-1270" algn="ctr">
                        <a:lnSpc>
                          <a:spcPts val="2350"/>
                        </a:lnSpc>
                        <a:spcBef>
                          <a:spcPts val="120"/>
                        </a:spcBef>
                      </a:pPr>
                      <a:r>
                        <a:rPr sz="1700" b="1" spc="-35" dirty="0">
                          <a:latin typeface="Times New Roman"/>
                          <a:cs typeface="Times New Roman"/>
                        </a:rPr>
                        <a:t>(Very </a:t>
                      </a:r>
                      <a:r>
                        <a:rPr sz="1700" b="1" spc="-5" dirty="0">
                          <a:latin typeface="Times New Roman"/>
                          <a:cs typeface="Times New Roman"/>
                        </a:rPr>
                        <a:t>High  </a:t>
                      </a:r>
                      <a:r>
                        <a:rPr sz="1700" b="1" dirty="0"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1700" b="1" spc="-4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700" b="1" dirty="0">
                          <a:latin typeface="Times New Roman"/>
                          <a:cs typeface="Times New Roman"/>
                        </a:rPr>
                        <a:t>equen</a:t>
                      </a:r>
                      <a:r>
                        <a:rPr sz="1700" b="1" spc="-1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700" b="1" spc="20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1700" b="1" dirty="0">
                          <a:latin typeface="Times New Roman"/>
                          <a:cs typeface="Times New Roman"/>
                        </a:rPr>
                        <a:t>)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700" b="1" dirty="0">
                          <a:latin typeface="Times New Roman"/>
                          <a:cs typeface="Times New Roman"/>
                        </a:rPr>
                        <a:t>30 </a:t>
                      </a:r>
                      <a:r>
                        <a:rPr sz="1700" b="1" spc="-5" dirty="0">
                          <a:latin typeface="Times New Roman"/>
                          <a:cs typeface="Times New Roman"/>
                        </a:rPr>
                        <a:t>MHz </a:t>
                      </a:r>
                      <a:r>
                        <a:rPr sz="1700" b="1" dirty="0">
                          <a:latin typeface="Times New Roman"/>
                          <a:cs typeface="Times New Roman"/>
                        </a:rPr>
                        <a:t>– 300</a:t>
                      </a:r>
                      <a:r>
                        <a:rPr sz="1700" b="1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b="1" spc="-5" dirty="0">
                          <a:latin typeface="Times New Roman"/>
                          <a:cs typeface="Times New Roman"/>
                        </a:rPr>
                        <a:t>MHz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700" b="1" dirty="0">
                          <a:latin typeface="Times New Roman"/>
                          <a:cs typeface="Times New Roman"/>
                        </a:rPr>
                        <a:t>10 </a:t>
                      </a:r>
                      <a:r>
                        <a:rPr sz="1700" b="1" spc="5" dirty="0">
                          <a:latin typeface="Times New Roman"/>
                          <a:cs typeface="Times New Roman"/>
                        </a:rPr>
                        <a:t>m </a:t>
                      </a:r>
                      <a:r>
                        <a:rPr sz="1700" b="1" dirty="0">
                          <a:latin typeface="Times New Roman"/>
                          <a:cs typeface="Times New Roman"/>
                        </a:rPr>
                        <a:t>– 1</a:t>
                      </a:r>
                      <a:r>
                        <a:rPr sz="1700" b="1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b="1" spc="5" dirty="0">
                          <a:latin typeface="Times New Roman"/>
                          <a:cs typeface="Times New Roman"/>
                        </a:rPr>
                        <a:t>m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700" b="1" spc="5" dirty="0">
                          <a:latin typeface="Times New Roman"/>
                          <a:cs typeface="Times New Roman"/>
                        </a:rPr>
                        <a:t>FM </a:t>
                      </a:r>
                      <a:r>
                        <a:rPr sz="1700" b="1" spc="-5" dirty="0">
                          <a:latin typeface="Times New Roman"/>
                          <a:cs typeface="Times New Roman"/>
                        </a:rPr>
                        <a:t>broadcasting;</a:t>
                      </a:r>
                      <a:r>
                        <a:rPr sz="1700" b="1" spc="-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b="1" spc="-20" dirty="0">
                          <a:latin typeface="Times New Roman"/>
                          <a:cs typeface="Times New Roman"/>
                        </a:rPr>
                        <a:t>Two-way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marL="384175" marR="377190" indent="1270" algn="ctr">
                        <a:lnSpc>
                          <a:spcPts val="2350"/>
                        </a:lnSpc>
                        <a:spcBef>
                          <a:spcPts val="120"/>
                        </a:spcBef>
                      </a:pPr>
                      <a:r>
                        <a:rPr sz="1700" b="1" dirty="0">
                          <a:latin typeface="Times New Roman"/>
                          <a:cs typeface="Times New Roman"/>
                        </a:rPr>
                        <a:t>radio; VHF </a:t>
                      </a:r>
                      <a:r>
                        <a:rPr sz="1700" b="1" spc="-5" dirty="0">
                          <a:latin typeface="Times New Roman"/>
                          <a:cs typeface="Times New Roman"/>
                        </a:rPr>
                        <a:t>television;  Aircraft navigation</a:t>
                      </a:r>
                      <a:r>
                        <a:rPr sz="1700" b="1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b="1" spc="-5" dirty="0">
                          <a:latin typeface="Times New Roman"/>
                          <a:cs typeface="Times New Roman"/>
                        </a:rPr>
                        <a:t>aids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6782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700" b="1" dirty="0">
                          <a:latin typeface="Times New Roman"/>
                          <a:cs typeface="Times New Roman"/>
                        </a:rPr>
                        <a:t>UHF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700" b="1" dirty="0">
                          <a:latin typeface="Times New Roman"/>
                          <a:cs typeface="Times New Roman"/>
                        </a:rPr>
                        <a:t>(Ultra</a:t>
                      </a:r>
                      <a:r>
                        <a:rPr sz="1700" b="1" spc="-10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b="1" spc="-5" dirty="0">
                          <a:latin typeface="Times New Roman"/>
                          <a:cs typeface="Times New Roman"/>
                        </a:rPr>
                        <a:t>High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700" b="1" spc="-5" dirty="0">
                          <a:latin typeface="Times New Roman"/>
                          <a:cs typeface="Times New Roman"/>
                        </a:rPr>
                        <a:t>Frequency)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700" b="1" dirty="0">
                          <a:latin typeface="Times New Roman"/>
                          <a:cs typeface="Times New Roman"/>
                        </a:rPr>
                        <a:t>300 </a:t>
                      </a:r>
                      <a:r>
                        <a:rPr sz="1700" b="1" spc="-5" dirty="0">
                          <a:latin typeface="Times New Roman"/>
                          <a:cs typeface="Times New Roman"/>
                        </a:rPr>
                        <a:t>MHz </a:t>
                      </a:r>
                      <a:r>
                        <a:rPr sz="1700" b="1" dirty="0">
                          <a:latin typeface="Times New Roman"/>
                          <a:cs typeface="Times New Roman"/>
                        </a:rPr>
                        <a:t>– 3000</a:t>
                      </a:r>
                      <a:r>
                        <a:rPr sz="1700" b="1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b="1" spc="-5" dirty="0">
                          <a:latin typeface="Times New Roman"/>
                          <a:cs typeface="Times New Roman"/>
                        </a:rPr>
                        <a:t>MHz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700" b="1" dirty="0">
                          <a:latin typeface="Times New Roman"/>
                          <a:cs typeface="Times New Roman"/>
                        </a:rPr>
                        <a:t>100 cm – 10</a:t>
                      </a:r>
                      <a:r>
                        <a:rPr sz="1700" b="1" spc="-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b="1" dirty="0">
                          <a:latin typeface="Times New Roman"/>
                          <a:cs typeface="Times New Roman"/>
                        </a:rPr>
                        <a:t>cm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700" b="1" spc="-5" dirty="0">
                          <a:latin typeface="Times New Roman"/>
                          <a:cs typeface="Times New Roman"/>
                        </a:rPr>
                        <a:t>UHF-television; Cellular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700" b="1" spc="-5" dirty="0">
                          <a:latin typeface="Times New Roman"/>
                          <a:cs typeface="Times New Roman"/>
                        </a:rPr>
                        <a:t>mobile </a:t>
                      </a:r>
                      <a:r>
                        <a:rPr sz="1700" b="1" dirty="0">
                          <a:latin typeface="Times New Roman"/>
                          <a:cs typeface="Times New Roman"/>
                        </a:rPr>
                        <a:t>telephone;</a:t>
                      </a:r>
                      <a:r>
                        <a:rPr sz="170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b="1" spc="-5" dirty="0">
                          <a:latin typeface="Times New Roman"/>
                          <a:cs typeface="Times New Roman"/>
                        </a:rPr>
                        <a:t>Microwave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700" b="1" spc="-5" dirty="0">
                          <a:latin typeface="Times New Roman"/>
                          <a:cs typeface="Times New Roman"/>
                        </a:rPr>
                        <a:t>links; </a:t>
                      </a:r>
                      <a:r>
                        <a:rPr sz="1700" b="1" dirty="0">
                          <a:latin typeface="Times New Roman"/>
                          <a:cs typeface="Times New Roman"/>
                        </a:rPr>
                        <a:t>Radar</a:t>
                      </a:r>
                      <a:r>
                        <a:rPr sz="170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b="1" dirty="0">
                          <a:latin typeface="Times New Roman"/>
                          <a:cs typeface="Times New Roman"/>
                        </a:rPr>
                        <a:t>personal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marL="1270" algn="ctr">
                        <a:lnSpc>
                          <a:spcPts val="1989"/>
                        </a:lnSpc>
                        <a:spcBef>
                          <a:spcPts val="300"/>
                        </a:spcBef>
                      </a:pPr>
                      <a:r>
                        <a:rPr sz="1700" b="1" spc="-5" dirty="0">
                          <a:latin typeface="Times New Roman"/>
                          <a:cs typeface="Times New Roman"/>
                        </a:rPr>
                        <a:t>communication </a:t>
                      </a:r>
                      <a:r>
                        <a:rPr sz="1700" b="1" dirty="0">
                          <a:latin typeface="Times New Roman"/>
                          <a:cs typeface="Times New Roman"/>
                        </a:rPr>
                        <a:t>systems</a:t>
                      </a:r>
                      <a:r>
                        <a:rPr sz="170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b="1" dirty="0">
                          <a:latin typeface="Times New Roman"/>
                          <a:cs typeface="Times New Roman"/>
                        </a:rPr>
                        <a:t>(PCS)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8478139" y="6549754"/>
            <a:ext cx="281304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1425"/>
              </a:lnSpc>
            </a:pPr>
            <a:r>
              <a:rPr lang="en-IN"/>
              <a:t>[</a:t>
            </a:r>
            <a:fld id="{81D60167-4931-47E6-BA6A-407CBD079E47}" type="slidenum">
              <a:rPr spc="-5" smtClean="0"/>
              <a:pPr marL="12700">
                <a:lnSpc>
                  <a:spcPts val="1425"/>
                </a:lnSpc>
              </a:pPr>
              <a:t>20</a:t>
            </a:fld>
            <a:r>
              <a:t>]</a:t>
            </a:r>
            <a:endParaRPr dirty="0"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602739" y="-229728"/>
            <a:ext cx="8929370" cy="1408719"/>
          </a:xfrm>
          <a:prstGeom prst="rect">
            <a:avLst/>
          </a:prstGeom>
        </p:spPr>
        <p:txBody>
          <a:bodyPr vert="horz" wrap="square" lIns="0" tIns="2857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225"/>
              </a:spcBef>
              <a:tabLst>
                <a:tab pos="7861934" algn="l"/>
              </a:tabLst>
            </a:pPr>
            <a:r>
              <a:rPr sz="3000" baseline="1388" dirty="0"/>
              <a:t>Module</a:t>
            </a:r>
            <a:r>
              <a:rPr sz="3000" spc="-30" baseline="1388" dirty="0"/>
              <a:t> </a:t>
            </a:r>
            <a:r>
              <a:rPr sz="3000" baseline="1388" dirty="0"/>
              <a:t>– V	</a:t>
            </a:r>
            <a:r>
              <a:rPr sz="2000" spc="-55" dirty="0"/>
              <a:t>Vol.</a:t>
            </a:r>
            <a:r>
              <a:rPr sz="2000" spc="-80" dirty="0"/>
              <a:t> </a:t>
            </a:r>
            <a:r>
              <a:rPr sz="2000" dirty="0"/>
              <a:t>No.-1</a:t>
            </a:r>
            <a:endParaRPr sz="2000"/>
          </a:p>
          <a:p>
            <a:pPr marL="1003300">
              <a:lnSpc>
                <a:spcPct val="100000"/>
              </a:lnSpc>
              <a:spcBef>
                <a:spcPts val="225"/>
              </a:spcBef>
            </a:pPr>
            <a:r>
              <a:rPr spc="-5" dirty="0"/>
              <a:t>Introduction </a:t>
            </a:r>
            <a:r>
              <a:rPr spc="-175" dirty="0"/>
              <a:t>To </a:t>
            </a:r>
            <a:r>
              <a:rPr spc="-5" dirty="0"/>
              <a:t>Communication</a:t>
            </a:r>
            <a:r>
              <a:rPr spc="200" dirty="0"/>
              <a:t> </a:t>
            </a:r>
            <a:r>
              <a:rPr sz="2400" dirty="0"/>
              <a:t>contd.</a:t>
            </a:r>
            <a:endParaRPr sz="24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64791" y="990600"/>
            <a:ext cx="8750808" cy="152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670050" y="1365251"/>
          <a:ext cx="8839200" cy="429018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566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800" b="1" spc="-5" dirty="0">
                          <a:latin typeface="Times New Roman"/>
                          <a:cs typeface="Times New Roman"/>
                        </a:rPr>
                        <a:t>Band</a:t>
                      </a: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5" dirty="0">
                          <a:latin typeface="Times New Roman"/>
                          <a:cs typeface="Times New Roman"/>
                        </a:rPr>
                        <a:t>Designation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76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764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800" b="1" spc="-5" dirty="0">
                          <a:latin typeface="Times New Roman"/>
                          <a:cs typeface="Times New Roman"/>
                        </a:rPr>
                        <a:t>Frequency</a:t>
                      </a:r>
                      <a:r>
                        <a:rPr sz="18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5" dirty="0">
                          <a:latin typeface="Times New Roman"/>
                          <a:cs typeface="Times New Roman"/>
                        </a:rPr>
                        <a:t>Range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76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800" b="1" spc="-5" dirty="0">
                          <a:latin typeface="Times New Roman"/>
                          <a:cs typeface="Times New Roman"/>
                        </a:rPr>
                        <a:t>Free-Space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2125"/>
                        </a:lnSpc>
                        <a:spcBef>
                          <a:spcPts val="325"/>
                        </a:spcBef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Wavelength</a:t>
                      </a:r>
                      <a:r>
                        <a:rPr sz="180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5" dirty="0">
                          <a:latin typeface="Times New Roman"/>
                          <a:cs typeface="Times New Roman"/>
                        </a:rPr>
                        <a:t>Range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76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800" b="1" spc="-20" dirty="0">
                          <a:latin typeface="Times New Roman"/>
                          <a:cs typeface="Times New Roman"/>
                        </a:rPr>
                        <a:t>Typical</a:t>
                      </a:r>
                      <a:r>
                        <a:rPr sz="1800" b="1" spc="-1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5" dirty="0">
                          <a:latin typeface="Times New Roman"/>
                          <a:cs typeface="Times New Roman"/>
                        </a:rPr>
                        <a:t>Application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76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3659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b="1" spc="-5" dirty="0">
                          <a:latin typeface="Times New Roman"/>
                          <a:cs typeface="Times New Roman"/>
                        </a:rPr>
                        <a:t>SHF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429895" marR="422909" algn="ctr">
                        <a:lnSpc>
                          <a:spcPct val="114999"/>
                        </a:lnSpc>
                      </a:pPr>
                      <a:r>
                        <a:rPr sz="1800" b="1" spc="-5" dirty="0">
                          <a:latin typeface="Times New Roman"/>
                          <a:cs typeface="Times New Roman"/>
                        </a:rPr>
                        <a:t>(Super</a:t>
                      </a:r>
                      <a:r>
                        <a:rPr sz="1800" b="1" spc="-10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High  </a:t>
                      </a:r>
                      <a:r>
                        <a:rPr sz="1800" b="1" spc="-5" dirty="0">
                          <a:latin typeface="Times New Roman"/>
                          <a:cs typeface="Times New Roman"/>
                        </a:rPr>
                        <a:t>Frequency)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733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3 GHz – 30</a:t>
                      </a:r>
                      <a:r>
                        <a:rPr sz="1800" b="1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GHz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10 cm – 1</a:t>
                      </a: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cm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Wireless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local</a:t>
                      </a:r>
                      <a:r>
                        <a:rPr sz="18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loop;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78740" marR="72390" algn="ctr">
                        <a:lnSpc>
                          <a:spcPct val="114999"/>
                        </a:lnSpc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Satellite</a:t>
                      </a:r>
                      <a:r>
                        <a:rPr sz="1800" b="1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5" dirty="0">
                          <a:latin typeface="Times New Roman"/>
                          <a:cs typeface="Times New Roman"/>
                        </a:rPr>
                        <a:t>communication;  Radar: </a:t>
                      </a:r>
                      <a:r>
                        <a:rPr sz="1800" b="1" spc="-20" dirty="0">
                          <a:latin typeface="Times New Roman"/>
                          <a:cs typeface="Times New Roman"/>
                        </a:rPr>
                        <a:t>Terrestrial  </a:t>
                      </a:r>
                      <a:r>
                        <a:rPr sz="1800" b="1" spc="-5" dirty="0">
                          <a:latin typeface="Times New Roman"/>
                          <a:cs typeface="Times New Roman"/>
                        </a:rPr>
                        <a:t>microwave</a:t>
                      </a:r>
                      <a:r>
                        <a:rPr sz="180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5" dirty="0">
                          <a:latin typeface="Times New Roman"/>
                          <a:cs typeface="Times New Roman"/>
                        </a:rPr>
                        <a:t>links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113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EHF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13360" marR="208279" algn="ctr">
                        <a:lnSpc>
                          <a:spcPct val="114999"/>
                        </a:lnSpc>
                      </a:pPr>
                      <a:r>
                        <a:rPr sz="1800" b="1" spc="-5" dirty="0">
                          <a:latin typeface="Times New Roman"/>
                          <a:cs typeface="Times New Roman"/>
                        </a:rPr>
                        <a:t>(Extremely</a:t>
                      </a:r>
                      <a:r>
                        <a:rPr sz="1800" b="1" spc="-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High  </a:t>
                      </a:r>
                      <a:r>
                        <a:rPr sz="1800" b="1" spc="-5" dirty="0">
                          <a:latin typeface="Times New Roman"/>
                          <a:cs typeface="Times New Roman"/>
                        </a:rPr>
                        <a:t>Frequency)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42875" algn="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30 GHz – 300</a:t>
                      </a:r>
                      <a:r>
                        <a:rPr sz="1800" b="1" spc="-11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GHz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10 mm – 1</a:t>
                      </a:r>
                      <a:r>
                        <a:rPr sz="1800" b="1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mm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Wireless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local</a:t>
                      </a:r>
                      <a:r>
                        <a:rPr sz="18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loop;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99390" marR="193040" algn="ctr">
                        <a:lnSpc>
                          <a:spcPct val="114999"/>
                        </a:lnSpc>
                      </a:pPr>
                      <a:r>
                        <a:rPr sz="1800" b="1" spc="-5" dirty="0">
                          <a:latin typeface="Times New Roman"/>
                          <a:cs typeface="Times New Roman"/>
                        </a:rPr>
                        <a:t>Specialized</a:t>
                      </a:r>
                      <a:r>
                        <a:rPr sz="1800" b="1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laboratory  experiments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2113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Infrared</a:t>
                      </a:r>
                      <a:r>
                        <a:rPr sz="18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Light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02235" algn="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300 GHz – 300</a:t>
                      </a:r>
                      <a:r>
                        <a:rPr sz="1800" b="1" spc="-1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THz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1 mm – 1000</a:t>
                      </a:r>
                      <a:r>
                        <a:rPr sz="1800" b="1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5" dirty="0">
                          <a:latin typeface="Times New Roman"/>
                          <a:cs typeface="Times New Roman"/>
                        </a:rPr>
                        <a:t>nm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Infrared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5" dirty="0">
                          <a:latin typeface="Times New Roman"/>
                          <a:cs typeface="Times New Roman"/>
                        </a:rPr>
                        <a:t>LANs;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b="1" spc="-5" dirty="0">
                          <a:latin typeface="Times New Roman"/>
                          <a:cs typeface="Times New Roman"/>
                        </a:rPr>
                        <a:t>Consumer</a:t>
                      </a:r>
                      <a:r>
                        <a:rPr sz="180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5" dirty="0">
                          <a:latin typeface="Times New Roman"/>
                          <a:cs typeface="Times New Roman"/>
                        </a:rPr>
                        <a:t>electronic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2115"/>
                        </a:lnSpc>
                        <a:spcBef>
                          <a:spcPts val="325"/>
                        </a:spcBef>
                      </a:pPr>
                      <a:r>
                        <a:rPr sz="1800" b="1" spc="-5" dirty="0">
                          <a:latin typeface="Times New Roman"/>
                          <a:cs typeface="Times New Roman"/>
                        </a:rPr>
                        <a:t>applications;</a:t>
                      </a:r>
                      <a:r>
                        <a:rPr sz="1800" b="1" spc="-1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Astronomy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566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b="1" spc="-15" dirty="0">
                          <a:latin typeface="Times New Roman"/>
                          <a:cs typeface="Times New Roman"/>
                        </a:rPr>
                        <a:t>Visible</a:t>
                      </a:r>
                      <a:r>
                        <a:rPr sz="1800" b="1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Light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15570" algn="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400 THz – 750</a:t>
                      </a:r>
                      <a:r>
                        <a:rPr sz="1800" b="1" spc="-1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THz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212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0.75</a:t>
                      </a:r>
                      <a:r>
                        <a:rPr sz="18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5" dirty="0">
                          <a:latin typeface="Times New Roman"/>
                          <a:cs typeface="Times New Roman"/>
                        </a:rPr>
                        <a:t>micron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394335">
                        <a:lnSpc>
                          <a:spcPts val="2115"/>
                        </a:lnSpc>
                        <a:spcBef>
                          <a:spcPts val="325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– 0.40</a:t>
                      </a:r>
                      <a:r>
                        <a:rPr sz="18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5" dirty="0">
                          <a:latin typeface="Times New Roman"/>
                          <a:cs typeface="Times New Roman"/>
                        </a:rPr>
                        <a:t>micron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Optical</a:t>
                      </a:r>
                      <a:r>
                        <a:rPr sz="18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5" dirty="0">
                          <a:latin typeface="Times New Roman"/>
                          <a:cs typeface="Times New Roman"/>
                        </a:rPr>
                        <a:t>communication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82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2047749" y="5816296"/>
            <a:ext cx="8214359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spcBef>
                <a:spcPts val="100"/>
              </a:spcBef>
            </a:pPr>
            <a:r>
              <a:rPr sz="2000" i="1" spc="-5" dirty="0">
                <a:latin typeface="Times New Roman"/>
                <a:cs typeface="Times New Roman"/>
              </a:rPr>
              <a:t>Electromagnetic </a:t>
            </a:r>
            <a:r>
              <a:rPr sz="2000" i="1" dirty="0">
                <a:latin typeface="Times New Roman"/>
                <a:cs typeface="Times New Roman"/>
              </a:rPr>
              <a:t>signals higher than </a:t>
            </a:r>
            <a:r>
              <a:rPr sz="2000" i="1" spc="5" dirty="0">
                <a:latin typeface="Times New Roman"/>
                <a:cs typeface="Times New Roman"/>
              </a:rPr>
              <a:t>300 </a:t>
            </a:r>
            <a:r>
              <a:rPr sz="2000" i="1" dirty="0">
                <a:latin typeface="Times New Roman"/>
                <a:cs typeface="Times New Roman"/>
              </a:rPr>
              <a:t>GHz </a:t>
            </a:r>
            <a:r>
              <a:rPr sz="2000" i="1" spc="-25" dirty="0">
                <a:latin typeface="Times New Roman"/>
                <a:cs typeface="Times New Roman"/>
              </a:rPr>
              <a:t>are </a:t>
            </a:r>
            <a:r>
              <a:rPr sz="2000" i="1" spc="5" dirty="0">
                <a:latin typeface="Times New Roman"/>
                <a:cs typeface="Times New Roman"/>
              </a:rPr>
              <a:t>not </a:t>
            </a:r>
            <a:r>
              <a:rPr sz="2000" i="1" dirty="0">
                <a:latin typeface="Times New Roman"/>
                <a:cs typeface="Times New Roman"/>
              </a:rPr>
              <a:t>called </a:t>
            </a:r>
            <a:r>
              <a:rPr sz="2000" i="1" spc="-15" dirty="0">
                <a:latin typeface="Times New Roman"/>
                <a:cs typeface="Times New Roman"/>
              </a:rPr>
              <a:t>Radio-Waves;</a:t>
            </a:r>
            <a:r>
              <a:rPr sz="2000" i="1" spc="-254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these  </a:t>
            </a:r>
            <a:r>
              <a:rPr sz="2000" i="1" spc="-25" dirty="0">
                <a:latin typeface="Times New Roman"/>
                <a:cs typeface="Times New Roman"/>
              </a:rPr>
              <a:t>are </a:t>
            </a:r>
            <a:r>
              <a:rPr sz="2000" i="1" dirty="0">
                <a:latin typeface="Times New Roman"/>
                <a:cs typeface="Times New Roman"/>
              </a:rPr>
              <a:t>called Rays </a:t>
            </a:r>
            <a:r>
              <a:rPr sz="2000" i="1" spc="-5" dirty="0">
                <a:latin typeface="Times New Roman"/>
                <a:cs typeface="Times New Roman"/>
              </a:rPr>
              <a:t>(X-rays, </a:t>
            </a:r>
            <a:r>
              <a:rPr sz="2000" i="1" dirty="0">
                <a:latin typeface="Times New Roman"/>
                <a:cs typeface="Times New Roman"/>
              </a:rPr>
              <a:t>Cosmic-rays,</a:t>
            </a:r>
            <a:r>
              <a:rPr sz="2000" i="1" spc="-9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etc.)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524001" y="5791200"/>
            <a:ext cx="449579" cy="48920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602739" y="-229728"/>
            <a:ext cx="8929370" cy="1408719"/>
          </a:xfrm>
          <a:prstGeom prst="rect">
            <a:avLst/>
          </a:prstGeom>
        </p:spPr>
        <p:txBody>
          <a:bodyPr vert="horz" wrap="square" lIns="0" tIns="2857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225"/>
              </a:spcBef>
              <a:tabLst>
                <a:tab pos="7861934" algn="l"/>
              </a:tabLst>
            </a:pPr>
            <a:r>
              <a:rPr sz="3000" baseline="1388" dirty="0"/>
              <a:t>Module</a:t>
            </a:r>
            <a:r>
              <a:rPr sz="3000" spc="-30" baseline="1388" dirty="0"/>
              <a:t> </a:t>
            </a:r>
            <a:r>
              <a:rPr sz="3000" baseline="1388" dirty="0"/>
              <a:t>– </a:t>
            </a:r>
            <a:r>
              <a:rPr sz="3000" spc="-585" baseline="1388" dirty="0"/>
              <a:t>IV	</a:t>
            </a:r>
            <a:r>
              <a:rPr sz="2000" spc="-55" dirty="0"/>
              <a:t>Vol.</a:t>
            </a:r>
            <a:r>
              <a:rPr sz="2000" spc="-80" dirty="0"/>
              <a:t> </a:t>
            </a:r>
            <a:r>
              <a:rPr sz="2000" dirty="0"/>
              <a:t>No.-1</a:t>
            </a:r>
            <a:endParaRPr sz="2000"/>
          </a:p>
          <a:p>
            <a:pPr marL="1003300">
              <a:lnSpc>
                <a:spcPct val="100000"/>
              </a:lnSpc>
              <a:spcBef>
                <a:spcPts val="225"/>
              </a:spcBef>
            </a:pPr>
            <a:r>
              <a:rPr spc="-5" dirty="0"/>
              <a:t>Introduction </a:t>
            </a:r>
            <a:r>
              <a:rPr spc="-175" dirty="0"/>
              <a:t>To </a:t>
            </a:r>
            <a:r>
              <a:rPr spc="-5" dirty="0"/>
              <a:t>Communication</a:t>
            </a:r>
            <a:r>
              <a:rPr spc="200" dirty="0"/>
              <a:t> </a:t>
            </a:r>
            <a:r>
              <a:rPr sz="2400" dirty="0"/>
              <a:t>contd.</a:t>
            </a:r>
            <a:endParaRPr sz="240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8478139" y="6549754"/>
            <a:ext cx="281304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1425"/>
              </a:lnSpc>
            </a:pPr>
            <a:r>
              <a:rPr lang="en-IN"/>
              <a:t>[</a:t>
            </a:r>
            <a:fld id="{81D60167-4931-47E6-BA6A-407CBD079E47}" type="slidenum">
              <a:rPr spc="-5" smtClean="0"/>
              <a:pPr marL="12700">
                <a:lnSpc>
                  <a:spcPts val="1425"/>
                </a:lnSpc>
              </a:pPr>
              <a:t>21</a:t>
            </a:fld>
            <a:r>
              <a:t>]</a:t>
            </a:r>
            <a:endParaRPr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64791" y="990600"/>
            <a:ext cx="8750808" cy="152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602740" y="1133323"/>
            <a:ext cx="8607425" cy="5275580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469900" indent="-457200" algn="just">
              <a:spcBef>
                <a:spcPts val="335"/>
              </a:spcBef>
              <a:buFont typeface="Wingdings"/>
              <a:buChar char=""/>
              <a:tabLst>
                <a:tab pos="469900" algn="l"/>
              </a:tabLst>
            </a:pPr>
            <a:r>
              <a:rPr sz="2800" spc="-5" dirty="0">
                <a:solidFill>
                  <a:srgbClr val="0000FF"/>
                </a:solidFill>
                <a:latin typeface="Times New Roman"/>
                <a:cs typeface="Times New Roman"/>
              </a:rPr>
              <a:t>Classification of Communication</a:t>
            </a:r>
            <a:r>
              <a:rPr sz="2800" spc="-1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0000FF"/>
                </a:solidFill>
                <a:latin typeface="Times New Roman"/>
                <a:cs typeface="Times New Roman"/>
              </a:rPr>
              <a:t>Channels:</a:t>
            </a:r>
            <a:endParaRPr sz="2800">
              <a:latin typeface="Times New Roman"/>
              <a:cs typeface="Times New Roman"/>
            </a:endParaRPr>
          </a:p>
          <a:p>
            <a:pPr marL="558165" indent="-546100" algn="just">
              <a:spcBef>
                <a:spcPts val="640"/>
              </a:spcBef>
              <a:buSzPct val="116666"/>
              <a:buFont typeface="Wingdings"/>
              <a:buChar char=""/>
              <a:tabLst>
                <a:tab pos="558800" algn="l"/>
              </a:tabLst>
            </a:pPr>
            <a:r>
              <a:rPr sz="2400" spc="-110" dirty="0">
                <a:latin typeface="Times New Roman"/>
                <a:cs typeface="Times New Roman"/>
              </a:rPr>
              <a:t>We </a:t>
            </a:r>
            <a:r>
              <a:rPr sz="2400" spc="-10" dirty="0">
                <a:latin typeface="Times New Roman"/>
                <a:cs typeface="Times New Roman"/>
              </a:rPr>
              <a:t>may </a:t>
            </a:r>
            <a:r>
              <a:rPr sz="2400" dirty="0">
                <a:latin typeface="Times New Roman"/>
                <a:cs typeface="Times New Roman"/>
              </a:rPr>
              <a:t>classify </a:t>
            </a:r>
            <a:r>
              <a:rPr sz="2400" spc="-5" dirty="0">
                <a:latin typeface="Times New Roman"/>
                <a:cs typeface="Times New Roman"/>
              </a:rPr>
              <a:t>communication </a:t>
            </a:r>
            <a:r>
              <a:rPr sz="2400" dirty="0">
                <a:latin typeface="Times New Roman"/>
                <a:cs typeface="Times New Roman"/>
              </a:rPr>
              <a:t>channels in </a:t>
            </a:r>
            <a:r>
              <a:rPr sz="2400" spc="-10" dirty="0">
                <a:latin typeface="Times New Roman"/>
                <a:cs typeface="Times New Roman"/>
              </a:rPr>
              <a:t>different</a:t>
            </a:r>
            <a:r>
              <a:rPr sz="2400" spc="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ways:</a:t>
            </a:r>
            <a:endParaRPr sz="2400">
              <a:latin typeface="Times New Roman"/>
              <a:cs typeface="Times New Roman"/>
            </a:endParaRPr>
          </a:p>
          <a:p>
            <a:pPr marL="699770" lvl="1" indent="-343535" algn="just">
              <a:spcBef>
                <a:spcPts val="1290"/>
              </a:spcBef>
              <a:buFont typeface="Wingdings"/>
              <a:buChar char=""/>
              <a:tabLst>
                <a:tab pos="700405" algn="l"/>
              </a:tabLst>
            </a:pPr>
            <a:r>
              <a:rPr sz="2400" b="1" i="1" spc="-5" dirty="0">
                <a:solidFill>
                  <a:srgbClr val="0000FF"/>
                </a:solidFill>
                <a:latin typeface="Times New Roman"/>
                <a:cs typeface="Times New Roman"/>
              </a:rPr>
              <a:t>Linear or</a:t>
            </a:r>
            <a:r>
              <a:rPr sz="2400" b="1" i="1" spc="-1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400" b="1" i="1" spc="-5" dirty="0">
                <a:solidFill>
                  <a:srgbClr val="0000FF"/>
                </a:solidFill>
                <a:latin typeface="Times New Roman"/>
                <a:cs typeface="Times New Roman"/>
              </a:rPr>
              <a:t>Nonlinear:</a:t>
            </a:r>
            <a:endParaRPr sz="2400">
              <a:latin typeface="Times New Roman"/>
              <a:cs typeface="Times New Roman"/>
            </a:endParaRPr>
          </a:p>
          <a:p>
            <a:pPr marL="1047750" marR="227965" lvl="2" indent="-342900" algn="just">
              <a:spcBef>
                <a:spcPts val="755"/>
              </a:spcBef>
              <a:buFont typeface="Wingdings"/>
              <a:buChar char=""/>
              <a:tabLst>
                <a:tab pos="1048385" algn="l"/>
              </a:tabLst>
            </a:pPr>
            <a:r>
              <a:rPr sz="2400" spc="-5" dirty="0">
                <a:latin typeface="Times New Roman"/>
                <a:cs typeface="Times New Roman"/>
              </a:rPr>
              <a:t>A </a:t>
            </a:r>
            <a:r>
              <a:rPr sz="2400" dirty="0">
                <a:latin typeface="Times New Roman"/>
                <a:cs typeface="Times New Roman"/>
              </a:rPr>
              <a:t>wireless radio </a:t>
            </a:r>
            <a:r>
              <a:rPr sz="2400" spc="-5" dirty="0">
                <a:latin typeface="Times New Roman"/>
                <a:cs typeface="Times New Roman"/>
              </a:rPr>
              <a:t>channel </a:t>
            </a:r>
            <a:r>
              <a:rPr sz="2400" dirty="0">
                <a:latin typeface="Times New Roman"/>
                <a:cs typeface="Times New Roman"/>
              </a:rPr>
              <a:t>is </a:t>
            </a:r>
            <a:r>
              <a:rPr sz="2400" spc="-15" dirty="0">
                <a:latin typeface="Times New Roman"/>
                <a:cs typeface="Times New Roman"/>
              </a:rPr>
              <a:t>linear,</a:t>
            </a:r>
            <a:r>
              <a:rPr sz="2400" spc="57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whereas </a:t>
            </a:r>
            <a:r>
              <a:rPr sz="2400" dirty="0">
                <a:latin typeface="Times New Roman"/>
                <a:cs typeface="Times New Roman"/>
              </a:rPr>
              <a:t>a </a:t>
            </a:r>
            <a:r>
              <a:rPr sz="2400" spc="-5" dirty="0">
                <a:latin typeface="Times New Roman"/>
                <a:cs typeface="Times New Roman"/>
              </a:rPr>
              <a:t>satellite  </a:t>
            </a:r>
            <a:r>
              <a:rPr sz="2400" dirty="0">
                <a:latin typeface="Times New Roman"/>
                <a:cs typeface="Times New Roman"/>
              </a:rPr>
              <a:t>channel is usually (but not </a:t>
            </a:r>
            <a:r>
              <a:rPr sz="2400" spc="-5" dirty="0">
                <a:latin typeface="Times New Roman"/>
                <a:cs typeface="Times New Roman"/>
              </a:rPr>
              <a:t>always)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nonlinear.</a:t>
            </a:r>
            <a:endParaRPr sz="2400">
              <a:latin typeface="Times New Roman"/>
              <a:cs typeface="Times New Roman"/>
            </a:endParaRPr>
          </a:p>
          <a:p>
            <a:pPr marL="699770" lvl="1" indent="-343535" algn="just">
              <a:spcBef>
                <a:spcPts val="1415"/>
              </a:spcBef>
              <a:buFont typeface="Wingdings"/>
              <a:buChar char=""/>
              <a:tabLst>
                <a:tab pos="700405" algn="l"/>
              </a:tabLst>
            </a:pPr>
            <a:r>
              <a:rPr sz="2400" b="1" i="1" spc="-25" dirty="0">
                <a:solidFill>
                  <a:srgbClr val="0000FF"/>
                </a:solidFill>
                <a:latin typeface="Times New Roman"/>
                <a:cs typeface="Times New Roman"/>
              </a:rPr>
              <a:t>Time </a:t>
            </a:r>
            <a:r>
              <a:rPr sz="2400" b="1" i="1" dirty="0">
                <a:solidFill>
                  <a:srgbClr val="0000FF"/>
                </a:solidFill>
                <a:latin typeface="Times New Roman"/>
                <a:cs typeface="Times New Roman"/>
              </a:rPr>
              <a:t>invariant </a:t>
            </a:r>
            <a:r>
              <a:rPr sz="2400" b="1" dirty="0">
                <a:solidFill>
                  <a:srgbClr val="0000FF"/>
                </a:solidFill>
                <a:latin typeface="Times New Roman"/>
                <a:cs typeface="Times New Roman"/>
              </a:rPr>
              <a:t>or </a:t>
            </a:r>
            <a:r>
              <a:rPr sz="2400" b="1" i="1" spc="-25" dirty="0">
                <a:solidFill>
                  <a:srgbClr val="0000FF"/>
                </a:solidFill>
                <a:latin typeface="Times New Roman"/>
                <a:cs typeface="Times New Roman"/>
              </a:rPr>
              <a:t>Time</a:t>
            </a:r>
            <a:r>
              <a:rPr sz="2400" b="1" i="1" spc="-10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0000FF"/>
                </a:solidFill>
                <a:latin typeface="Times New Roman"/>
                <a:cs typeface="Times New Roman"/>
              </a:rPr>
              <a:t>varying:</a:t>
            </a:r>
            <a:endParaRPr sz="2400">
              <a:latin typeface="Times New Roman"/>
              <a:cs typeface="Times New Roman"/>
            </a:endParaRPr>
          </a:p>
          <a:p>
            <a:pPr marL="1041400" marR="615950" lvl="2" indent="-343535" algn="just">
              <a:spcBef>
                <a:spcPts val="204"/>
              </a:spcBef>
              <a:buFont typeface="Wingdings"/>
              <a:buChar char=""/>
              <a:tabLst>
                <a:tab pos="1042035" algn="l"/>
              </a:tabLst>
            </a:pPr>
            <a:r>
              <a:rPr sz="2400" spc="-5" dirty="0">
                <a:latin typeface="Times New Roman"/>
                <a:cs typeface="Times New Roman"/>
              </a:rPr>
              <a:t>An optical </a:t>
            </a:r>
            <a:r>
              <a:rPr sz="2400" dirty="0">
                <a:latin typeface="Times New Roman"/>
                <a:cs typeface="Times New Roman"/>
              </a:rPr>
              <a:t>fiber is </a:t>
            </a:r>
            <a:r>
              <a:rPr sz="2400" spc="-10" dirty="0">
                <a:latin typeface="Times New Roman"/>
                <a:cs typeface="Times New Roman"/>
              </a:rPr>
              <a:t>time </a:t>
            </a:r>
            <a:r>
              <a:rPr sz="2400" spc="-5" dirty="0">
                <a:latin typeface="Times New Roman"/>
                <a:cs typeface="Times New Roman"/>
              </a:rPr>
              <a:t>invariant, whereas </a:t>
            </a:r>
            <a:r>
              <a:rPr sz="2400" dirty="0">
                <a:latin typeface="Times New Roman"/>
                <a:cs typeface="Times New Roman"/>
              </a:rPr>
              <a:t>a </a:t>
            </a:r>
            <a:r>
              <a:rPr sz="2400" spc="-5" dirty="0">
                <a:latin typeface="Times New Roman"/>
                <a:cs typeface="Times New Roman"/>
              </a:rPr>
              <a:t>mobile  </a:t>
            </a:r>
            <a:r>
              <a:rPr sz="2400" dirty="0">
                <a:latin typeface="Times New Roman"/>
                <a:cs typeface="Times New Roman"/>
              </a:rPr>
              <a:t>radio channel is typically </a:t>
            </a:r>
            <a:r>
              <a:rPr sz="2400" spc="-5" dirty="0">
                <a:latin typeface="Times New Roman"/>
                <a:cs typeface="Times New Roman"/>
              </a:rPr>
              <a:t>time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varying.</a:t>
            </a:r>
            <a:endParaRPr sz="2400">
              <a:latin typeface="Times New Roman"/>
              <a:cs typeface="Times New Roman"/>
            </a:endParaRPr>
          </a:p>
          <a:p>
            <a:pPr marL="699770" lvl="1" indent="-343535" algn="just">
              <a:spcBef>
                <a:spcPts val="1000"/>
              </a:spcBef>
              <a:buFont typeface="Wingdings"/>
              <a:buChar char=""/>
              <a:tabLst>
                <a:tab pos="700405" algn="l"/>
              </a:tabLst>
            </a:pPr>
            <a:r>
              <a:rPr sz="2400" b="1" i="1" spc="-5" dirty="0">
                <a:solidFill>
                  <a:srgbClr val="0000FF"/>
                </a:solidFill>
                <a:latin typeface="Times New Roman"/>
                <a:cs typeface="Times New Roman"/>
              </a:rPr>
              <a:t>Bandwidth </a:t>
            </a:r>
            <a:r>
              <a:rPr sz="2400" b="1" i="1" dirty="0">
                <a:solidFill>
                  <a:srgbClr val="0000FF"/>
                </a:solidFill>
                <a:latin typeface="Times New Roman"/>
                <a:cs typeface="Times New Roman"/>
              </a:rPr>
              <a:t>limited </a:t>
            </a:r>
            <a:r>
              <a:rPr sz="2400" b="1" dirty="0">
                <a:solidFill>
                  <a:srgbClr val="0000FF"/>
                </a:solidFill>
                <a:latin typeface="Times New Roman"/>
                <a:cs typeface="Times New Roman"/>
              </a:rPr>
              <a:t>or </a:t>
            </a:r>
            <a:r>
              <a:rPr sz="2400" b="1" i="1" spc="-5" dirty="0">
                <a:solidFill>
                  <a:srgbClr val="0000FF"/>
                </a:solidFill>
                <a:latin typeface="Times New Roman"/>
                <a:cs typeface="Times New Roman"/>
              </a:rPr>
              <a:t>Power</a:t>
            </a:r>
            <a:r>
              <a:rPr sz="2400" b="1" i="1" spc="-9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400" b="1" i="1" spc="-5" dirty="0">
                <a:solidFill>
                  <a:srgbClr val="0000FF"/>
                </a:solidFill>
                <a:latin typeface="Times New Roman"/>
                <a:cs typeface="Times New Roman"/>
              </a:rPr>
              <a:t>limited:</a:t>
            </a:r>
            <a:endParaRPr sz="2400">
              <a:latin typeface="Times New Roman"/>
              <a:cs typeface="Times New Roman"/>
            </a:endParaRPr>
          </a:p>
          <a:p>
            <a:pPr marL="1193800" marR="5080" lvl="2" indent="-342900" algn="just">
              <a:spcBef>
                <a:spcPts val="755"/>
              </a:spcBef>
              <a:buFont typeface="Wingdings"/>
              <a:buChar char=""/>
              <a:tabLst>
                <a:tab pos="1194435" algn="l"/>
              </a:tabLst>
            </a:pPr>
            <a:r>
              <a:rPr sz="2400" dirty="0">
                <a:latin typeface="Times New Roman"/>
                <a:cs typeface="Times New Roman"/>
              </a:rPr>
              <a:t>A </a:t>
            </a:r>
            <a:r>
              <a:rPr sz="2400" spc="-5" dirty="0">
                <a:latin typeface="Times New Roman"/>
                <a:cs typeface="Times New Roman"/>
              </a:rPr>
              <a:t>telephone channel is bandwidth limited, </a:t>
            </a:r>
            <a:r>
              <a:rPr sz="2400" dirty="0">
                <a:latin typeface="Times New Roman"/>
                <a:cs typeface="Times New Roman"/>
              </a:rPr>
              <a:t>whereas an  </a:t>
            </a:r>
            <a:r>
              <a:rPr sz="2400" spc="-5" dirty="0">
                <a:latin typeface="Times New Roman"/>
                <a:cs typeface="Times New Roman"/>
              </a:rPr>
              <a:t>optical fiber </a:t>
            </a:r>
            <a:r>
              <a:rPr sz="2400" dirty="0">
                <a:latin typeface="Times New Roman"/>
                <a:cs typeface="Times New Roman"/>
              </a:rPr>
              <a:t>link and a </a:t>
            </a:r>
            <a:r>
              <a:rPr sz="2400" spc="-5" dirty="0">
                <a:latin typeface="Times New Roman"/>
                <a:cs typeface="Times New Roman"/>
              </a:rPr>
              <a:t>satellite channel are both power  limited.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8478139" y="6549754"/>
            <a:ext cx="281304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1425"/>
              </a:lnSpc>
            </a:pPr>
            <a:r>
              <a:rPr lang="en-IN"/>
              <a:t>[</a:t>
            </a:r>
            <a:fld id="{81D60167-4931-47E6-BA6A-407CBD079E47}" type="slidenum">
              <a:rPr spc="-5" smtClean="0"/>
              <a:pPr marL="12700">
                <a:lnSpc>
                  <a:spcPts val="1425"/>
                </a:lnSpc>
              </a:pPr>
              <a:t>22</a:t>
            </a:fld>
            <a:r>
              <a:t>]</a:t>
            </a:r>
            <a:endParaRPr dirty="0"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862469" y="258615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4826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Introduction </a:t>
            </a:r>
            <a:r>
              <a:rPr spc="-175" dirty="0"/>
              <a:t>To </a:t>
            </a:r>
            <a:r>
              <a:rPr spc="-5" dirty="0"/>
              <a:t>Communication</a:t>
            </a:r>
            <a:r>
              <a:rPr spc="200" dirty="0"/>
              <a:t> </a:t>
            </a:r>
            <a:r>
              <a:rPr sz="2400" dirty="0"/>
              <a:t>contd.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602739" y="28449"/>
            <a:ext cx="892937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7861934" algn="l"/>
              </a:tabLst>
            </a:pPr>
            <a:r>
              <a:rPr sz="3000" b="1" i="1" baseline="1388" dirty="0">
                <a:solidFill>
                  <a:srgbClr val="0000FF"/>
                </a:solidFill>
                <a:latin typeface="Times New Roman"/>
                <a:cs typeface="Times New Roman"/>
              </a:rPr>
              <a:t>Module</a:t>
            </a:r>
            <a:r>
              <a:rPr sz="3000" b="1" i="1" spc="-30" baseline="1388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3000" b="1" i="1" baseline="1388" dirty="0">
                <a:solidFill>
                  <a:srgbClr val="0000FF"/>
                </a:solidFill>
                <a:latin typeface="Times New Roman"/>
                <a:cs typeface="Times New Roman"/>
              </a:rPr>
              <a:t>– V	</a:t>
            </a:r>
            <a:r>
              <a:rPr sz="2000" b="1" i="1" spc="-55" dirty="0">
                <a:solidFill>
                  <a:srgbClr val="0000FF"/>
                </a:solidFill>
                <a:latin typeface="Times New Roman"/>
                <a:cs typeface="Times New Roman"/>
              </a:rPr>
              <a:t>Vol.</a:t>
            </a:r>
            <a:r>
              <a:rPr sz="2000" b="1" i="1" spc="-8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0000FF"/>
                </a:solidFill>
                <a:latin typeface="Times New Roman"/>
                <a:cs typeface="Times New Roman"/>
              </a:rPr>
              <a:t>No.-1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64791" y="990600"/>
            <a:ext cx="8750808" cy="152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136140" y="2091944"/>
            <a:ext cx="7995920" cy="28970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just">
              <a:spcBef>
                <a:spcPts val="95"/>
              </a:spcBef>
            </a:pPr>
            <a:r>
              <a:rPr sz="2800" i="1" spc="-5" dirty="0">
                <a:latin typeface="Times New Roman"/>
                <a:cs typeface="Times New Roman"/>
              </a:rPr>
              <a:t>A</a:t>
            </a:r>
            <a:r>
              <a:rPr sz="2800" i="1" spc="65" dirty="0">
                <a:latin typeface="Times New Roman"/>
                <a:cs typeface="Times New Roman"/>
              </a:rPr>
              <a:t> </a:t>
            </a:r>
            <a:r>
              <a:rPr sz="2800" i="1" spc="-5" dirty="0">
                <a:latin typeface="Times New Roman"/>
                <a:cs typeface="Times New Roman"/>
              </a:rPr>
              <a:t>communication</a:t>
            </a:r>
            <a:r>
              <a:rPr sz="2800" i="1" spc="120" dirty="0">
                <a:latin typeface="Times New Roman"/>
                <a:cs typeface="Times New Roman"/>
              </a:rPr>
              <a:t> </a:t>
            </a:r>
            <a:r>
              <a:rPr sz="2800" i="1" spc="-5" dirty="0">
                <a:latin typeface="Times New Roman"/>
                <a:cs typeface="Times New Roman"/>
              </a:rPr>
              <a:t>channel</a:t>
            </a:r>
            <a:r>
              <a:rPr sz="2800" i="1" spc="125" dirty="0">
                <a:latin typeface="Times New Roman"/>
                <a:cs typeface="Times New Roman"/>
              </a:rPr>
              <a:t> </a:t>
            </a:r>
            <a:r>
              <a:rPr sz="2800" i="1" spc="-5" dirty="0">
                <a:latin typeface="Times New Roman"/>
                <a:cs typeface="Times New Roman"/>
              </a:rPr>
              <a:t>is</a:t>
            </a:r>
            <a:r>
              <a:rPr sz="2800" i="1" spc="114" dirty="0">
                <a:latin typeface="Times New Roman"/>
                <a:cs typeface="Times New Roman"/>
              </a:rPr>
              <a:t> </a:t>
            </a:r>
            <a:r>
              <a:rPr sz="2800" i="1" spc="-5" dirty="0">
                <a:latin typeface="Times New Roman"/>
                <a:cs typeface="Times New Roman"/>
              </a:rPr>
              <a:t>central</a:t>
            </a:r>
            <a:r>
              <a:rPr sz="2800" i="1" spc="125" dirty="0">
                <a:latin typeface="Times New Roman"/>
                <a:cs typeface="Times New Roman"/>
              </a:rPr>
              <a:t> </a:t>
            </a:r>
            <a:r>
              <a:rPr sz="2800" i="1" spc="-10" dirty="0">
                <a:latin typeface="Times New Roman"/>
                <a:cs typeface="Times New Roman"/>
              </a:rPr>
              <a:t>to</a:t>
            </a:r>
            <a:r>
              <a:rPr sz="2800" i="1" spc="140" dirty="0">
                <a:latin typeface="Times New Roman"/>
                <a:cs typeface="Times New Roman"/>
              </a:rPr>
              <a:t> </a:t>
            </a:r>
            <a:r>
              <a:rPr sz="2800" i="1" spc="-5" dirty="0">
                <a:latin typeface="Times New Roman"/>
                <a:cs typeface="Times New Roman"/>
              </a:rPr>
              <a:t>a</a:t>
            </a:r>
            <a:endParaRPr sz="2800" dirty="0">
              <a:latin typeface="Times New Roman"/>
              <a:cs typeface="Times New Roman"/>
            </a:endParaRPr>
          </a:p>
          <a:p>
            <a:pPr marL="12700" marR="5080" algn="just">
              <a:lnSpc>
                <a:spcPct val="200000"/>
              </a:lnSpc>
            </a:pPr>
            <a:r>
              <a:rPr sz="2800" i="1" spc="-5" dirty="0">
                <a:latin typeface="Times New Roman"/>
                <a:cs typeface="Times New Roman"/>
              </a:rPr>
              <a:t>communication </a:t>
            </a:r>
            <a:r>
              <a:rPr sz="2800" i="1" spc="-10" dirty="0">
                <a:latin typeface="Times New Roman"/>
                <a:cs typeface="Times New Roman"/>
              </a:rPr>
              <a:t>system. </a:t>
            </a:r>
            <a:r>
              <a:rPr sz="2800" i="1" spc="-5" dirty="0">
                <a:latin typeface="Times New Roman"/>
                <a:cs typeface="Times New Roman"/>
              </a:rPr>
              <a:t>Its </a:t>
            </a:r>
            <a:r>
              <a:rPr sz="2800" i="1" spc="-15" dirty="0">
                <a:latin typeface="Times New Roman"/>
                <a:cs typeface="Times New Roman"/>
              </a:rPr>
              <a:t>properties </a:t>
            </a:r>
            <a:r>
              <a:rPr sz="2800" i="1" spc="-5" dirty="0">
                <a:latin typeface="Times New Roman"/>
                <a:cs typeface="Times New Roman"/>
              </a:rPr>
              <a:t>determine both  the </a:t>
            </a:r>
            <a:r>
              <a:rPr sz="2800" b="1" i="1" spc="-5" dirty="0">
                <a:solidFill>
                  <a:srgbClr val="0000FF"/>
                </a:solidFill>
                <a:latin typeface="Times New Roman"/>
                <a:cs typeface="Times New Roman"/>
              </a:rPr>
              <a:t>Information-carrying capacity </a:t>
            </a:r>
            <a:r>
              <a:rPr sz="2800" i="1" spc="-5" dirty="0">
                <a:latin typeface="Times New Roman"/>
                <a:cs typeface="Times New Roman"/>
              </a:rPr>
              <a:t>of </a:t>
            </a:r>
            <a:r>
              <a:rPr sz="2800" i="1" dirty="0">
                <a:latin typeface="Times New Roman"/>
                <a:cs typeface="Times New Roman"/>
              </a:rPr>
              <a:t>the </a:t>
            </a:r>
            <a:r>
              <a:rPr sz="2800" i="1" spc="-5" dirty="0">
                <a:latin typeface="Times New Roman"/>
                <a:cs typeface="Times New Roman"/>
              </a:rPr>
              <a:t>system and  </a:t>
            </a:r>
            <a:r>
              <a:rPr sz="2800" i="1" dirty="0">
                <a:latin typeface="Times New Roman"/>
                <a:cs typeface="Times New Roman"/>
              </a:rPr>
              <a:t>the </a:t>
            </a:r>
            <a:r>
              <a:rPr sz="2800" b="1" i="1" spc="-5" dirty="0">
                <a:solidFill>
                  <a:srgbClr val="0000FF"/>
                </a:solidFill>
                <a:latin typeface="Times New Roman"/>
                <a:cs typeface="Times New Roman"/>
              </a:rPr>
              <a:t>Quality </a:t>
            </a:r>
            <a:r>
              <a:rPr sz="2800" b="1" i="1" dirty="0">
                <a:solidFill>
                  <a:srgbClr val="0000FF"/>
                </a:solidFill>
                <a:latin typeface="Times New Roman"/>
                <a:cs typeface="Times New Roman"/>
              </a:rPr>
              <a:t>of </a:t>
            </a:r>
            <a:r>
              <a:rPr sz="2800" b="1" i="1" spc="-5" dirty="0">
                <a:solidFill>
                  <a:srgbClr val="0000FF"/>
                </a:solidFill>
                <a:latin typeface="Times New Roman"/>
                <a:cs typeface="Times New Roman"/>
              </a:rPr>
              <a:t>service </a:t>
            </a:r>
            <a:r>
              <a:rPr sz="2800" i="1" spc="-20" dirty="0">
                <a:latin typeface="Times New Roman"/>
                <a:cs typeface="Times New Roman"/>
              </a:rPr>
              <a:t>offered </a:t>
            </a:r>
            <a:r>
              <a:rPr sz="2800" i="1" dirty="0">
                <a:latin typeface="Times New Roman"/>
                <a:cs typeface="Times New Roman"/>
              </a:rPr>
              <a:t>by the</a:t>
            </a:r>
            <a:r>
              <a:rPr sz="2800" i="1" spc="-40" dirty="0">
                <a:latin typeface="Times New Roman"/>
                <a:cs typeface="Times New Roman"/>
              </a:rPr>
              <a:t> </a:t>
            </a:r>
            <a:r>
              <a:rPr sz="2800" i="1" spc="-5" dirty="0">
                <a:latin typeface="Times New Roman"/>
                <a:cs typeface="Times New Roman"/>
              </a:rPr>
              <a:t>system.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8478139" y="6549754"/>
            <a:ext cx="281304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1425"/>
              </a:lnSpc>
            </a:pPr>
            <a:r>
              <a:rPr lang="en-IN"/>
              <a:t>[</a:t>
            </a:r>
            <a:fld id="{81D60167-4931-47E6-BA6A-407CBD079E47}" type="slidenum">
              <a:rPr spc="-5" smtClean="0"/>
              <a:pPr marL="12700">
                <a:lnSpc>
                  <a:spcPts val="1425"/>
                </a:lnSpc>
              </a:pPr>
              <a:t>23</a:t>
            </a:fld>
            <a:r>
              <a:t>]</a:t>
            </a:r>
            <a:endParaRPr dirty="0"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764791" y="276679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4826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Introduction </a:t>
            </a:r>
            <a:r>
              <a:rPr spc="-175" dirty="0"/>
              <a:t>To </a:t>
            </a:r>
            <a:r>
              <a:rPr spc="-5" dirty="0"/>
              <a:t>Communication</a:t>
            </a:r>
            <a:r>
              <a:rPr spc="200" dirty="0"/>
              <a:t> </a:t>
            </a:r>
            <a:r>
              <a:rPr sz="2400" dirty="0"/>
              <a:t>contd.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602739" y="28449"/>
            <a:ext cx="892937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7861934" algn="l"/>
              </a:tabLst>
            </a:pPr>
            <a:r>
              <a:rPr sz="3000" b="1" i="1" baseline="1388" dirty="0">
                <a:solidFill>
                  <a:srgbClr val="0000FF"/>
                </a:solidFill>
                <a:latin typeface="Times New Roman"/>
                <a:cs typeface="Times New Roman"/>
              </a:rPr>
              <a:t>Module</a:t>
            </a:r>
            <a:r>
              <a:rPr sz="3000" b="1" i="1" spc="-30" baseline="1388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3000" b="1" i="1" baseline="1388" dirty="0">
                <a:solidFill>
                  <a:srgbClr val="0000FF"/>
                </a:solidFill>
                <a:latin typeface="Times New Roman"/>
                <a:cs typeface="Times New Roman"/>
              </a:rPr>
              <a:t>– V	</a:t>
            </a:r>
            <a:r>
              <a:rPr sz="2000" b="1" i="1" spc="-55" dirty="0">
                <a:solidFill>
                  <a:srgbClr val="0000FF"/>
                </a:solidFill>
                <a:latin typeface="Times New Roman"/>
                <a:cs typeface="Times New Roman"/>
              </a:rPr>
              <a:t>Vol.</a:t>
            </a:r>
            <a:r>
              <a:rPr sz="2000" b="1" i="1" spc="-8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0000FF"/>
                </a:solidFill>
                <a:latin typeface="Times New Roman"/>
                <a:cs typeface="Times New Roman"/>
              </a:rPr>
              <a:t>No.-1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64791" y="990600"/>
            <a:ext cx="8750808" cy="152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614017" y="1419224"/>
            <a:ext cx="8975090" cy="35208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indent="-457834">
              <a:spcBef>
                <a:spcPts val="95"/>
              </a:spcBef>
              <a:buFont typeface="Wingdings"/>
              <a:buChar char=""/>
              <a:tabLst>
                <a:tab pos="469900" algn="l"/>
                <a:tab pos="470534" algn="l"/>
              </a:tabLst>
            </a:pPr>
            <a:r>
              <a:rPr sz="2800" spc="-5" dirty="0">
                <a:solidFill>
                  <a:srgbClr val="0000FF"/>
                </a:solidFill>
                <a:latin typeface="Times New Roman"/>
                <a:cs typeface="Times New Roman"/>
              </a:rPr>
              <a:t>Fundamental Limitations of Communication</a:t>
            </a:r>
            <a:r>
              <a:rPr sz="2800" spc="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0000FF"/>
                </a:solidFill>
                <a:latin typeface="Times New Roman"/>
                <a:cs typeface="Times New Roman"/>
              </a:rPr>
              <a:t>System:</a:t>
            </a:r>
            <a:endParaRPr sz="2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550" dirty="0">
              <a:latin typeface="Times New Roman"/>
              <a:cs typeface="Times New Roman"/>
            </a:endParaRPr>
          </a:p>
          <a:p>
            <a:pPr marL="355600" marR="5080" indent="-343535">
              <a:buSzPct val="125000"/>
              <a:buFont typeface="Wingdings"/>
              <a:buChar char=""/>
              <a:tabLst>
                <a:tab pos="355600" algn="l"/>
                <a:tab pos="356235" algn="l"/>
              </a:tabLst>
            </a:pP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-5" dirty="0">
                <a:latin typeface="Times New Roman"/>
                <a:cs typeface="Times New Roman"/>
              </a:rPr>
              <a:t>fundamental limitations </a:t>
            </a:r>
            <a:r>
              <a:rPr sz="2400" dirty="0">
                <a:latin typeface="Times New Roman"/>
                <a:cs typeface="Times New Roman"/>
              </a:rPr>
              <a:t>of </a:t>
            </a:r>
            <a:r>
              <a:rPr sz="2400" spc="-5" dirty="0">
                <a:latin typeface="Times New Roman"/>
                <a:cs typeface="Times New Roman"/>
              </a:rPr>
              <a:t>information transmission </a:t>
            </a:r>
            <a:r>
              <a:rPr sz="2400" dirty="0">
                <a:latin typeface="Times New Roman"/>
                <a:cs typeface="Times New Roman"/>
              </a:rPr>
              <a:t>by </a:t>
            </a:r>
            <a:r>
              <a:rPr sz="2400" spc="-5" dirty="0">
                <a:latin typeface="Times New Roman"/>
                <a:cs typeface="Times New Roman"/>
              </a:rPr>
              <a:t>electrical  means</a:t>
            </a:r>
            <a:r>
              <a:rPr sz="2400" dirty="0">
                <a:latin typeface="Times New Roman"/>
                <a:cs typeface="Times New Roman"/>
              </a:rPr>
              <a:t> are:</a:t>
            </a:r>
          </a:p>
          <a:p>
            <a:pPr>
              <a:lnSpc>
                <a:spcPct val="100000"/>
              </a:lnSpc>
              <a:buFont typeface="Wingdings"/>
              <a:buChar char=""/>
            </a:pPr>
            <a:endParaRPr sz="2600" dirty="0">
              <a:latin typeface="Times New Roman"/>
              <a:cs typeface="Times New Roman"/>
            </a:endParaRPr>
          </a:p>
          <a:p>
            <a:pPr marL="2501265" lvl="1" indent="-343535">
              <a:spcBef>
                <a:spcPts val="2160"/>
              </a:spcBef>
              <a:buClr>
                <a:srgbClr val="0000FF"/>
              </a:buClr>
              <a:buSzPct val="125000"/>
              <a:buFont typeface="Wingdings"/>
              <a:buChar char=""/>
              <a:tabLst>
                <a:tab pos="2501265" algn="l"/>
                <a:tab pos="2501900" algn="l"/>
              </a:tabLst>
            </a:pPr>
            <a:r>
              <a:rPr sz="2400" spc="-5" dirty="0">
                <a:latin typeface="Times New Roman"/>
                <a:cs typeface="Times New Roman"/>
              </a:rPr>
              <a:t>Bandwidth</a:t>
            </a:r>
            <a:endParaRPr sz="2400" dirty="0">
              <a:latin typeface="Times New Roman"/>
              <a:cs typeface="Times New Roman"/>
            </a:endParaRPr>
          </a:p>
          <a:p>
            <a:pPr marL="2501265" lvl="1" indent="-343535">
              <a:spcBef>
                <a:spcPts val="2880"/>
              </a:spcBef>
              <a:buClr>
                <a:srgbClr val="0000FF"/>
              </a:buClr>
              <a:buSzPct val="125000"/>
              <a:buFont typeface="Wingdings"/>
              <a:buChar char=""/>
              <a:tabLst>
                <a:tab pos="2501265" algn="l"/>
                <a:tab pos="2501900" algn="l"/>
              </a:tabLst>
            </a:pPr>
            <a:r>
              <a:rPr sz="2400" spc="-5" dirty="0">
                <a:latin typeface="Times New Roman"/>
                <a:cs typeface="Times New Roman"/>
              </a:rPr>
              <a:t>Noise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8478139" y="6549754"/>
            <a:ext cx="281304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1425"/>
              </a:lnSpc>
            </a:pPr>
            <a:r>
              <a:rPr lang="en-IN"/>
              <a:t>[</a:t>
            </a:r>
            <a:fld id="{81D60167-4931-47E6-BA6A-407CBD079E47}" type="slidenum">
              <a:rPr spc="-5" smtClean="0"/>
              <a:pPr marL="12700">
                <a:lnSpc>
                  <a:spcPts val="1425"/>
                </a:lnSpc>
              </a:pPr>
              <a:t>24</a:t>
            </a:fld>
            <a:r>
              <a:t>]</a:t>
            </a:r>
            <a:endParaRPr dirty="0"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075121" y="246214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4826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Introduction </a:t>
            </a:r>
            <a:r>
              <a:rPr spc="-175" dirty="0"/>
              <a:t>To </a:t>
            </a:r>
            <a:r>
              <a:rPr spc="-5" dirty="0"/>
              <a:t>Communication</a:t>
            </a:r>
            <a:r>
              <a:rPr spc="200" dirty="0"/>
              <a:t> </a:t>
            </a:r>
            <a:r>
              <a:rPr sz="2400" dirty="0"/>
              <a:t>contd.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602739" y="28449"/>
            <a:ext cx="892937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7861934" algn="l"/>
              </a:tabLst>
            </a:pPr>
            <a:r>
              <a:rPr sz="3000" b="1" i="1" baseline="1388" dirty="0">
                <a:solidFill>
                  <a:srgbClr val="0000FF"/>
                </a:solidFill>
                <a:latin typeface="Times New Roman"/>
                <a:cs typeface="Times New Roman"/>
              </a:rPr>
              <a:t>Module</a:t>
            </a:r>
            <a:r>
              <a:rPr sz="3000" b="1" i="1" spc="-30" baseline="1388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3000" b="1" i="1" baseline="1388" dirty="0">
                <a:solidFill>
                  <a:srgbClr val="0000FF"/>
                </a:solidFill>
                <a:latin typeface="Times New Roman"/>
                <a:cs typeface="Times New Roman"/>
              </a:rPr>
              <a:t>– V	</a:t>
            </a:r>
            <a:r>
              <a:rPr sz="2000" b="1" i="1" spc="-55" dirty="0">
                <a:solidFill>
                  <a:srgbClr val="0000FF"/>
                </a:solidFill>
                <a:latin typeface="Times New Roman"/>
                <a:cs typeface="Times New Roman"/>
              </a:rPr>
              <a:t>Vol.</a:t>
            </a:r>
            <a:r>
              <a:rPr sz="2000" b="1" i="1" spc="-8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0000FF"/>
                </a:solidFill>
                <a:latin typeface="Times New Roman"/>
                <a:cs typeface="Times New Roman"/>
              </a:rPr>
              <a:t>No.-1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64791" y="990600"/>
            <a:ext cx="8750808" cy="152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607819" y="5748529"/>
            <a:ext cx="449580" cy="48920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602740" y="1436624"/>
            <a:ext cx="8988425" cy="28492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 algn="just">
              <a:spcBef>
                <a:spcPts val="100"/>
              </a:spcBef>
              <a:buSzPct val="125000"/>
              <a:buFont typeface="Wingdings"/>
              <a:buChar char=""/>
              <a:tabLst>
                <a:tab pos="355600" algn="l"/>
              </a:tabLst>
            </a:pPr>
            <a:r>
              <a:rPr sz="2400" b="1" i="1" spc="-5" dirty="0">
                <a:solidFill>
                  <a:srgbClr val="0000FF"/>
                </a:solidFill>
                <a:latin typeface="Times New Roman"/>
                <a:cs typeface="Times New Roman"/>
              </a:rPr>
              <a:t>Bandwidth Limitation: </a:t>
            </a:r>
            <a:r>
              <a:rPr sz="2400" spc="-5" dirty="0">
                <a:latin typeface="Times New Roman"/>
                <a:cs typeface="Times New Roman"/>
              </a:rPr>
              <a:t>Communication under real-time conditions  requires </a:t>
            </a:r>
            <a:r>
              <a:rPr sz="2400" spc="-10" dirty="0">
                <a:latin typeface="Times New Roman"/>
                <a:cs typeface="Times New Roman"/>
              </a:rPr>
              <a:t>sufficient </a:t>
            </a:r>
            <a:r>
              <a:rPr sz="2400" spc="-5" dirty="0">
                <a:latin typeface="Times New Roman"/>
                <a:cs typeface="Times New Roman"/>
              </a:rPr>
              <a:t>transmission </a:t>
            </a:r>
            <a:r>
              <a:rPr sz="2400" dirty="0">
                <a:latin typeface="Times New Roman"/>
                <a:cs typeface="Times New Roman"/>
              </a:rPr>
              <a:t>bandwidth to </a:t>
            </a:r>
            <a:r>
              <a:rPr sz="2400" spc="-5" dirty="0">
                <a:latin typeface="Times New Roman"/>
                <a:cs typeface="Times New Roman"/>
              </a:rPr>
              <a:t>accommodate </a:t>
            </a: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-5" dirty="0">
                <a:latin typeface="Times New Roman"/>
                <a:cs typeface="Times New Roman"/>
              </a:rPr>
              <a:t>signal  spectrum: </a:t>
            </a:r>
            <a:r>
              <a:rPr sz="2400" dirty="0">
                <a:latin typeface="Times New Roman"/>
                <a:cs typeface="Times New Roman"/>
              </a:rPr>
              <a:t>otherwise sever </a:t>
            </a:r>
            <a:r>
              <a:rPr sz="2400" spc="-5" dirty="0">
                <a:latin typeface="Times New Roman"/>
                <a:cs typeface="Times New Roman"/>
              </a:rPr>
              <a:t>distortion will </a:t>
            </a:r>
            <a:r>
              <a:rPr sz="2400" dirty="0">
                <a:latin typeface="Times New Roman"/>
                <a:cs typeface="Times New Roman"/>
              </a:rPr>
              <a:t>result. </a:t>
            </a:r>
            <a:r>
              <a:rPr sz="2400" spc="-5" dirty="0">
                <a:latin typeface="Times New Roman"/>
                <a:cs typeface="Times New Roman"/>
              </a:rPr>
              <a:t>Thus, </a:t>
            </a:r>
            <a:r>
              <a:rPr sz="2400" dirty="0">
                <a:latin typeface="Times New Roman"/>
                <a:cs typeface="Times New Roman"/>
              </a:rPr>
              <a:t>every  </a:t>
            </a:r>
            <a:r>
              <a:rPr sz="2400" spc="-5" dirty="0">
                <a:latin typeface="Times New Roman"/>
                <a:cs typeface="Times New Roman"/>
              </a:rPr>
              <a:t>communication </a:t>
            </a:r>
            <a:r>
              <a:rPr sz="2400" dirty="0">
                <a:latin typeface="Times New Roman"/>
                <a:cs typeface="Times New Roman"/>
              </a:rPr>
              <a:t>system has a </a:t>
            </a:r>
            <a:r>
              <a:rPr sz="2400" spc="-5" dirty="0">
                <a:latin typeface="Times New Roman"/>
                <a:cs typeface="Times New Roman"/>
              </a:rPr>
              <a:t>finite bandwidth ‘B’ that </a:t>
            </a:r>
            <a:r>
              <a:rPr sz="2400" spc="-10" dirty="0">
                <a:latin typeface="Times New Roman"/>
                <a:cs typeface="Times New Roman"/>
              </a:rPr>
              <a:t>limits </a:t>
            </a: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-5" dirty="0">
                <a:latin typeface="Times New Roman"/>
                <a:cs typeface="Times New Roman"/>
              </a:rPr>
              <a:t>rate  </a:t>
            </a:r>
            <a:r>
              <a:rPr sz="2400" dirty="0">
                <a:latin typeface="Times New Roman"/>
                <a:cs typeface="Times New Roman"/>
              </a:rPr>
              <a:t>of signal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variations.</a:t>
            </a:r>
            <a:endParaRPr sz="2400">
              <a:latin typeface="Times New Roman"/>
              <a:cs typeface="Times New Roman"/>
            </a:endParaRPr>
          </a:p>
          <a:p>
            <a:pPr marL="355600" marR="6350" indent="-342900" algn="just">
              <a:spcBef>
                <a:spcPts val="2070"/>
              </a:spcBef>
              <a:buSzPct val="125000"/>
              <a:buFont typeface="Wingdings"/>
              <a:buChar char=""/>
              <a:tabLst>
                <a:tab pos="355600" algn="l"/>
              </a:tabLst>
            </a:pPr>
            <a:r>
              <a:rPr sz="2400" b="1" i="1" spc="-5" dirty="0">
                <a:solidFill>
                  <a:srgbClr val="0000FF"/>
                </a:solidFill>
                <a:latin typeface="Times New Roman"/>
                <a:cs typeface="Times New Roman"/>
              </a:rPr>
              <a:t>Noise Limitation: </a:t>
            </a:r>
            <a:r>
              <a:rPr sz="2400" spc="-5" dirty="0">
                <a:latin typeface="Times New Roman"/>
                <a:cs typeface="Times New Roman"/>
              </a:rPr>
              <a:t>Noise imposes </a:t>
            </a:r>
            <a:r>
              <a:rPr sz="2400" dirty="0">
                <a:latin typeface="Times New Roman"/>
                <a:cs typeface="Times New Roman"/>
              </a:rPr>
              <a:t>a </a:t>
            </a:r>
            <a:r>
              <a:rPr sz="2400" spc="-5" dirty="0">
                <a:latin typeface="Times New Roman"/>
                <a:cs typeface="Times New Roman"/>
              </a:rPr>
              <a:t>limitation </a:t>
            </a:r>
            <a:r>
              <a:rPr sz="2400" dirty="0">
                <a:latin typeface="Times New Roman"/>
                <a:cs typeface="Times New Roman"/>
              </a:rPr>
              <a:t>on </a:t>
            </a:r>
            <a:r>
              <a:rPr sz="2400" spc="-5" dirty="0">
                <a:latin typeface="Times New Roman"/>
                <a:cs typeface="Times New Roman"/>
              </a:rPr>
              <a:t>transmission.  Thermal </a:t>
            </a:r>
            <a:r>
              <a:rPr sz="2400" dirty="0">
                <a:latin typeface="Times New Roman"/>
                <a:cs typeface="Times New Roman"/>
              </a:rPr>
              <a:t>noise </a:t>
            </a:r>
            <a:r>
              <a:rPr sz="2400" spc="-5" dirty="0">
                <a:latin typeface="Times New Roman"/>
                <a:cs typeface="Times New Roman"/>
              </a:rPr>
              <a:t>appears </a:t>
            </a:r>
            <a:r>
              <a:rPr sz="2400" dirty="0">
                <a:latin typeface="Times New Roman"/>
                <a:cs typeface="Times New Roman"/>
              </a:rPr>
              <a:t>in every </a:t>
            </a:r>
            <a:r>
              <a:rPr sz="2400" spc="-5" dirty="0">
                <a:latin typeface="Times New Roman"/>
                <a:cs typeface="Times New Roman"/>
              </a:rPr>
              <a:t>communication system. At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lower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45641" y="4259961"/>
            <a:ext cx="7198359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35560" algn="r">
              <a:spcBef>
                <a:spcPts val="100"/>
              </a:spcBef>
              <a:tabLst>
                <a:tab pos="882015" algn="l"/>
                <a:tab pos="1357630" algn="l"/>
                <a:tab pos="2131695" algn="l"/>
                <a:tab pos="2879090" algn="l"/>
                <a:tab pos="3629025" algn="l"/>
                <a:tab pos="4494530" algn="l"/>
                <a:tab pos="5800725" algn="l"/>
                <a:tab pos="6903084" algn="l"/>
              </a:tabLst>
            </a:pPr>
            <a:r>
              <a:rPr sz="2400" dirty="0">
                <a:latin typeface="Times New Roman"/>
                <a:cs typeface="Times New Roman"/>
              </a:rPr>
              <a:t>value	of	S</a:t>
            </a:r>
            <a:r>
              <a:rPr sz="2400" spc="-5" dirty="0">
                <a:latin typeface="Times New Roman"/>
                <a:cs typeface="Times New Roman"/>
              </a:rPr>
              <a:t>/N,</a:t>
            </a:r>
            <a:r>
              <a:rPr sz="2400" dirty="0">
                <a:latin typeface="Times New Roman"/>
                <a:cs typeface="Times New Roman"/>
              </a:rPr>
              <a:t>	how	</a:t>
            </a:r>
            <a:r>
              <a:rPr sz="2400" spc="10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ver	noise	degra</a:t>
            </a:r>
            <a:r>
              <a:rPr sz="2400" spc="-10" dirty="0">
                <a:latin typeface="Times New Roman"/>
                <a:cs typeface="Times New Roman"/>
              </a:rPr>
              <a:t>d</a:t>
            </a:r>
            <a:r>
              <a:rPr sz="2400" spc="-5" dirty="0">
                <a:latin typeface="Times New Roman"/>
                <a:cs typeface="Times New Roman"/>
              </a:rPr>
              <a:t>es</a:t>
            </a:r>
            <a:r>
              <a:rPr sz="2400" dirty="0">
                <a:latin typeface="Times New Roman"/>
                <a:cs typeface="Times New Roman"/>
              </a:rPr>
              <a:t>	fide</a:t>
            </a:r>
            <a:r>
              <a:rPr sz="2400" spc="-10" dirty="0">
                <a:latin typeface="Times New Roman"/>
                <a:cs typeface="Times New Roman"/>
              </a:rPr>
              <a:t>l</a:t>
            </a:r>
            <a:r>
              <a:rPr sz="2400" dirty="0">
                <a:latin typeface="Times New Roman"/>
                <a:cs typeface="Times New Roman"/>
              </a:rPr>
              <a:t>ity	</a:t>
            </a:r>
            <a:r>
              <a:rPr sz="2400" spc="5" dirty="0">
                <a:latin typeface="Times New Roman"/>
                <a:cs typeface="Times New Roman"/>
              </a:rPr>
              <a:t>in</a:t>
            </a:r>
            <a:endParaRPr sz="2400">
              <a:latin typeface="Times New Roman"/>
              <a:cs typeface="Times New Roman"/>
            </a:endParaRPr>
          </a:p>
          <a:p>
            <a:pPr marR="5080" algn="r"/>
            <a:r>
              <a:rPr sz="2400" dirty="0">
                <a:latin typeface="Times New Roman"/>
                <a:cs typeface="Times New Roman"/>
              </a:rPr>
              <a:t>in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752839" y="4259961"/>
            <a:ext cx="839469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7625" marR="5080" indent="-35560"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an</a:t>
            </a:r>
            <a:r>
              <a:rPr sz="2400" spc="5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log  di</a:t>
            </a:r>
            <a:r>
              <a:rPr sz="2400" spc="-10" dirty="0">
                <a:latin typeface="Times New Roman"/>
                <a:cs typeface="Times New Roman"/>
              </a:rPr>
              <a:t>gi</a:t>
            </a:r>
            <a:r>
              <a:rPr sz="2400" dirty="0">
                <a:latin typeface="Times New Roman"/>
                <a:cs typeface="Times New Roman"/>
              </a:rPr>
              <a:t>tal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45640" y="4625416"/>
            <a:ext cx="6287770" cy="758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2576195" algn="l"/>
                <a:tab pos="3687445" algn="l"/>
                <a:tab pos="5563870" algn="l"/>
              </a:tabLst>
            </a:pPr>
            <a:r>
              <a:rPr sz="2400" dirty="0">
                <a:latin typeface="Times New Roman"/>
                <a:cs typeface="Times New Roman"/>
              </a:rPr>
              <a:t>co</a:t>
            </a:r>
            <a:r>
              <a:rPr sz="2400" spc="-10" dirty="0">
                <a:latin typeface="Times New Roman"/>
                <a:cs typeface="Times New Roman"/>
              </a:rPr>
              <a:t>m</a:t>
            </a:r>
            <a:r>
              <a:rPr sz="2400" spc="-25" dirty="0">
                <a:latin typeface="Times New Roman"/>
                <a:cs typeface="Times New Roman"/>
              </a:rPr>
              <a:t>m</a:t>
            </a:r>
            <a:r>
              <a:rPr sz="2400" dirty="0">
                <a:latin typeface="Times New Roman"/>
                <a:cs typeface="Times New Roman"/>
              </a:rPr>
              <a:t>unic</a:t>
            </a:r>
            <a:r>
              <a:rPr sz="2400" spc="-10" dirty="0">
                <a:latin typeface="Times New Roman"/>
                <a:cs typeface="Times New Roman"/>
              </a:rPr>
              <a:t>at</a:t>
            </a:r>
            <a:r>
              <a:rPr sz="2400" dirty="0">
                <a:latin typeface="Times New Roman"/>
                <a:cs typeface="Times New Roman"/>
              </a:rPr>
              <a:t>ion	and	produ</a:t>
            </a:r>
            <a:r>
              <a:rPr sz="2400" spc="-15" dirty="0">
                <a:latin typeface="Times New Roman"/>
                <a:cs typeface="Times New Roman"/>
              </a:rPr>
              <a:t>c</a:t>
            </a:r>
            <a:r>
              <a:rPr sz="2400" dirty="0">
                <a:latin typeface="Times New Roman"/>
                <a:cs typeface="Times New Roman"/>
              </a:rPr>
              <a:t>e	er</a:t>
            </a:r>
            <a:r>
              <a:rPr sz="2400" spc="5" dirty="0">
                <a:latin typeface="Times New Roman"/>
                <a:cs typeface="Times New Roman"/>
              </a:rPr>
              <a:t>r</a:t>
            </a:r>
            <a:r>
              <a:rPr sz="2400" spc="-15" dirty="0">
                <a:latin typeface="Times New Roman"/>
                <a:cs typeface="Times New Roman"/>
              </a:rPr>
              <a:t>o</a:t>
            </a:r>
            <a:r>
              <a:rPr sz="2400" dirty="0">
                <a:latin typeface="Times New Roman"/>
                <a:cs typeface="Times New Roman"/>
              </a:rPr>
              <a:t>rs</a:t>
            </a:r>
            <a:endParaRPr sz="2400">
              <a:latin typeface="Times New Roman"/>
              <a:cs typeface="Times New Roman"/>
            </a:endParaRPr>
          </a:p>
          <a:p>
            <a:pPr marL="12700">
              <a:spcBef>
                <a:spcPts val="5"/>
              </a:spcBef>
            </a:pPr>
            <a:r>
              <a:rPr sz="2400" spc="-5" dirty="0">
                <a:latin typeface="Times New Roman"/>
                <a:cs typeface="Times New Roman"/>
              </a:rPr>
              <a:t>communication.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286000" y="5748529"/>
            <a:ext cx="7010400" cy="460375"/>
          </a:xfrm>
          <a:custGeom>
            <a:avLst/>
            <a:gdLst/>
            <a:ahLst/>
            <a:cxnLst/>
            <a:rect l="l" t="t" r="r" b="b"/>
            <a:pathLst>
              <a:path w="7010400" h="460375">
                <a:moveTo>
                  <a:pt x="0" y="460248"/>
                </a:moveTo>
                <a:lnTo>
                  <a:pt x="7010400" y="460248"/>
                </a:lnTo>
                <a:lnTo>
                  <a:pt x="7010400" y="0"/>
                </a:lnTo>
                <a:lnTo>
                  <a:pt x="0" y="0"/>
                </a:lnTo>
                <a:lnTo>
                  <a:pt x="0" y="460248"/>
                </a:lnTo>
                <a:close/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364740" y="5771489"/>
            <a:ext cx="39604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i="1" spc="-5" dirty="0">
                <a:latin typeface="Times New Roman"/>
                <a:cs typeface="Times New Roman"/>
              </a:rPr>
              <a:t>SHANNON </a:t>
            </a:r>
            <a:r>
              <a:rPr sz="2400" dirty="0">
                <a:latin typeface="Times New Roman"/>
                <a:cs typeface="Times New Roman"/>
              </a:rPr>
              <a:t>accounted </a:t>
            </a:r>
            <a:r>
              <a:rPr sz="2400" spc="-5" dirty="0">
                <a:latin typeface="Times New Roman"/>
                <a:cs typeface="Times New Roman"/>
              </a:rPr>
              <a:t>both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with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553200" y="5820155"/>
            <a:ext cx="2286000" cy="50749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9550146" y="5803799"/>
            <a:ext cx="105219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dirty="0">
                <a:latin typeface="Times New Roman"/>
                <a:cs typeface="Times New Roman"/>
              </a:rPr>
              <a:t>[E</a:t>
            </a:r>
            <a:r>
              <a:rPr sz="2000" spc="5" dirty="0">
                <a:latin typeface="Times New Roman"/>
                <a:cs typeface="Times New Roman"/>
              </a:rPr>
              <a:t>q</a:t>
            </a:r>
            <a:r>
              <a:rPr sz="2000" dirty="0">
                <a:latin typeface="Times New Roman"/>
                <a:cs typeface="Times New Roman"/>
              </a:rPr>
              <a:t>.</a:t>
            </a:r>
            <a:r>
              <a:rPr sz="2000" spc="5" dirty="0">
                <a:latin typeface="Times New Roman"/>
                <a:cs typeface="Times New Roman"/>
              </a:rPr>
              <a:t>5</a:t>
            </a:r>
            <a:r>
              <a:rPr sz="2000" dirty="0">
                <a:latin typeface="Times New Roman"/>
                <a:cs typeface="Times New Roman"/>
              </a:rPr>
              <a:t>.</a:t>
            </a:r>
            <a:r>
              <a:rPr sz="2000" spc="5" dirty="0">
                <a:latin typeface="Times New Roman"/>
                <a:cs typeface="Times New Roman"/>
              </a:rPr>
              <a:t>1</a:t>
            </a:r>
            <a:r>
              <a:rPr sz="2000" spc="-10" dirty="0">
                <a:latin typeface="Times New Roman"/>
                <a:cs typeface="Times New Roman"/>
              </a:rPr>
              <a:t>.</a:t>
            </a:r>
            <a:r>
              <a:rPr sz="2000" dirty="0">
                <a:latin typeface="Times New Roman"/>
                <a:cs typeface="Times New Roman"/>
              </a:rPr>
              <a:t>2]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xfrm>
            <a:off x="8478139" y="6549754"/>
            <a:ext cx="281304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1425"/>
              </a:lnSpc>
            </a:pPr>
            <a:r>
              <a:rPr lang="en-IN"/>
              <a:t>[</a:t>
            </a:r>
            <a:fld id="{81D60167-4931-47E6-BA6A-407CBD079E47}" type="slidenum">
              <a:rPr spc="-5" smtClean="0"/>
              <a:pPr marL="12700">
                <a:lnSpc>
                  <a:spcPts val="1425"/>
                </a:lnSpc>
              </a:pPr>
              <a:t>25</a:t>
            </a:fld>
            <a:r>
              <a:t>]</a:t>
            </a:r>
            <a:endParaRPr dirty="0"/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1945640" y="258953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4826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Introduction </a:t>
            </a:r>
            <a:r>
              <a:rPr spc="-175" dirty="0"/>
              <a:t>To </a:t>
            </a:r>
            <a:r>
              <a:rPr spc="-5" dirty="0"/>
              <a:t>Communication</a:t>
            </a:r>
            <a:r>
              <a:rPr spc="200" dirty="0"/>
              <a:t> </a:t>
            </a:r>
            <a:r>
              <a:rPr sz="2400" dirty="0"/>
              <a:t>contd.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602739" y="28449"/>
            <a:ext cx="892937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7861934" algn="l"/>
              </a:tabLst>
            </a:pPr>
            <a:r>
              <a:rPr sz="3000" b="1" i="1" baseline="1388" dirty="0">
                <a:solidFill>
                  <a:srgbClr val="0000FF"/>
                </a:solidFill>
                <a:latin typeface="Times New Roman"/>
                <a:cs typeface="Times New Roman"/>
              </a:rPr>
              <a:t>Module</a:t>
            </a:r>
            <a:r>
              <a:rPr sz="3000" b="1" i="1" spc="-30" baseline="1388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3000" b="1" i="1" baseline="1388" dirty="0">
                <a:solidFill>
                  <a:srgbClr val="0000FF"/>
                </a:solidFill>
                <a:latin typeface="Times New Roman"/>
                <a:cs typeface="Times New Roman"/>
              </a:rPr>
              <a:t>– V	</a:t>
            </a:r>
            <a:r>
              <a:rPr sz="2000" b="1" i="1" spc="-55" dirty="0">
                <a:solidFill>
                  <a:srgbClr val="0000FF"/>
                </a:solidFill>
                <a:latin typeface="Times New Roman"/>
                <a:cs typeface="Times New Roman"/>
              </a:rPr>
              <a:t>Vol.</a:t>
            </a:r>
            <a:r>
              <a:rPr sz="2000" b="1" i="1" spc="-8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0000FF"/>
                </a:solidFill>
                <a:latin typeface="Times New Roman"/>
                <a:cs typeface="Times New Roman"/>
              </a:rPr>
              <a:t>No.-1</a:t>
            </a:r>
            <a:endParaRPr sz="2000">
              <a:latin typeface="Times New Roman"/>
              <a:cs typeface="Times New Roman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A211628B-A1E6-4312-B934-F2526C81FF97}"/>
                  </a:ext>
                </a:extLst>
              </p14:cNvPr>
              <p14:cNvContentPartPr/>
              <p14:nvPr/>
            </p14:nvContentPartPr>
            <p14:xfrm>
              <a:off x="4821840" y="2531160"/>
              <a:ext cx="6926760" cy="414828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A211628B-A1E6-4312-B934-F2526C81FF9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812480" y="2521800"/>
                <a:ext cx="6945480" cy="4167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64791" y="990600"/>
            <a:ext cx="8750808" cy="152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602739" y="1321396"/>
            <a:ext cx="8989060" cy="3306033"/>
          </a:xfrm>
          <a:prstGeom prst="rect">
            <a:avLst/>
          </a:prstGeom>
        </p:spPr>
        <p:txBody>
          <a:bodyPr vert="horz" wrap="square" lIns="0" tIns="246380" rIns="0" bIns="0" rtlCol="0">
            <a:spAutoFit/>
          </a:bodyPr>
          <a:lstStyle/>
          <a:p>
            <a:pPr marL="469900" indent="-457200">
              <a:spcBef>
                <a:spcPts val="1940"/>
              </a:spcBef>
              <a:buFont typeface="Wingdings"/>
              <a:buChar char=""/>
              <a:tabLst>
                <a:tab pos="469265" algn="l"/>
                <a:tab pos="469900" algn="l"/>
              </a:tabLst>
            </a:pPr>
            <a:r>
              <a:rPr sz="2800" spc="-5" dirty="0">
                <a:solidFill>
                  <a:srgbClr val="0000FF"/>
                </a:solidFill>
                <a:latin typeface="Times New Roman"/>
                <a:cs typeface="Times New Roman"/>
              </a:rPr>
              <a:t>Signal</a:t>
            </a:r>
            <a:r>
              <a:rPr sz="2800" spc="-2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0000FF"/>
                </a:solidFill>
                <a:latin typeface="Times New Roman"/>
                <a:cs typeface="Times New Roman"/>
              </a:rPr>
              <a:t>Bandwidth:</a:t>
            </a:r>
            <a:endParaRPr sz="2800" dirty="0">
              <a:latin typeface="Times New Roman"/>
              <a:cs typeface="Times New Roman"/>
            </a:endParaRPr>
          </a:p>
          <a:p>
            <a:pPr marL="469900" marR="5080" indent="-457200" algn="just">
              <a:spcBef>
                <a:spcPts val="2575"/>
              </a:spcBef>
              <a:buSzPct val="125000"/>
              <a:buFont typeface="Wingdings"/>
              <a:buChar char=""/>
              <a:tabLst>
                <a:tab pos="469900" algn="l"/>
              </a:tabLst>
            </a:pPr>
            <a:r>
              <a:rPr sz="2400" spc="-5" dirty="0">
                <a:latin typeface="Times New Roman"/>
                <a:cs typeface="Times New Roman"/>
              </a:rPr>
              <a:t>Most </a:t>
            </a:r>
            <a:r>
              <a:rPr sz="2400" dirty="0">
                <a:latin typeface="Times New Roman"/>
                <a:cs typeface="Times New Roman"/>
              </a:rPr>
              <a:t>of the </a:t>
            </a:r>
            <a:r>
              <a:rPr sz="2400" spc="-5" dirty="0">
                <a:latin typeface="Times New Roman"/>
                <a:cs typeface="Times New Roman"/>
              </a:rPr>
              <a:t>electromagnetic </a:t>
            </a:r>
            <a:r>
              <a:rPr sz="2400" spc="-10" dirty="0">
                <a:latin typeface="Times New Roman"/>
                <a:cs typeface="Times New Roman"/>
              </a:rPr>
              <a:t>energy </a:t>
            </a:r>
            <a:r>
              <a:rPr sz="2400" dirty="0">
                <a:latin typeface="Times New Roman"/>
                <a:cs typeface="Times New Roman"/>
              </a:rPr>
              <a:t>of an </a:t>
            </a:r>
            <a:r>
              <a:rPr sz="2400" spc="-5" dirty="0">
                <a:latin typeface="Times New Roman"/>
                <a:cs typeface="Times New Roman"/>
              </a:rPr>
              <a:t>analog </a:t>
            </a:r>
            <a:r>
              <a:rPr sz="2400" dirty="0">
                <a:latin typeface="Times New Roman"/>
                <a:cs typeface="Times New Roman"/>
              </a:rPr>
              <a:t>signal is </a:t>
            </a:r>
            <a:r>
              <a:rPr sz="2400" spc="-5" dirty="0">
                <a:latin typeface="Times New Roman"/>
                <a:cs typeface="Times New Roman"/>
              </a:rPr>
              <a:t>contained  </a:t>
            </a:r>
            <a:r>
              <a:rPr sz="2400" dirty="0">
                <a:latin typeface="Times New Roman"/>
                <a:cs typeface="Times New Roman"/>
              </a:rPr>
              <a:t>in a </a:t>
            </a:r>
            <a:r>
              <a:rPr sz="2400" spc="-5" dirty="0">
                <a:latin typeface="Times New Roman"/>
                <a:cs typeface="Times New Roman"/>
              </a:rPr>
              <a:t>relatively narrow </a:t>
            </a:r>
            <a:r>
              <a:rPr sz="2400" dirty="0">
                <a:latin typeface="Times New Roman"/>
                <a:cs typeface="Times New Roman"/>
              </a:rPr>
              <a:t>band </a:t>
            </a:r>
            <a:r>
              <a:rPr sz="2400" spc="5" dirty="0">
                <a:latin typeface="Times New Roman"/>
                <a:cs typeface="Times New Roman"/>
              </a:rPr>
              <a:t>of </a:t>
            </a:r>
            <a:r>
              <a:rPr sz="2400" dirty="0">
                <a:latin typeface="Times New Roman"/>
                <a:cs typeface="Times New Roman"/>
              </a:rPr>
              <a:t>frequencies referred to </a:t>
            </a:r>
            <a:r>
              <a:rPr sz="2400" spc="-5" dirty="0">
                <a:latin typeface="Times New Roman"/>
                <a:cs typeface="Times New Roman"/>
              </a:rPr>
              <a:t>as  </a:t>
            </a:r>
            <a:r>
              <a:rPr sz="2400" b="1" i="1" spc="-5" dirty="0">
                <a:latin typeface="Times New Roman"/>
                <a:cs typeface="Times New Roman"/>
              </a:rPr>
              <a:t>effective-bandwidth </a:t>
            </a:r>
            <a:r>
              <a:rPr sz="2400" dirty="0">
                <a:latin typeface="Times New Roman"/>
                <a:cs typeface="Times New Roman"/>
              </a:rPr>
              <a:t>or </a:t>
            </a:r>
            <a:r>
              <a:rPr sz="2400" spc="-5" dirty="0">
                <a:latin typeface="Times New Roman"/>
                <a:cs typeface="Times New Roman"/>
              </a:rPr>
              <a:t>simply </a:t>
            </a:r>
            <a:r>
              <a:rPr sz="2400" b="1" i="1" spc="-5" dirty="0">
                <a:latin typeface="Times New Roman"/>
                <a:cs typeface="Times New Roman"/>
              </a:rPr>
              <a:t>signal</a:t>
            </a:r>
            <a:r>
              <a:rPr sz="2400" b="1" i="1" spc="-20" dirty="0">
                <a:latin typeface="Times New Roman"/>
                <a:cs typeface="Times New Roman"/>
              </a:rPr>
              <a:t> </a:t>
            </a:r>
            <a:r>
              <a:rPr sz="2400" b="1" i="1" spc="-5" dirty="0">
                <a:latin typeface="Times New Roman"/>
                <a:cs typeface="Times New Roman"/>
              </a:rPr>
              <a:t>bandwidth</a:t>
            </a:r>
            <a:r>
              <a:rPr sz="2400" spc="-5" dirty="0">
                <a:latin typeface="Times New Roman"/>
                <a:cs typeface="Times New Roman"/>
              </a:rPr>
              <a:t>.</a:t>
            </a:r>
            <a:endParaRPr sz="2400" dirty="0">
              <a:latin typeface="Times New Roman"/>
              <a:cs typeface="Times New Roman"/>
            </a:endParaRPr>
          </a:p>
          <a:p>
            <a:pPr>
              <a:spcBef>
                <a:spcPts val="25"/>
              </a:spcBef>
              <a:buFont typeface="Wingdings"/>
              <a:buChar char=""/>
            </a:pPr>
            <a:endParaRPr sz="2900" dirty="0">
              <a:latin typeface="Times New Roman"/>
              <a:cs typeface="Times New Roman"/>
            </a:endParaRPr>
          </a:p>
          <a:p>
            <a:pPr marL="469900" marR="5080" indent="-457200" algn="just">
              <a:buSzPct val="125000"/>
              <a:buFont typeface="Wingdings"/>
              <a:buChar char=""/>
              <a:tabLst>
                <a:tab pos="469900" algn="l"/>
              </a:tabLst>
            </a:pPr>
            <a:r>
              <a:rPr sz="2400" dirty="0">
                <a:latin typeface="Times New Roman"/>
                <a:cs typeface="Times New Roman"/>
              </a:rPr>
              <a:t>In </a:t>
            </a:r>
            <a:r>
              <a:rPr sz="2400" spc="-5" dirty="0">
                <a:latin typeface="Times New Roman"/>
                <a:cs typeface="Times New Roman"/>
              </a:rPr>
              <a:t>general, </a:t>
            </a:r>
            <a:r>
              <a:rPr sz="2400" dirty="0">
                <a:latin typeface="Times New Roman"/>
                <a:cs typeface="Times New Roman"/>
              </a:rPr>
              <a:t>bandwidth </a:t>
            </a:r>
            <a:r>
              <a:rPr sz="2400" spc="-10" dirty="0">
                <a:latin typeface="Times New Roman"/>
                <a:cs typeface="Times New Roman"/>
              </a:rPr>
              <a:t>gives </a:t>
            </a:r>
            <a:r>
              <a:rPr sz="2400" spc="-5" dirty="0">
                <a:latin typeface="Times New Roman"/>
                <a:cs typeface="Times New Roman"/>
              </a:rPr>
              <a:t>important information </a:t>
            </a:r>
            <a:r>
              <a:rPr sz="2400" dirty="0">
                <a:latin typeface="Times New Roman"/>
                <a:cs typeface="Times New Roman"/>
              </a:rPr>
              <a:t>about </a:t>
            </a:r>
            <a:r>
              <a:rPr sz="2400" spc="-5" dirty="0">
                <a:latin typeface="Times New Roman"/>
                <a:cs typeface="Times New Roman"/>
              </a:rPr>
              <a:t>the </a:t>
            </a:r>
            <a:r>
              <a:rPr sz="2400" dirty="0">
                <a:latin typeface="Times New Roman"/>
                <a:cs typeface="Times New Roman"/>
              </a:rPr>
              <a:t>signal </a:t>
            </a:r>
            <a:r>
              <a:rPr sz="2400" spc="5" dirty="0">
                <a:latin typeface="Times New Roman"/>
                <a:cs typeface="Times New Roman"/>
              </a:rPr>
              <a:t>in  </a:t>
            </a:r>
            <a:r>
              <a:rPr sz="2400" dirty="0">
                <a:latin typeface="Times New Roman"/>
                <a:cs typeface="Times New Roman"/>
              </a:rPr>
              <a:t>its frequency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domain.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8478139" y="6549754"/>
            <a:ext cx="281304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1425"/>
              </a:lnSpc>
            </a:pPr>
            <a:r>
              <a:rPr lang="en-IN"/>
              <a:t>[</a:t>
            </a:r>
            <a:fld id="{81D60167-4931-47E6-BA6A-407CBD079E47}" type="slidenum">
              <a:rPr spc="-5" smtClean="0"/>
              <a:pPr marL="12700">
                <a:lnSpc>
                  <a:spcPts val="1425"/>
                </a:lnSpc>
              </a:pPr>
              <a:t>26</a:t>
            </a:fld>
            <a:r>
              <a:t>]</a:t>
            </a:r>
            <a:endParaRPr dirty="0"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990061" y="285548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4826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Introduction </a:t>
            </a:r>
            <a:r>
              <a:rPr spc="-175" dirty="0"/>
              <a:t>To </a:t>
            </a:r>
            <a:r>
              <a:rPr spc="-5" dirty="0"/>
              <a:t>Communication</a:t>
            </a:r>
            <a:r>
              <a:rPr spc="200" dirty="0"/>
              <a:t> </a:t>
            </a:r>
            <a:r>
              <a:rPr sz="2400" dirty="0"/>
              <a:t>contd.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602739" y="28449"/>
            <a:ext cx="892937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7861934" algn="l"/>
              </a:tabLst>
            </a:pPr>
            <a:r>
              <a:rPr sz="3000" b="1" i="1" baseline="1388" dirty="0">
                <a:solidFill>
                  <a:srgbClr val="0000FF"/>
                </a:solidFill>
                <a:latin typeface="Times New Roman"/>
                <a:cs typeface="Times New Roman"/>
              </a:rPr>
              <a:t>Module</a:t>
            </a:r>
            <a:r>
              <a:rPr sz="3000" b="1" i="1" spc="-30" baseline="1388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3000" b="1" i="1" baseline="1388" dirty="0">
                <a:solidFill>
                  <a:srgbClr val="0000FF"/>
                </a:solidFill>
                <a:latin typeface="Times New Roman"/>
                <a:cs typeface="Times New Roman"/>
              </a:rPr>
              <a:t>– V	</a:t>
            </a:r>
            <a:r>
              <a:rPr sz="2000" b="1" i="1" spc="-55" dirty="0">
                <a:solidFill>
                  <a:srgbClr val="0000FF"/>
                </a:solidFill>
                <a:latin typeface="Times New Roman"/>
                <a:cs typeface="Times New Roman"/>
              </a:rPr>
              <a:t>Vol.</a:t>
            </a:r>
            <a:r>
              <a:rPr sz="2000" b="1" i="1" spc="-8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0000FF"/>
                </a:solidFill>
                <a:latin typeface="Times New Roman"/>
                <a:cs typeface="Times New Roman"/>
              </a:rPr>
              <a:t>No.-1</a:t>
            </a:r>
            <a:endParaRPr sz="2000">
              <a:latin typeface="Times New Roman"/>
              <a:cs typeface="Times New Roman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5893A82-338A-4C47-B216-27B24849178E}"/>
                  </a:ext>
                </a:extLst>
              </p14:cNvPr>
              <p14:cNvContentPartPr/>
              <p14:nvPr/>
            </p14:nvContentPartPr>
            <p14:xfrm>
              <a:off x="4771440" y="3098160"/>
              <a:ext cx="5629680" cy="8071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5893A82-338A-4C47-B216-27B24849178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762080" y="3088800"/>
                <a:ext cx="5648400" cy="825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64791" y="990600"/>
            <a:ext cx="8750808" cy="152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602740" y="1367113"/>
            <a:ext cx="8988425" cy="4397375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469900" indent="-457200" algn="just">
              <a:spcBef>
                <a:spcPts val="894"/>
              </a:spcBef>
              <a:buFont typeface="Wingdings"/>
              <a:buChar char=""/>
              <a:tabLst>
                <a:tab pos="469900" algn="l"/>
              </a:tabLst>
            </a:pPr>
            <a:r>
              <a:rPr sz="2800" spc="-5" dirty="0">
                <a:solidFill>
                  <a:srgbClr val="0000FF"/>
                </a:solidFill>
                <a:latin typeface="Times New Roman"/>
                <a:cs typeface="Times New Roman"/>
              </a:rPr>
              <a:t>The term Bandwidth is used in three distinct</a:t>
            </a:r>
            <a:r>
              <a:rPr sz="2800" spc="-4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0000FF"/>
                </a:solidFill>
                <a:latin typeface="Times New Roman"/>
                <a:cs typeface="Times New Roman"/>
              </a:rPr>
              <a:t>ways:</a:t>
            </a:r>
            <a:endParaRPr sz="2800">
              <a:latin typeface="Times New Roman"/>
              <a:cs typeface="Times New Roman"/>
            </a:endParaRPr>
          </a:p>
          <a:p>
            <a:pPr marL="469900" marR="5080" indent="-457200" algn="just">
              <a:spcBef>
                <a:spcPts val="1460"/>
              </a:spcBef>
              <a:buSzPct val="125000"/>
              <a:buFont typeface="Wingdings"/>
              <a:buChar char=""/>
              <a:tabLst>
                <a:tab pos="469900" algn="l"/>
              </a:tabLst>
            </a:pPr>
            <a:r>
              <a:rPr sz="2400" i="1" spc="-114" dirty="0">
                <a:solidFill>
                  <a:srgbClr val="0000FF"/>
                </a:solidFill>
                <a:latin typeface="Times New Roman"/>
                <a:cs typeface="Times New Roman"/>
              </a:rPr>
              <a:t>To </a:t>
            </a:r>
            <a:r>
              <a:rPr sz="2400" i="1" spc="-5" dirty="0">
                <a:solidFill>
                  <a:srgbClr val="0000FF"/>
                </a:solidFill>
                <a:latin typeface="Times New Roman"/>
                <a:cs typeface="Times New Roman"/>
              </a:rPr>
              <a:t>characterize the information signal </a:t>
            </a:r>
            <a:r>
              <a:rPr sz="2400" spc="-5" dirty="0">
                <a:latin typeface="Times New Roman"/>
                <a:cs typeface="Times New Roman"/>
              </a:rPr>
              <a:t>(signal </a:t>
            </a:r>
            <a:r>
              <a:rPr sz="2400" dirty="0">
                <a:latin typeface="Times New Roman"/>
                <a:cs typeface="Times New Roman"/>
              </a:rPr>
              <a:t>bandwidth) </a:t>
            </a:r>
            <a:r>
              <a:rPr sz="2400" spc="-5" dirty="0">
                <a:latin typeface="Times New Roman"/>
                <a:cs typeface="Times New Roman"/>
              </a:rPr>
              <a:t>as well as  </a:t>
            </a: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-5" dirty="0">
                <a:latin typeface="Times New Roman"/>
                <a:cs typeface="Times New Roman"/>
              </a:rPr>
              <a:t>transmitted baseband </a:t>
            </a:r>
            <a:r>
              <a:rPr sz="2400" dirty="0">
                <a:latin typeface="Times New Roman"/>
                <a:cs typeface="Times New Roman"/>
              </a:rPr>
              <a:t>or </a:t>
            </a:r>
            <a:r>
              <a:rPr sz="2400" spc="-5" dirty="0">
                <a:latin typeface="Times New Roman"/>
                <a:cs typeface="Times New Roman"/>
              </a:rPr>
              <a:t>broadband </a:t>
            </a:r>
            <a:r>
              <a:rPr sz="2400" dirty="0">
                <a:latin typeface="Times New Roman"/>
                <a:cs typeface="Times New Roman"/>
              </a:rPr>
              <a:t>signal </a:t>
            </a:r>
            <a:r>
              <a:rPr sz="2400" spc="-5" dirty="0">
                <a:latin typeface="Times New Roman"/>
                <a:cs typeface="Times New Roman"/>
              </a:rPr>
              <a:t>(transmitted  </a:t>
            </a:r>
            <a:r>
              <a:rPr sz="2400" dirty="0">
                <a:latin typeface="Times New Roman"/>
                <a:cs typeface="Times New Roman"/>
              </a:rPr>
              <a:t>bandwidth).</a:t>
            </a:r>
            <a:endParaRPr sz="2400">
              <a:latin typeface="Times New Roman"/>
              <a:cs typeface="Times New Roman"/>
            </a:endParaRPr>
          </a:p>
          <a:p>
            <a:pPr marL="469900" marR="6985" indent="-457200" algn="just">
              <a:spcBef>
                <a:spcPts val="1440"/>
              </a:spcBef>
              <a:buSzPct val="125000"/>
              <a:buFont typeface="Wingdings"/>
              <a:buChar char=""/>
              <a:tabLst>
                <a:tab pos="469900" algn="l"/>
              </a:tabLst>
            </a:pPr>
            <a:r>
              <a:rPr sz="2400" i="1" spc="-114" dirty="0">
                <a:solidFill>
                  <a:srgbClr val="0000FF"/>
                </a:solidFill>
                <a:latin typeface="Times New Roman"/>
                <a:cs typeface="Times New Roman"/>
              </a:rPr>
              <a:t>To </a:t>
            </a:r>
            <a:r>
              <a:rPr sz="2400" i="1" dirty="0">
                <a:solidFill>
                  <a:srgbClr val="0000FF"/>
                </a:solidFill>
                <a:latin typeface="Times New Roman"/>
                <a:cs typeface="Times New Roman"/>
              </a:rPr>
              <a:t>design </a:t>
            </a:r>
            <a:r>
              <a:rPr sz="2400" i="1" spc="-5" dirty="0">
                <a:solidFill>
                  <a:srgbClr val="0000FF"/>
                </a:solidFill>
                <a:latin typeface="Times New Roman"/>
                <a:cs typeface="Times New Roman"/>
              </a:rPr>
              <a:t>transmitter and </a:t>
            </a:r>
            <a:r>
              <a:rPr sz="2400" i="1" spc="-15" dirty="0">
                <a:solidFill>
                  <a:srgbClr val="0000FF"/>
                </a:solidFill>
                <a:latin typeface="Times New Roman"/>
                <a:cs typeface="Times New Roman"/>
              </a:rPr>
              <a:t>receiver </a:t>
            </a:r>
            <a:r>
              <a:rPr sz="2400" i="1" dirty="0">
                <a:solidFill>
                  <a:srgbClr val="0000FF"/>
                </a:solidFill>
                <a:latin typeface="Times New Roman"/>
                <a:cs typeface="Times New Roman"/>
              </a:rPr>
              <a:t>system</a:t>
            </a:r>
            <a:r>
              <a:rPr sz="2400" dirty="0">
                <a:latin typeface="Times New Roman"/>
                <a:cs typeface="Times New Roman"/>
              </a:rPr>
              <a:t>. </a:t>
            </a:r>
            <a:r>
              <a:rPr sz="2400" spc="-5" dirty="0">
                <a:latin typeface="Times New Roman"/>
                <a:cs typeface="Times New Roman"/>
              </a:rPr>
              <a:t>The </a:t>
            </a:r>
            <a:r>
              <a:rPr sz="2400" dirty="0">
                <a:latin typeface="Times New Roman"/>
                <a:cs typeface="Times New Roman"/>
              </a:rPr>
              <a:t>frequency response  of </a:t>
            </a:r>
            <a:r>
              <a:rPr sz="2400" spc="-5" dirty="0">
                <a:latin typeface="Times New Roman"/>
                <a:cs typeface="Times New Roman"/>
              </a:rPr>
              <a:t>transmitter </a:t>
            </a:r>
            <a:r>
              <a:rPr sz="2400" spc="-10" dirty="0">
                <a:latin typeface="Times New Roman"/>
                <a:cs typeface="Times New Roman"/>
              </a:rPr>
              <a:t>must </a:t>
            </a:r>
            <a:r>
              <a:rPr sz="2400" dirty="0">
                <a:latin typeface="Times New Roman"/>
                <a:cs typeface="Times New Roman"/>
              </a:rPr>
              <a:t>be such </a:t>
            </a:r>
            <a:r>
              <a:rPr sz="2400" spc="-5" dirty="0">
                <a:latin typeface="Times New Roman"/>
                <a:cs typeface="Times New Roman"/>
              </a:rPr>
              <a:t>that the total system </a:t>
            </a:r>
            <a:r>
              <a:rPr sz="2400" dirty="0">
                <a:latin typeface="Times New Roman"/>
                <a:cs typeface="Times New Roman"/>
              </a:rPr>
              <a:t>bandwidth </a:t>
            </a:r>
            <a:r>
              <a:rPr sz="2400" spc="-10" dirty="0">
                <a:latin typeface="Times New Roman"/>
                <a:cs typeface="Times New Roman"/>
              </a:rPr>
              <a:t>must  </a:t>
            </a:r>
            <a:r>
              <a:rPr sz="2400" spc="-5" dirty="0">
                <a:latin typeface="Times New Roman"/>
                <a:cs typeface="Times New Roman"/>
              </a:rPr>
              <a:t>support </a:t>
            </a:r>
            <a:r>
              <a:rPr sz="2400" dirty="0">
                <a:latin typeface="Times New Roman"/>
                <a:cs typeface="Times New Roman"/>
              </a:rPr>
              <a:t>the channel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bandwidth.</a:t>
            </a:r>
            <a:endParaRPr sz="2400">
              <a:latin typeface="Times New Roman"/>
              <a:cs typeface="Times New Roman"/>
            </a:endParaRPr>
          </a:p>
          <a:p>
            <a:pPr marL="469900" marR="6350" indent="-457200" algn="just">
              <a:spcBef>
                <a:spcPts val="1440"/>
              </a:spcBef>
              <a:buSzPct val="125000"/>
              <a:buFont typeface="Wingdings"/>
              <a:buChar char=""/>
              <a:tabLst>
                <a:tab pos="469900" algn="l"/>
              </a:tabLst>
            </a:pPr>
            <a:r>
              <a:rPr sz="2400" i="1" spc="-110" dirty="0">
                <a:solidFill>
                  <a:srgbClr val="0000FF"/>
                </a:solidFill>
                <a:latin typeface="Times New Roman"/>
                <a:cs typeface="Times New Roman"/>
              </a:rPr>
              <a:t>To </a:t>
            </a:r>
            <a:r>
              <a:rPr sz="2400" i="1" spc="-5" dirty="0">
                <a:solidFill>
                  <a:srgbClr val="0000FF"/>
                </a:solidFill>
                <a:latin typeface="Times New Roman"/>
                <a:cs typeface="Times New Roman"/>
              </a:rPr>
              <a:t>allocate </a:t>
            </a:r>
            <a:r>
              <a:rPr sz="2400" i="1" dirty="0">
                <a:solidFill>
                  <a:srgbClr val="0000FF"/>
                </a:solidFill>
                <a:latin typeface="Times New Roman"/>
                <a:cs typeface="Times New Roman"/>
              </a:rPr>
              <a:t>a channel to the </a:t>
            </a:r>
            <a:r>
              <a:rPr sz="2400" i="1" spc="-5" dirty="0">
                <a:solidFill>
                  <a:srgbClr val="0000FF"/>
                </a:solidFill>
                <a:latin typeface="Times New Roman"/>
                <a:cs typeface="Times New Roman"/>
              </a:rPr>
              <a:t>user </a:t>
            </a:r>
            <a:r>
              <a:rPr sz="2400" dirty="0">
                <a:latin typeface="Times New Roman"/>
                <a:cs typeface="Times New Roman"/>
              </a:rPr>
              <a:t>to allow the </a:t>
            </a:r>
            <a:r>
              <a:rPr sz="2400" spc="-5" dirty="0">
                <a:latin typeface="Times New Roman"/>
                <a:cs typeface="Times New Roman"/>
              </a:rPr>
              <a:t>transmission of  maximum </a:t>
            </a:r>
            <a:r>
              <a:rPr sz="2400" dirty="0">
                <a:latin typeface="Times New Roman"/>
                <a:cs typeface="Times New Roman"/>
              </a:rPr>
              <a:t>frequency </a:t>
            </a:r>
            <a:r>
              <a:rPr sz="2400" spc="-5" dirty="0">
                <a:latin typeface="Times New Roman"/>
                <a:cs typeface="Times New Roman"/>
              </a:rPr>
              <a:t>content </a:t>
            </a:r>
            <a:r>
              <a:rPr sz="2400" dirty="0">
                <a:latin typeface="Times New Roman"/>
                <a:cs typeface="Times New Roman"/>
              </a:rPr>
              <a:t>i.e., </a:t>
            </a:r>
            <a:r>
              <a:rPr sz="2400" spc="-5" dirty="0">
                <a:latin typeface="Times New Roman"/>
                <a:cs typeface="Times New Roman"/>
              </a:rPr>
              <a:t>channel bandwidth. It decides the  transmission</a:t>
            </a:r>
            <a:r>
              <a:rPr sz="2400" spc="-20" dirty="0">
                <a:latin typeface="Times New Roman"/>
                <a:cs typeface="Times New Roman"/>
              </a:rPr>
              <a:t> capacity.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8478139" y="6549754"/>
            <a:ext cx="281304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1425"/>
              </a:lnSpc>
            </a:pPr>
            <a:r>
              <a:rPr lang="en-IN"/>
              <a:t>[</a:t>
            </a:r>
            <a:fld id="{81D60167-4931-47E6-BA6A-407CBD079E47}" type="slidenum">
              <a:rPr spc="-5" smtClean="0"/>
              <a:pPr marL="12700">
                <a:lnSpc>
                  <a:spcPts val="1425"/>
                </a:lnSpc>
              </a:pPr>
              <a:t>27</a:t>
            </a:fld>
            <a:r>
              <a:t>]</a:t>
            </a:r>
            <a:endParaRPr dirty="0"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602739" y="284548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4826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Introduction </a:t>
            </a:r>
            <a:r>
              <a:rPr spc="-175" dirty="0"/>
              <a:t>To </a:t>
            </a:r>
            <a:r>
              <a:rPr spc="-5" dirty="0"/>
              <a:t>Communication</a:t>
            </a:r>
            <a:r>
              <a:rPr spc="200" dirty="0"/>
              <a:t> </a:t>
            </a:r>
            <a:r>
              <a:rPr sz="2400" dirty="0"/>
              <a:t>contd.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602739" y="28449"/>
            <a:ext cx="892937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7861934" algn="l"/>
              </a:tabLst>
            </a:pPr>
            <a:r>
              <a:rPr sz="3000" b="1" i="1" baseline="1388" dirty="0">
                <a:solidFill>
                  <a:srgbClr val="0000FF"/>
                </a:solidFill>
                <a:latin typeface="Times New Roman"/>
                <a:cs typeface="Times New Roman"/>
              </a:rPr>
              <a:t>Module</a:t>
            </a:r>
            <a:r>
              <a:rPr sz="3000" b="1" i="1" spc="-30" baseline="1388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3000" b="1" i="1" baseline="1388" dirty="0">
                <a:solidFill>
                  <a:srgbClr val="0000FF"/>
                </a:solidFill>
                <a:latin typeface="Times New Roman"/>
                <a:cs typeface="Times New Roman"/>
              </a:rPr>
              <a:t>– V	</a:t>
            </a:r>
            <a:r>
              <a:rPr sz="2000" b="1" i="1" spc="-55" dirty="0">
                <a:solidFill>
                  <a:srgbClr val="0000FF"/>
                </a:solidFill>
                <a:latin typeface="Times New Roman"/>
                <a:cs typeface="Times New Roman"/>
              </a:rPr>
              <a:t>Vol.</a:t>
            </a:r>
            <a:r>
              <a:rPr sz="2000" b="1" i="1" spc="-8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0000FF"/>
                </a:solidFill>
                <a:latin typeface="Times New Roman"/>
                <a:cs typeface="Times New Roman"/>
              </a:rPr>
              <a:t>No.-1</a:t>
            </a:r>
            <a:endParaRPr sz="2000">
              <a:latin typeface="Times New Roman"/>
              <a:cs typeface="Times New Roman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69D03F3C-51CC-44DB-A396-CB8F558042DA}"/>
                  </a:ext>
                </a:extLst>
              </p14:cNvPr>
              <p14:cNvContentPartPr/>
              <p14:nvPr/>
            </p14:nvContentPartPr>
            <p14:xfrm>
              <a:off x="2120760" y="2440080"/>
              <a:ext cx="8608320" cy="33926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69D03F3C-51CC-44DB-A396-CB8F558042D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11400" y="2430720"/>
                <a:ext cx="8627040" cy="34113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64791" y="990600"/>
            <a:ext cx="8750808" cy="152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602740" y="1316215"/>
            <a:ext cx="8988425" cy="4524375"/>
          </a:xfrm>
          <a:prstGeom prst="rect">
            <a:avLst/>
          </a:prstGeom>
        </p:spPr>
        <p:txBody>
          <a:bodyPr vert="horz" wrap="square" lIns="0" tIns="175260" rIns="0" bIns="0" rtlCol="0">
            <a:spAutoFit/>
          </a:bodyPr>
          <a:lstStyle/>
          <a:p>
            <a:pPr marL="469900" indent="-457200">
              <a:spcBef>
                <a:spcPts val="1380"/>
              </a:spcBef>
              <a:buFont typeface="Wingdings"/>
              <a:buChar char=""/>
              <a:tabLst>
                <a:tab pos="469265" algn="l"/>
                <a:tab pos="469900" algn="l"/>
              </a:tabLst>
            </a:pPr>
            <a:r>
              <a:rPr sz="2800" spc="-5" dirty="0">
                <a:solidFill>
                  <a:srgbClr val="0000FF"/>
                </a:solidFill>
                <a:latin typeface="Times New Roman"/>
                <a:cs typeface="Times New Roman"/>
              </a:rPr>
              <a:t>Channel</a:t>
            </a:r>
            <a:r>
              <a:rPr sz="2800" spc="-2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0000FF"/>
                </a:solidFill>
                <a:latin typeface="Times New Roman"/>
                <a:cs typeface="Times New Roman"/>
              </a:rPr>
              <a:t>Bandwidth:</a:t>
            </a:r>
            <a:endParaRPr sz="2800" dirty="0">
              <a:latin typeface="Times New Roman"/>
              <a:cs typeface="Times New Roman"/>
            </a:endParaRPr>
          </a:p>
          <a:p>
            <a:pPr marL="355600" marR="5080" indent="-342900" algn="just">
              <a:spcBef>
                <a:spcPts val="1975"/>
              </a:spcBef>
              <a:buSzPct val="125000"/>
              <a:buFont typeface="Wingdings"/>
              <a:buChar char=""/>
              <a:tabLst>
                <a:tab pos="355600" algn="l"/>
              </a:tabLst>
            </a:pPr>
            <a:r>
              <a:rPr sz="2400" i="1" spc="-5" dirty="0">
                <a:latin typeface="Times New Roman"/>
                <a:cs typeface="Times New Roman"/>
              </a:rPr>
              <a:t>The </a:t>
            </a:r>
            <a:r>
              <a:rPr sz="2400" i="1" dirty="0">
                <a:latin typeface="Times New Roman"/>
                <a:cs typeface="Times New Roman"/>
              </a:rPr>
              <a:t>channel bandwidth </a:t>
            </a:r>
            <a:r>
              <a:rPr sz="2400" i="1" spc="-5" dirty="0">
                <a:latin typeface="Times New Roman"/>
                <a:cs typeface="Times New Roman"/>
              </a:rPr>
              <a:t>defines </a:t>
            </a:r>
            <a:r>
              <a:rPr sz="2400" i="1" dirty="0">
                <a:latin typeface="Times New Roman"/>
                <a:cs typeface="Times New Roman"/>
              </a:rPr>
              <a:t>the range of </a:t>
            </a:r>
            <a:r>
              <a:rPr sz="2400" i="1" spc="-15" dirty="0">
                <a:latin typeface="Times New Roman"/>
                <a:cs typeface="Times New Roman"/>
              </a:rPr>
              <a:t>frequencies </a:t>
            </a:r>
            <a:r>
              <a:rPr sz="2400" i="1" spc="-5" dirty="0">
                <a:latin typeface="Times New Roman"/>
                <a:cs typeface="Times New Roman"/>
              </a:rPr>
              <a:t>that it can  </a:t>
            </a:r>
            <a:r>
              <a:rPr sz="2400" i="1" dirty="0">
                <a:latin typeface="Times New Roman"/>
                <a:cs typeface="Times New Roman"/>
              </a:rPr>
              <a:t>handle </a:t>
            </a:r>
            <a:r>
              <a:rPr sz="2400" i="1" spc="-5" dirty="0">
                <a:latin typeface="Times New Roman"/>
                <a:cs typeface="Times New Roman"/>
              </a:rPr>
              <a:t>for the </a:t>
            </a:r>
            <a:r>
              <a:rPr sz="2400" i="1" dirty="0">
                <a:latin typeface="Times New Roman"/>
                <a:cs typeface="Times New Roman"/>
              </a:rPr>
              <a:t>transmission </a:t>
            </a:r>
            <a:r>
              <a:rPr sz="2400" i="1" spc="-10" dirty="0">
                <a:latin typeface="Times New Roman"/>
                <a:cs typeface="Times New Roman"/>
              </a:rPr>
              <a:t>of </a:t>
            </a:r>
            <a:r>
              <a:rPr sz="2400" i="1" dirty="0">
                <a:latin typeface="Times New Roman"/>
                <a:cs typeface="Times New Roman"/>
              </a:rPr>
              <a:t>baseband </a:t>
            </a:r>
            <a:r>
              <a:rPr sz="2400" i="1" spc="-5" dirty="0">
                <a:latin typeface="Times New Roman"/>
                <a:cs typeface="Times New Roman"/>
              </a:rPr>
              <a:t>or passband signals with </a:t>
            </a:r>
            <a:r>
              <a:rPr sz="2400" i="1" spc="59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acceptable</a:t>
            </a:r>
            <a:r>
              <a:rPr sz="2400" i="1" spc="-30" dirty="0">
                <a:latin typeface="Times New Roman"/>
                <a:cs typeface="Times New Roman"/>
              </a:rPr>
              <a:t> </a:t>
            </a:r>
            <a:r>
              <a:rPr sz="2400" i="1" spc="-15" dirty="0">
                <a:latin typeface="Times New Roman"/>
                <a:cs typeface="Times New Roman"/>
              </a:rPr>
              <a:t>quality.</a:t>
            </a:r>
            <a:endParaRPr sz="2400" dirty="0">
              <a:latin typeface="Times New Roman"/>
              <a:cs typeface="Times New Roman"/>
            </a:endParaRPr>
          </a:p>
          <a:p>
            <a:pPr marL="355600" marR="5080" indent="-342900" algn="just">
              <a:spcBef>
                <a:spcPts val="1445"/>
              </a:spcBef>
              <a:buSzPct val="125000"/>
              <a:buFont typeface="Wingdings"/>
              <a:buChar char="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If the </a:t>
            </a:r>
            <a:r>
              <a:rPr sz="2400" spc="-5" dirty="0">
                <a:latin typeface="Times New Roman"/>
                <a:cs typeface="Times New Roman"/>
              </a:rPr>
              <a:t>channel bandwidth </a:t>
            </a:r>
            <a:r>
              <a:rPr sz="2400" dirty="0">
                <a:latin typeface="Times New Roman"/>
                <a:cs typeface="Times New Roman"/>
              </a:rPr>
              <a:t>does not </a:t>
            </a:r>
            <a:r>
              <a:rPr sz="2400" spc="-5" dirty="0">
                <a:latin typeface="Times New Roman"/>
                <a:cs typeface="Times New Roman"/>
              </a:rPr>
              <a:t>match the </a:t>
            </a:r>
            <a:r>
              <a:rPr sz="2400" dirty="0">
                <a:latin typeface="Times New Roman"/>
                <a:cs typeface="Times New Roman"/>
              </a:rPr>
              <a:t>frequency </a:t>
            </a:r>
            <a:r>
              <a:rPr sz="2400" spc="-5" dirty="0">
                <a:latin typeface="Times New Roman"/>
                <a:cs typeface="Times New Roman"/>
              </a:rPr>
              <a:t>spectrum </a:t>
            </a:r>
            <a:r>
              <a:rPr sz="2400" spc="10" dirty="0">
                <a:latin typeface="Times New Roman"/>
                <a:cs typeface="Times New Roman"/>
              </a:rPr>
              <a:t>of </a:t>
            </a:r>
            <a:r>
              <a:rPr sz="2400" spc="6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 signal, </a:t>
            </a:r>
            <a:r>
              <a:rPr sz="2400" spc="-10" dirty="0">
                <a:latin typeface="Times New Roman"/>
                <a:cs typeface="Times New Roman"/>
              </a:rPr>
              <a:t>some </a:t>
            </a:r>
            <a:r>
              <a:rPr sz="2400" dirty="0">
                <a:latin typeface="Times New Roman"/>
                <a:cs typeface="Times New Roman"/>
              </a:rPr>
              <a:t>of the frequency </a:t>
            </a:r>
            <a:r>
              <a:rPr sz="2400" spc="-5" dirty="0">
                <a:latin typeface="Times New Roman"/>
                <a:cs typeface="Times New Roman"/>
              </a:rPr>
              <a:t>components </a:t>
            </a:r>
            <a:r>
              <a:rPr sz="2400" dirty="0">
                <a:latin typeface="Times New Roman"/>
                <a:cs typeface="Times New Roman"/>
              </a:rPr>
              <a:t>of that signal </a:t>
            </a:r>
            <a:r>
              <a:rPr sz="2400" spc="-10" dirty="0">
                <a:latin typeface="Times New Roman"/>
                <a:cs typeface="Times New Roman"/>
              </a:rPr>
              <a:t>may </a:t>
            </a:r>
            <a:r>
              <a:rPr sz="2400" dirty="0">
                <a:latin typeface="Times New Roman"/>
                <a:cs typeface="Times New Roman"/>
              </a:rPr>
              <a:t>be  highly attenuated and not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received.</a:t>
            </a:r>
          </a:p>
          <a:p>
            <a:pPr marL="355600" marR="5080" indent="-342900" algn="just">
              <a:spcBef>
                <a:spcPts val="1440"/>
              </a:spcBef>
              <a:buSzPct val="125000"/>
              <a:buFont typeface="Wingdings"/>
              <a:buChar char="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For a prescribed </a:t>
            </a:r>
            <a:r>
              <a:rPr sz="2400" spc="-5" dirty="0">
                <a:latin typeface="Times New Roman"/>
                <a:cs typeface="Times New Roman"/>
              </a:rPr>
              <a:t>frequency </a:t>
            </a:r>
            <a:r>
              <a:rPr sz="2400" dirty="0">
                <a:latin typeface="Times New Roman"/>
                <a:cs typeface="Times New Roman"/>
              </a:rPr>
              <a:t>band of </a:t>
            </a:r>
            <a:r>
              <a:rPr sz="2400" spc="-10" dirty="0">
                <a:latin typeface="Times New Roman"/>
                <a:cs typeface="Times New Roman"/>
              </a:rPr>
              <a:t>an </a:t>
            </a:r>
            <a:r>
              <a:rPr sz="2400" spc="-5" dirty="0">
                <a:latin typeface="Times New Roman"/>
                <a:cs typeface="Times New Roman"/>
              </a:rPr>
              <a:t>information signal, the channel  bandwidth also determines the </a:t>
            </a:r>
            <a:r>
              <a:rPr sz="2400" spc="-10" dirty="0">
                <a:latin typeface="Times New Roman"/>
                <a:cs typeface="Times New Roman"/>
              </a:rPr>
              <a:t>number </a:t>
            </a:r>
            <a:r>
              <a:rPr sz="2400" dirty="0">
                <a:latin typeface="Times New Roman"/>
                <a:cs typeface="Times New Roman"/>
              </a:rPr>
              <a:t>of such </a:t>
            </a:r>
            <a:r>
              <a:rPr sz="2400" spc="-5" dirty="0">
                <a:latin typeface="Times New Roman"/>
                <a:cs typeface="Times New Roman"/>
              </a:rPr>
              <a:t>information </a:t>
            </a:r>
            <a:r>
              <a:rPr sz="2400" dirty="0">
                <a:latin typeface="Times New Roman"/>
                <a:cs typeface="Times New Roman"/>
              </a:rPr>
              <a:t>signals  </a:t>
            </a:r>
            <a:r>
              <a:rPr sz="2400" spc="-5" dirty="0">
                <a:latin typeface="Times New Roman"/>
                <a:cs typeface="Times New Roman"/>
              </a:rPr>
              <a:t>that can be multiplexed over the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channel.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8478139" y="6549754"/>
            <a:ext cx="281304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1425"/>
              </a:lnSpc>
            </a:pPr>
            <a:r>
              <a:rPr lang="en-IN"/>
              <a:t>[</a:t>
            </a:r>
            <a:fld id="{81D60167-4931-47E6-BA6A-407CBD079E47}" type="slidenum">
              <a:rPr spc="-5" smtClean="0"/>
              <a:pPr marL="12700">
                <a:lnSpc>
                  <a:spcPts val="1425"/>
                </a:lnSpc>
              </a:pPr>
              <a:t>28</a:t>
            </a:fld>
            <a:r>
              <a:t>]</a:t>
            </a:r>
            <a:endParaRPr dirty="0"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841204" y="262085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4826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Introduction </a:t>
            </a:r>
            <a:r>
              <a:rPr spc="-175" dirty="0"/>
              <a:t>To </a:t>
            </a:r>
            <a:r>
              <a:rPr spc="-5" dirty="0"/>
              <a:t>Communication</a:t>
            </a:r>
            <a:r>
              <a:rPr spc="200" dirty="0"/>
              <a:t> </a:t>
            </a:r>
            <a:r>
              <a:rPr sz="2400" dirty="0"/>
              <a:t>contd.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602739" y="28449"/>
            <a:ext cx="892937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7861934" algn="l"/>
              </a:tabLst>
            </a:pPr>
            <a:r>
              <a:rPr sz="3000" b="1" i="1" baseline="1388" dirty="0">
                <a:solidFill>
                  <a:srgbClr val="0000FF"/>
                </a:solidFill>
                <a:latin typeface="Times New Roman"/>
                <a:cs typeface="Times New Roman"/>
              </a:rPr>
              <a:t>Module</a:t>
            </a:r>
            <a:r>
              <a:rPr sz="3000" b="1" i="1" spc="-30" baseline="1388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3000" b="1" i="1" baseline="1388" dirty="0">
                <a:solidFill>
                  <a:srgbClr val="0000FF"/>
                </a:solidFill>
                <a:latin typeface="Times New Roman"/>
                <a:cs typeface="Times New Roman"/>
              </a:rPr>
              <a:t>– V	</a:t>
            </a:r>
            <a:r>
              <a:rPr sz="2000" b="1" i="1" spc="-55" dirty="0">
                <a:solidFill>
                  <a:srgbClr val="0000FF"/>
                </a:solidFill>
                <a:latin typeface="Times New Roman"/>
                <a:cs typeface="Times New Roman"/>
              </a:rPr>
              <a:t>Vol.</a:t>
            </a:r>
            <a:r>
              <a:rPr sz="2000" b="1" i="1" spc="-8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0000FF"/>
                </a:solidFill>
                <a:latin typeface="Times New Roman"/>
                <a:cs typeface="Times New Roman"/>
              </a:rPr>
              <a:t>No.-1</a:t>
            </a:r>
            <a:endParaRPr sz="2000">
              <a:latin typeface="Times New Roman"/>
              <a:cs typeface="Times New Roman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667087E-CDF6-4CC7-8441-2573C2285158}"/>
                  </a:ext>
                </a:extLst>
              </p14:cNvPr>
              <p14:cNvContentPartPr/>
              <p14:nvPr/>
            </p14:nvContentPartPr>
            <p14:xfrm>
              <a:off x="2037600" y="1970640"/>
              <a:ext cx="8570520" cy="14090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667087E-CDF6-4CC7-8441-2573C228515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028240" y="1961280"/>
                <a:ext cx="8589240" cy="14277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64791" y="990600"/>
            <a:ext cx="8750808" cy="152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602739" y="1282922"/>
            <a:ext cx="8987790" cy="3967479"/>
          </a:xfrm>
          <a:prstGeom prst="rect">
            <a:avLst/>
          </a:prstGeom>
        </p:spPr>
        <p:txBody>
          <a:bodyPr vert="horz" wrap="square" lIns="0" tIns="208279" rIns="0" bIns="0" rtlCol="0">
            <a:spAutoFit/>
          </a:bodyPr>
          <a:lstStyle/>
          <a:p>
            <a:pPr marL="469900" indent="-457200">
              <a:spcBef>
                <a:spcPts val="1639"/>
              </a:spcBef>
              <a:buFont typeface="Wingdings"/>
              <a:buChar char=""/>
              <a:tabLst>
                <a:tab pos="469265" algn="l"/>
                <a:tab pos="469900" algn="l"/>
              </a:tabLst>
            </a:pPr>
            <a:r>
              <a:rPr sz="2800" spc="-5" dirty="0">
                <a:solidFill>
                  <a:srgbClr val="0000FF"/>
                </a:solidFill>
                <a:latin typeface="Times New Roman"/>
                <a:cs typeface="Times New Roman"/>
              </a:rPr>
              <a:t>Performance Assessment of Communication</a:t>
            </a:r>
            <a:r>
              <a:rPr sz="2800" spc="-14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0000FF"/>
                </a:solidFill>
                <a:latin typeface="Times New Roman"/>
                <a:cs typeface="Times New Roman"/>
              </a:rPr>
              <a:t>System:</a:t>
            </a:r>
            <a:endParaRPr sz="2800">
              <a:latin typeface="Times New Roman"/>
              <a:cs typeface="Times New Roman"/>
            </a:endParaRPr>
          </a:p>
          <a:p>
            <a:pPr marL="355600" indent="-342900">
              <a:spcBef>
                <a:spcPts val="2265"/>
              </a:spcBef>
              <a:buSzPct val="125000"/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For the </a:t>
            </a:r>
            <a:r>
              <a:rPr sz="2400" spc="-5" dirty="0">
                <a:latin typeface="Times New Roman"/>
                <a:cs typeface="Times New Roman"/>
              </a:rPr>
              <a:t>assessment of performance of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36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communication system, the</a:t>
            </a:r>
            <a:endParaRPr sz="2400">
              <a:latin typeface="Times New Roman"/>
              <a:cs typeface="Times New Roman"/>
            </a:endParaRPr>
          </a:p>
          <a:p>
            <a:pPr marL="355600"/>
            <a:r>
              <a:rPr sz="2400" spc="-10" dirty="0">
                <a:latin typeface="Times New Roman"/>
                <a:cs typeface="Times New Roman"/>
              </a:rPr>
              <a:t>most </a:t>
            </a:r>
            <a:r>
              <a:rPr sz="2400" spc="-5" dirty="0">
                <a:latin typeface="Times New Roman"/>
                <a:cs typeface="Times New Roman"/>
              </a:rPr>
              <a:t>commonly </a:t>
            </a:r>
            <a:r>
              <a:rPr sz="2400" dirty="0">
                <a:latin typeface="Times New Roman"/>
                <a:cs typeface="Times New Roman"/>
              </a:rPr>
              <a:t>used criteria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are:</a:t>
            </a:r>
            <a:endParaRPr sz="2400">
              <a:latin typeface="Times New Roman"/>
              <a:cs typeface="Times New Roman"/>
            </a:endParaRPr>
          </a:p>
          <a:p>
            <a:pPr>
              <a:spcBef>
                <a:spcPts val="10"/>
              </a:spcBef>
            </a:pPr>
            <a:endParaRPr sz="2900">
              <a:latin typeface="Times New Roman"/>
              <a:cs typeface="Times New Roman"/>
            </a:endParaRPr>
          </a:p>
          <a:p>
            <a:pPr marL="2005964" lvl="1" indent="-469900">
              <a:buClr>
                <a:srgbClr val="0000FF"/>
              </a:buClr>
              <a:buSzPct val="145833"/>
              <a:buFont typeface="Wingdings"/>
              <a:buChar char=""/>
              <a:tabLst>
                <a:tab pos="2005964" algn="l"/>
                <a:tab pos="2006600" algn="l"/>
              </a:tabLst>
            </a:pPr>
            <a:r>
              <a:rPr sz="2400" dirty="0">
                <a:latin typeface="Times New Roman"/>
                <a:cs typeface="Times New Roman"/>
              </a:rPr>
              <a:t>Degree of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Fidelity</a:t>
            </a:r>
            <a:endParaRPr sz="2400">
              <a:latin typeface="Times New Roman"/>
              <a:cs typeface="Times New Roman"/>
            </a:endParaRPr>
          </a:p>
          <a:p>
            <a:pPr marL="1940560" lvl="1" indent="-404495">
              <a:spcBef>
                <a:spcPts val="3125"/>
              </a:spcBef>
              <a:buClr>
                <a:srgbClr val="0000FF"/>
              </a:buClr>
              <a:buSzPct val="125000"/>
              <a:buFont typeface="Wingdings"/>
              <a:buChar char=""/>
              <a:tabLst>
                <a:tab pos="1940560" algn="l"/>
                <a:tab pos="1941195" algn="l"/>
              </a:tabLst>
            </a:pPr>
            <a:r>
              <a:rPr sz="2400" spc="-5" dirty="0">
                <a:latin typeface="Times New Roman"/>
                <a:cs typeface="Times New Roman"/>
              </a:rPr>
              <a:t>Bandwidth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Efficiency</a:t>
            </a:r>
            <a:endParaRPr sz="2400">
              <a:latin typeface="Times New Roman"/>
              <a:cs typeface="Times New Roman"/>
            </a:endParaRPr>
          </a:p>
          <a:p>
            <a:pPr marL="1940560" lvl="1" indent="-404495">
              <a:spcBef>
                <a:spcPts val="2880"/>
              </a:spcBef>
              <a:buClr>
                <a:srgbClr val="0000FF"/>
              </a:buClr>
              <a:buSzPct val="125000"/>
              <a:buFont typeface="Wingdings"/>
              <a:buChar char=""/>
              <a:tabLst>
                <a:tab pos="1940560" algn="l"/>
                <a:tab pos="1941195" algn="l"/>
              </a:tabLst>
            </a:pPr>
            <a:r>
              <a:rPr sz="2400" dirty="0">
                <a:latin typeface="Times New Roman"/>
                <a:cs typeface="Times New Roman"/>
              </a:rPr>
              <a:t>System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Complexity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8478139" y="6549754"/>
            <a:ext cx="281304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1425"/>
              </a:lnSpc>
            </a:pPr>
            <a:r>
              <a:rPr lang="en-IN"/>
              <a:t>[</a:t>
            </a:r>
            <a:fld id="{81D60167-4931-47E6-BA6A-407CBD079E47}" type="slidenum">
              <a:rPr spc="-5" smtClean="0"/>
              <a:pPr marL="12700">
                <a:lnSpc>
                  <a:spcPts val="1425"/>
                </a:lnSpc>
              </a:pPr>
              <a:t>29</a:t>
            </a:fld>
            <a:r>
              <a:t>]</a:t>
            </a:r>
            <a:endParaRPr dirty="0"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602739" y="288280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4826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Introduction </a:t>
            </a:r>
            <a:r>
              <a:rPr spc="-175" dirty="0"/>
              <a:t>To </a:t>
            </a:r>
            <a:r>
              <a:rPr spc="-5" dirty="0"/>
              <a:t>Communication</a:t>
            </a:r>
            <a:r>
              <a:rPr spc="200" dirty="0"/>
              <a:t> </a:t>
            </a:r>
            <a:r>
              <a:rPr sz="2400" dirty="0"/>
              <a:t>contd.</a:t>
            </a:r>
            <a:endParaRPr sz="2400"/>
          </a:p>
        </p:txBody>
      </p:sp>
      <p:sp>
        <p:nvSpPr>
          <p:cNvPr id="5" name="object 5"/>
          <p:cNvSpPr txBox="1"/>
          <p:nvPr/>
        </p:nvSpPr>
        <p:spPr>
          <a:xfrm>
            <a:off x="1602739" y="28449"/>
            <a:ext cx="892937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7861934" algn="l"/>
              </a:tabLst>
            </a:pPr>
            <a:r>
              <a:rPr sz="3000" b="1" i="1" baseline="1388" dirty="0">
                <a:solidFill>
                  <a:srgbClr val="0000FF"/>
                </a:solidFill>
                <a:latin typeface="Times New Roman"/>
                <a:cs typeface="Times New Roman"/>
              </a:rPr>
              <a:t>Module</a:t>
            </a:r>
            <a:r>
              <a:rPr sz="3000" b="1" i="1" spc="-30" baseline="1388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3000" b="1" i="1" baseline="1388" dirty="0">
                <a:solidFill>
                  <a:srgbClr val="0000FF"/>
                </a:solidFill>
                <a:latin typeface="Times New Roman"/>
                <a:cs typeface="Times New Roman"/>
              </a:rPr>
              <a:t>– V	</a:t>
            </a:r>
            <a:r>
              <a:rPr sz="2000" b="1" i="1" spc="-55" dirty="0">
                <a:solidFill>
                  <a:srgbClr val="0000FF"/>
                </a:solidFill>
                <a:latin typeface="Times New Roman"/>
                <a:cs typeface="Times New Roman"/>
              </a:rPr>
              <a:t>Vol.</a:t>
            </a:r>
            <a:r>
              <a:rPr sz="2000" b="1" i="1" spc="-8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0000FF"/>
                </a:solidFill>
                <a:latin typeface="Times New Roman"/>
                <a:cs typeface="Times New Roman"/>
              </a:rPr>
              <a:t>No.-1</a:t>
            </a:r>
            <a:endParaRPr sz="2000">
              <a:latin typeface="Times New Roman"/>
              <a:cs typeface="Times New Roman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5973343B-D1E3-4A9E-90EC-10CF439107AB}"/>
                  </a:ext>
                </a:extLst>
              </p14:cNvPr>
              <p14:cNvContentPartPr/>
              <p14:nvPr/>
            </p14:nvContentPartPr>
            <p14:xfrm>
              <a:off x="6091200" y="3445560"/>
              <a:ext cx="453600" cy="2437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5973343B-D1E3-4A9E-90EC-10CF439107A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081840" y="3436200"/>
                <a:ext cx="472320" cy="262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64791" y="990600"/>
            <a:ext cx="8750808" cy="152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602740" y="1199147"/>
            <a:ext cx="8988425" cy="4488815"/>
          </a:xfrm>
          <a:prstGeom prst="rect">
            <a:avLst/>
          </a:prstGeom>
        </p:spPr>
        <p:txBody>
          <a:bodyPr vert="horz" wrap="square" lIns="0" tIns="158115" rIns="0" bIns="0" rtlCol="0">
            <a:spAutoFit/>
          </a:bodyPr>
          <a:lstStyle/>
          <a:p>
            <a:pPr marL="469900" indent="-457200">
              <a:spcBef>
                <a:spcPts val="1245"/>
              </a:spcBef>
              <a:buSzPct val="125000"/>
              <a:buFont typeface="Wingdings"/>
              <a:buChar char=""/>
              <a:tabLst>
                <a:tab pos="469265" algn="l"/>
                <a:tab pos="469900" algn="l"/>
              </a:tabLst>
            </a:pPr>
            <a:r>
              <a:rPr sz="2800" spc="-5" dirty="0">
                <a:solidFill>
                  <a:srgbClr val="0000FF"/>
                </a:solidFill>
                <a:latin typeface="Times New Roman"/>
                <a:cs typeface="Times New Roman"/>
              </a:rPr>
              <a:t>Degree of</a:t>
            </a:r>
            <a:r>
              <a:rPr sz="280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0000FF"/>
                </a:solidFill>
                <a:latin typeface="Times New Roman"/>
                <a:cs typeface="Times New Roman"/>
              </a:rPr>
              <a:t>Fidelity:</a:t>
            </a:r>
            <a:endParaRPr sz="2800">
              <a:latin typeface="Times New Roman"/>
              <a:cs typeface="Times New Roman"/>
            </a:endParaRPr>
          </a:p>
          <a:p>
            <a:pPr marL="355600" marR="5080" indent="-342900" algn="just">
              <a:spcBef>
                <a:spcPts val="1830"/>
              </a:spcBef>
              <a:buSzPct val="125000"/>
              <a:buFont typeface="Wingdings"/>
              <a:buChar char=""/>
              <a:tabLst>
                <a:tab pos="355600" algn="l"/>
              </a:tabLst>
            </a:pPr>
            <a:r>
              <a:rPr sz="2400" i="1" spc="-5" dirty="0">
                <a:latin typeface="Times New Roman"/>
                <a:cs typeface="Times New Roman"/>
              </a:rPr>
              <a:t>The </a:t>
            </a:r>
            <a:r>
              <a:rPr sz="2400" i="1" spc="-15" dirty="0">
                <a:latin typeface="Times New Roman"/>
                <a:cs typeface="Times New Roman"/>
              </a:rPr>
              <a:t>degree </a:t>
            </a:r>
            <a:r>
              <a:rPr sz="2400" i="1" dirty="0">
                <a:latin typeface="Times New Roman"/>
                <a:cs typeface="Times New Roman"/>
              </a:rPr>
              <a:t>of </a:t>
            </a:r>
            <a:r>
              <a:rPr sz="2400" i="1" spc="-5" dirty="0">
                <a:latin typeface="Times New Roman"/>
                <a:cs typeface="Times New Roman"/>
              </a:rPr>
              <a:t>fidelity </a:t>
            </a:r>
            <a:r>
              <a:rPr sz="2400" i="1" dirty="0">
                <a:latin typeface="Times New Roman"/>
                <a:cs typeface="Times New Roman"/>
              </a:rPr>
              <a:t>is the </a:t>
            </a:r>
            <a:r>
              <a:rPr sz="2400" i="1" spc="-5" dirty="0">
                <a:latin typeface="Times New Roman"/>
                <a:cs typeface="Times New Roman"/>
              </a:rPr>
              <a:t>performance criterion </a:t>
            </a:r>
            <a:r>
              <a:rPr sz="2400" i="1" dirty="0">
                <a:latin typeface="Times New Roman"/>
                <a:cs typeface="Times New Roman"/>
              </a:rPr>
              <a:t>that </a:t>
            </a:r>
            <a:r>
              <a:rPr sz="2400" i="1" spc="-5" dirty="0">
                <a:latin typeface="Times New Roman"/>
                <a:cs typeface="Times New Roman"/>
              </a:rPr>
              <a:t>accesses </a:t>
            </a:r>
            <a:r>
              <a:rPr sz="2400" i="1" dirty="0">
                <a:latin typeface="Times New Roman"/>
                <a:cs typeface="Times New Roman"/>
              </a:rPr>
              <a:t>the  </a:t>
            </a:r>
            <a:r>
              <a:rPr sz="2400" i="1" spc="-5" dirty="0">
                <a:latin typeface="Times New Roman"/>
                <a:cs typeface="Times New Roman"/>
              </a:rPr>
              <a:t>ability </a:t>
            </a:r>
            <a:r>
              <a:rPr sz="2400" i="1" dirty="0">
                <a:latin typeface="Times New Roman"/>
                <a:cs typeface="Times New Roman"/>
              </a:rPr>
              <a:t>of </a:t>
            </a:r>
            <a:r>
              <a:rPr sz="2400" i="1" spc="-10" dirty="0">
                <a:latin typeface="Times New Roman"/>
                <a:cs typeface="Times New Roman"/>
              </a:rPr>
              <a:t>an </a:t>
            </a:r>
            <a:r>
              <a:rPr sz="2400" i="1" dirty="0">
                <a:latin typeface="Times New Roman"/>
                <a:cs typeface="Times New Roman"/>
              </a:rPr>
              <a:t>analog </a:t>
            </a:r>
            <a:r>
              <a:rPr sz="2400" i="1" spc="-5" dirty="0">
                <a:latin typeface="Times New Roman"/>
                <a:cs typeface="Times New Roman"/>
              </a:rPr>
              <a:t>communication </a:t>
            </a:r>
            <a:r>
              <a:rPr sz="2400" i="1" dirty="0">
                <a:latin typeface="Times New Roman"/>
                <a:cs typeface="Times New Roman"/>
              </a:rPr>
              <a:t>system </a:t>
            </a:r>
            <a:r>
              <a:rPr sz="2400" i="1" spc="-5" dirty="0">
                <a:latin typeface="Times New Roman"/>
                <a:cs typeface="Times New Roman"/>
              </a:rPr>
              <a:t>to </a:t>
            </a:r>
            <a:r>
              <a:rPr sz="2400" i="1" spc="-15" dirty="0">
                <a:latin typeface="Times New Roman"/>
                <a:cs typeface="Times New Roman"/>
              </a:rPr>
              <a:t>produce </a:t>
            </a:r>
            <a:r>
              <a:rPr sz="2400" i="1" spc="-5" dirty="0">
                <a:latin typeface="Times New Roman"/>
                <a:cs typeface="Times New Roman"/>
              </a:rPr>
              <a:t>the </a:t>
            </a:r>
            <a:r>
              <a:rPr sz="2400" i="1" spc="-15" dirty="0">
                <a:latin typeface="Times New Roman"/>
                <a:cs typeface="Times New Roman"/>
              </a:rPr>
              <a:t>desired  </a:t>
            </a:r>
            <a:r>
              <a:rPr sz="2400" i="1" dirty="0">
                <a:latin typeface="Times New Roman"/>
                <a:cs typeface="Times New Roman"/>
              </a:rPr>
              <a:t>signal faithfully at the output of the</a:t>
            </a:r>
            <a:r>
              <a:rPr sz="2400" i="1" spc="-10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demodulator</a:t>
            </a:r>
            <a:r>
              <a:rPr sz="240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spcBef>
                <a:spcPts val="1440"/>
              </a:spcBef>
              <a:buSzPct val="125000"/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2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case</a:t>
            </a:r>
            <a:r>
              <a:rPr sz="2400" spc="229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of</a:t>
            </a:r>
            <a:r>
              <a:rPr sz="2400" spc="2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225" dirty="0">
                <a:latin typeface="Times New Roman"/>
                <a:cs typeface="Times New Roman"/>
              </a:rPr>
              <a:t> </a:t>
            </a:r>
            <a:r>
              <a:rPr sz="2400" i="1" spc="-5" dirty="0">
                <a:latin typeface="Times New Roman"/>
                <a:cs typeface="Times New Roman"/>
              </a:rPr>
              <a:t>digital</a:t>
            </a:r>
            <a:r>
              <a:rPr sz="2400" i="1" spc="245" dirty="0">
                <a:latin typeface="Times New Roman"/>
                <a:cs typeface="Times New Roman"/>
              </a:rPr>
              <a:t> </a:t>
            </a:r>
            <a:r>
              <a:rPr sz="2400" i="1" spc="-5" dirty="0">
                <a:latin typeface="Times New Roman"/>
                <a:cs typeface="Times New Roman"/>
              </a:rPr>
              <a:t>communication</a:t>
            </a:r>
            <a:r>
              <a:rPr sz="2400" i="1" spc="22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system</a:t>
            </a:r>
            <a:r>
              <a:rPr sz="2400" dirty="0">
                <a:latin typeface="Times New Roman"/>
                <a:cs typeface="Times New Roman"/>
              </a:rPr>
              <a:t>,</a:t>
            </a:r>
            <a:r>
              <a:rPr sz="2400" spc="23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</a:t>
            </a:r>
            <a:r>
              <a:rPr sz="2400" spc="2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performance</a:t>
            </a:r>
            <a:r>
              <a:rPr sz="2400" spc="2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criterion</a:t>
            </a:r>
            <a:endParaRPr sz="2400">
              <a:latin typeface="Times New Roman"/>
              <a:cs typeface="Times New Roman"/>
            </a:endParaRPr>
          </a:p>
          <a:p>
            <a:pPr marL="355600">
              <a:spcBef>
                <a:spcPts val="5"/>
              </a:spcBef>
            </a:pPr>
            <a:r>
              <a:rPr sz="2400" dirty="0">
                <a:latin typeface="Times New Roman"/>
                <a:cs typeface="Times New Roman"/>
              </a:rPr>
              <a:t>is </a:t>
            </a:r>
            <a:r>
              <a:rPr sz="2400" i="1" spc="-10" dirty="0">
                <a:latin typeface="Times New Roman"/>
                <a:cs typeface="Times New Roman"/>
              </a:rPr>
              <a:t>bit-error-rate </a:t>
            </a:r>
            <a:r>
              <a:rPr sz="2400" i="1" spc="-5" dirty="0">
                <a:latin typeface="Times New Roman"/>
                <a:cs typeface="Times New Roman"/>
              </a:rPr>
              <a:t>(BER) </a:t>
            </a:r>
            <a:r>
              <a:rPr sz="2400" dirty="0">
                <a:latin typeface="Times New Roman"/>
                <a:cs typeface="Times New Roman"/>
              </a:rPr>
              <a:t>or the </a:t>
            </a:r>
            <a:r>
              <a:rPr sz="2400" i="1" spc="-10" dirty="0">
                <a:latin typeface="Times New Roman"/>
                <a:cs typeface="Times New Roman"/>
              </a:rPr>
              <a:t>probability </a:t>
            </a:r>
            <a:r>
              <a:rPr sz="2400" i="1" dirty="0">
                <a:latin typeface="Times New Roman"/>
                <a:cs typeface="Times New Roman"/>
              </a:rPr>
              <a:t>of </a:t>
            </a:r>
            <a:r>
              <a:rPr sz="2400" i="1" spc="-20" dirty="0">
                <a:latin typeface="Times New Roman"/>
                <a:cs typeface="Times New Roman"/>
              </a:rPr>
              <a:t>error</a:t>
            </a:r>
            <a:r>
              <a:rPr sz="2400" i="1" spc="-65" dirty="0">
                <a:latin typeface="Times New Roman"/>
                <a:cs typeface="Times New Roman"/>
              </a:rPr>
              <a:t> </a:t>
            </a:r>
            <a:r>
              <a:rPr sz="2400" i="1" spc="-10" dirty="0">
                <a:latin typeface="Times New Roman"/>
                <a:cs typeface="Times New Roman"/>
              </a:rPr>
              <a:t>(Pe).</a:t>
            </a:r>
            <a:endParaRPr sz="2400">
              <a:latin typeface="Times New Roman"/>
              <a:cs typeface="Times New Roman"/>
            </a:endParaRPr>
          </a:p>
          <a:p>
            <a:pPr marL="355600" marR="5080" indent="-342900" algn="just">
              <a:spcBef>
                <a:spcPts val="1440"/>
              </a:spcBef>
              <a:buSzPct val="125000"/>
              <a:buFont typeface="Wingdings"/>
              <a:buChar char="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-10" dirty="0">
                <a:latin typeface="Times New Roman"/>
                <a:cs typeface="Times New Roman"/>
              </a:rPr>
              <a:t>most </a:t>
            </a:r>
            <a:r>
              <a:rPr sz="2400" spc="-5" dirty="0">
                <a:latin typeface="Times New Roman"/>
                <a:cs typeface="Times New Roman"/>
              </a:rPr>
              <a:t>widely </a:t>
            </a:r>
            <a:r>
              <a:rPr sz="2400" dirty="0">
                <a:latin typeface="Times New Roman"/>
                <a:cs typeface="Times New Roman"/>
              </a:rPr>
              <a:t>used </a:t>
            </a:r>
            <a:r>
              <a:rPr sz="2400" spc="-5" dirty="0">
                <a:latin typeface="Times New Roman"/>
                <a:cs typeface="Times New Roman"/>
              </a:rPr>
              <a:t>method </a:t>
            </a:r>
            <a:r>
              <a:rPr sz="2400" dirty="0">
                <a:latin typeface="Times New Roman"/>
                <a:cs typeface="Times New Roman"/>
              </a:rPr>
              <a:t>of </a:t>
            </a:r>
            <a:r>
              <a:rPr sz="2400" spc="-5" dirty="0">
                <a:latin typeface="Times New Roman"/>
                <a:cs typeface="Times New Roman"/>
              </a:rPr>
              <a:t>measuring the </a:t>
            </a:r>
            <a:r>
              <a:rPr sz="2400" b="1" i="1" spc="-5" dirty="0">
                <a:latin typeface="Times New Roman"/>
                <a:cs typeface="Times New Roman"/>
              </a:rPr>
              <a:t>fidelity</a:t>
            </a:r>
            <a:r>
              <a:rPr sz="2400" i="1" spc="-5" dirty="0">
                <a:latin typeface="Times New Roman"/>
                <a:cs typeface="Times New Roman"/>
              </a:rPr>
              <a:t>, </a:t>
            </a:r>
            <a:r>
              <a:rPr sz="2400" spc="-5" dirty="0">
                <a:latin typeface="Times New Roman"/>
                <a:cs typeface="Times New Roman"/>
              </a:rPr>
              <a:t>specially </a:t>
            </a:r>
            <a:r>
              <a:rPr sz="2400" spc="5" dirty="0">
                <a:latin typeface="Times New Roman"/>
                <a:cs typeface="Times New Roman"/>
              </a:rPr>
              <a:t>in  </a:t>
            </a:r>
            <a:r>
              <a:rPr sz="2400" dirty="0">
                <a:latin typeface="Times New Roman"/>
                <a:cs typeface="Times New Roman"/>
              </a:rPr>
              <a:t>case where the output signal is </a:t>
            </a:r>
            <a:r>
              <a:rPr sz="2400" spc="-5" dirty="0">
                <a:latin typeface="Times New Roman"/>
                <a:cs typeface="Times New Roman"/>
              </a:rPr>
              <a:t>in </a:t>
            </a:r>
            <a:r>
              <a:rPr sz="2400" dirty="0">
                <a:latin typeface="Times New Roman"/>
                <a:cs typeface="Times New Roman"/>
              </a:rPr>
              <a:t>the form of the desired signal  corrupted </a:t>
            </a:r>
            <a:r>
              <a:rPr sz="2400" spc="-10" dirty="0">
                <a:latin typeface="Times New Roman"/>
                <a:cs typeface="Times New Roman"/>
              </a:rPr>
              <a:t>by </a:t>
            </a:r>
            <a:r>
              <a:rPr sz="2400" spc="-5" dirty="0">
                <a:latin typeface="Times New Roman"/>
                <a:cs typeface="Times New Roman"/>
              </a:rPr>
              <a:t>additive noise </a:t>
            </a:r>
            <a:r>
              <a:rPr sz="2400" dirty="0">
                <a:latin typeface="Times New Roman"/>
                <a:cs typeface="Times New Roman"/>
              </a:rPr>
              <a:t>is the </a:t>
            </a:r>
            <a:r>
              <a:rPr sz="2400" i="1" spc="-5" dirty="0">
                <a:latin typeface="Times New Roman"/>
                <a:cs typeface="Times New Roman"/>
              </a:rPr>
              <a:t>signal-to-noise </a:t>
            </a:r>
            <a:r>
              <a:rPr sz="2400" i="1" dirty="0">
                <a:latin typeface="Times New Roman"/>
                <a:cs typeface="Times New Roman"/>
              </a:rPr>
              <a:t>ratio </a:t>
            </a:r>
            <a:r>
              <a:rPr sz="2400" i="1" spc="-5" dirty="0">
                <a:latin typeface="Times New Roman"/>
                <a:cs typeface="Times New Roman"/>
              </a:rPr>
              <a:t>(SNR) </a:t>
            </a:r>
            <a:r>
              <a:rPr sz="2400" dirty="0">
                <a:latin typeface="Times New Roman"/>
                <a:cs typeface="Times New Roman"/>
              </a:rPr>
              <a:t>at the  output of 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demodulator.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8478139" y="6549754"/>
            <a:ext cx="281304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1425"/>
              </a:lnSpc>
            </a:pPr>
            <a:r>
              <a:rPr lang="en-IN"/>
              <a:t>[</a:t>
            </a:r>
            <a:fld id="{81D60167-4931-47E6-BA6A-407CBD079E47}" type="slidenum">
              <a:rPr spc="-5" smtClean="0"/>
              <a:pPr marL="12700">
                <a:lnSpc>
                  <a:spcPts val="1425"/>
                </a:lnSpc>
              </a:pPr>
              <a:t>30</a:t>
            </a:fld>
            <a:r>
              <a:t>]</a:t>
            </a:r>
            <a:endParaRPr dirty="0"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032590" y="225703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4826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Introduction </a:t>
            </a:r>
            <a:r>
              <a:rPr spc="-175" dirty="0"/>
              <a:t>To </a:t>
            </a:r>
            <a:r>
              <a:rPr spc="-5" dirty="0"/>
              <a:t>Communication</a:t>
            </a:r>
            <a:r>
              <a:rPr spc="200" dirty="0"/>
              <a:t> </a:t>
            </a:r>
            <a:r>
              <a:rPr sz="2400" dirty="0"/>
              <a:t>contd.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602739" y="28449"/>
            <a:ext cx="892937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7861934" algn="l"/>
              </a:tabLst>
            </a:pPr>
            <a:r>
              <a:rPr sz="3000" b="1" i="1" baseline="1388" dirty="0">
                <a:solidFill>
                  <a:srgbClr val="0000FF"/>
                </a:solidFill>
                <a:latin typeface="Times New Roman"/>
                <a:cs typeface="Times New Roman"/>
              </a:rPr>
              <a:t>Module</a:t>
            </a:r>
            <a:r>
              <a:rPr sz="3000" b="1" i="1" spc="-30" baseline="1388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3000" b="1" i="1" baseline="1388" dirty="0">
                <a:solidFill>
                  <a:srgbClr val="0000FF"/>
                </a:solidFill>
                <a:latin typeface="Times New Roman"/>
                <a:cs typeface="Times New Roman"/>
              </a:rPr>
              <a:t>– V	</a:t>
            </a:r>
            <a:r>
              <a:rPr sz="2000" b="1" i="1" spc="-55" dirty="0">
                <a:solidFill>
                  <a:srgbClr val="0000FF"/>
                </a:solidFill>
                <a:latin typeface="Times New Roman"/>
                <a:cs typeface="Times New Roman"/>
              </a:rPr>
              <a:t>Vol.</a:t>
            </a:r>
            <a:r>
              <a:rPr sz="2000" b="1" i="1" spc="-8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0000FF"/>
                </a:solidFill>
                <a:latin typeface="Times New Roman"/>
                <a:cs typeface="Times New Roman"/>
              </a:rPr>
              <a:t>No.-1</a:t>
            </a:r>
            <a:endParaRPr sz="2000">
              <a:latin typeface="Times New Roman"/>
              <a:cs typeface="Times New Roman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9D0E0E02-8D45-4C73-8E57-D008C0CC99BB}"/>
                  </a:ext>
                </a:extLst>
              </p14:cNvPr>
              <p14:cNvContentPartPr/>
              <p14:nvPr/>
            </p14:nvContentPartPr>
            <p14:xfrm>
              <a:off x="2048040" y="1372320"/>
              <a:ext cx="9281880" cy="30999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9D0E0E02-8D45-4C73-8E57-D008C0CC99B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038680" y="1362960"/>
                <a:ext cx="9300600" cy="311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5E8D6F1C-16FA-4A77-89DB-940A8667C521}"/>
                  </a:ext>
                </a:extLst>
              </p14:cNvPr>
              <p14:cNvContentPartPr/>
              <p14:nvPr/>
            </p14:nvContentPartPr>
            <p14:xfrm>
              <a:off x="3699360" y="4412160"/>
              <a:ext cx="8179200" cy="141588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5E8D6F1C-16FA-4A77-89DB-940A8667C52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690000" y="4402800"/>
                <a:ext cx="8197920" cy="1434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64791" y="990600"/>
            <a:ext cx="8750808" cy="152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441245" y="1851102"/>
            <a:ext cx="61785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i="1" dirty="0">
                <a:latin typeface="Times New Roman"/>
                <a:cs typeface="Times New Roman"/>
              </a:rPr>
              <a:t>S</a:t>
            </a:r>
            <a:r>
              <a:rPr sz="2400" b="1" i="1" spc="-10" dirty="0">
                <a:latin typeface="Times New Roman"/>
                <a:cs typeface="Times New Roman"/>
              </a:rPr>
              <a:t>N</a:t>
            </a:r>
            <a:r>
              <a:rPr sz="2400" b="1" i="1" dirty="0">
                <a:latin typeface="Times New Roman"/>
                <a:cs typeface="Times New Roman"/>
              </a:rPr>
              <a:t>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429000" y="1447800"/>
            <a:ext cx="4812792" cy="12192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362200" y="2971800"/>
            <a:ext cx="3200400" cy="40081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505200" y="3657600"/>
            <a:ext cx="4724400" cy="40081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743200" y="5410200"/>
            <a:ext cx="5943600" cy="69037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873102" y="300622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4826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Introduction </a:t>
            </a:r>
            <a:r>
              <a:rPr spc="-175" dirty="0"/>
              <a:t>To </a:t>
            </a:r>
            <a:r>
              <a:rPr spc="-5" dirty="0"/>
              <a:t>Communication</a:t>
            </a:r>
            <a:r>
              <a:rPr spc="200" dirty="0"/>
              <a:t> </a:t>
            </a:r>
            <a:r>
              <a:rPr sz="2400" dirty="0"/>
              <a:t>contd.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xfrm>
            <a:off x="8478139" y="6549754"/>
            <a:ext cx="281304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1425"/>
              </a:lnSpc>
            </a:pPr>
            <a:r>
              <a:rPr lang="en-IN"/>
              <a:t>[</a:t>
            </a:r>
            <a:fld id="{81D60167-4931-47E6-BA6A-407CBD079E47}" type="slidenum">
              <a:rPr spc="-5" smtClean="0"/>
              <a:pPr marL="12700">
                <a:lnSpc>
                  <a:spcPts val="1425"/>
                </a:lnSpc>
              </a:pPr>
              <a:t>31</a:t>
            </a:fld>
            <a:r>
              <a:t>]</a:t>
            </a:r>
            <a:endParaRPr dirty="0"/>
          </a:p>
        </p:txBody>
      </p:sp>
      <p:sp>
        <p:nvSpPr>
          <p:cNvPr id="9" name="object 9"/>
          <p:cNvSpPr txBox="1"/>
          <p:nvPr/>
        </p:nvSpPr>
        <p:spPr>
          <a:xfrm>
            <a:off x="1602740" y="3661995"/>
            <a:ext cx="8978265" cy="219778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938134"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[Eq.</a:t>
            </a:r>
            <a:r>
              <a:rPr sz="2000" spc="5" dirty="0">
                <a:latin typeface="Times New Roman"/>
                <a:cs typeface="Times New Roman"/>
              </a:rPr>
              <a:t>5</a:t>
            </a:r>
            <a:r>
              <a:rPr sz="2000" dirty="0">
                <a:latin typeface="Times New Roman"/>
                <a:cs typeface="Times New Roman"/>
              </a:rPr>
              <a:t>.</a:t>
            </a:r>
            <a:r>
              <a:rPr sz="2000" spc="5" dirty="0">
                <a:latin typeface="Times New Roman"/>
                <a:cs typeface="Times New Roman"/>
              </a:rPr>
              <a:t>1</a:t>
            </a:r>
            <a:r>
              <a:rPr sz="2000" spc="-10" dirty="0">
                <a:latin typeface="Times New Roman"/>
                <a:cs typeface="Times New Roman"/>
              </a:rPr>
              <a:t>.</a:t>
            </a:r>
            <a:r>
              <a:rPr sz="2000" dirty="0">
                <a:latin typeface="Times New Roman"/>
                <a:cs typeface="Times New Roman"/>
              </a:rPr>
              <a:t>3]</a:t>
            </a:r>
            <a:endParaRPr sz="2000">
              <a:latin typeface="Times New Roman"/>
              <a:cs typeface="Times New Roman"/>
            </a:endParaRPr>
          </a:p>
          <a:p>
            <a:pPr>
              <a:spcBef>
                <a:spcPts val="15"/>
              </a:spcBef>
            </a:pPr>
            <a:endParaRPr sz="2700">
              <a:latin typeface="Times New Roman"/>
              <a:cs typeface="Times New Roman"/>
            </a:endParaRPr>
          </a:p>
          <a:p>
            <a:pPr marL="241300" marR="74295" indent="-228600">
              <a:lnSpc>
                <a:spcPct val="103299"/>
              </a:lnSpc>
              <a:buSzPct val="116666"/>
              <a:buFont typeface="Wingdings"/>
              <a:buChar char=""/>
              <a:tabLst>
                <a:tab pos="262890" algn="l"/>
              </a:tabLst>
            </a:pPr>
            <a:r>
              <a:rPr sz="2400" spc="-15" dirty="0">
                <a:latin typeface="Times New Roman"/>
                <a:cs typeface="Times New Roman"/>
              </a:rPr>
              <a:t>Generally, </a:t>
            </a:r>
            <a:r>
              <a:rPr sz="2400" i="1" spc="-15" dirty="0">
                <a:latin typeface="Times New Roman"/>
                <a:cs typeface="Times New Roman"/>
              </a:rPr>
              <a:t>Figure </a:t>
            </a:r>
            <a:r>
              <a:rPr sz="2400" i="1" dirty="0">
                <a:latin typeface="Times New Roman"/>
                <a:cs typeface="Times New Roman"/>
              </a:rPr>
              <a:t>of </a:t>
            </a:r>
            <a:r>
              <a:rPr sz="2400" i="1" spc="-5" dirty="0">
                <a:latin typeface="Times New Roman"/>
                <a:cs typeface="Times New Roman"/>
              </a:rPr>
              <a:t>Merit (FOM) </a:t>
            </a:r>
            <a:r>
              <a:rPr sz="2400" spc="-5" dirty="0">
                <a:latin typeface="Times New Roman"/>
                <a:cs typeface="Times New Roman"/>
              </a:rPr>
              <a:t>is </a:t>
            </a:r>
            <a:r>
              <a:rPr sz="2400" dirty="0">
                <a:latin typeface="Times New Roman"/>
                <a:cs typeface="Times New Roman"/>
              </a:rPr>
              <a:t>used </a:t>
            </a:r>
            <a:r>
              <a:rPr sz="2400" spc="-5" dirty="0">
                <a:latin typeface="Times New Roman"/>
                <a:cs typeface="Times New Roman"/>
              </a:rPr>
              <a:t>as </a:t>
            </a: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i="1" dirty="0">
                <a:latin typeface="Times New Roman"/>
                <a:cs typeface="Times New Roman"/>
              </a:rPr>
              <a:t>performance index</a:t>
            </a:r>
            <a:r>
              <a:rPr sz="2400" i="1" spc="-75" dirty="0">
                <a:latin typeface="Times New Roman"/>
                <a:cs typeface="Times New Roman"/>
              </a:rPr>
              <a:t> </a:t>
            </a:r>
            <a:r>
              <a:rPr sz="2400" i="1" spc="5" dirty="0">
                <a:latin typeface="Times New Roman"/>
                <a:cs typeface="Times New Roman"/>
              </a:rPr>
              <a:t>f</a:t>
            </a:r>
            <a:r>
              <a:rPr sz="2400" spc="5" dirty="0">
                <a:latin typeface="Times New Roman"/>
                <a:cs typeface="Times New Roman"/>
              </a:rPr>
              <a:t>or  </a:t>
            </a:r>
            <a:r>
              <a:rPr sz="2400" dirty="0">
                <a:latin typeface="Times New Roman"/>
                <a:cs typeface="Times New Roman"/>
              </a:rPr>
              <a:t>any analog </a:t>
            </a:r>
            <a:r>
              <a:rPr sz="2400" spc="-5" dirty="0">
                <a:latin typeface="Times New Roman"/>
                <a:cs typeface="Times New Roman"/>
              </a:rPr>
              <a:t>communication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system.</a:t>
            </a:r>
            <a:endParaRPr sz="2400">
              <a:latin typeface="Times New Roman"/>
              <a:cs typeface="Times New Roman"/>
            </a:endParaRPr>
          </a:p>
          <a:p>
            <a:pPr>
              <a:spcBef>
                <a:spcPts val="5"/>
              </a:spcBef>
            </a:pPr>
            <a:endParaRPr sz="2550">
              <a:latin typeface="Times New Roman"/>
              <a:cs typeface="Times New Roman"/>
            </a:endParaRPr>
          </a:p>
          <a:p>
            <a:pPr marL="7938134"/>
            <a:r>
              <a:rPr sz="2000" dirty="0">
                <a:latin typeface="Times New Roman"/>
                <a:cs typeface="Times New Roman"/>
              </a:rPr>
              <a:t>[E</a:t>
            </a:r>
            <a:r>
              <a:rPr sz="2000" spc="5" dirty="0">
                <a:latin typeface="Times New Roman"/>
                <a:cs typeface="Times New Roman"/>
              </a:rPr>
              <a:t>q</a:t>
            </a:r>
            <a:r>
              <a:rPr sz="2000" dirty="0">
                <a:latin typeface="Times New Roman"/>
                <a:cs typeface="Times New Roman"/>
              </a:rPr>
              <a:t>.</a:t>
            </a:r>
            <a:r>
              <a:rPr sz="2000" spc="5" dirty="0">
                <a:latin typeface="Times New Roman"/>
                <a:cs typeface="Times New Roman"/>
              </a:rPr>
              <a:t>5</a:t>
            </a:r>
            <a:r>
              <a:rPr sz="2000" dirty="0">
                <a:latin typeface="Times New Roman"/>
                <a:cs typeface="Times New Roman"/>
              </a:rPr>
              <a:t>.</a:t>
            </a:r>
            <a:r>
              <a:rPr sz="2000" spc="5" dirty="0">
                <a:latin typeface="Times New Roman"/>
                <a:cs typeface="Times New Roman"/>
              </a:rPr>
              <a:t>1</a:t>
            </a:r>
            <a:r>
              <a:rPr sz="2000" spc="-10" dirty="0">
                <a:latin typeface="Times New Roman"/>
                <a:cs typeface="Times New Roman"/>
              </a:rPr>
              <a:t>.</a:t>
            </a:r>
            <a:r>
              <a:rPr sz="2000" dirty="0">
                <a:latin typeface="Times New Roman"/>
                <a:cs typeface="Times New Roman"/>
              </a:rPr>
              <a:t>4]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02739" y="28449"/>
            <a:ext cx="892937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7861934" algn="l"/>
              </a:tabLst>
            </a:pPr>
            <a:r>
              <a:rPr sz="3000" b="1" i="1" baseline="1388" dirty="0">
                <a:solidFill>
                  <a:srgbClr val="0000FF"/>
                </a:solidFill>
                <a:latin typeface="Times New Roman"/>
                <a:cs typeface="Times New Roman"/>
              </a:rPr>
              <a:t>Module</a:t>
            </a:r>
            <a:r>
              <a:rPr sz="3000" b="1" i="1" spc="-30" baseline="1388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3000" b="1" i="1" baseline="1388" dirty="0">
                <a:solidFill>
                  <a:srgbClr val="0000FF"/>
                </a:solidFill>
                <a:latin typeface="Times New Roman"/>
                <a:cs typeface="Times New Roman"/>
              </a:rPr>
              <a:t>– V	</a:t>
            </a:r>
            <a:r>
              <a:rPr sz="2000" b="1" i="1" spc="-55" dirty="0">
                <a:solidFill>
                  <a:srgbClr val="0000FF"/>
                </a:solidFill>
                <a:latin typeface="Times New Roman"/>
                <a:cs typeface="Times New Roman"/>
              </a:rPr>
              <a:t>Vol.</a:t>
            </a:r>
            <a:r>
              <a:rPr sz="2000" b="1" i="1" spc="-8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0000FF"/>
                </a:solidFill>
                <a:latin typeface="Times New Roman"/>
                <a:cs typeface="Times New Roman"/>
              </a:rPr>
              <a:t>No.-1</a:t>
            </a:r>
            <a:endParaRPr sz="2000">
              <a:latin typeface="Times New Roman"/>
              <a:cs typeface="Times New Roman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955A7468-D0CA-49D8-8467-3464714285F4}"/>
                  </a:ext>
                </a:extLst>
              </p14:cNvPr>
              <p14:cNvContentPartPr/>
              <p14:nvPr/>
            </p14:nvContentPartPr>
            <p14:xfrm>
              <a:off x="7470360" y="2673720"/>
              <a:ext cx="1659600" cy="309636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955A7468-D0CA-49D8-8467-3464714285F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461000" y="2664360"/>
                <a:ext cx="1678320" cy="3115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64791" y="990600"/>
            <a:ext cx="8750808" cy="152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602739" y="1067494"/>
            <a:ext cx="8987790" cy="1617980"/>
          </a:xfrm>
          <a:prstGeom prst="rect">
            <a:avLst/>
          </a:prstGeom>
        </p:spPr>
        <p:txBody>
          <a:bodyPr vert="horz" wrap="square" lIns="0" tIns="184785" rIns="0" bIns="0" rtlCol="0">
            <a:spAutoFit/>
          </a:bodyPr>
          <a:lstStyle/>
          <a:p>
            <a:pPr marL="469900" indent="-457200">
              <a:spcBef>
                <a:spcPts val="1455"/>
              </a:spcBef>
              <a:buSzPct val="125000"/>
              <a:buFont typeface="Wingdings"/>
              <a:buChar char=""/>
              <a:tabLst>
                <a:tab pos="469265" algn="l"/>
                <a:tab pos="469900" algn="l"/>
              </a:tabLst>
            </a:pPr>
            <a:r>
              <a:rPr sz="2800" spc="-5" dirty="0">
                <a:solidFill>
                  <a:srgbClr val="0000FF"/>
                </a:solidFill>
                <a:latin typeface="Times New Roman"/>
                <a:cs typeface="Times New Roman"/>
              </a:rPr>
              <a:t>Bandwidth</a:t>
            </a:r>
            <a:r>
              <a:rPr sz="2800" spc="-1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0000FF"/>
                </a:solidFill>
                <a:latin typeface="Times New Roman"/>
                <a:cs typeface="Times New Roman"/>
              </a:rPr>
              <a:t>Efficiency:</a:t>
            </a:r>
            <a:endParaRPr sz="2800">
              <a:latin typeface="Times New Roman"/>
              <a:cs typeface="Times New Roman"/>
            </a:endParaRPr>
          </a:p>
          <a:p>
            <a:pPr marL="355600" marR="5080" indent="-342900">
              <a:spcBef>
                <a:spcPts val="2060"/>
              </a:spcBef>
              <a:buSzPct val="125000"/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400" i="1" spc="-5" dirty="0">
                <a:latin typeface="Times New Roman"/>
                <a:cs typeface="Times New Roman"/>
              </a:rPr>
              <a:t>Bandwidth Efficiency </a:t>
            </a:r>
            <a:r>
              <a:rPr sz="2400" spc="-5" dirty="0">
                <a:latin typeface="Times New Roman"/>
                <a:cs typeface="Times New Roman"/>
              </a:rPr>
              <a:t>indicates, how </a:t>
            </a:r>
            <a:r>
              <a:rPr sz="2400" dirty="0">
                <a:latin typeface="Times New Roman"/>
                <a:cs typeface="Times New Roman"/>
              </a:rPr>
              <a:t>well the system is </a:t>
            </a:r>
            <a:r>
              <a:rPr sz="2400" spc="-5" dirty="0">
                <a:latin typeface="Times New Roman"/>
                <a:cs typeface="Times New Roman"/>
              </a:rPr>
              <a:t>utilizing the  communication </a:t>
            </a:r>
            <a:r>
              <a:rPr sz="2400" dirty="0">
                <a:latin typeface="Times New Roman"/>
                <a:cs typeface="Times New Roman"/>
              </a:rPr>
              <a:t>resource bandwidth and is defined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as,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149455" y="3138042"/>
            <a:ext cx="1679575" cy="551180"/>
          </a:xfrm>
          <a:custGeom>
            <a:avLst/>
            <a:gdLst/>
            <a:ahLst/>
            <a:cxnLst/>
            <a:rect l="l" t="t" r="r" b="b"/>
            <a:pathLst>
              <a:path w="1679575" h="551179">
                <a:moveTo>
                  <a:pt x="1581551" y="0"/>
                </a:moveTo>
                <a:lnTo>
                  <a:pt x="1573677" y="9144"/>
                </a:lnTo>
                <a:lnTo>
                  <a:pt x="1590175" y="27338"/>
                </a:lnTo>
                <a:lnTo>
                  <a:pt x="1605173" y="49926"/>
                </a:lnTo>
                <a:lnTo>
                  <a:pt x="1630573" y="108331"/>
                </a:lnTo>
                <a:lnTo>
                  <a:pt x="1647433" y="183769"/>
                </a:lnTo>
                <a:lnTo>
                  <a:pt x="1651647" y="227631"/>
                </a:lnTo>
                <a:lnTo>
                  <a:pt x="1653052" y="275590"/>
                </a:lnTo>
                <a:lnTo>
                  <a:pt x="1651647" y="323474"/>
                </a:lnTo>
                <a:lnTo>
                  <a:pt x="1647433" y="367299"/>
                </a:lnTo>
                <a:lnTo>
                  <a:pt x="1640408" y="407052"/>
                </a:lnTo>
                <a:lnTo>
                  <a:pt x="1618647" y="474204"/>
                </a:lnTo>
                <a:lnTo>
                  <a:pt x="1590175" y="523785"/>
                </a:lnTo>
                <a:lnTo>
                  <a:pt x="1573677" y="541909"/>
                </a:lnTo>
                <a:lnTo>
                  <a:pt x="1581551" y="551053"/>
                </a:lnTo>
                <a:lnTo>
                  <a:pt x="1618429" y="510460"/>
                </a:lnTo>
                <a:lnTo>
                  <a:pt x="1650258" y="450342"/>
                </a:lnTo>
                <a:lnTo>
                  <a:pt x="1663073" y="413194"/>
                </a:lnTo>
                <a:lnTo>
                  <a:pt x="1672198" y="371665"/>
                </a:lnTo>
                <a:lnTo>
                  <a:pt x="1677655" y="325755"/>
                </a:lnTo>
                <a:lnTo>
                  <a:pt x="1679468" y="275463"/>
                </a:lnTo>
                <a:lnTo>
                  <a:pt x="1677655" y="225262"/>
                </a:lnTo>
                <a:lnTo>
                  <a:pt x="1672198" y="179419"/>
                </a:lnTo>
                <a:lnTo>
                  <a:pt x="1663073" y="137910"/>
                </a:lnTo>
                <a:lnTo>
                  <a:pt x="1650258" y="100711"/>
                </a:lnTo>
                <a:lnTo>
                  <a:pt x="1618429" y="40592"/>
                </a:lnTo>
                <a:lnTo>
                  <a:pt x="1600627" y="17861"/>
                </a:lnTo>
                <a:lnTo>
                  <a:pt x="1581551" y="0"/>
                </a:lnTo>
                <a:close/>
              </a:path>
              <a:path w="1679575" h="551179">
                <a:moveTo>
                  <a:pt x="97912" y="0"/>
                </a:moveTo>
                <a:lnTo>
                  <a:pt x="61077" y="40592"/>
                </a:lnTo>
                <a:lnTo>
                  <a:pt x="29281" y="100711"/>
                </a:lnTo>
                <a:lnTo>
                  <a:pt x="16470" y="137910"/>
                </a:lnTo>
                <a:lnTo>
                  <a:pt x="7318" y="179419"/>
                </a:lnTo>
                <a:lnTo>
                  <a:pt x="1826" y="225262"/>
                </a:lnTo>
                <a:lnTo>
                  <a:pt x="0" y="275590"/>
                </a:lnTo>
                <a:lnTo>
                  <a:pt x="1826" y="325755"/>
                </a:lnTo>
                <a:lnTo>
                  <a:pt x="7318" y="371665"/>
                </a:lnTo>
                <a:lnTo>
                  <a:pt x="16470" y="413194"/>
                </a:lnTo>
                <a:lnTo>
                  <a:pt x="29281" y="450342"/>
                </a:lnTo>
                <a:lnTo>
                  <a:pt x="61077" y="510460"/>
                </a:lnTo>
                <a:lnTo>
                  <a:pt x="97912" y="551053"/>
                </a:lnTo>
                <a:lnTo>
                  <a:pt x="105811" y="541909"/>
                </a:lnTo>
                <a:lnTo>
                  <a:pt x="89331" y="523785"/>
                </a:lnTo>
                <a:lnTo>
                  <a:pt x="74350" y="501221"/>
                </a:lnTo>
                <a:lnTo>
                  <a:pt x="48890" y="442722"/>
                </a:lnTo>
                <a:lnTo>
                  <a:pt x="32037" y="367299"/>
                </a:lnTo>
                <a:lnTo>
                  <a:pt x="27827" y="323474"/>
                </a:lnTo>
                <a:lnTo>
                  <a:pt x="26427" y="275463"/>
                </a:lnTo>
                <a:lnTo>
                  <a:pt x="27827" y="227631"/>
                </a:lnTo>
                <a:lnTo>
                  <a:pt x="32037" y="183769"/>
                </a:lnTo>
                <a:lnTo>
                  <a:pt x="39057" y="144002"/>
                </a:lnTo>
                <a:lnTo>
                  <a:pt x="60870" y="76920"/>
                </a:lnTo>
                <a:lnTo>
                  <a:pt x="89331" y="27338"/>
                </a:lnTo>
                <a:lnTo>
                  <a:pt x="105811" y="9144"/>
                </a:lnTo>
                <a:lnTo>
                  <a:pt x="979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840607" y="3423286"/>
            <a:ext cx="748030" cy="98809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1889"/>
              </a:lnSpc>
              <a:spcBef>
                <a:spcPts val="105"/>
              </a:spcBef>
            </a:pPr>
            <a:r>
              <a:rPr sz="1600" spc="315" dirty="0">
                <a:latin typeface="DejaVu Sans Condensed"/>
                <a:cs typeface="DejaVu Sans Condensed"/>
              </a:rPr>
              <a:t>𝐴𝑛𝑎</a:t>
            </a:r>
            <a:r>
              <a:rPr sz="1600" spc="-15" dirty="0">
                <a:latin typeface="DejaVu Sans Condensed"/>
                <a:cs typeface="DejaVu Sans Condensed"/>
              </a:rPr>
              <a:t>𝑙𝑜𝑔</a:t>
            </a:r>
            <a:endParaRPr sz="1600">
              <a:latin typeface="DejaVu Sans Condensed"/>
              <a:cs typeface="DejaVu Sans Condensed"/>
            </a:endParaRPr>
          </a:p>
          <a:p>
            <a:pPr marL="62865">
              <a:lnSpc>
                <a:spcPts val="1889"/>
              </a:lnSpc>
            </a:pPr>
            <a:r>
              <a:rPr sz="1600" spc="265" dirty="0">
                <a:latin typeface="DejaVu Sans Condensed"/>
                <a:cs typeface="DejaVu Sans Condensed"/>
              </a:rPr>
              <a:t>𝐶𝑜𝑚𝑚.</a:t>
            </a:r>
            <a:endParaRPr sz="1600">
              <a:latin typeface="DejaVu Sans Condensed"/>
              <a:cs typeface="DejaVu Sans Condensed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039614" y="3439922"/>
            <a:ext cx="325120" cy="18415"/>
          </a:xfrm>
          <a:custGeom>
            <a:avLst/>
            <a:gdLst/>
            <a:ahLst/>
            <a:cxnLst/>
            <a:rect l="l" t="t" r="r" b="b"/>
            <a:pathLst>
              <a:path w="325120" h="18414">
                <a:moveTo>
                  <a:pt x="324612" y="0"/>
                </a:moveTo>
                <a:lnTo>
                  <a:pt x="0" y="0"/>
                </a:lnTo>
                <a:lnTo>
                  <a:pt x="0" y="18287"/>
                </a:lnTo>
                <a:lnTo>
                  <a:pt x="324612" y="18287"/>
                </a:lnTo>
                <a:lnTo>
                  <a:pt x="3246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250745" y="3025521"/>
            <a:ext cx="3091815" cy="13458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610"/>
              </a:lnSpc>
              <a:spcBef>
                <a:spcPts val="95"/>
              </a:spcBef>
              <a:tabLst>
                <a:tab pos="2813685" algn="l"/>
              </a:tabLst>
            </a:pPr>
            <a:r>
              <a:rPr sz="2200" spc="215" dirty="0">
                <a:latin typeface="DejaVu Sans Condensed"/>
                <a:cs typeface="DejaVu Sans Condensed"/>
              </a:rPr>
              <a:t>𝐵𝑎</a:t>
            </a:r>
            <a:r>
              <a:rPr sz="2200" spc="220" dirty="0">
                <a:latin typeface="DejaVu Sans Condensed"/>
                <a:cs typeface="DejaVu Sans Condensed"/>
              </a:rPr>
              <a:t>𝑛</a:t>
            </a:r>
            <a:r>
              <a:rPr sz="2200" spc="165" dirty="0">
                <a:latin typeface="DejaVu Sans Condensed"/>
                <a:cs typeface="DejaVu Sans Condensed"/>
              </a:rPr>
              <a:t>𝑑</a:t>
            </a:r>
            <a:r>
              <a:rPr sz="2200" spc="15" dirty="0">
                <a:latin typeface="DejaVu Sans Condensed"/>
                <a:cs typeface="DejaVu Sans Condensed"/>
              </a:rPr>
              <a:t>𝑤𝑖</a:t>
            </a:r>
            <a:r>
              <a:rPr sz="2200" spc="25" dirty="0">
                <a:latin typeface="DejaVu Sans Condensed"/>
                <a:cs typeface="DejaVu Sans Condensed"/>
              </a:rPr>
              <a:t>𝑑</a:t>
            </a:r>
            <a:r>
              <a:rPr sz="2200" spc="-600" dirty="0">
                <a:latin typeface="DejaVu Sans Condensed"/>
                <a:cs typeface="DejaVu Sans Condensed"/>
              </a:rPr>
              <a:t>𝑡</a:t>
            </a:r>
            <a:r>
              <a:rPr sz="2200" spc="-40" dirty="0">
                <a:latin typeface="DejaVu Sans Condensed"/>
                <a:cs typeface="DejaVu Sans Condensed"/>
              </a:rPr>
              <a:t>ℎ</a:t>
            </a:r>
            <a:r>
              <a:rPr sz="2200" dirty="0">
                <a:latin typeface="DejaVu Sans Condensed"/>
                <a:cs typeface="DejaVu Sans Condensed"/>
              </a:rPr>
              <a:t>	</a:t>
            </a:r>
            <a:r>
              <a:rPr sz="2200" spc="1660" dirty="0">
                <a:latin typeface="DejaVu Sans Condensed"/>
                <a:cs typeface="DejaVu Sans Condensed"/>
              </a:rPr>
              <a:t>𝑊</a:t>
            </a:r>
            <a:endParaRPr sz="2200">
              <a:latin typeface="DejaVu Sans Condensed"/>
              <a:cs typeface="DejaVu Sans Condensed"/>
            </a:endParaRPr>
          </a:p>
          <a:p>
            <a:pPr marL="50800">
              <a:lnSpc>
                <a:spcPts val="2610"/>
              </a:lnSpc>
            </a:pPr>
            <a:r>
              <a:rPr sz="2200" spc="-114" dirty="0">
                <a:latin typeface="DejaVu Sans Condensed"/>
                <a:cs typeface="DejaVu Sans Condensed"/>
              </a:rPr>
              <a:t>𝐸𝑓𝑓𝑖𝑐𝑖𝑒𝑛𝑐𝑦</a:t>
            </a:r>
            <a:endParaRPr sz="2200">
              <a:latin typeface="DejaVu Sans Condensed"/>
              <a:cs typeface="DejaVu Sans Condensed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717033" y="3237357"/>
            <a:ext cx="544830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spcBef>
                <a:spcPts val="95"/>
              </a:spcBef>
            </a:pPr>
            <a:r>
              <a:rPr sz="2200" spc="-20" dirty="0">
                <a:latin typeface="DejaVu Sans Condensed"/>
                <a:cs typeface="DejaVu Sans Condensed"/>
              </a:rPr>
              <a:t>=</a:t>
            </a:r>
            <a:r>
              <a:rPr sz="2200" spc="-90" dirty="0">
                <a:latin typeface="DejaVu Sans Condensed"/>
                <a:cs typeface="DejaVu Sans Condensed"/>
              </a:rPr>
              <a:t> </a:t>
            </a:r>
            <a:r>
              <a:rPr sz="3300" spc="375" baseline="-36616" dirty="0">
                <a:latin typeface="DejaVu Sans Condensed"/>
                <a:cs typeface="DejaVu Sans Condensed"/>
              </a:rPr>
              <a:t>𝐵</a:t>
            </a:r>
            <a:endParaRPr sz="3300" baseline="-36616">
              <a:latin typeface="DejaVu Sans Condensed"/>
              <a:cs typeface="DejaVu Sans Condensed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208778" y="3554045"/>
            <a:ext cx="151130" cy="50654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</a:pPr>
            <a:r>
              <a:rPr sz="1600" spc="229" dirty="0">
                <a:latin typeface="DejaVu Sans Condensed"/>
                <a:cs typeface="DejaVu Sans Condensed"/>
              </a:rPr>
              <a:t>𝑇</a:t>
            </a:r>
            <a:endParaRPr sz="1600">
              <a:latin typeface="DejaVu Sans Condensed"/>
              <a:cs typeface="DejaVu Sans Condensed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728461" y="3439922"/>
            <a:ext cx="4304030" cy="18415"/>
          </a:xfrm>
          <a:custGeom>
            <a:avLst/>
            <a:gdLst/>
            <a:ahLst/>
            <a:cxnLst/>
            <a:rect l="l" t="t" r="r" b="b"/>
            <a:pathLst>
              <a:path w="4304030" h="18414">
                <a:moveTo>
                  <a:pt x="4303776" y="0"/>
                </a:moveTo>
                <a:lnTo>
                  <a:pt x="0" y="0"/>
                </a:lnTo>
                <a:lnTo>
                  <a:pt x="0" y="18287"/>
                </a:lnTo>
                <a:lnTo>
                  <a:pt x="4303776" y="18287"/>
                </a:lnTo>
                <a:lnTo>
                  <a:pt x="430377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5404358" y="2962428"/>
            <a:ext cx="4655820" cy="821055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499745">
              <a:spcBef>
                <a:spcPts val="590"/>
              </a:spcBef>
            </a:pPr>
            <a:r>
              <a:rPr sz="2200" spc="10" dirty="0">
                <a:latin typeface="DejaVu Sans Condensed"/>
                <a:cs typeface="DejaVu Sans Condensed"/>
              </a:rPr>
              <a:t>𝐵𝑎𝑛𝑑𝑤𝑖𝑑𝑡ℎ </a:t>
            </a:r>
            <a:r>
              <a:rPr sz="2200" spc="-5" dirty="0">
                <a:latin typeface="DejaVu Sans Condensed"/>
                <a:cs typeface="DejaVu Sans Condensed"/>
              </a:rPr>
              <a:t>𝑜𝑓 </a:t>
            </a:r>
            <a:r>
              <a:rPr sz="2200" spc="20" dirty="0">
                <a:latin typeface="DejaVu Sans Condensed"/>
                <a:cs typeface="DejaVu Sans Condensed"/>
              </a:rPr>
              <a:t>𝐵𝑎𝑠𝑒𝑏𝑎𝑛𝑑</a:t>
            </a:r>
            <a:r>
              <a:rPr sz="2200" spc="-245" dirty="0">
                <a:latin typeface="DejaVu Sans Condensed"/>
                <a:cs typeface="DejaVu Sans Condensed"/>
              </a:rPr>
              <a:t> </a:t>
            </a:r>
            <a:r>
              <a:rPr sz="2200" spc="-130" dirty="0">
                <a:latin typeface="DejaVu Sans Condensed"/>
                <a:cs typeface="DejaVu Sans Condensed"/>
              </a:rPr>
              <a:t>𝑆𝑖𝑔𝑛𝑎𝑙</a:t>
            </a:r>
            <a:endParaRPr sz="2200">
              <a:latin typeface="DejaVu Sans Condensed"/>
              <a:cs typeface="DejaVu Sans Condensed"/>
            </a:endParaRPr>
          </a:p>
          <a:p>
            <a:pPr marL="38100">
              <a:spcBef>
                <a:spcPts val="495"/>
              </a:spcBef>
            </a:pPr>
            <a:r>
              <a:rPr sz="3300" spc="-30" baseline="36616" dirty="0">
                <a:latin typeface="DejaVu Sans Condensed"/>
                <a:cs typeface="DejaVu Sans Condensed"/>
              </a:rPr>
              <a:t>= </a:t>
            </a:r>
            <a:r>
              <a:rPr sz="2200" spc="10" dirty="0">
                <a:latin typeface="DejaVu Sans Condensed"/>
                <a:cs typeface="DejaVu Sans Condensed"/>
              </a:rPr>
              <a:t>𝐵𝑎𝑛𝑑𝑤𝑖𝑑𝑡ℎ </a:t>
            </a:r>
            <a:r>
              <a:rPr sz="2200" spc="-5" dirty="0">
                <a:latin typeface="DejaVu Sans Condensed"/>
                <a:cs typeface="DejaVu Sans Condensed"/>
              </a:rPr>
              <a:t>𝑜𝑓 </a:t>
            </a:r>
            <a:r>
              <a:rPr sz="2200" spc="-60" dirty="0">
                <a:latin typeface="DejaVu Sans Condensed"/>
                <a:cs typeface="DejaVu Sans Condensed"/>
              </a:rPr>
              <a:t>𝑇𝑟𝑎𝑛𝑠𝑚𝑖𝑡𝑡𝑒𝑑</a:t>
            </a:r>
            <a:r>
              <a:rPr sz="2200" spc="-235" dirty="0">
                <a:latin typeface="DejaVu Sans Condensed"/>
                <a:cs typeface="DejaVu Sans Condensed"/>
              </a:rPr>
              <a:t> </a:t>
            </a:r>
            <a:r>
              <a:rPr sz="2200" spc="-130" dirty="0">
                <a:latin typeface="DejaVu Sans Condensed"/>
                <a:cs typeface="DejaVu Sans Condensed"/>
              </a:rPr>
              <a:t>𝑆𝑖𝑔𝑛𝑎𝑙</a:t>
            </a:r>
            <a:endParaRPr sz="2200">
              <a:latin typeface="DejaVu Sans Condensed"/>
              <a:cs typeface="DejaVu Sans Condensed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xfrm>
            <a:off x="8478139" y="6549754"/>
            <a:ext cx="281304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1425"/>
              </a:lnSpc>
            </a:pPr>
            <a:r>
              <a:rPr lang="en-IN"/>
              <a:t>[</a:t>
            </a:r>
            <a:fld id="{81D60167-4931-47E6-BA6A-407CBD079E47}" type="slidenum">
              <a:rPr spc="-5" smtClean="0"/>
              <a:pPr marL="12700">
                <a:lnSpc>
                  <a:spcPts val="1425"/>
                </a:lnSpc>
              </a:pPr>
              <a:t>32</a:t>
            </a:fld>
            <a:r>
              <a:t>]</a:t>
            </a:r>
            <a:endParaRPr dirty="0"/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1764791" y="291607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4826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Introduction </a:t>
            </a:r>
            <a:r>
              <a:rPr spc="-175" dirty="0"/>
              <a:t>To </a:t>
            </a:r>
            <a:r>
              <a:rPr spc="-5" dirty="0"/>
              <a:t>Communication</a:t>
            </a:r>
            <a:r>
              <a:rPr spc="200" dirty="0"/>
              <a:t> </a:t>
            </a:r>
            <a:r>
              <a:rPr sz="2400" dirty="0"/>
              <a:t>contd.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647241" y="3887364"/>
            <a:ext cx="8988425" cy="2478405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R="59690" algn="r">
              <a:spcBef>
                <a:spcPts val="290"/>
              </a:spcBef>
            </a:pPr>
            <a:r>
              <a:rPr sz="2000" dirty="0">
                <a:latin typeface="Times New Roman"/>
                <a:cs typeface="Times New Roman"/>
              </a:rPr>
              <a:t>[E</a:t>
            </a:r>
            <a:r>
              <a:rPr sz="2000" spc="5" dirty="0">
                <a:latin typeface="Times New Roman"/>
                <a:cs typeface="Times New Roman"/>
              </a:rPr>
              <a:t>q</a:t>
            </a:r>
            <a:r>
              <a:rPr sz="2000" dirty="0">
                <a:latin typeface="Times New Roman"/>
                <a:cs typeface="Times New Roman"/>
              </a:rPr>
              <a:t>.</a:t>
            </a:r>
            <a:r>
              <a:rPr sz="2000" spc="5" dirty="0">
                <a:latin typeface="Times New Roman"/>
                <a:cs typeface="Times New Roman"/>
              </a:rPr>
              <a:t>5</a:t>
            </a:r>
            <a:r>
              <a:rPr sz="2000" dirty="0">
                <a:latin typeface="Times New Roman"/>
                <a:cs typeface="Times New Roman"/>
              </a:rPr>
              <a:t>.</a:t>
            </a:r>
            <a:r>
              <a:rPr sz="2000" spc="5" dirty="0">
                <a:latin typeface="Times New Roman"/>
                <a:cs typeface="Times New Roman"/>
              </a:rPr>
              <a:t>1</a:t>
            </a:r>
            <a:r>
              <a:rPr sz="2000" spc="-10" dirty="0">
                <a:latin typeface="Times New Roman"/>
                <a:cs typeface="Times New Roman"/>
              </a:rPr>
              <a:t>.</a:t>
            </a:r>
            <a:r>
              <a:rPr sz="2000" dirty="0">
                <a:latin typeface="Times New Roman"/>
                <a:cs typeface="Times New Roman"/>
              </a:rPr>
              <a:t>5]</a:t>
            </a:r>
            <a:endParaRPr sz="2000">
              <a:latin typeface="Times New Roman"/>
              <a:cs typeface="Times New Roman"/>
            </a:endParaRPr>
          </a:p>
          <a:p>
            <a:pPr marL="355600" indent="-342900">
              <a:spcBef>
                <a:spcPts val="875"/>
              </a:spcBef>
              <a:buSzPct val="125000"/>
              <a:buFont typeface="Wingdings"/>
              <a:buChar char=""/>
              <a:tabLst>
                <a:tab pos="354965" algn="l"/>
                <a:tab pos="355600" algn="l"/>
                <a:tab pos="1073150" algn="l"/>
                <a:tab pos="2603500" algn="l"/>
                <a:tab pos="4058920" algn="l"/>
                <a:tab pos="4556125" algn="l"/>
                <a:tab pos="5089525" algn="l"/>
                <a:tab pos="8161020" algn="l"/>
              </a:tabLst>
            </a:pPr>
            <a:r>
              <a:rPr sz="2400" dirty="0">
                <a:latin typeface="Times New Roman"/>
                <a:cs typeface="Times New Roman"/>
              </a:rPr>
              <a:t>The	bandwi</a:t>
            </a:r>
            <a:r>
              <a:rPr sz="2400" spc="-10" dirty="0">
                <a:latin typeface="Times New Roman"/>
                <a:cs typeface="Times New Roman"/>
              </a:rPr>
              <a:t>d</a:t>
            </a:r>
            <a:r>
              <a:rPr sz="2400" dirty="0">
                <a:latin typeface="Times New Roman"/>
                <a:cs typeface="Times New Roman"/>
              </a:rPr>
              <a:t>th	e</a:t>
            </a:r>
            <a:r>
              <a:rPr sz="2400" spc="-55" dirty="0">
                <a:latin typeface="Times New Roman"/>
                <a:cs typeface="Times New Roman"/>
              </a:rPr>
              <a:t>f</a:t>
            </a:r>
            <a:r>
              <a:rPr sz="2400" dirty="0">
                <a:latin typeface="Times New Roman"/>
                <a:cs typeface="Times New Roman"/>
              </a:rPr>
              <a:t>ficiency	of	an	</a:t>
            </a:r>
            <a:r>
              <a:rPr sz="2400" i="1" dirty="0">
                <a:latin typeface="Times New Roman"/>
                <a:cs typeface="Times New Roman"/>
              </a:rPr>
              <a:t>analo</a:t>
            </a:r>
            <a:r>
              <a:rPr sz="2400" i="1" spc="5" dirty="0">
                <a:latin typeface="Times New Roman"/>
                <a:cs typeface="Times New Roman"/>
              </a:rPr>
              <a:t>g</a:t>
            </a:r>
            <a:r>
              <a:rPr sz="2400" i="1" dirty="0">
                <a:latin typeface="Times New Roman"/>
                <a:cs typeface="Times New Roman"/>
              </a:rPr>
              <a:t>-c</a:t>
            </a:r>
            <a:r>
              <a:rPr sz="2400" i="1" spc="-10" dirty="0">
                <a:latin typeface="Times New Roman"/>
                <a:cs typeface="Times New Roman"/>
              </a:rPr>
              <a:t>o</a:t>
            </a:r>
            <a:r>
              <a:rPr sz="2400" i="1" spc="-5" dirty="0">
                <a:latin typeface="Times New Roman"/>
                <a:cs typeface="Times New Roman"/>
              </a:rPr>
              <a:t>mmuni</a:t>
            </a:r>
            <a:r>
              <a:rPr sz="2400" i="1" dirty="0">
                <a:latin typeface="Times New Roman"/>
                <a:cs typeface="Times New Roman"/>
              </a:rPr>
              <a:t>ca</a:t>
            </a:r>
            <a:r>
              <a:rPr sz="2400" i="1" spc="-10" dirty="0">
                <a:latin typeface="Times New Roman"/>
                <a:cs typeface="Times New Roman"/>
              </a:rPr>
              <a:t>t</a:t>
            </a:r>
            <a:r>
              <a:rPr sz="2400" i="1" dirty="0">
                <a:latin typeface="Times New Roman"/>
                <a:cs typeface="Times New Roman"/>
              </a:rPr>
              <a:t>i</a:t>
            </a:r>
            <a:r>
              <a:rPr sz="2400" i="1" spc="-10" dirty="0">
                <a:latin typeface="Times New Roman"/>
                <a:cs typeface="Times New Roman"/>
              </a:rPr>
              <a:t>o</a:t>
            </a:r>
            <a:r>
              <a:rPr sz="2400" i="1" dirty="0">
                <a:latin typeface="Times New Roman"/>
                <a:cs typeface="Times New Roman"/>
              </a:rPr>
              <a:t>n	</a:t>
            </a:r>
            <a:r>
              <a:rPr sz="2400" i="1" spc="-5" dirty="0">
                <a:latin typeface="Times New Roman"/>
                <a:cs typeface="Times New Roman"/>
              </a:rPr>
              <a:t>sys</a:t>
            </a:r>
            <a:r>
              <a:rPr sz="2400" i="1" dirty="0">
                <a:latin typeface="Times New Roman"/>
                <a:cs typeface="Times New Roman"/>
              </a:rPr>
              <a:t>t</a:t>
            </a:r>
            <a:r>
              <a:rPr sz="2400" i="1" spc="-5" dirty="0">
                <a:latin typeface="Times New Roman"/>
                <a:cs typeface="Times New Roman"/>
              </a:rPr>
              <a:t>em</a:t>
            </a:r>
            <a:endParaRPr sz="2400">
              <a:latin typeface="Times New Roman"/>
              <a:cs typeface="Times New Roman"/>
            </a:endParaRPr>
          </a:p>
          <a:p>
            <a:pPr marL="355600"/>
            <a:r>
              <a:rPr sz="2400" spc="-5" dirty="0">
                <a:latin typeface="Times New Roman"/>
                <a:cs typeface="Times New Roman"/>
              </a:rPr>
              <a:t>depends on </a:t>
            </a: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-5" dirty="0">
                <a:latin typeface="Times New Roman"/>
                <a:cs typeface="Times New Roman"/>
              </a:rPr>
              <a:t>type </a:t>
            </a:r>
            <a:r>
              <a:rPr sz="2400" dirty="0">
                <a:latin typeface="Times New Roman"/>
                <a:cs typeface="Times New Roman"/>
              </a:rPr>
              <a:t>of </a:t>
            </a:r>
            <a:r>
              <a:rPr sz="2400" spc="-5" dirty="0">
                <a:latin typeface="Times New Roman"/>
                <a:cs typeface="Times New Roman"/>
              </a:rPr>
              <a:t>modulation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employed.</a:t>
            </a:r>
            <a:endParaRPr sz="2400">
              <a:latin typeface="Times New Roman"/>
              <a:cs typeface="Times New Roman"/>
            </a:endParaRPr>
          </a:p>
          <a:p>
            <a:pPr marL="355600" marR="5080" indent="-342900" algn="just">
              <a:spcBef>
                <a:spcPts val="1440"/>
              </a:spcBef>
              <a:buSzPct val="125000"/>
              <a:buFont typeface="Wingdings"/>
              <a:buChar char=""/>
              <a:tabLst>
                <a:tab pos="355600" algn="l"/>
              </a:tabLst>
            </a:pPr>
            <a:r>
              <a:rPr sz="2400" i="1" spc="-15" dirty="0">
                <a:latin typeface="Times New Roman"/>
                <a:cs typeface="Times New Roman"/>
              </a:rPr>
              <a:t>Wide-band </a:t>
            </a:r>
            <a:r>
              <a:rPr sz="2400" i="1" spc="-5" dirty="0">
                <a:latin typeface="Times New Roman"/>
                <a:cs typeface="Times New Roman"/>
              </a:rPr>
              <a:t>FM (WBFM) </a:t>
            </a:r>
            <a:r>
              <a:rPr sz="2400" spc="-5" dirty="0">
                <a:latin typeface="Times New Roman"/>
                <a:cs typeface="Times New Roman"/>
              </a:rPr>
              <a:t>has </a:t>
            </a: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i="1" dirty="0">
                <a:latin typeface="Times New Roman"/>
                <a:cs typeface="Times New Roman"/>
              </a:rPr>
              <a:t>least </a:t>
            </a:r>
            <a:r>
              <a:rPr sz="2400" spc="-5" dirty="0">
                <a:latin typeface="Times New Roman"/>
                <a:cs typeface="Times New Roman"/>
              </a:rPr>
              <a:t>bandwidth </a:t>
            </a:r>
            <a:r>
              <a:rPr sz="2400" spc="-10" dirty="0">
                <a:latin typeface="Times New Roman"/>
                <a:cs typeface="Times New Roman"/>
              </a:rPr>
              <a:t>efficiency </a:t>
            </a:r>
            <a:r>
              <a:rPr sz="2400" dirty="0">
                <a:latin typeface="Times New Roman"/>
                <a:cs typeface="Times New Roman"/>
              </a:rPr>
              <a:t>while the  </a:t>
            </a:r>
            <a:r>
              <a:rPr sz="2400" i="1" spc="-5" dirty="0">
                <a:latin typeface="Times New Roman"/>
                <a:cs typeface="Times New Roman"/>
              </a:rPr>
              <a:t>Single-band </a:t>
            </a:r>
            <a:r>
              <a:rPr sz="2400" i="1" dirty="0">
                <a:latin typeface="Times New Roman"/>
                <a:cs typeface="Times New Roman"/>
              </a:rPr>
              <a:t>modulation scheme </a:t>
            </a:r>
            <a:r>
              <a:rPr sz="2400" dirty="0">
                <a:latin typeface="Times New Roman"/>
                <a:cs typeface="Times New Roman"/>
              </a:rPr>
              <a:t>has the </a:t>
            </a:r>
            <a:r>
              <a:rPr sz="2400" i="1" spc="-5" dirty="0">
                <a:latin typeface="Times New Roman"/>
                <a:cs typeface="Times New Roman"/>
              </a:rPr>
              <a:t>highest (100 </a:t>
            </a:r>
            <a:r>
              <a:rPr sz="2400" i="1" spc="5" dirty="0">
                <a:latin typeface="Times New Roman"/>
                <a:cs typeface="Times New Roman"/>
              </a:rPr>
              <a:t>%) </a:t>
            </a:r>
            <a:r>
              <a:rPr sz="2400" dirty="0">
                <a:latin typeface="Times New Roman"/>
                <a:cs typeface="Times New Roman"/>
              </a:rPr>
              <a:t>bandwidth  </a:t>
            </a:r>
            <a:r>
              <a:rPr sz="2400" spc="-20" dirty="0">
                <a:latin typeface="Times New Roman"/>
                <a:cs typeface="Times New Roman"/>
              </a:rPr>
              <a:t>efficiency.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602739" y="28449"/>
            <a:ext cx="892937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7861934" algn="l"/>
              </a:tabLst>
            </a:pPr>
            <a:r>
              <a:rPr sz="3000" b="1" i="1" baseline="1388" dirty="0">
                <a:solidFill>
                  <a:srgbClr val="0000FF"/>
                </a:solidFill>
                <a:latin typeface="Times New Roman"/>
                <a:cs typeface="Times New Roman"/>
              </a:rPr>
              <a:t>Module</a:t>
            </a:r>
            <a:r>
              <a:rPr sz="3000" b="1" i="1" spc="-30" baseline="1388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3000" b="1" i="1" baseline="1388" dirty="0">
                <a:solidFill>
                  <a:srgbClr val="0000FF"/>
                </a:solidFill>
                <a:latin typeface="Times New Roman"/>
                <a:cs typeface="Times New Roman"/>
              </a:rPr>
              <a:t>– V	</a:t>
            </a:r>
            <a:r>
              <a:rPr sz="2000" b="1" i="1" spc="-55" dirty="0">
                <a:solidFill>
                  <a:srgbClr val="0000FF"/>
                </a:solidFill>
                <a:latin typeface="Times New Roman"/>
                <a:cs typeface="Times New Roman"/>
              </a:rPr>
              <a:t>Vol.</a:t>
            </a:r>
            <a:r>
              <a:rPr sz="2000" b="1" i="1" spc="-8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0000FF"/>
                </a:solidFill>
                <a:latin typeface="Times New Roman"/>
                <a:cs typeface="Times New Roman"/>
              </a:rPr>
              <a:t>No.-1</a:t>
            </a:r>
            <a:endParaRPr sz="2000">
              <a:latin typeface="Times New Roman"/>
              <a:cs typeface="Times New Roman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D3DCBF43-69D9-4128-93D2-308DAB32D3B6}"/>
                  </a:ext>
                </a:extLst>
              </p14:cNvPr>
              <p14:cNvContentPartPr/>
              <p14:nvPr/>
            </p14:nvContentPartPr>
            <p14:xfrm>
              <a:off x="4160160" y="2026440"/>
              <a:ext cx="7868520" cy="400680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D3DCBF43-69D9-4128-93D2-308DAB32D3B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50800" y="2017080"/>
                <a:ext cx="7887240" cy="40255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64791" y="990600"/>
            <a:ext cx="8750808" cy="152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602739" y="1318006"/>
            <a:ext cx="8987790" cy="2952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 algn="just">
              <a:spcBef>
                <a:spcPts val="100"/>
              </a:spcBef>
              <a:buSzPct val="125000"/>
              <a:buFont typeface="Wingdings"/>
              <a:buChar char="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-5" dirty="0">
                <a:latin typeface="Times New Roman"/>
                <a:cs typeface="Times New Roman"/>
              </a:rPr>
              <a:t>objective </a:t>
            </a:r>
            <a:r>
              <a:rPr sz="2400" dirty="0">
                <a:latin typeface="Times New Roman"/>
                <a:cs typeface="Times New Roman"/>
              </a:rPr>
              <a:t>of a </a:t>
            </a:r>
            <a:r>
              <a:rPr sz="2400" i="1" dirty="0">
                <a:latin typeface="Times New Roman"/>
                <a:cs typeface="Times New Roman"/>
              </a:rPr>
              <a:t>digital </a:t>
            </a:r>
            <a:r>
              <a:rPr sz="2400" i="1" spc="-5" dirty="0">
                <a:latin typeface="Times New Roman"/>
                <a:cs typeface="Times New Roman"/>
              </a:rPr>
              <a:t>communication system </a:t>
            </a:r>
            <a:r>
              <a:rPr sz="2400" dirty="0">
                <a:latin typeface="Times New Roman"/>
                <a:cs typeface="Times New Roman"/>
              </a:rPr>
              <a:t>is to </a:t>
            </a:r>
            <a:r>
              <a:rPr sz="2400" spc="-5" dirty="0">
                <a:latin typeface="Times New Roman"/>
                <a:cs typeface="Times New Roman"/>
              </a:rPr>
              <a:t>transmit  information </a:t>
            </a:r>
            <a:r>
              <a:rPr sz="2400" dirty="0">
                <a:latin typeface="Times New Roman"/>
                <a:cs typeface="Times New Roman"/>
              </a:rPr>
              <a:t>at a </a:t>
            </a:r>
            <a:r>
              <a:rPr sz="2400" spc="-5" dirty="0">
                <a:latin typeface="Times New Roman"/>
                <a:cs typeface="Times New Roman"/>
              </a:rPr>
              <a:t>fast </a:t>
            </a:r>
            <a:r>
              <a:rPr sz="2400" dirty="0">
                <a:latin typeface="Times New Roman"/>
                <a:cs typeface="Times New Roman"/>
              </a:rPr>
              <a:t>rate as possible while </a:t>
            </a:r>
            <a:r>
              <a:rPr sz="2400" spc="-5" dirty="0">
                <a:latin typeface="Times New Roman"/>
                <a:cs typeface="Times New Roman"/>
              </a:rPr>
              <a:t>maintaining </a:t>
            </a: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-5" dirty="0">
                <a:latin typeface="Times New Roman"/>
                <a:cs typeface="Times New Roman"/>
              </a:rPr>
              <a:t>probability  </a:t>
            </a:r>
            <a:r>
              <a:rPr sz="2400" dirty="0">
                <a:latin typeface="Times New Roman"/>
                <a:cs typeface="Times New Roman"/>
              </a:rPr>
              <a:t>of error within the </a:t>
            </a:r>
            <a:r>
              <a:rPr sz="2400" spc="-5" dirty="0">
                <a:latin typeface="Times New Roman"/>
                <a:cs typeface="Times New Roman"/>
              </a:rPr>
              <a:t>limits admissible </a:t>
            </a:r>
            <a:r>
              <a:rPr sz="2400" dirty="0">
                <a:latin typeface="Times New Roman"/>
                <a:cs typeface="Times New Roman"/>
              </a:rPr>
              <a:t>for the specific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application.</a:t>
            </a:r>
            <a:endParaRPr sz="2400">
              <a:latin typeface="Times New Roman"/>
              <a:cs typeface="Times New Roman"/>
            </a:endParaRPr>
          </a:p>
          <a:p>
            <a:pPr marL="355600" marR="5715" indent="-342900" algn="just">
              <a:spcBef>
                <a:spcPts val="1440"/>
              </a:spcBef>
              <a:buSzPct val="125000"/>
              <a:buFont typeface="Wingdings"/>
              <a:buChar char="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It </a:t>
            </a:r>
            <a:r>
              <a:rPr sz="2400" spc="-10" dirty="0">
                <a:latin typeface="Times New Roman"/>
                <a:cs typeface="Times New Roman"/>
              </a:rPr>
              <a:t>must </a:t>
            </a:r>
            <a:r>
              <a:rPr sz="2400" dirty="0">
                <a:latin typeface="Times New Roman"/>
                <a:cs typeface="Times New Roman"/>
              </a:rPr>
              <a:t>do </a:t>
            </a:r>
            <a:r>
              <a:rPr sz="2400" spc="-5" dirty="0">
                <a:latin typeface="Times New Roman"/>
                <a:cs typeface="Times New Roman"/>
              </a:rPr>
              <a:t>this </a:t>
            </a:r>
            <a:r>
              <a:rPr sz="2400" dirty="0">
                <a:latin typeface="Times New Roman"/>
                <a:cs typeface="Times New Roman"/>
              </a:rPr>
              <a:t>using </a:t>
            </a:r>
            <a:r>
              <a:rPr sz="2400" spc="-5" dirty="0">
                <a:latin typeface="Times New Roman"/>
                <a:cs typeface="Times New Roman"/>
              </a:rPr>
              <a:t>minimum possible bandwidth </a:t>
            </a:r>
            <a:r>
              <a:rPr sz="2400" dirty="0">
                <a:latin typeface="Times New Roman"/>
                <a:cs typeface="Times New Roman"/>
              </a:rPr>
              <a:t>and power </a:t>
            </a:r>
            <a:r>
              <a:rPr sz="2400" spc="-15" dirty="0">
                <a:latin typeface="Times New Roman"/>
                <a:cs typeface="Times New Roman"/>
              </a:rPr>
              <a:t>by  </a:t>
            </a:r>
            <a:r>
              <a:rPr sz="2400" spc="-5" dirty="0">
                <a:latin typeface="Times New Roman"/>
                <a:cs typeface="Times New Roman"/>
              </a:rPr>
              <a:t>maintaining </a:t>
            </a:r>
            <a:r>
              <a:rPr sz="2400" dirty="0">
                <a:latin typeface="Times New Roman"/>
                <a:cs typeface="Times New Roman"/>
              </a:rPr>
              <a:t>a high bandwidth </a:t>
            </a:r>
            <a:r>
              <a:rPr sz="2400" spc="-5" dirty="0">
                <a:latin typeface="Times New Roman"/>
                <a:cs typeface="Times New Roman"/>
              </a:rPr>
              <a:t>efficiency </a:t>
            </a:r>
            <a:r>
              <a:rPr sz="2400" dirty="0">
                <a:latin typeface="Times New Roman"/>
                <a:cs typeface="Times New Roman"/>
              </a:rPr>
              <a:t>and power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efficiency.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spcBef>
                <a:spcPts val="1445"/>
              </a:spcBef>
              <a:buSzPct val="125000"/>
              <a:buFont typeface="Wingdings"/>
              <a:buChar char=""/>
              <a:tabLst>
                <a:tab pos="354965" algn="l"/>
                <a:tab pos="355600" algn="l"/>
                <a:tab pos="1247140" algn="l"/>
                <a:tab pos="1597660" algn="l"/>
                <a:tab pos="2353310" algn="l"/>
                <a:tab pos="3025775" algn="l"/>
                <a:tab pos="3493770" algn="l"/>
                <a:tab pos="5248275" algn="l"/>
                <a:tab pos="6444615" algn="l"/>
                <a:tab pos="6795134" algn="l"/>
                <a:tab pos="7613650" algn="l"/>
              </a:tabLst>
            </a:pPr>
            <a:r>
              <a:rPr sz="2400" dirty="0">
                <a:latin typeface="Times New Roman"/>
                <a:cs typeface="Times New Roman"/>
              </a:rPr>
              <a:t>Since	a	</a:t>
            </a:r>
            <a:r>
              <a:rPr sz="2400" spc="-5" dirty="0">
                <a:latin typeface="Times New Roman"/>
                <a:cs typeface="Times New Roman"/>
              </a:rPr>
              <a:t>high	</a:t>
            </a:r>
            <a:r>
              <a:rPr sz="2400" dirty="0">
                <a:latin typeface="Times New Roman"/>
                <a:cs typeface="Times New Roman"/>
              </a:rPr>
              <a:t>rate	of	</a:t>
            </a:r>
            <a:r>
              <a:rPr sz="2400" spc="-5" dirty="0">
                <a:latin typeface="Times New Roman"/>
                <a:cs typeface="Times New Roman"/>
              </a:rPr>
              <a:t>transmission	requires	</a:t>
            </a:r>
            <a:r>
              <a:rPr sz="2400" dirty="0">
                <a:latin typeface="Times New Roman"/>
                <a:cs typeface="Times New Roman"/>
              </a:rPr>
              <a:t>a	</a:t>
            </a:r>
            <a:r>
              <a:rPr sz="2400" spc="-10" dirty="0">
                <a:latin typeface="Times New Roman"/>
                <a:cs typeface="Times New Roman"/>
              </a:rPr>
              <a:t>large	</a:t>
            </a:r>
            <a:r>
              <a:rPr sz="2400" spc="-5" dirty="0">
                <a:latin typeface="Times New Roman"/>
                <a:cs typeface="Times New Roman"/>
              </a:rPr>
              <a:t>bandwidth,</a:t>
            </a:r>
            <a:endParaRPr sz="2400">
              <a:latin typeface="Times New Roman"/>
              <a:cs typeface="Times New Roman"/>
            </a:endParaRPr>
          </a:p>
          <a:p>
            <a:pPr marL="355600"/>
            <a:r>
              <a:rPr sz="2400" i="1" dirty="0">
                <a:latin typeface="Times New Roman"/>
                <a:cs typeface="Times New Roman"/>
              </a:rPr>
              <a:t>bandwidth </a:t>
            </a:r>
            <a:r>
              <a:rPr sz="2400" i="1" spc="-5" dirty="0">
                <a:latin typeface="Times New Roman"/>
                <a:cs typeface="Times New Roman"/>
              </a:rPr>
              <a:t>efficiency </a:t>
            </a:r>
            <a:r>
              <a:rPr sz="2400" dirty="0">
                <a:latin typeface="Times New Roman"/>
                <a:cs typeface="Times New Roman"/>
              </a:rPr>
              <a:t>is defined </a:t>
            </a:r>
            <a:r>
              <a:rPr sz="2400" spc="-5" dirty="0">
                <a:latin typeface="Times New Roman"/>
                <a:cs typeface="Times New Roman"/>
              </a:rPr>
              <a:t>as </a:t>
            </a:r>
            <a:r>
              <a:rPr sz="2400" dirty="0">
                <a:latin typeface="Times New Roman"/>
                <a:cs typeface="Times New Roman"/>
              </a:rPr>
              <a:t>the bit-rate per unit</a:t>
            </a:r>
            <a:r>
              <a:rPr sz="2400" spc="-1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bandwidth,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082283" y="4596765"/>
            <a:ext cx="2867025" cy="636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2000" dirty="0">
                <a:latin typeface="Times New Roman"/>
                <a:cs typeface="Times New Roman"/>
              </a:rPr>
              <a:t>Where;</a:t>
            </a:r>
            <a:endParaRPr sz="2000">
              <a:latin typeface="Times New Roman"/>
              <a:cs typeface="Times New Roman"/>
            </a:endParaRPr>
          </a:p>
          <a:p>
            <a:pPr marL="38100">
              <a:spcBef>
                <a:spcPts val="5"/>
              </a:spcBef>
            </a:pPr>
            <a:r>
              <a:rPr sz="2000" spc="5" dirty="0">
                <a:latin typeface="Times New Roman"/>
                <a:cs typeface="Times New Roman"/>
              </a:rPr>
              <a:t>R</a:t>
            </a:r>
            <a:r>
              <a:rPr sz="1950" spc="7" baseline="-21367" dirty="0">
                <a:latin typeface="Times New Roman"/>
                <a:cs typeface="Times New Roman"/>
              </a:rPr>
              <a:t>b </a:t>
            </a:r>
            <a:r>
              <a:rPr sz="2000" dirty="0">
                <a:latin typeface="Times New Roman"/>
                <a:cs typeface="Times New Roman"/>
              </a:rPr>
              <a:t>– </a:t>
            </a:r>
            <a:r>
              <a:rPr sz="2000" spc="-5" dirty="0">
                <a:latin typeface="Times New Roman"/>
                <a:cs typeface="Times New Roman"/>
              </a:rPr>
              <a:t>Bit </a:t>
            </a:r>
            <a:r>
              <a:rPr sz="2000" dirty="0">
                <a:latin typeface="Times New Roman"/>
                <a:cs typeface="Times New Roman"/>
              </a:rPr>
              <a:t>error rate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(bits/sec)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276847" y="5354573"/>
            <a:ext cx="128905" cy="21672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</a:pPr>
            <a:r>
              <a:rPr sz="1300" spc="15" dirty="0">
                <a:latin typeface="Times New Roman"/>
                <a:cs typeface="Times New Roman"/>
              </a:rPr>
              <a:t>T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107682" y="5206747"/>
            <a:ext cx="304038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346075" algn="l"/>
              </a:tabLst>
            </a:pPr>
            <a:r>
              <a:rPr sz="2000" dirty="0">
                <a:latin typeface="Times New Roman"/>
                <a:cs typeface="Times New Roman"/>
              </a:rPr>
              <a:t>B	– </a:t>
            </a:r>
            <a:r>
              <a:rPr sz="2000" spc="-10" dirty="0">
                <a:latin typeface="Times New Roman"/>
                <a:cs typeface="Times New Roman"/>
              </a:rPr>
              <a:t>Transmission</a:t>
            </a:r>
            <a:r>
              <a:rPr sz="2000" spc="-1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bandwidth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679183" y="5511496"/>
            <a:ext cx="76136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dirty="0">
                <a:latin typeface="Times New Roman"/>
                <a:cs typeface="Times New Roman"/>
              </a:rPr>
              <a:t>(</a:t>
            </a:r>
            <a:r>
              <a:rPr sz="2000" spc="5" dirty="0">
                <a:latin typeface="Times New Roman"/>
                <a:cs typeface="Times New Roman"/>
              </a:rPr>
              <a:t>H</a:t>
            </a:r>
            <a:r>
              <a:rPr sz="2000" dirty="0">
                <a:latin typeface="Times New Roman"/>
                <a:cs typeface="Times New Roman"/>
              </a:rPr>
              <a:t>ertz)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151867" y="4826380"/>
            <a:ext cx="1681480" cy="551180"/>
          </a:xfrm>
          <a:custGeom>
            <a:avLst/>
            <a:gdLst/>
            <a:ahLst/>
            <a:cxnLst/>
            <a:rect l="l" t="t" r="r" b="b"/>
            <a:pathLst>
              <a:path w="1681480" h="551179">
                <a:moveTo>
                  <a:pt x="1583075" y="0"/>
                </a:moveTo>
                <a:lnTo>
                  <a:pt x="1575201" y="9144"/>
                </a:lnTo>
                <a:lnTo>
                  <a:pt x="1591682" y="27267"/>
                </a:lnTo>
                <a:lnTo>
                  <a:pt x="1606650" y="49831"/>
                </a:lnTo>
                <a:lnTo>
                  <a:pt x="1632097" y="108331"/>
                </a:lnTo>
                <a:lnTo>
                  <a:pt x="1648957" y="183753"/>
                </a:lnTo>
                <a:lnTo>
                  <a:pt x="1653171" y="227578"/>
                </a:lnTo>
                <a:lnTo>
                  <a:pt x="1654576" y="275463"/>
                </a:lnTo>
                <a:lnTo>
                  <a:pt x="1653171" y="323421"/>
                </a:lnTo>
                <a:lnTo>
                  <a:pt x="1648957" y="367284"/>
                </a:lnTo>
                <a:lnTo>
                  <a:pt x="1641932" y="407050"/>
                </a:lnTo>
                <a:lnTo>
                  <a:pt x="1620118" y="474132"/>
                </a:lnTo>
                <a:lnTo>
                  <a:pt x="1591682" y="523714"/>
                </a:lnTo>
                <a:lnTo>
                  <a:pt x="1575201" y="541909"/>
                </a:lnTo>
                <a:lnTo>
                  <a:pt x="1583075" y="550926"/>
                </a:lnTo>
                <a:lnTo>
                  <a:pt x="1619953" y="510444"/>
                </a:lnTo>
                <a:lnTo>
                  <a:pt x="1651782" y="450342"/>
                </a:lnTo>
                <a:lnTo>
                  <a:pt x="1664597" y="413121"/>
                </a:lnTo>
                <a:lnTo>
                  <a:pt x="1673722" y="371554"/>
                </a:lnTo>
                <a:lnTo>
                  <a:pt x="1679179" y="325629"/>
                </a:lnTo>
                <a:lnTo>
                  <a:pt x="1680992" y="275336"/>
                </a:lnTo>
                <a:lnTo>
                  <a:pt x="1679179" y="225137"/>
                </a:lnTo>
                <a:lnTo>
                  <a:pt x="1673722" y="179308"/>
                </a:lnTo>
                <a:lnTo>
                  <a:pt x="1664597" y="137836"/>
                </a:lnTo>
                <a:lnTo>
                  <a:pt x="1651782" y="100711"/>
                </a:lnTo>
                <a:lnTo>
                  <a:pt x="1619953" y="40592"/>
                </a:lnTo>
                <a:lnTo>
                  <a:pt x="1602151" y="17861"/>
                </a:lnTo>
                <a:lnTo>
                  <a:pt x="1583075" y="0"/>
                </a:lnTo>
                <a:close/>
              </a:path>
              <a:path w="1681480" h="551179">
                <a:moveTo>
                  <a:pt x="97912" y="0"/>
                </a:moveTo>
                <a:lnTo>
                  <a:pt x="61071" y="40592"/>
                </a:lnTo>
                <a:lnTo>
                  <a:pt x="29268" y="100711"/>
                </a:lnTo>
                <a:lnTo>
                  <a:pt x="16465" y="137836"/>
                </a:lnTo>
                <a:lnTo>
                  <a:pt x="7316" y="179308"/>
                </a:lnTo>
                <a:lnTo>
                  <a:pt x="1826" y="225137"/>
                </a:lnTo>
                <a:lnTo>
                  <a:pt x="0" y="275463"/>
                </a:lnTo>
                <a:lnTo>
                  <a:pt x="1826" y="325629"/>
                </a:lnTo>
                <a:lnTo>
                  <a:pt x="7316" y="371554"/>
                </a:lnTo>
                <a:lnTo>
                  <a:pt x="16465" y="413121"/>
                </a:lnTo>
                <a:lnTo>
                  <a:pt x="29268" y="450342"/>
                </a:lnTo>
                <a:lnTo>
                  <a:pt x="61071" y="510444"/>
                </a:lnTo>
                <a:lnTo>
                  <a:pt x="97912" y="550926"/>
                </a:lnTo>
                <a:lnTo>
                  <a:pt x="105811" y="541909"/>
                </a:lnTo>
                <a:lnTo>
                  <a:pt x="89331" y="523714"/>
                </a:lnTo>
                <a:lnTo>
                  <a:pt x="74350" y="501126"/>
                </a:lnTo>
                <a:lnTo>
                  <a:pt x="48890" y="442722"/>
                </a:lnTo>
                <a:lnTo>
                  <a:pt x="32031" y="367284"/>
                </a:lnTo>
                <a:lnTo>
                  <a:pt x="27816" y="323421"/>
                </a:lnTo>
                <a:lnTo>
                  <a:pt x="26415" y="275336"/>
                </a:lnTo>
                <a:lnTo>
                  <a:pt x="27816" y="227578"/>
                </a:lnTo>
                <a:lnTo>
                  <a:pt x="32031" y="183753"/>
                </a:lnTo>
                <a:lnTo>
                  <a:pt x="39055" y="144000"/>
                </a:lnTo>
                <a:lnTo>
                  <a:pt x="60870" y="76848"/>
                </a:lnTo>
                <a:lnTo>
                  <a:pt x="89331" y="27267"/>
                </a:lnTo>
                <a:lnTo>
                  <a:pt x="105811" y="9144"/>
                </a:lnTo>
                <a:lnTo>
                  <a:pt x="979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254707" y="4714113"/>
            <a:ext cx="1433830" cy="6883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610"/>
              </a:lnSpc>
              <a:spcBef>
                <a:spcPts val="95"/>
              </a:spcBef>
            </a:pPr>
            <a:r>
              <a:rPr sz="2200" spc="5" dirty="0">
                <a:latin typeface="DejaVu Sans Condensed"/>
                <a:cs typeface="DejaVu Sans Condensed"/>
              </a:rPr>
              <a:t>𝐵𝑎𝑛𝑑𝑤𝑖𝑑𝑡ℎ</a:t>
            </a:r>
            <a:endParaRPr sz="2200">
              <a:latin typeface="DejaVu Sans Condensed"/>
              <a:cs typeface="DejaVu Sans Condensed"/>
            </a:endParaRPr>
          </a:p>
          <a:p>
            <a:pPr marL="48895">
              <a:lnSpc>
                <a:spcPts val="2610"/>
              </a:lnSpc>
            </a:pPr>
            <a:r>
              <a:rPr sz="2200" spc="-114" dirty="0">
                <a:latin typeface="DejaVu Sans Condensed"/>
                <a:cs typeface="DejaVu Sans Condensed"/>
              </a:rPr>
              <a:t>𝐸𝑓𝑓𝑖𝑐𝑖𝑒𝑛𝑐𝑦</a:t>
            </a:r>
            <a:endParaRPr sz="2200">
              <a:latin typeface="DejaVu Sans Condensed"/>
              <a:cs typeface="DejaVu Sans Condensed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843020" y="5114620"/>
            <a:ext cx="744220" cy="745076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ts val="1889"/>
              </a:lnSpc>
              <a:spcBef>
                <a:spcPts val="110"/>
              </a:spcBef>
            </a:pPr>
            <a:r>
              <a:rPr sz="1600" spc="-65" dirty="0">
                <a:latin typeface="DejaVu Sans Condensed"/>
                <a:cs typeface="DejaVu Sans Condensed"/>
              </a:rPr>
              <a:t>𝐷𝑖𝑔𝑖𝑡𝑎𝑙</a:t>
            </a:r>
            <a:endParaRPr sz="1600">
              <a:latin typeface="DejaVu Sans Condensed"/>
              <a:cs typeface="DejaVu Sans Condensed"/>
            </a:endParaRPr>
          </a:p>
          <a:p>
            <a:pPr marL="60960">
              <a:lnSpc>
                <a:spcPts val="1889"/>
              </a:lnSpc>
            </a:pPr>
            <a:r>
              <a:rPr sz="1600" spc="265" dirty="0">
                <a:latin typeface="DejaVu Sans Condensed"/>
                <a:cs typeface="DejaVu Sans Condensed"/>
              </a:rPr>
              <a:t>𝐶𝑜𝑚𝑚.</a:t>
            </a:r>
            <a:endParaRPr sz="1600">
              <a:latin typeface="DejaVu Sans Condensed"/>
              <a:cs typeface="DejaVu Sans Condensed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652518" y="4890897"/>
            <a:ext cx="23431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200" spc="-20" dirty="0">
                <a:latin typeface="DejaVu Sans Condensed"/>
                <a:cs typeface="DejaVu Sans Condensed"/>
              </a:rPr>
              <a:t>=</a:t>
            </a:r>
            <a:endParaRPr sz="2200">
              <a:latin typeface="DejaVu Sans Condensed"/>
              <a:cs typeface="DejaVu Sans Condensed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949697" y="5093209"/>
            <a:ext cx="327660" cy="18415"/>
          </a:xfrm>
          <a:custGeom>
            <a:avLst/>
            <a:gdLst/>
            <a:ahLst/>
            <a:cxnLst/>
            <a:rect l="l" t="t" r="r" b="b"/>
            <a:pathLst>
              <a:path w="327660" h="18414">
                <a:moveTo>
                  <a:pt x="327660" y="0"/>
                </a:moveTo>
                <a:lnTo>
                  <a:pt x="0" y="0"/>
                </a:lnTo>
                <a:lnTo>
                  <a:pt x="0" y="18288"/>
                </a:lnTo>
                <a:lnTo>
                  <a:pt x="327660" y="18288"/>
                </a:lnTo>
                <a:lnTo>
                  <a:pt x="3276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912105" y="4679060"/>
            <a:ext cx="388620" cy="59695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spcBef>
                <a:spcPts val="95"/>
              </a:spcBef>
            </a:pPr>
            <a:r>
              <a:rPr sz="2200" spc="200" dirty="0">
                <a:latin typeface="DejaVu Sans Condensed"/>
                <a:cs typeface="DejaVu Sans Condensed"/>
              </a:rPr>
              <a:t>𝑅</a:t>
            </a:r>
            <a:r>
              <a:rPr sz="2400" spc="300" baseline="-15625" dirty="0">
                <a:latin typeface="DejaVu Sans Condensed"/>
                <a:cs typeface="DejaVu Sans Condensed"/>
              </a:rPr>
              <a:t>𝐵</a:t>
            </a:r>
            <a:endParaRPr sz="2400" baseline="-15625">
              <a:latin typeface="DejaVu Sans Condensed"/>
              <a:cs typeface="DejaVu Sans Condensed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xfrm>
            <a:off x="8478139" y="6549754"/>
            <a:ext cx="281304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1425"/>
              </a:lnSpc>
            </a:pPr>
            <a:r>
              <a:rPr lang="en-IN"/>
              <a:t>[</a:t>
            </a:r>
            <a:fld id="{81D60167-4931-47E6-BA6A-407CBD079E47}" type="slidenum">
              <a:rPr spc="-5" smtClean="0"/>
              <a:pPr marL="12700">
                <a:lnSpc>
                  <a:spcPts val="1425"/>
                </a:lnSpc>
              </a:pPr>
              <a:t>33</a:t>
            </a:fld>
            <a:r>
              <a:t>]</a:t>
            </a:r>
            <a:endParaRPr dirty="0"/>
          </a:p>
        </p:txBody>
      </p:sp>
      <p:sp>
        <p:nvSpPr>
          <p:cNvPr id="14" name="object 14"/>
          <p:cNvSpPr txBox="1"/>
          <p:nvPr/>
        </p:nvSpPr>
        <p:spPr>
          <a:xfrm>
            <a:off x="4913629" y="5076520"/>
            <a:ext cx="383540" cy="59695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spcBef>
                <a:spcPts val="95"/>
              </a:spcBef>
            </a:pPr>
            <a:r>
              <a:rPr sz="2200" spc="180" dirty="0">
                <a:latin typeface="DejaVu Sans Condensed"/>
                <a:cs typeface="DejaVu Sans Condensed"/>
              </a:rPr>
              <a:t>𝐵</a:t>
            </a:r>
            <a:r>
              <a:rPr sz="2400" spc="270" baseline="-15625" dirty="0">
                <a:latin typeface="DejaVu Sans Condensed"/>
                <a:cs typeface="DejaVu Sans Condensed"/>
              </a:rPr>
              <a:t>𝑇</a:t>
            </a:r>
            <a:endParaRPr sz="2400" baseline="-15625">
              <a:latin typeface="DejaVu Sans Condensed"/>
              <a:cs typeface="DejaVu Sans Condensed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2421383" y="274764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4826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Introduction </a:t>
            </a:r>
            <a:r>
              <a:rPr spc="-175" dirty="0"/>
              <a:t>To </a:t>
            </a:r>
            <a:r>
              <a:rPr spc="-5" dirty="0"/>
              <a:t>Communication</a:t>
            </a:r>
            <a:r>
              <a:rPr spc="200" dirty="0"/>
              <a:t> </a:t>
            </a:r>
            <a:r>
              <a:rPr sz="2400" dirty="0"/>
              <a:t>contd.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5610226" y="4909566"/>
            <a:ext cx="105219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dirty="0">
                <a:latin typeface="Times New Roman"/>
                <a:cs typeface="Times New Roman"/>
              </a:rPr>
              <a:t>[E</a:t>
            </a:r>
            <a:r>
              <a:rPr sz="2000" spc="5" dirty="0">
                <a:latin typeface="Times New Roman"/>
                <a:cs typeface="Times New Roman"/>
              </a:rPr>
              <a:t>q</a:t>
            </a:r>
            <a:r>
              <a:rPr sz="2000" dirty="0">
                <a:latin typeface="Times New Roman"/>
                <a:cs typeface="Times New Roman"/>
              </a:rPr>
              <a:t>.</a:t>
            </a:r>
            <a:r>
              <a:rPr sz="2000" spc="5" dirty="0">
                <a:latin typeface="Times New Roman"/>
                <a:cs typeface="Times New Roman"/>
              </a:rPr>
              <a:t>5</a:t>
            </a:r>
            <a:r>
              <a:rPr sz="2000" dirty="0">
                <a:latin typeface="Times New Roman"/>
                <a:cs typeface="Times New Roman"/>
              </a:rPr>
              <a:t>.</a:t>
            </a:r>
            <a:r>
              <a:rPr sz="2000" spc="5" dirty="0">
                <a:latin typeface="Times New Roman"/>
                <a:cs typeface="Times New Roman"/>
              </a:rPr>
              <a:t>1</a:t>
            </a:r>
            <a:r>
              <a:rPr sz="2000" spc="-10" dirty="0">
                <a:latin typeface="Times New Roman"/>
                <a:cs typeface="Times New Roman"/>
              </a:rPr>
              <a:t>.</a:t>
            </a:r>
            <a:r>
              <a:rPr sz="2000" dirty="0">
                <a:latin typeface="Times New Roman"/>
                <a:cs typeface="Times New Roman"/>
              </a:rPr>
              <a:t>6]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602739" y="28449"/>
            <a:ext cx="892937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7861934" algn="l"/>
              </a:tabLst>
            </a:pPr>
            <a:r>
              <a:rPr sz="3000" b="1" i="1" baseline="1388" dirty="0">
                <a:solidFill>
                  <a:srgbClr val="0000FF"/>
                </a:solidFill>
                <a:latin typeface="Times New Roman"/>
                <a:cs typeface="Times New Roman"/>
              </a:rPr>
              <a:t>Module</a:t>
            </a:r>
            <a:r>
              <a:rPr sz="3000" b="1" i="1" spc="-30" baseline="1388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3000" b="1" i="1" baseline="1388" dirty="0">
                <a:solidFill>
                  <a:srgbClr val="0000FF"/>
                </a:solidFill>
                <a:latin typeface="Times New Roman"/>
                <a:cs typeface="Times New Roman"/>
              </a:rPr>
              <a:t>– V	</a:t>
            </a:r>
            <a:r>
              <a:rPr sz="2000" b="1" i="1" spc="-55" dirty="0">
                <a:solidFill>
                  <a:srgbClr val="0000FF"/>
                </a:solidFill>
                <a:latin typeface="Times New Roman"/>
                <a:cs typeface="Times New Roman"/>
              </a:rPr>
              <a:t>Vol.</a:t>
            </a:r>
            <a:r>
              <a:rPr sz="2000" b="1" i="1" spc="-8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0000FF"/>
                </a:solidFill>
                <a:latin typeface="Times New Roman"/>
                <a:cs typeface="Times New Roman"/>
              </a:rPr>
              <a:t>No.-1</a:t>
            </a:r>
            <a:endParaRPr sz="2000">
              <a:latin typeface="Times New Roman"/>
              <a:cs typeface="Times New Roman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E4020B52-27CB-4E57-AAB2-FA17AE39DA64}"/>
                  </a:ext>
                </a:extLst>
              </p14:cNvPr>
              <p14:cNvContentPartPr/>
              <p14:nvPr/>
            </p14:nvContentPartPr>
            <p14:xfrm>
              <a:off x="5313240" y="4177080"/>
              <a:ext cx="4099320" cy="139464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E4020B52-27CB-4E57-AAB2-FA17AE39DA6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303880" y="4167720"/>
                <a:ext cx="4118040" cy="14133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64791" y="990600"/>
            <a:ext cx="8750808" cy="152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602740" y="1133994"/>
            <a:ext cx="8987155" cy="52705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469900" indent="-457200">
              <a:spcBef>
                <a:spcPts val="330"/>
              </a:spcBef>
              <a:buFont typeface="Wingdings"/>
              <a:buChar char=""/>
              <a:tabLst>
                <a:tab pos="469265" algn="l"/>
                <a:tab pos="469900" algn="l"/>
              </a:tabLst>
            </a:pPr>
            <a:r>
              <a:rPr sz="2800" spc="-45" dirty="0">
                <a:solidFill>
                  <a:srgbClr val="0000FF"/>
                </a:solidFill>
                <a:latin typeface="Times New Roman"/>
                <a:cs typeface="Times New Roman"/>
              </a:rPr>
              <a:t>Types </a:t>
            </a:r>
            <a:r>
              <a:rPr sz="2800" spc="-5" dirty="0">
                <a:solidFill>
                  <a:srgbClr val="0000FF"/>
                </a:solidFill>
                <a:latin typeface="Times New Roman"/>
                <a:cs typeface="Times New Roman"/>
              </a:rPr>
              <a:t>of Communication</a:t>
            </a:r>
            <a:r>
              <a:rPr sz="2800" spc="3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0000FF"/>
                </a:solidFill>
                <a:latin typeface="Times New Roman"/>
                <a:cs typeface="Times New Roman"/>
              </a:rPr>
              <a:t>Systems:</a:t>
            </a:r>
            <a:endParaRPr sz="2800" dirty="0">
              <a:latin typeface="Times New Roman"/>
              <a:cs typeface="Times New Roman"/>
            </a:endParaRPr>
          </a:p>
          <a:p>
            <a:pPr marL="355600" indent="-342900">
              <a:spcBef>
                <a:spcPts val="855"/>
              </a:spcBef>
              <a:buSzPct val="125000"/>
              <a:buFont typeface="Wingdings"/>
              <a:buChar char=""/>
              <a:tabLst>
                <a:tab pos="354965" algn="l"/>
                <a:tab pos="355600" algn="l"/>
                <a:tab pos="2472055" algn="l"/>
                <a:tab pos="3592829" algn="l"/>
                <a:tab pos="4171950" algn="l"/>
                <a:tab pos="4615815" algn="l"/>
                <a:tab pos="5920105" algn="l"/>
                <a:tab pos="6769734" algn="l"/>
                <a:tab pos="7229475" algn="l"/>
                <a:tab pos="7941309" algn="l"/>
              </a:tabLst>
            </a:pPr>
            <a:r>
              <a:rPr sz="2400" spc="-5" dirty="0">
                <a:latin typeface="Times New Roman"/>
                <a:cs typeface="Times New Roman"/>
              </a:rPr>
              <a:t>Communication	systems	</a:t>
            </a:r>
            <a:r>
              <a:rPr sz="2400" dirty="0">
                <a:latin typeface="Times New Roman"/>
                <a:cs typeface="Times New Roman"/>
              </a:rPr>
              <a:t>can	</a:t>
            </a:r>
            <a:r>
              <a:rPr sz="2400" spc="-5" dirty="0">
                <a:latin typeface="Times New Roman"/>
                <a:cs typeface="Times New Roman"/>
              </a:rPr>
              <a:t>be	classified	based	on	their	</a:t>
            </a:r>
            <a:r>
              <a:rPr sz="2400" b="1" i="1" spc="-5" dirty="0">
                <a:latin typeface="Times New Roman"/>
                <a:cs typeface="Times New Roman"/>
              </a:rPr>
              <a:t>physical</a:t>
            </a:r>
            <a:endParaRPr sz="2400" dirty="0">
              <a:latin typeface="Times New Roman"/>
              <a:cs typeface="Times New Roman"/>
            </a:endParaRPr>
          </a:p>
          <a:p>
            <a:pPr marL="355600">
              <a:spcBef>
                <a:spcPts val="5"/>
              </a:spcBef>
            </a:pPr>
            <a:r>
              <a:rPr sz="2400" b="1" i="1" dirty="0">
                <a:latin typeface="Times New Roman"/>
                <a:cs typeface="Times New Roman"/>
              </a:rPr>
              <a:t>infrastructure </a:t>
            </a:r>
            <a:r>
              <a:rPr sz="2400" dirty="0">
                <a:latin typeface="Times New Roman"/>
                <a:cs typeface="Times New Roman"/>
              </a:rPr>
              <a:t>and the </a:t>
            </a:r>
            <a:r>
              <a:rPr sz="2400" b="1" i="1" spc="-5" dirty="0">
                <a:latin typeface="Times New Roman"/>
                <a:cs typeface="Times New Roman"/>
              </a:rPr>
              <a:t>specifications </a:t>
            </a:r>
            <a:r>
              <a:rPr sz="2400" b="1" i="1" dirty="0">
                <a:latin typeface="Times New Roman"/>
                <a:cs typeface="Times New Roman"/>
              </a:rPr>
              <a:t>of signals </a:t>
            </a:r>
            <a:r>
              <a:rPr sz="2400" dirty="0">
                <a:latin typeface="Times New Roman"/>
                <a:cs typeface="Times New Roman"/>
              </a:rPr>
              <a:t>they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transmit.</a:t>
            </a:r>
          </a:p>
          <a:p>
            <a:pPr marL="469900" marR="1482725" indent="-457200">
              <a:spcBef>
                <a:spcPts val="240"/>
              </a:spcBef>
              <a:buSzPct val="150000"/>
              <a:buFont typeface="Wingdings"/>
              <a:buChar char=""/>
              <a:tabLst>
                <a:tab pos="469265" algn="l"/>
                <a:tab pos="469900" algn="l"/>
              </a:tabLst>
            </a:pPr>
            <a:r>
              <a:rPr sz="2400" b="1" i="1" dirty="0">
                <a:solidFill>
                  <a:srgbClr val="0000FF"/>
                </a:solidFill>
                <a:latin typeface="Times New Roman"/>
                <a:cs typeface="Times New Roman"/>
              </a:rPr>
              <a:t>Based </a:t>
            </a:r>
            <a:r>
              <a:rPr sz="2400" b="1" i="1" spc="-5" dirty="0">
                <a:solidFill>
                  <a:srgbClr val="0000FF"/>
                </a:solidFill>
                <a:latin typeface="Times New Roman"/>
                <a:cs typeface="Times New Roman"/>
              </a:rPr>
              <a:t>on physical </a:t>
            </a:r>
            <a:r>
              <a:rPr sz="2400" b="1" i="1" dirty="0">
                <a:solidFill>
                  <a:srgbClr val="0000FF"/>
                </a:solidFill>
                <a:latin typeface="Times New Roman"/>
                <a:cs typeface="Times New Roman"/>
              </a:rPr>
              <a:t>infrastructure: </a:t>
            </a:r>
            <a:r>
              <a:rPr sz="2400" dirty="0">
                <a:latin typeface="Times New Roman"/>
                <a:cs typeface="Times New Roman"/>
              </a:rPr>
              <a:t>There are two types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  </a:t>
            </a:r>
            <a:r>
              <a:rPr sz="2400" spc="-5" dirty="0">
                <a:latin typeface="Times New Roman"/>
                <a:cs typeface="Times New Roman"/>
              </a:rPr>
              <a:t>communication systems </a:t>
            </a:r>
            <a:r>
              <a:rPr sz="2400" dirty="0">
                <a:latin typeface="Times New Roman"/>
                <a:cs typeface="Times New Roman"/>
              </a:rPr>
              <a:t>based on physical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structures.</a:t>
            </a:r>
          </a:p>
          <a:p>
            <a:pPr marL="1294130" lvl="1" indent="-291465">
              <a:spcBef>
                <a:spcPts val="625"/>
              </a:spcBef>
              <a:buClr>
                <a:srgbClr val="0000FF"/>
              </a:buClr>
              <a:buSzPct val="145833"/>
              <a:buFont typeface="Wingdings"/>
              <a:buChar char=""/>
              <a:tabLst>
                <a:tab pos="1294765" algn="l"/>
              </a:tabLst>
            </a:pPr>
            <a:r>
              <a:rPr sz="2400" dirty="0">
                <a:latin typeface="Times New Roman"/>
                <a:cs typeface="Times New Roman"/>
              </a:rPr>
              <a:t>Line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Communication</a:t>
            </a:r>
            <a:endParaRPr sz="2400" dirty="0">
              <a:latin typeface="Times New Roman"/>
              <a:cs typeface="Times New Roman"/>
            </a:endParaRPr>
          </a:p>
          <a:p>
            <a:pPr marL="1248410" lvl="1" indent="-245745">
              <a:spcBef>
                <a:spcPts val="95"/>
              </a:spcBef>
              <a:buClr>
                <a:srgbClr val="0000FF"/>
              </a:buClr>
              <a:buSzPct val="125000"/>
              <a:buFont typeface="Wingdings"/>
              <a:buChar char=""/>
              <a:tabLst>
                <a:tab pos="1249045" algn="l"/>
              </a:tabLst>
            </a:pPr>
            <a:r>
              <a:rPr sz="2400" spc="-15" dirty="0">
                <a:latin typeface="Times New Roman"/>
                <a:cs typeface="Times New Roman"/>
              </a:rPr>
              <a:t>Wireless </a:t>
            </a:r>
            <a:r>
              <a:rPr sz="2400" dirty="0">
                <a:latin typeface="Times New Roman"/>
                <a:cs typeface="Times New Roman"/>
              </a:rPr>
              <a:t>or Radio </a:t>
            </a:r>
            <a:r>
              <a:rPr sz="2400" spc="-5" dirty="0">
                <a:latin typeface="Times New Roman"/>
                <a:cs typeface="Times New Roman"/>
              </a:rPr>
              <a:t>Communication</a:t>
            </a:r>
            <a:endParaRPr sz="2400" dirty="0">
              <a:latin typeface="Times New Roman"/>
              <a:cs typeface="Times New Roman"/>
            </a:endParaRPr>
          </a:p>
          <a:p>
            <a:pPr marL="469900" marR="463550" indent="-457200">
              <a:lnSpc>
                <a:spcPct val="103299"/>
              </a:lnSpc>
              <a:spcBef>
                <a:spcPts val="225"/>
              </a:spcBef>
              <a:buSzPct val="150000"/>
              <a:buFont typeface="Wingdings"/>
              <a:buChar char=""/>
              <a:tabLst>
                <a:tab pos="469265" algn="l"/>
                <a:tab pos="469900" algn="l"/>
              </a:tabLst>
            </a:pPr>
            <a:r>
              <a:rPr sz="2400" b="1" i="1" dirty="0">
                <a:solidFill>
                  <a:srgbClr val="0000FF"/>
                </a:solidFill>
                <a:latin typeface="Times New Roman"/>
                <a:cs typeface="Times New Roman"/>
              </a:rPr>
              <a:t>Based </a:t>
            </a:r>
            <a:r>
              <a:rPr sz="2400" b="1" i="1" spc="-5" dirty="0">
                <a:solidFill>
                  <a:srgbClr val="0000FF"/>
                </a:solidFill>
                <a:latin typeface="Times New Roman"/>
                <a:cs typeface="Times New Roman"/>
              </a:rPr>
              <a:t>on Signal Specification: </a:t>
            </a:r>
            <a:r>
              <a:rPr sz="2400" spc="-5" dirty="0">
                <a:latin typeface="Times New Roman"/>
                <a:cs typeface="Times New Roman"/>
              </a:rPr>
              <a:t>communication systems </a:t>
            </a:r>
            <a:r>
              <a:rPr sz="2400" dirty="0">
                <a:latin typeface="Times New Roman"/>
                <a:cs typeface="Times New Roman"/>
              </a:rPr>
              <a:t>based on  signal specification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are:</a:t>
            </a:r>
          </a:p>
          <a:p>
            <a:pPr marL="1407160" lvl="1" indent="-404495">
              <a:spcBef>
                <a:spcPts val="790"/>
              </a:spcBef>
              <a:buClr>
                <a:srgbClr val="0000FF"/>
              </a:buClr>
              <a:buSzPct val="125000"/>
              <a:buFont typeface="Wingdings"/>
              <a:buChar char=""/>
              <a:tabLst>
                <a:tab pos="1407160" algn="l"/>
                <a:tab pos="1407795" algn="l"/>
              </a:tabLst>
            </a:pPr>
            <a:r>
              <a:rPr sz="2400" dirty="0">
                <a:latin typeface="Times New Roman"/>
                <a:cs typeface="Times New Roman"/>
              </a:rPr>
              <a:t>Baseband </a:t>
            </a:r>
            <a:r>
              <a:rPr sz="2400" spc="-5" dirty="0">
                <a:latin typeface="Times New Roman"/>
                <a:cs typeface="Times New Roman"/>
              </a:rPr>
              <a:t>Communication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Systems</a:t>
            </a:r>
            <a:endParaRPr sz="2400" dirty="0">
              <a:latin typeface="Times New Roman"/>
              <a:cs typeface="Times New Roman"/>
            </a:endParaRPr>
          </a:p>
          <a:p>
            <a:pPr marL="1407160" lvl="1" indent="-404495">
              <a:buClr>
                <a:srgbClr val="0000FF"/>
              </a:buClr>
              <a:buSzPct val="125000"/>
              <a:buFont typeface="Wingdings"/>
              <a:buChar char=""/>
              <a:tabLst>
                <a:tab pos="1407160" algn="l"/>
                <a:tab pos="1407795" algn="l"/>
              </a:tabLst>
            </a:pPr>
            <a:r>
              <a:rPr sz="2400" dirty="0">
                <a:latin typeface="Times New Roman"/>
                <a:cs typeface="Times New Roman"/>
              </a:rPr>
              <a:t>Carrier </a:t>
            </a:r>
            <a:r>
              <a:rPr sz="2400" spc="-5" dirty="0">
                <a:latin typeface="Times New Roman"/>
                <a:cs typeface="Times New Roman"/>
              </a:rPr>
              <a:t>Communication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Systems</a:t>
            </a:r>
            <a:endParaRPr sz="2400" dirty="0">
              <a:latin typeface="Times New Roman"/>
              <a:cs typeface="Times New Roman"/>
            </a:endParaRPr>
          </a:p>
          <a:p>
            <a:pPr marL="1407160" lvl="1" indent="-404495">
              <a:buClr>
                <a:srgbClr val="0000FF"/>
              </a:buClr>
              <a:buSzPct val="125000"/>
              <a:buFont typeface="Wingdings"/>
              <a:buChar char=""/>
              <a:tabLst>
                <a:tab pos="1407160" algn="l"/>
                <a:tab pos="1407795" algn="l"/>
              </a:tabLst>
            </a:pPr>
            <a:r>
              <a:rPr sz="2400" dirty="0">
                <a:latin typeface="Times New Roman"/>
                <a:cs typeface="Times New Roman"/>
              </a:rPr>
              <a:t>Analog </a:t>
            </a:r>
            <a:r>
              <a:rPr sz="2400" spc="-5" dirty="0">
                <a:latin typeface="Times New Roman"/>
                <a:cs typeface="Times New Roman"/>
              </a:rPr>
              <a:t>Communication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Systems</a:t>
            </a:r>
            <a:endParaRPr sz="2400" dirty="0">
              <a:latin typeface="Times New Roman"/>
              <a:cs typeface="Times New Roman"/>
            </a:endParaRPr>
          </a:p>
          <a:p>
            <a:pPr marL="1407160" lvl="1" indent="-404495">
              <a:buClr>
                <a:srgbClr val="0000FF"/>
              </a:buClr>
              <a:buSzPct val="125000"/>
              <a:buFont typeface="Wingdings"/>
              <a:buChar char=""/>
              <a:tabLst>
                <a:tab pos="1407160" algn="l"/>
                <a:tab pos="1407795" algn="l"/>
              </a:tabLst>
            </a:pPr>
            <a:r>
              <a:rPr sz="2400" dirty="0">
                <a:latin typeface="Times New Roman"/>
                <a:cs typeface="Times New Roman"/>
              </a:rPr>
              <a:t>Digital </a:t>
            </a:r>
            <a:r>
              <a:rPr sz="2400" spc="-5" dirty="0">
                <a:latin typeface="Times New Roman"/>
                <a:cs typeface="Times New Roman"/>
              </a:rPr>
              <a:t>Communication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System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4294967295"/>
          </p:nvPr>
        </p:nvSpPr>
        <p:spPr>
          <a:xfrm>
            <a:off x="10002139" y="6558093"/>
            <a:ext cx="281304" cy="179536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[</a:t>
            </a:r>
            <a:fld id="{81D60167-4931-47E6-BA6A-407CBD079E47}" type="slidenum">
              <a:rPr spc="-5" dirty="0"/>
              <a:pPr marL="12700">
                <a:lnSpc>
                  <a:spcPts val="1425"/>
                </a:lnSpc>
              </a:pPr>
              <a:t>34</a:t>
            </a:fld>
            <a:r>
              <a:rPr dirty="0"/>
              <a:t>]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743120" y="300668"/>
            <a:ext cx="8540323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Communication System</a:t>
            </a:r>
            <a:r>
              <a:rPr spc="30" dirty="0"/>
              <a:t> </a:t>
            </a:r>
            <a:r>
              <a:rPr spc="-5" dirty="0"/>
              <a:t>Classification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87E9DD0-0BE3-4DF3-ACE7-246C4E7D5ABC}"/>
                  </a:ext>
                </a:extLst>
              </p14:cNvPr>
              <p14:cNvContentPartPr/>
              <p14:nvPr/>
            </p14:nvContentPartPr>
            <p14:xfrm>
              <a:off x="3818880" y="2795400"/>
              <a:ext cx="3580560" cy="16160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87E9DD0-0BE3-4DF3-ACE7-246C4E7D5AB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809520" y="2786040"/>
                <a:ext cx="3599280" cy="16347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64791" y="990600"/>
            <a:ext cx="8750808" cy="152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4294967295"/>
          </p:nvPr>
        </p:nvSpPr>
        <p:spPr>
          <a:xfrm>
            <a:off x="10002139" y="6558093"/>
            <a:ext cx="281304" cy="179536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[</a:t>
            </a:r>
            <a:fld id="{81D60167-4931-47E6-BA6A-407CBD079E47}" type="slidenum">
              <a:rPr spc="-5" dirty="0"/>
              <a:pPr marL="12700">
                <a:lnSpc>
                  <a:spcPts val="1425"/>
                </a:lnSpc>
              </a:pPr>
              <a:t>35</a:t>
            </a:fld>
            <a:r>
              <a:rPr dirty="0"/>
              <a:t>]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602739" y="1164082"/>
            <a:ext cx="8989060" cy="531106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indent="-457200" algn="just">
              <a:spcBef>
                <a:spcPts val="95"/>
              </a:spcBef>
              <a:buFont typeface="Wingdings"/>
              <a:buChar char=""/>
              <a:tabLst>
                <a:tab pos="469900" algn="l"/>
              </a:tabLst>
            </a:pPr>
            <a:r>
              <a:rPr sz="2800" spc="-5" dirty="0">
                <a:solidFill>
                  <a:srgbClr val="0000FF"/>
                </a:solidFill>
                <a:latin typeface="Times New Roman"/>
                <a:cs typeface="Times New Roman"/>
              </a:rPr>
              <a:t>Based on physical</a:t>
            </a:r>
            <a:r>
              <a:rPr sz="2800" spc="-2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0000FF"/>
                </a:solidFill>
                <a:latin typeface="Times New Roman"/>
                <a:cs typeface="Times New Roman"/>
              </a:rPr>
              <a:t>infrastructure:</a:t>
            </a:r>
            <a:endParaRPr sz="2800">
              <a:latin typeface="Times New Roman"/>
              <a:cs typeface="Times New Roman"/>
            </a:endParaRPr>
          </a:p>
          <a:p>
            <a:pPr marL="12700" marR="5715" algn="just">
              <a:spcBef>
                <a:spcPts val="459"/>
              </a:spcBef>
              <a:buSzPct val="125000"/>
              <a:buFont typeface="Wingdings"/>
              <a:buChar char=""/>
              <a:tabLst>
                <a:tab pos="416559" algn="l"/>
              </a:tabLst>
            </a:pPr>
            <a:r>
              <a:rPr sz="2400" b="1" i="1" dirty="0">
                <a:solidFill>
                  <a:srgbClr val="0000FF"/>
                </a:solidFill>
                <a:latin typeface="Times New Roman"/>
                <a:cs typeface="Times New Roman"/>
              </a:rPr>
              <a:t>Line </a:t>
            </a:r>
            <a:r>
              <a:rPr sz="2400" b="1" i="1" spc="-5" dirty="0">
                <a:solidFill>
                  <a:srgbClr val="0000FF"/>
                </a:solidFill>
                <a:latin typeface="Times New Roman"/>
                <a:cs typeface="Times New Roman"/>
              </a:rPr>
              <a:t>Communication: </a:t>
            </a:r>
            <a:r>
              <a:rPr sz="2400" dirty="0">
                <a:latin typeface="Times New Roman"/>
                <a:cs typeface="Times New Roman"/>
              </a:rPr>
              <a:t>In </a:t>
            </a:r>
            <a:r>
              <a:rPr sz="2400" spc="-5" dirty="0">
                <a:latin typeface="Times New Roman"/>
                <a:cs typeface="Times New Roman"/>
              </a:rPr>
              <a:t>line communication, the channel  employed </a:t>
            </a:r>
            <a:r>
              <a:rPr sz="2400" dirty="0">
                <a:latin typeface="Times New Roman"/>
                <a:cs typeface="Times New Roman"/>
              </a:rPr>
              <a:t>will </a:t>
            </a:r>
            <a:r>
              <a:rPr sz="2400" spc="-5" dirty="0">
                <a:latin typeface="Times New Roman"/>
                <a:cs typeface="Times New Roman"/>
              </a:rPr>
              <a:t>be </a:t>
            </a:r>
            <a:r>
              <a:rPr sz="2400" dirty="0">
                <a:latin typeface="Times New Roman"/>
                <a:cs typeface="Times New Roman"/>
              </a:rPr>
              <a:t>a </a:t>
            </a:r>
            <a:r>
              <a:rPr sz="2400" spc="-5" dirty="0">
                <a:latin typeface="Times New Roman"/>
                <a:cs typeface="Times New Roman"/>
              </a:rPr>
              <a:t>pair of conductors (transmission line) or </a:t>
            </a:r>
            <a:r>
              <a:rPr sz="2400" dirty="0">
                <a:latin typeface="Times New Roman"/>
                <a:cs typeface="Times New Roman"/>
              </a:rPr>
              <a:t>single wire  </a:t>
            </a:r>
            <a:r>
              <a:rPr sz="2400" spc="-5" dirty="0">
                <a:latin typeface="Times New Roman"/>
                <a:cs typeface="Times New Roman"/>
              </a:rPr>
              <a:t>transmission </a:t>
            </a:r>
            <a:r>
              <a:rPr sz="2400" dirty="0">
                <a:latin typeface="Times New Roman"/>
                <a:cs typeface="Times New Roman"/>
              </a:rPr>
              <a:t>channels (waveguide) or optical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fiber.</a:t>
            </a:r>
            <a:endParaRPr sz="2400">
              <a:latin typeface="Times New Roman"/>
              <a:cs typeface="Times New Roman"/>
            </a:endParaRPr>
          </a:p>
          <a:p>
            <a:pPr marL="12700" marR="5080">
              <a:spcBef>
                <a:spcPts val="1680"/>
              </a:spcBef>
              <a:buSzPct val="125000"/>
              <a:buFont typeface="Wingdings"/>
              <a:buChar char=""/>
              <a:tabLst>
                <a:tab pos="339725" algn="l"/>
                <a:tab pos="340360" algn="l"/>
                <a:tab pos="1724025" algn="l"/>
                <a:tab pos="2208530" algn="l"/>
                <a:tab pos="2322830" algn="l"/>
                <a:tab pos="3068320" algn="l"/>
                <a:tab pos="3395979" algn="l"/>
                <a:tab pos="5211445" algn="l"/>
                <a:tab pos="5857875" algn="l"/>
                <a:tab pos="6174740" algn="l"/>
                <a:tab pos="6438900" algn="l"/>
                <a:tab pos="7105015" algn="l"/>
                <a:tab pos="7766050" algn="l"/>
                <a:tab pos="8246745" algn="l"/>
                <a:tab pos="8348345" algn="l"/>
              </a:tabLst>
            </a:pPr>
            <a:r>
              <a:rPr sz="2400" b="1" i="1" spc="-90" dirty="0">
                <a:solidFill>
                  <a:srgbClr val="0000FF"/>
                </a:solidFill>
                <a:latin typeface="Times New Roman"/>
                <a:cs typeface="Times New Roman"/>
              </a:rPr>
              <a:t>W</a:t>
            </a:r>
            <a:r>
              <a:rPr sz="2400" b="1" i="1" spc="-5" dirty="0">
                <a:solidFill>
                  <a:srgbClr val="0000FF"/>
                </a:solidFill>
                <a:latin typeface="Times New Roman"/>
                <a:cs typeface="Times New Roman"/>
              </a:rPr>
              <a:t>ire</a:t>
            </a:r>
            <a:r>
              <a:rPr sz="2400" b="1" i="1" spc="-15" dirty="0">
                <a:solidFill>
                  <a:srgbClr val="0000FF"/>
                </a:solidFill>
                <a:latin typeface="Times New Roman"/>
                <a:cs typeface="Times New Roman"/>
              </a:rPr>
              <a:t>l</a:t>
            </a:r>
            <a:r>
              <a:rPr sz="2400" b="1" i="1" spc="-5" dirty="0">
                <a:solidFill>
                  <a:srgbClr val="0000FF"/>
                </a:solidFill>
                <a:latin typeface="Times New Roman"/>
                <a:cs typeface="Times New Roman"/>
              </a:rPr>
              <a:t>ess</a:t>
            </a:r>
            <a:r>
              <a:rPr sz="2400" b="1" i="1" dirty="0">
                <a:solidFill>
                  <a:srgbClr val="0000FF"/>
                </a:solidFill>
                <a:latin typeface="Times New Roman"/>
                <a:cs typeface="Times New Roman"/>
              </a:rPr>
              <a:t>	</a:t>
            </a:r>
            <a:r>
              <a:rPr sz="2400" b="1" i="1" spc="-5" dirty="0">
                <a:solidFill>
                  <a:srgbClr val="0000FF"/>
                </a:solidFill>
                <a:latin typeface="Times New Roman"/>
                <a:cs typeface="Times New Roman"/>
              </a:rPr>
              <a:t>or</a:t>
            </a:r>
            <a:r>
              <a:rPr sz="2400" b="1" i="1" dirty="0">
                <a:solidFill>
                  <a:srgbClr val="0000FF"/>
                </a:solidFill>
                <a:latin typeface="Times New Roman"/>
                <a:cs typeface="Times New Roman"/>
              </a:rPr>
              <a:t>		Radio	Communic</a:t>
            </a:r>
            <a:r>
              <a:rPr sz="2400" b="1" i="1" spc="-15" dirty="0">
                <a:solidFill>
                  <a:srgbClr val="0000FF"/>
                </a:solidFill>
                <a:latin typeface="Times New Roman"/>
                <a:cs typeface="Times New Roman"/>
              </a:rPr>
              <a:t>a</a:t>
            </a:r>
            <a:r>
              <a:rPr sz="2400" b="1" i="1" dirty="0">
                <a:solidFill>
                  <a:srgbClr val="0000FF"/>
                </a:solidFill>
                <a:latin typeface="Times New Roman"/>
                <a:cs typeface="Times New Roman"/>
              </a:rPr>
              <a:t>tion:	</a:t>
            </a:r>
            <a:r>
              <a:rPr sz="2400" dirty="0">
                <a:latin typeface="Times New Roman"/>
                <a:cs typeface="Times New Roman"/>
              </a:rPr>
              <a:t>In		wire</a:t>
            </a:r>
            <a:r>
              <a:rPr sz="2400" spc="-5" dirty="0">
                <a:latin typeface="Times New Roman"/>
                <a:cs typeface="Times New Roman"/>
              </a:rPr>
              <a:t>less</a:t>
            </a:r>
            <a:r>
              <a:rPr sz="2400" dirty="0">
                <a:latin typeface="Times New Roman"/>
                <a:cs typeface="Times New Roman"/>
              </a:rPr>
              <a:t>	or		radio  </a:t>
            </a:r>
            <a:r>
              <a:rPr sz="2400" spc="-5" dirty="0">
                <a:latin typeface="Times New Roman"/>
                <a:cs typeface="Times New Roman"/>
              </a:rPr>
              <a:t>communication, </a:t>
            </a:r>
            <a:r>
              <a:rPr sz="2400" dirty="0">
                <a:latin typeface="Times New Roman"/>
                <a:cs typeface="Times New Roman"/>
              </a:rPr>
              <a:t>a </a:t>
            </a:r>
            <a:r>
              <a:rPr sz="2400" spc="-5" dirty="0">
                <a:latin typeface="Times New Roman"/>
                <a:cs typeface="Times New Roman"/>
              </a:rPr>
              <a:t>message </a:t>
            </a:r>
            <a:r>
              <a:rPr sz="2400" dirty="0">
                <a:latin typeface="Times New Roman"/>
                <a:cs typeface="Times New Roman"/>
              </a:rPr>
              <a:t>is </a:t>
            </a:r>
            <a:r>
              <a:rPr sz="2400" spc="-5" dirty="0">
                <a:latin typeface="Times New Roman"/>
                <a:cs typeface="Times New Roman"/>
              </a:rPr>
              <a:t>transmitted through </a:t>
            </a:r>
            <a:r>
              <a:rPr sz="2400" dirty="0">
                <a:latin typeface="Times New Roman"/>
                <a:cs typeface="Times New Roman"/>
              </a:rPr>
              <a:t>open space (free </a:t>
            </a:r>
            <a:r>
              <a:rPr sz="2400" spc="-5" dirty="0">
                <a:latin typeface="Times New Roman"/>
                <a:cs typeface="Times New Roman"/>
              </a:rPr>
              <a:t>space  </a:t>
            </a:r>
            <a:r>
              <a:rPr sz="2400" dirty="0">
                <a:latin typeface="Times New Roman"/>
                <a:cs typeface="Times New Roman"/>
              </a:rPr>
              <a:t>co</a:t>
            </a:r>
            <a:r>
              <a:rPr sz="2400" spc="-10" dirty="0">
                <a:latin typeface="Times New Roman"/>
                <a:cs typeface="Times New Roman"/>
              </a:rPr>
              <a:t>m</a:t>
            </a:r>
            <a:r>
              <a:rPr sz="2400" spc="-25" dirty="0">
                <a:latin typeface="Times New Roman"/>
                <a:cs typeface="Times New Roman"/>
              </a:rPr>
              <a:t>m</a:t>
            </a:r>
            <a:r>
              <a:rPr sz="2400" dirty="0">
                <a:latin typeface="Times New Roman"/>
                <a:cs typeface="Times New Roman"/>
              </a:rPr>
              <a:t>unic</a:t>
            </a:r>
            <a:r>
              <a:rPr sz="2400" spc="-10" dirty="0">
                <a:latin typeface="Times New Roman"/>
                <a:cs typeface="Times New Roman"/>
              </a:rPr>
              <a:t>at</a:t>
            </a:r>
            <a:r>
              <a:rPr sz="2400" dirty="0">
                <a:latin typeface="Times New Roman"/>
                <a:cs typeface="Times New Roman"/>
              </a:rPr>
              <a:t>ion)	u</a:t>
            </a:r>
            <a:r>
              <a:rPr sz="2400" spc="-15" dirty="0">
                <a:latin typeface="Times New Roman"/>
                <a:cs typeface="Times New Roman"/>
              </a:rPr>
              <a:t>s</a:t>
            </a:r>
            <a:r>
              <a:rPr sz="2400" dirty="0">
                <a:latin typeface="Times New Roman"/>
                <a:cs typeface="Times New Roman"/>
              </a:rPr>
              <a:t>ing	ele</a:t>
            </a:r>
            <a:r>
              <a:rPr sz="2400" spc="-20" dirty="0">
                <a:latin typeface="Times New Roman"/>
                <a:cs typeface="Times New Roman"/>
              </a:rPr>
              <a:t>c</a:t>
            </a:r>
            <a:r>
              <a:rPr sz="2400" dirty="0">
                <a:latin typeface="Times New Roman"/>
                <a:cs typeface="Times New Roman"/>
              </a:rPr>
              <a:t>t</a:t>
            </a:r>
            <a:r>
              <a:rPr sz="2400" spc="5" dirty="0">
                <a:latin typeface="Times New Roman"/>
                <a:cs typeface="Times New Roman"/>
              </a:rPr>
              <a:t>r</a:t>
            </a:r>
            <a:r>
              <a:rPr sz="2400" dirty="0">
                <a:latin typeface="Times New Roman"/>
                <a:cs typeface="Times New Roman"/>
              </a:rPr>
              <a:t>o</a:t>
            </a:r>
            <a:r>
              <a:rPr sz="2400" spc="-25" dirty="0">
                <a:latin typeface="Times New Roman"/>
                <a:cs typeface="Times New Roman"/>
              </a:rPr>
              <a:t>m</a:t>
            </a:r>
            <a:r>
              <a:rPr sz="2400" dirty="0">
                <a:latin typeface="Times New Roman"/>
                <a:cs typeface="Times New Roman"/>
              </a:rPr>
              <a:t>ag</a:t>
            </a:r>
            <a:r>
              <a:rPr sz="2400" spc="-15" dirty="0">
                <a:latin typeface="Times New Roman"/>
                <a:cs typeface="Times New Roman"/>
              </a:rPr>
              <a:t>n</a:t>
            </a:r>
            <a:r>
              <a:rPr sz="2400" dirty="0">
                <a:latin typeface="Times New Roman"/>
                <a:cs typeface="Times New Roman"/>
              </a:rPr>
              <a:t>et</a:t>
            </a:r>
            <a:r>
              <a:rPr sz="2400" spc="-15" dirty="0">
                <a:latin typeface="Times New Roman"/>
                <a:cs typeface="Times New Roman"/>
              </a:rPr>
              <a:t>i</a:t>
            </a:r>
            <a:r>
              <a:rPr sz="2400" dirty="0">
                <a:latin typeface="Times New Roman"/>
                <a:cs typeface="Times New Roman"/>
              </a:rPr>
              <a:t>c	waves	(ra</a:t>
            </a:r>
            <a:r>
              <a:rPr sz="2400" spc="-15" dirty="0">
                <a:latin typeface="Times New Roman"/>
                <a:cs typeface="Times New Roman"/>
              </a:rPr>
              <a:t>d</a:t>
            </a:r>
            <a:r>
              <a:rPr sz="2400" dirty="0">
                <a:latin typeface="Times New Roman"/>
                <a:cs typeface="Times New Roman"/>
              </a:rPr>
              <a:t>io	waves).	Ra</a:t>
            </a:r>
            <a:r>
              <a:rPr sz="2400" spc="-20" dirty="0">
                <a:latin typeface="Times New Roman"/>
                <a:cs typeface="Times New Roman"/>
              </a:rPr>
              <a:t>d</a:t>
            </a:r>
            <a:r>
              <a:rPr sz="2400" dirty="0">
                <a:latin typeface="Times New Roman"/>
                <a:cs typeface="Times New Roman"/>
              </a:rPr>
              <a:t>io  </a:t>
            </a:r>
            <a:r>
              <a:rPr sz="2400" spc="-5" dirty="0">
                <a:latin typeface="Times New Roman"/>
                <a:cs typeface="Times New Roman"/>
              </a:rPr>
              <a:t>waves </a:t>
            </a:r>
            <a:r>
              <a:rPr sz="2400" dirty="0">
                <a:latin typeface="Times New Roman"/>
                <a:cs typeface="Times New Roman"/>
              </a:rPr>
              <a:t>are </a:t>
            </a:r>
            <a:r>
              <a:rPr sz="2400" spc="-5" dirty="0">
                <a:latin typeface="Times New Roman"/>
                <a:cs typeface="Times New Roman"/>
              </a:rPr>
              <a:t>radiated from </a:t>
            </a: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-5" dirty="0">
                <a:latin typeface="Times New Roman"/>
                <a:cs typeface="Times New Roman"/>
              </a:rPr>
              <a:t>transmitter through </a:t>
            </a:r>
            <a:r>
              <a:rPr sz="2400" dirty="0">
                <a:latin typeface="Times New Roman"/>
                <a:cs typeface="Times New Roman"/>
              </a:rPr>
              <a:t>an </a:t>
            </a:r>
            <a:r>
              <a:rPr sz="2400" spc="-5" dirty="0">
                <a:latin typeface="Times New Roman"/>
                <a:cs typeface="Times New Roman"/>
              </a:rPr>
              <a:t>antenna system </a:t>
            </a:r>
            <a:r>
              <a:rPr sz="2400" dirty="0">
                <a:latin typeface="Times New Roman"/>
                <a:cs typeface="Times New Roman"/>
              </a:rPr>
              <a:t>into  free space. The </a:t>
            </a:r>
            <a:r>
              <a:rPr sz="2400" spc="-5" dirty="0">
                <a:latin typeface="Times New Roman"/>
                <a:cs typeface="Times New Roman"/>
              </a:rPr>
              <a:t>transmitted electromagnetic waves </a:t>
            </a:r>
            <a:r>
              <a:rPr sz="2400" dirty="0">
                <a:latin typeface="Times New Roman"/>
                <a:cs typeface="Times New Roman"/>
              </a:rPr>
              <a:t>are intercepted by a  receiving antenna at the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receiver.</a:t>
            </a:r>
            <a:endParaRPr sz="2400">
              <a:latin typeface="Times New Roman"/>
              <a:cs typeface="Times New Roman"/>
            </a:endParaRPr>
          </a:p>
          <a:p>
            <a:pPr marL="12700" marR="238760">
              <a:spcBef>
                <a:spcPts val="1150"/>
              </a:spcBef>
            </a:pPr>
            <a:r>
              <a:rPr sz="2400" i="1" spc="-5" dirty="0">
                <a:solidFill>
                  <a:srgbClr val="C00000"/>
                </a:solidFill>
                <a:latin typeface="Times New Roman"/>
                <a:cs typeface="Times New Roman"/>
              </a:rPr>
              <a:t>As </a:t>
            </a:r>
            <a:r>
              <a:rPr sz="2400" i="1" spc="-15" dirty="0">
                <a:solidFill>
                  <a:srgbClr val="C00000"/>
                </a:solidFill>
                <a:latin typeface="Times New Roman"/>
                <a:cs typeface="Times New Roman"/>
              </a:rPr>
              <a:t>compared </a:t>
            </a:r>
            <a:r>
              <a:rPr sz="2400" i="1" dirty="0">
                <a:solidFill>
                  <a:srgbClr val="C00000"/>
                </a:solidFill>
                <a:latin typeface="Times New Roman"/>
                <a:cs typeface="Times New Roman"/>
              </a:rPr>
              <a:t>to </a:t>
            </a:r>
            <a:r>
              <a:rPr sz="2400" b="1" i="1" spc="-5" dirty="0">
                <a:solidFill>
                  <a:srgbClr val="C00000"/>
                </a:solidFill>
                <a:latin typeface="Times New Roman"/>
                <a:cs typeface="Times New Roman"/>
              </a:rPr>
              <a:t>Wire-line-communications</a:t>
            </a:r>
            <a:r>
              <a:rPr sz="2400" i="1" spc="-5" dirty="0">
                <a:solidFill>
                  <a:srgbClr val="C00000"/>
                </a:solidFill>
                <a:latin typeface="Times New Roman"/>
                <a:cs typeface="Times New Roman"/>
              </a:rPr>
              <a:t>, </a:t>
            </a:r>
            <a:r>
              <a:rPr sz="2400" b="1" i="1" spc="-5" dirty="0">
                <a:solidFill>
                  <a:srgbClr val="C00000"/>
                </a:solidFill>
                <a:latin typeface="Times New Roman"/>
                <a:cs typeface="Times New Roman"/>
              </a:rPr>
              <a:t>Wireless-communications  </a:t>
            </a:r>
            <a:r>
              <a:rPr sz="2400" i="1" dirty="0">
                <a:solidFill>
                  <a:srgbClr val="C00000"/>
                </a:solidFill>
                <a:latin typeface="Times New Roman"/>
                <a:cs typeface="Times New Roman"/>
              </a:rPr>
              <a:t>have advantages of cost </a:t>
            </a:r>
            <a:r>
              <a:rPr sz="2400" i="1" spc="-5" dirty="0">
                <a:solidFill>
                  <a:srgbClr val="C00000"/>
                </a:solidFill>
                <a:latin typeface="Times New Roman"/>
                <a:cs typeface="Times New Roman"/>
              </a:rPr>
              <a:t>effectiveness, </a:t>
            </a:r>
            <a:r>
              <a:rPr sz="2400" i="1" spc="-15" dirty="0">
                <a:solidFill>
                  <a:srgbClr val="C00000"/>
                </a:solidFill>
                <a:latin typeface="Times New Roman"/>
                <a:cs typeface="Times New Roman"/>
              </a:rPr>
              <a:t>simplicity, </a:t>
            </a:r>
            <a:r>
              <a:rPr sz="2400" i="1" dirty="0">
                <a:solidFill>
                  <a:srgbClr val="C00000"/>
                </a:solidFill>
                <a:latin typeface="Times New Roman"/>
                <a:cs typeface="Times New Roman"/>
              </a:rPr>
              <a:t>and long-distance  </a:t>
            </a:r>
            <a:r>
              <a:rPr sz="2400" i="1" spc="-5" dirty="0">
                <a:solidFill>
                  <a:srgbClr val="C00000"/>
                </a:solidFill>
                <a:latin typeface="Times New Roman"/>
                <a:cs typeface="Times New Roman"/>
              </a:rPr>
              <a:t>communication</a:t>
            </a:r>
            <a:r>
              <a:rPr sz="2400" i="1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i="1" spc="-15" dirty="0">
                <a:solidFill>
                  <a:srgbClr val="C00000"/>
                </a:solidFill>
                <a:latin typeface="Times New Roman"/>
                <a:cs typeface="Times New Roman"/>
              </a:rPr>
              <a:t>possibility.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5">
            <a:extLst>
              <a:ext uri="{FF2B5EF4-FFF2-40B4-BE49-F238E27FC236}">
                <a16:creationId xmlns:a16="http://schemas.microsoft.com/office/drawing/2014/main" id="{A15EBBA4-1480-496A-9663-0E00EECCAFD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43120" y="300668"/>
            <a:ext cx="8540323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Communication System</a:t>
            </a:r>
            <a:r>
              <a:rPr spc="30" dirty="0"/>
              <a:t> </a:t>
            </a:r>
            <a:r>
              <a:rPr spc="-5" dirty="0"/>
              <a:t>Classification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79B2B91F-2EFA-4277-A205-C534E21D319C}"/>
                  </a:ext>
                </a:extLst>
              </p14:cNvPr>
              <p14:cNvContentPartPr/>
              <p14:nvPr/>
            </p14:nvContentPartPr>
            <p14:xfrm>
              <a:off x="2026800" y="2505960"/>
              <a:ext cx="9231840" cy="389196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79B2B91F-2EFA-4277-A205-C534E21D319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017440" y="2496600"/>
                <a:ext cx="9250560" cy="39106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64791" y="990600"/>
            <a:ext cx="8750808" cy="152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35036" y="1824990"/>
            <a:ext cx="30543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858519" algn="l"/>
                <a:tab pos="1299210" algn="l"/>
                <a:tab pos="2245360" algn="l"/>
                <a:tab pos="2583815" algn="l"/>
              </a:tabLst>
            </a:pPr>
            <a:r>
              <a:rPr sz="2400" dirty="0">
                <a:latin typeface="Times New Roman"/>
                <a:cs typeface="Times New Roman"/>
              </a:rPr>
              <a:t>t</a:t>
            </a:r>
            <a:r>
              <a:rPr sz="2400" spc="-10" dirty="0">
                <a:latin typeface="Times New Roman"/>
                <a:cs typeface="Times New Roman"/>
              </a:rPr>
              <a:t>h</a:t>
            </a:r>
            <a:r>
              <a:rPr sz="2400" spc="-5" dirty="0">
                <a:latin typeface="Times New Roman"/>
                <a:cs typeface="Times New Roman"/>
              </a:rPr>
              <a:t>ose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5" dirty="0">
                <a:latin typeface="Times New Roman"/>
                <a:cs typeface="Times New Roman"/>
              </a:rPr>
              <a:t>i</a:t>
            </a:r>
            <a:r>
              <a:rPr sz="2400" dirty="0">
                <a:latin typeface="Times New Roman"/>
                <a:cs typeface="Times New Roman"/>
              </a:rPr>
              <a:t>n	which	a	</a:t>
            </a:r>
            <a:r>
              <a:rPr sz="2400" spc="-5" dirty="0">
                <a:latin typeface="Times New Roman"/>
                <a:cs typeface="Times New Roman"/>
              </a:rPr>
              <a:t>low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4294967295"/>
          </p:nvPr>
        </p:nvSpPr>
        <p:spPr>
          <a:xfrm>
            <a:off x="10002139" y="6558093"/>
            <a:ext cx="281304" cy="179536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[</a:t>
            </a:r>
            <a:fld id="{81D60167-4931-47E6-BA6A-407CBD079E47}" type="slidenum">
              <a:rPr spc="-5" dirty="0"/>
              <a:pPr marL="12700">
                <a:lnSpc>
                  <a:spcPts val="1425"/>
                </a:lnSpc>
              </a:pPr>
              <a:t>36</a:t>
            </a:fld>
            <a:r>
              <a:rPr dirty="0"/>
              <a:t>]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602740" y="2202941"/>
            <a:ext cx="8988425" cy="3958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6985">
              <a:spcBef>
                <a:spcPts val="100"/>
              </a:spcBef>
              <a:tabLst>
                <a:tab pos="1445260" algn="l"/>
                <a:tab pos="2386965" algn="l"/>
                <a:tab pos="3734435" algn="l"/>
                <a:tab pos="6144260" algn="l"/>
                <a:tab pos="7188834" algn="l"/>
                <a:tab pos="7604759" algn="l"/>
              </a:tabLst>
            </a:pPr>
            <a:r>
              <a:rPr sz="2400" dirty="0">
                <a:latin typeface="Times New Roman"/>
                <a:cs typeface="Times New Roman"/>
              </a:rPr>
              <a:t>frequency	signal	(</a:t>
            </a:r>
            <a:r>
              <a:rPr sz="2400" spc="-15" dirty="0">
                <a:latin typeface="Times New Roman"/>
                <a:cs typeface="Times New Roman"/>
              </a:rPr>
              <a:t>m</a:t>
            </a:r>
            <a:r>
              <a:rPr sz="2400" spc="-5" dirty="0">
                <a:latin typeface="Times New Roman"/>
                <a:cs typeface="Times New Roman"/>
              </a:rPr>
              <a:t>ess</a:t>
            </a:r>
            <a:r>
              <a:rPr sz="2400" dirty="0">
                <a:latin typeface="Times New Roman"/>
                <a:cs typeface="Times New Roman"/>
              </a:rPr>
              <a:t>age	signa</a:t>
            </a:r>
            <a:r>
              <a:rPr sz="2400" spc="-10" dirty="0">
                <a:latin typeface="Times New Roman"/>
                <a:cs typeface="Times New Roman"/>
              </a:rPr>
              <a:t>l</a:t>
            </a:r>
            <a:r>
              <a:rPr sz="2400" dirty="0">
                <a:latin typeface="Times New Roman"/>
                <a:cs typeface="Times New Roman"/>
              </a:rPr>
              <a:t>/</a:t>
            </a:r>
            <a:r>
              <a:rPr sz="2400" spc="-30" dirty="0">
                <a:latin typeface="Times New Roman"/>
                <a:cs typeface="Times New Roman"/>
              </a:rPr>
              <a:t>m</a:t>
            </a:r>
            <a:r>
              <a:rPr sz="2400" dirty="0">
                <a:latin typeface="Times New Roman"/>
                <a:cs typeface="Times New Roman"/>
              </a:rPr>
              <a:t>odulating	sign</a:t>
            </a:r>
            <a:r>
              <a:rPr sz="2400" spc="5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l)	i</a:t>
            </a:r>
            <a:r>
              <a:rPr sz="2400" spc="-5" dirty="0">
                <a:latin typeface="Times New Roman"/>
                <a:cs typeface="Times New Roman"/>
              </a:rPr>
              <a:t>s</a:t>
            </a:r>
            <a:r>
              <a:rPr sz="2400" dirty="0">
                <a:latin typeface="Times New Roman"/>
                <a:cs typeface="Times New Roman"/>
              </a:rPr>
              <a:t>	t</a:t>
            </a:r>
            <a:r>
              <a:rPr sz="2400" spc="5" dirty="0">
                <a:latin typeface="Times New Roman"/>
                <a:cs typeface="Times New Roman"/>
              </a:rPr>
              <a:t>r</a:t>
            </a:r>
            <a:r>
              <a:rPr sz="2400" dirty="0">
                <a:latin typeface="Times New Roman"/>
                <a:cs typeface="Times New Roman"/>
              </a:rPr>
              <a:t>ans</a:t>
            </a:r>
            <a:r>
              <a:rPr sz="2400" spc="-15" dirty="0">
                <a:latin typeface="Times New Roman"/>
                <a:cs typeface="Times New Roman"/>
              </a:rPr>
              <a:t>m</a:t>
            </a: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-10" dirty="0">
                <a:latin typeface="Times New Roman"/>
                <a:cs typeface="Times New Roman"/>
              </a:rPr>
              <a:t>te</a:t>
            </a:r>
            <a:r>
              <a:rPr sz="2400" dirty="0">
                <a:latin typeface="Times New Roman"/>
                <a:cs typeface="Times New Roman"/>
              </a:rPr>
              <a:t>d  without a high frequency signal (carrier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signal).</a:t>
            </a:r>
            <a:endParaRPr sz="2400">
              <a:latin typeface="Times New Roman"/>
              <a:cs typeface="Times New Roman"/>
            </a:endParaRPr>
          </a:p>
          <a:p>
            <a:pPr marL="355600" marR="5080" indent="-342900">
              <a:spcBef>
                <a:spcPts val="1440"/>
              </a:spcBef>
              <a:buSzPct val="125000"/>
              <a:buFont typeface="Wingdings"/>
              <a:buChar char=""/>
              <a:tabLst>
                <a:tab pos="354965" algn="l"/>
                <a:tab pos="355600" algn="l"/>
                <a:tab pos="1097915" algn="l"/>
                <a:tab pos="2010410" algn="l"/>
                <a:tab pos="4071620" algn="l"/>
                <a:tab pos="5199380" algn="l"/>
                <a:tab pos="5603240" algn="l"/>
                <a:tab pos="6515100" algn="l"/>
                <a:tab pos="7052945" algn="l"/>
                <a:tab pos="8536305" algn="l"/>
              </a:tabLst>
            </a:pPr>
            <a:r>
              <a:rPr sz="2400" i="1" dirty="0">
                <a:latin typeface="Times New Roman"/>
                <a:cs typeface="Times New Roman"/>
              </a:rPr>
              <a:t>Exa:	</a:t>
            </a:r>
            <a:r>
              <a:rPr sz="2400" spc="-120" dirty="0">
                <a:latin typeface="Times New Roman"/>
                <a:cs typeface="Times New Roman"/>
              </a:rPr>
              <a:t>W</a:t>
            </a:r>
            <a:r>
              <a:rPr sz="2400" dirty="0">
                <a:latin typeface="Times New Roman"/>
                <a:cs typeface="Times New Roman"/>
              </a:rPr>
              <a:t>i</a:t>
            </a:r>
            <a:r>
              <a:rPr sz="2400" spc="5" dirty="0">
                <a:latin typeface="Times New Roman"/>
                <a:cs typeface="Times New Roman"/>
              </a:rPr>
              <a:t>r</a:t>
            </a:r>
            <a:r>
              <a:rPr sz="2400" dirty="0">
                <a:latin typeface="Times New Roman"/>
                <a:cs typeface="Times New Roman"/>
              </a:rPr>
              <a:t>ed	com</a:t>
            </a:r>
            <a:r>
              <a:rPr sz="2400" spc="-25" dirty="0">
                <a:latin typeface="Times New Roman"/>
                <a:cs typeface="Times New Roman"/>
              </a:rPr>
              <a:t>m</a:t>
            </a:r>
            <a:r>
              <a:rPr sz="2400" dirty="0">
                <a:latin typeface="Times New Roman"/>
                <a:cs typeface="Times New Roman"/>
              </a:rPr>
              <a:t>unic</a:t>
            </a:r>
            <a:r>
              <a:rPr sz="2400" spc="5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tion	</a:t>
            </a:r>
            <a:r>
              <a:rPr sz="2400" spc="-5" dirty="0">
                <a:latin typeface="Times New Roman"/>
                <a:cs typeface="Times New Roman"/>
              </a:rPr>
              <a:t>sy</a:t>
            </a:r>
            <a:r>
              <a:rPr sz="2400" spc="-15" dirty="0">
                <a:latin typeface="Times New Roman"/>
                <a:cs typeface="Times New Roman"/>
              </a:rPr>
              <a:t>s</a:t>
            </a:r>
            <a:r>
              <a:rPr sz="2400" dirty="0">
                <a:latin typeface="Times New Roman"/>
                <a:cs typeface="Times New Roman"/>
              </a:rPr>
              <a:t>te</a:t>
            </a:r>
            <a:r>
              <a:rPr sz="2400" spc="-25" dirty="0">
                <a:latin typeface="Times New Roman"/>
                <a:cs typeface="Times New Roman"/>
              </a:rPr>
              <a:t>m</a:t>
            </a:r>
            <a:r>
              <a:rPr sz="2400" spc="-5" dirty="0">
                <a:latin typeface="Times New Roman"/>
                <a:cs typeface="Times New Roman"/>
              </a:rPr>
              <a:t>s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5" dirty="0">
                <a:latin typeface="Times New Roman"/>
                <a:cs typeface="Times New Roman"/>
              </a:rPr>
              <a:t>i</a:t>
            </a:r>
            <a:r>
              <a:rPr sz="2400" dirty="0">
                <a:latin typeface="Times New Roman"/>
                <a:cs typeface="Times New Roman"/>
              </a:rPr>
              <a:t>n	which	the	tran</a:t>
            </a:r>
            <a:r>
              <a:rPr sz="2400" spc="-10" dirty="0">
                <a:latin typeface="Times New Roman"/>
                <a:cs typeface="Times New Roman"/>
              </a:rPr>
              <a:t>s</a:t>
            </a:r>
            <a:r>
              <a:rPr sz="2400" spc="-20" dirty="0">
                <a:latin typeface="Times New Roman"/>
                <a:cs typeface="Times New Roman"/>
              </a:rPr>
              <a:t>m</a:t>
            </a:r>
            <a:r>
              <a:rPr sz="2400" dirty="0">
                <a:latin typeface="Times New Roman"/>
                <a:cs typeface="Times New Roman"/>
              </a:rPr>
              <a:t>i</a:t>
            </a:r>
            <a:r>
              <a:rPr sz="2400" spc="5" dirty="0">
                <a:latin typeface="Times New Roman"/>
                <a:cs typeface="Times New Roman"/>
              </a:rPr>
              <a:t>t</a:t>
            </a:r>
            <a:r>
              <a:rPr sz="2400" dirty="0">
                <a:latin typeface="Times New Roman"/>
                <a:cs typeface="Times New Roman"/>
              </a:rPr>
              <a:t>ter	a</a:t>
            </a:r>
            <a:r>
              <a:rPr sz="2400" spc="-10" dirty="0">
                <a:latin typeface="Times New Roman"/>
                <a:cs typeface="Times New Roman"/>
              </a:rPr>
              <a:t>n</a:t>
            </a:r>
            <a:r>
              <a:rPr sz="2400" dirty="0">
                <a:latin typeface="Times New Roman"/>
                <a:cs typeface="Times New Roman"/>
              </a:rPr>
              <a:t>d  receiver are directly connected to each other </a:t>
            </a:r>
            <a:r>
              <a:rPr sz="2400" spc="-5" dirty="0">
                <a:latin typeface="Times New Roman"/>
                <a:cs typeface="Times New Roman"/>
              </a:rPr>
              <a:t>as </a:t>
            </a:r>
            <a:r>
              <a:rPr sz="2400" dirty="0">
                <a:latin typeface="Times New Roman"/>
                <a:cs typeface="Times New Roman"/>
              </a:rPr>
              <a:t>in line</a:t>
            </a:r>
            <a:r>
              <a:rPr sz="2400" spc="-17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communication.</a:t>
            </a:r>
            <a:endParaRPr sz="2400">
              <a:latin typeface="Times New Roman"/>
              <a:cs typeface="Times New Roman"/>
            </a:endParaRPr>
          </a:p>
          <a:p>
            <a:pPr marL="12700" marR="5715" algn="just">
              <a:lnSpc>
                <a:spcPct val="101699"/>
              </a:lnSpc>
              <a:spcBef>
                <a:spcPts val="2020"/>
              </a:spcBef>
              <a:buSzPct val="145833"/>
              <a:buFont typeface="Wingdings"/>
              <a:buChar char=""/>
              <a:tabLst>
                <a:tab pos="392430" algn="l"/>
              </a:tabLst>
            </a:pPr>
            <a:r>
              <a:rPr sz="2400" b="1" i="1" spc="-5" dirty="0">
                <a:solidFill>
                  <a:srgbClr val="0000FF"/>
                </a:solidFill>
                <a:latin typeface="Times New Roman"/>
                <a:cs typeface="Times New Roman"/>
              </a:rPr>
              <a:t>Carrier Communication Systems: </a:t>
            </a:r>
            <a:r>
              <a:rPr sz="2400" dirty="0">
                <a:latin typeface="Times New Roman"/>
                <a:cs typeface="Times New Roman"/>
              </a:rPr>
              <a:t>are those in </a:t>
            </a:r>
            <a:r>
              <a:rPr sz="2400" spc="-5" dirty="0">
                <a:latin typeface="Times New Roman"/>
                <a:cs typeface="Times New Roman"/>
              </a:rPr>
              <a:t>which the message  </a:t>
            </a:r>
            <a:r>
              <a:rPr sz="2400" dirty="0">
                <a:latin typeface="Times New Roman"/>
                <a:cs typeface="Times New Roman"/>
              </a:rPr>
              <a:t>signal </a:t>
            </a:r>
            <a:r>
              <a:rPr sz="2400" spc="-5" dirty="0">
                <a:latin typeface="Times New Roman"/>
                <a:cs typeface="Times New Roman"/>
              </a:rPr>
              <a:t>(modulating signal) gets modulated </a:t>
            </a:r>
            <a:r>
              <a:rPr sz="2400" dirty="0">
                <a:latin typeface="Times New Roman"/>
                <a:cs typeface="Times New Roman"/>
              </a:rPr>
              <a:t>by a </a:t>
            </a:r>
            <a:r>
              <a:rPr sz="2400" spc="-5" dirty="0">
                <a:latin typeface="Times New Roman"/>
                <a:cs typeface="Times New Roman"/>
              </a:rPr>
              <a:t>carrier </a:t>
            </a:r>
            <a:r>
              <a:rPr sz="2400" dirty="0">
                <a:latin typeface="Times New Roman"/>
                <a:cs typeface="Times New Roman"/>
              </a:rPr>
              <a:t>signal and then  </a:t>
            </a:r>
            <a:r>
              <a:rPr sz="2400" spc="-5" dirty="0">
                <a:latin typeface="Times New Roman"/>
                <a:cs typeface="Times New Roman"/>
              </a:rPr>
              <a:t>transmitted </a:t>
            </a:r>
            <a:r>
              <a:rPr sz="2400" dirty="0">
                <a:latin typeface="Times New Roman"/>
                <a:cs typeface="Times New Roman"/>
              </a:rPr>
              <a:t>generally over a wireless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medium.</a:t>
            </a:r>
            <a:endParaRPr sz="2400">
              <a:latin typeface="Times New Roman"/>
              <a:cs typeface="Times New Roman"/>
            </a:endParaRPr>
          </a:p>
          <a:p>
            <a:pPr marL="355600" indent="-342900" algn="just">
              <a:spcBef>
                <a:spcPts val="1440"/>
              </a:spcBef>
              <a:buSzPct val="125000"/>
              <a:buFont typeface="Wingdings"/>
              <a:buChar char=""/>
              <a:tabLst>
                <a:tab pos="355600" algn="l"/>
              </a:tabLst>
            </a:pPr>
            <a:r>
              <a:rPr sz="2400" i="1" spc="-5" dirty="0">
                <a:latin typeface="Times New Roman"/>
                <a:cs typeface="Times New Roman"/>
              </a:rPr>
              <a:t>Exa:</a:t>
            </a:r>
            <a:r>
              <a:rPr sz="2400" i="1" spc="1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Radio</a:t>
            </a:r>
            <a:r>
              <a:rPr sz="2400" spc="1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communication,</a:t>
            </a:r>
            <a:r>
              <a:rPr sz="2400" spc="1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mobile</a:t>
            </a:r>
            <a:r>
              <a:rPr sz="2400" spc="114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communication,</a:t>
            </a:r>
            <a:r>
              <a:rPr sz="2400" spc="114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satellite</a:t>
            </a:r>
            <a:endParaRPr sz="2400">
              <a:latin typeface="Times New Roman"/>
              <a:cs typeface="Times New Roman"/>
            </a:endParaRPr>
          </a:p>
          <a:p>
            <a:pPr marL="355600"/>
            <a:r>
              <a:rPr sz="2400" spc="-5" dirty="0">
                <a:latin typeface="Times New Roman"/>
                <a:cs typeface="Times New Roman"/>
              </a:rPr>
              <a:t>communication,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etc.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02739" y="1240282"/>
            <a:ext cx="5755640" cy="10039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indent="-457200">
              <a:spcBef>
                <a:spcPts val="95"/>
              </a:spcBef>
              <a:buFont typeface="Wingdings"/>
              <a:buChar char=""/>
              <a:tabLst>
                <a:tab pos="469265" algn="l"/>
                <a:tab pos="469900" algn="l"/>
              </a:tabLst>
            </a:pPr>
            <a:r>
              <a:rPr sz="2800" spc="-5" dirty="0">
                <a:solidFill>
                  <a:srgbClr val="0000FF"/>
                </a:solidFill>
                <a:latin typeface="Times New Roman"/>
                <a:cs typeface="Times New Roman"/>
              </a:rPr>
              <a:t>Based on Signal</a:t>
            </a:r>
            <a:r>
              <a:rPr sz="2800" spc="-1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0000FF"/>
                </a:solidFill>
                <a:latin typeface="Times New Roman"/>
                <a:cs typeface="Times New Roman"/>
              </a:rPr>
              <a:t>Specification:</a:t>
            </a:r>
            <a:endParaRPr sz="2800">
              <a:latin typeface="Times New Roman"/>
              <a:cs typeface="Times New Roman"/>
            </a:endParaRPr>
          </a:p>
          <a:p>
            <a:pPr marL="391795" indent="-379730">
              <a:spcBef>
                <a:spcPts val="1250"/>
              </a:spcBef>
              <a:buSzPct val="145833"/>
              <a:buFont typeface="Wingdings"/>
              <a:buChar char=""/>
              <a:tabLst>
                <a:tab pos="391795" algn="l"/>
                <a:tab pos="392430" algn="l"/>
                <a:tab pos="1831975" algn="l"/>
                <a:tab pos="4066540" algn="l"/>
                <a:tab pos="5370195" algn="l"/>
              </a:tabLst>
            </a:pPr>
            <a:r>
              <a:rPr sz="2400" b="1" i="1" dirty="0">
                <a:solidFill>
                  <a:srgbClr val="0000FF"/>
                </a:solidFill>
                <a:latin typeface="Times New Roman"/>
                <a:cs typeface="Times New Roman"/>
              </a:rPr>
              <a:t>Baseband	Communica</a:t>
            </a:r>
            <a:r>
              <a:rPr sz="2400" b="1" i="1" spc="-15" dirty="0">
                <a:solidFill>
                  <a:srgbClr val="0000FF"/>
                </a:solidFill>
                <a:latin typeface="Times New Roman"/>
                <a:cs typeface="Times New Roman"/>
              </a:rPr>
              <a:t>t</a:t>
            </a:r>
            <a:r>
              <a:rPr sz="2400" b="1" i="1" spc="-5" dirty="0">
                <a:solidFill>
                  <a:srgbClr val="0000FF"/>
                </a:solidFill>
                <a:latin typeface="Times New Roman"/>
                <a:cs typeface="Times New Roman"/>
              </a:rPr>
              <a:t>ion</a:t>
            </a:r>
            <a:r>
              <a:rPr sz="2400" b="1" i="1" dirty="0">
                <a:solidFill>
                  <a:srgbClr val="0000FF"/>
                </a:solidFill>
                <a:latin typeface="Times New Roman"/>
                <a:cs typeface="Times New Roman"/>
              </a:rPr>
              <a:t>	</a:t>
            </a:r>
            <a:r>
              <a:rPr sz="2400" b="1" i="1" spc="-5" dirty="0">
                <a:solidFill>
                  <a:srgbClr val="0000FF"/>
                </a:solidFill>
                <a:latin typeface="Times New Roman"/>
                <a:cs typeface="Times New Roman"/>
              </a:rPr>
              <a:t>System</a:t>
            </a:r>
            <a:r>
              <a:rPr sz="2400" b="1" i="1" dirty="0">
                <a:solidFill>
                  <a:srgbClr val="0000FF"/>
                </a:solidFill>
                <a:latin typeface="Times New Roman"/>
                <a:cs typeface="Times New Roman"/>
              </a:rPr>
              <a:t>s:	</a:t>
            </a:r>
            <a:r>
              <a:rPr sz="2400" dirty="0">
                <a:latin typeface="Times New Roman"/>
                <a:cs typeface="Times New Roman"/>
              </a:rPr>
              <a:t>are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602739" y="304639"/>
            <a:ext cx="9327532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41275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Communication </a:t>
            </a:r>
            <a:r>
              <a:rPr dirty="0"/>
              <a:t>System </a:t>
            </a:r>
            <a:r>
              <a:rPr spc="-5" dirty="0"/>
              <a:t>Classification</a:t>
            </a:r>
            <a:r>
              <a:rPr spc="55" dirty="0"/>
              <a:t> </a:t>
            </a:r>
            <a:r>
              <a:rPr sz="2400" spc="-5" dirty="0"/>
              <a:t>contd.</a:t>
            </a:r>
            <a:endParaRPr sz="24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D9C85EDA-831C-4AB6-AAAE-78BCBED504F1}"/>
                  </a:ext>
                </a:extLst>
              </p14:cNvPr>
              <p14:cNvContentPartPr/>
              <p14:nvPr/>
            </p14:nvContentPartPr>
            <p14:xfrm>
              <a:off x="2333520" y="2549880"/>
              <a:ext cx="8125200" cy="362124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D9C85EDA-831C-4AB6-AAAE-78BCBED504F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24160" y="2540520"/>
                <a:ext cx="8143920" cy="3639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64791" y="990600"/>
            <a:ext cx="8750808" cy="152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602739" y="1520774"/>
            <a:ext cx="8987790" cy="410625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 algn="just">
              <a:spcBef>
                <a:spcPts val="100"/>
              </a:spcBef>
              <a:buSzPct val="150000"/>
              <a:buFont typeface="Wingdings"/>
              <a:buChar char=""/>
              <a:tabLst>
                <a:tab pos="355600" algn="l"/>
              </a:tabLst>
            </a:pPr>
            <a:r>
              <a:rPr sz="2400" b="1" i="1" spc="-5" dirty="0">
                <a:solidFill>
                  <a:srgbClr val="0000FF"/>
                </a:solidFill>
                <a:latin typeface="Times New Roman"/>
                <a:cs typeface="Times New Roman"/>
              </a:rPr>
              <a:t>Analog Communication </a:t>
            </a:r>
            <a:r>
              <a:rPr sz="2400" b="1" i="1" dirty="0">
                <a:solidFill>
                  <a:srgbClr val="0000FF"/>
                </a:solidFill>
                <a:latin typeface="Times New Roman"/>
                <a:cs typeface="Times New Roman"/>
              </a:rPr>
              <a:t>Systems: </a:t>
            </a:r>
            <a:r>
              <a:rPr sz="2400" dirty="0">
                <a:latin typeface="Times New Roman"/>
                <a:cs typeface="Times New Roman"/>
              </a:rPr>
              <a:t>is the </a:t>
            </a:r>
            <a:r>
              <a:rPr sz="2400" spc="-5" dirty="0">
                <a:latin typeface="Times New Roman"/>
                <a:cs typeface="Times New Roman"/>
              </a:rPr>
              <a:t>communication </a:t>
            </a:r>
            <a:r>
              <a:rPr sz="2400" dirty="0">
                <a:latin typeface="Times New Roman"/>
                <a:cs typeface="Times New Roman"/>
              </a:rPr>
              <a:t>system in  </a:t>
            </a:r>
            <a:r>
              <a:rPr sz="2400" spc="-5" dirty="0">
                <a:latin typeface="Times New Roman"/>
                <a:cs typeface="Times New Roman"/>
              </a:rPr>
              <a:t>which the signal </a:t>
            </a:r>
            <a:r>
              <a:rPr sz="2400" dirty="0">
                <a:latin typeface="Times New Roman"/>
                <a:cs typeface="Times New Roman"/>
              </a:rPr>
              <a:t>to </a:t>
            </a:r>
            <a:r>
              <a:rPr sz="2400" spc="-5" dirty="0">
                <a:latin typeface="Times New Roman"/>
                <a:cs typeface="Times New Roman"/>
              </a:rPr>
              <a:t>be transmitted </a:t>
            </a:r>
            <a:r>
              <a:rPr sz="2400" dirty="0">
                <a:latin typeface="Times New Roman"/>
                <a:cs typeface="Times New Roman"/>
              </a:rPr>
              <a:t>is in </a:t>
            </a:r>
            <a:r>
              <a:rPr sz="2400" b="1" i="1" dirty="0">
                <a:latin typeface="Times New Roman"/>
                <a:cs typeface="Times New Roman"/>
              </a:rPr>
              <a:t>analog-form </a:t>
            </a:r>
            <a:r>
              <a:rPr sz="2400" dirty="0">
                <a:latin typeface="Times New Roman"/>
                <a:cs typeface="Times New Roman"/>
              </a:rPr>
              <a:t>and the </a:t>
            </a:r>
            <a:r>
              <a:rPr sz="2400" spc="-5" dirty="0">
                <a:latin typeface="Times New Roman"/>
                <a:cs typeface="Times New Roman"/>
              </a:rPr>
              <a:t>received  </a:t>
            </a:r>
            <a:r>
              <a:rPr sz="2400" dirty="0">
                <a:latin typeface="Times New Roman"/>
                <a:cs typeface="Times New Roman"/>
              </a:rPr>
              <a:t>signal is also in </a:t>
            </a:r>
            <a:r>
              <a:rPr sz="2400" b="1" i="1" dirty="0">
                <a:latin typeface="Times New Roman"/>
                <a:cs typeface="Times New Roman"/>
              </a:rPr>
              <a:t>analog</a:t>
            </a:r>
            <a:r>
              <a:rPr sz="2400" b="1" i="1" spc="545" dirty="0">
                <a:latin typeface="Times New Roman"/>
                <a:cs typeface="Times New Roman"/>
              </a:rPr>
              <a:t> </a:t>
            </a:r>
            <a:r>
              <a:rPr sz="2400" b="1" i="1" dirty="0">
                <a:latin typeface="Times New Roman"/>
                <a:cs typeface="Times New Roman"/>
              </a:rPr>
              <a:t>form</a:t>
            </a:r>
            <a:r>
              <a:rPr sz="240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>
              <a:spcBef>
                <a:spcPts val="5"/>
              </a:spcBef>
              <a:buChar char=""/>
            </a:pPr>
            <a:endParaRPr sz="2500">
              <a:latin typeface="Times New Roman"/>
              <a:cs typeface="Times New Roman"/>
            </a:endParaRPr>
          </a:p>
          <a:p>
            <a:pPr marL="469900" marR="5080" indent="-457200" algn="just">
              <a:spcBef>
                <a:spcPts val="5"/>
              </a:spcBef>
              <a:buSzPct val="125000"/>
              <a:buFont typeface="Wingdings"/>
              <a:buChar char=""/>
              <a:tabLst>
                <a:tab pos="469900" algn="l"/>
              </a:tabLst>
            </a:pPr>
            <a:r>
              <a:rPr sz="2400" spc="-5" dirty="0">
                <a:latin typeface="Times New Roman"/>
                <a:cs typeface="Times New Roman"/>
              </a:rPr>
              <a:t>Analog signals are sent </a:t>
            </a:r>
            <a:r>
              <a:rPr sz="2400" dirty="0">
                <a:latin typeface="Times New Roman"/>
                <a:cs typeface="Times New Roman"/>
              </a:rPr>
              <a:t>between a </a:t>
            </a:r>
            <a:r>
              <a:rPr sz="2400" spc="-5" dirty="0">
                <a:latin typeface="Times New Roman"/>
                <a:cs typeface="Times New Roman"/>
              </a:rPr>
              <a:t>transmitter and receiver over </a:t>
            </a:r>
            <a:r>
              <a:rPr sz="2400" spc="-10" dirty="0">
                <a:latin typeface="Times New Roman"/>
                <a:cs typeface="Times New Roman"/>
              </a:rPr>
              <a:t>some  </a:t>
            </a:r>
            <a:r>
              <a:rPr sz="2400" dirty="0">
                <a:latin typeface="Times New Roman"/>
                <a:cs typeface="Times New Roman"/>
              </a:rPr>
              <a:t>form </a:t>
            </a:r>
            <a:r>
              <a:rPr sz="2400" spc="5" dirty="0">
                <a:latin typeface="Times New Roman"/>
                <a:cs typeface="Times New Roman"/>
              </a:rPr>
              <a:t>of </a:t>
            </a:r>
            <a:r>
              <a:rPr sz="2400" spc="-5" dirty="0">
                <a:latin typeface="Times New Roman"/>
                <a:cs typeface="Times New Roman"/>
              </a:rPr>
              <a:t>transmission medium </a:t>
            </a:r>
            <a:r>
              <a:rPr sz="2400" dirty="0">
                <a:latin typeface="Times New Roman"/>
                <a:cs typeface="Times New Roman"/>
              </a:rPr>
              <a:t>(wired or </a:t>
            </a:r>
            <a:r>
              <a:rPr sz="2400" spc="-5" dirty="0">
                <a:latin typeface="Times New Roman"/>
                <a:cs typeface="Times New Roman"/>
              </a:rPr>
              <a:t>wireless) after </a:t>
            </a:r>
            <a:r>
              <a:rPr sz="2400" i="1" spc="-5" dirty="0">
                <a:solidFill>
                  <a:srgbClr val="0000FF"/>
                </a:solidFill>
                <a:latin typeface="Times New Roman"/>
                <a:cs typeface="Times New Roman"/>
              </a:rPr>
              <a:t>modulation </a:t>
            </a:r>
            <a:r>
              <a:rPr sz="2400" spc="-10" dirty="0">
                <a:latin typeface="Times New Roman"/>
                <a:cs typeface="Times New Roman"/>
              </a:rPr>
              <a:t>in  </a:t>
            </a:r>
            <a:r>
              <a:rPr sz="2400" dirty="0">
                <a:latin typeface="Times New Roman"/>
                <a:cs typeface="Times New Roman"/>
              </a:rPr>
              <a:t>order to </a:t>
            </a:r>
            <a:r>
              <a:rPr sz="2400" spc="-5" dirty="0">
                <a:latin typeface="Times New Roman"/>
                <a:cs typeface="Times New Roman"/>
              </a:rPr>
              <a:t>avoid signal attenuation that limits </a:t>
            </a: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-5" dirty="0">
                <a:latin typeface="Times New Roman"/>
                <a:cs typeface="Times New Roman"/>
              </a:rPr>
              <a:t>distance between  transmitter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receiver.</a:t>
            </a:r>
            <a:endParaRPr sz="2400">
              <a:latin typeface="Times New Roman"/>
              <a:cs typeface="Times New Roman"/>
            </a:endParaRPr>
          </a:p>
          <a:p>
            <a:pPr>
              <a:spcBef>
                <a:spcPts val="5"/>
              </a:spcBef>
              <a:buChar char=""/>
            </a:pPr>
            <a:endParaRPr sz="2500">
              <a:latin typeface="Times New Roman"/>
              <a:cs typeface="Times New Roman"/>
            </a:endParaRPr>
          </a:p>
          <a:p>
            <a:pPr marL="469900" marR="5080" indent="-457200" algn="just">
              <a:spcBef>
                <a:spcPts val="5"/>
              </a:spcBef>
              <a:buSzPct val="125000"/>
              <a:buFont typeface="Wingdings"/>
              <a:buChar char=""/>
              <a:tabLst>
                <a:tab pos="469900" algn="l"/>
              </a:tabLst>
            </a:pP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-5" dirty="0">
                <a:latin typeface="Times New Roman"/>
                <a:cs typeface="Times New Roman"/>
              </a:rPr>
              <a:t>reverse process </a:t>
            </a:r>
            <a:r>
              <a:rPr sz="2400" dirty="0">
                <a:latin typeface="Times New Roman"/>
                <a:cs typeface="Times New Roman"/>
              </a:rPr>
              <a:t>where </a:t>
            </a:r>
            <a:r>
              <a:rPr sz="2400" spc="-5" dirty="0">
                <a:latin typeface="Times New Roman"/>
                <a:cs typeface="Times New Roman"/>
              </a:rPr>
              <a:t>the received </a:t>
            </a:r>
            <a:r>
              <a:rPr sz="2400" dirty="0">
                <a:latin typeface="Times New Roman"/>
                <a:cs typeface="Times New Roman"/>
              </a:rPr>
              <a:t>signal is transferred back </a:t>
            </a:r>
            <a:r>
              <a:rPr sz="2400" spc="5" dirty="0">
                <a:latin typeface="Times New Roman"/>
                <a:cs typeface="Times New Roman"/>
              </a:rPr>
              <a:t>to  </a:t>
            </a:r>
            <a:r>
              <a:rPr sz="2400" dirty="0">
                <a:latin typeface="Times New Roman"/>
                <a:cs typeface="Times New Roman"/>
              </a:rPr>
              <a:t>its original form is called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i="1" dirty="0">
                <a:solidFill>
                  <a:srgbClr val="0000FF"/>
                </a:solidFill>
                <a:latin typeface="Times New Roman"/>
                <a:cs typeface="Times New Roman"/>
              </a:rPr>
              <a:t>demodulation</a:t>
            </a:r>
            <a:r>
              <a:rPr sz="240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4294967295"/>
          </p:nvPr>
        </p:nvSpPr>
        <p:spPr>
          <a:xfrm>
            <a:off x="10002139" y="6558093"/>
            <a:ext cx="281304" cy="179536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[</a:t>
            </a:r>
            <a:fld id="{81D60167-4931-47E6-BA6A-407CBD079E47}" type="slidenum">
              <a:rPr spc="-5" dirty="0"/>
              <a:pPr marL="12700">
                <a:lnSpc>
                  <a:spcPts val="1425"/>
                </a:lnSpc>
              </a:pPr>
              <a:t>37</a:t>
            </a:fld>
            <a:r>
              <a:rPr dirty="0"/>
              <a:t>]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602739" y="296989"/>
            <a:ext cx="9408275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41275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Communication </a:t>
            </a:r>
            <a:r>
              <a:rPr dirty="0"/>
              <a:t>System </a:t>
            </a:r>
            <a:r>
              <a:rPr spc="-5" dirty="0"/>
              <a:t>Classification</a:t>
            </a:r>
            <a:r>
              <a:rPr spc="55" dirty="0"/>
              <a:t> </a:t>
            </a:r>
            <a:r>
              <a:rPr sz="2400" spc="-5" dirty="0"/>
              <a:t>contd.</a:t>
            </a:r>
            <a:endParaRPr sz="24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393402FE-D9B7-4E5C-A7EE-782DD1316DB7}"/>
                  </a:ext>
                </a:extLst>
              </p14:cNvPr>
              <p14:cNvContentPartPr/>
              <p14:nvPr/>
            </p14:nvContentPartPr>
            <p14:xfrm>
              <a:off x="2304000" y="2284920"/>
              <a:ext cx="7975080" cy="341388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393402FE-D9B7-4E5C-A7EE-782DD1316DB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294640" y="2275560"/>
                <a:ext cx="7993800" cy="3432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64791" y="990600"/>
            <a:ext cx="8750808" cy="152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639926" y="1688084"/>
            <a:ext cx="8988425" cy="3684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3535" algn="just">
              <a:spcBef>
                <a:spcPts val="100"/>
              </a:spcBef>
              <a:buSzPct val="150000"/>
              <a:buFont typeface="Wingdings"/>
              <a:buChar char=""/>
              <a:tabLst>
                <a:tab pos="356235" algn="l"/>
              </a:tabLst>
            </a:pPr>
            <a:r>
              <a:rPr sz="2400" spc="-5" dirty="0">
                <a:solidFill>
                  <a:srgbClr val="0000FF"/>
                </a:solidFill>
                <a:latin typeface="Times New Roman"/>
                <a:cs typeface="Times New Roman"/>
              </a:rPr>
              <a:t>Digital Communication System: </a:t>
            </a:r>
            <a:r>
              <a:rPr sz="2400" dirty="0">
                <a:latin typeface="Times New Roman"/>
                <a:cs typeface="Times New Roman"/>
              </a:rPr>
              <a:t>is a </a:t>
            </a:r>
            <a:r>
              <a:rPr sz="2400" spc="-5" dirty="0">
                <a:latin typeface="Times New Roman"/>
                <a:cs typeface="Times New Roman"/>
              </a:rPr>
              <a:t>communication </a:t>
            </a:r>
            <a:r>
              <a:rPr sz="2400" dirty="0">
                <a:latin typeface="Times New Roman"/>
                <a:cs typeface="Times New Roman"/>
              </a:rPr>
              <a:t>system in which  the </a:t>
            </a:r>
            <a:r>
              <a:rPr sz="2400" spc="-5" dirty="0">
                <a:latin typeface="Times New Roman"/>
                <a:cs typeface="Times New Roman"/>
              </a:rPr>
              <a:t>signal </a:t>
            </a:r>
            <a:r>
              <a:rPr sz="2400" dirty="0">
                <a:latin typeface="Times New Roman"/>
                <a:cs typeface="Times New Roman"/>
              </a:rPr>
              <a:t>to </a:t>
            </a:r>
            <a:r>
              <a:rPr sz="2400" spc="-5" dirty="0">
                <a:latin typeface="Times New Roman"/>
                <a:cs typeface="Times New Roman"/>
              </a:rPr>
              <a:t>be transmitted </a:t>
            </a:r>
            <a:r>
              <a:rPr sz="2400" dirty="0">
                <a:latin typeface="Times New Roman"/>
                <a:cs typeface="Times New Roman"/>
              </a:rPr>
              <a:t>is in </a:t>
            </a:r>
            <a:r>
              <a:rPr sz="2400" spc="-5" dirty="0">
                <a:latin typeface="Times New Roman"/>
                <a:cs typeface="Times New Roman"/>
              </a:rPr>
              <a:t>digital form or </a:t>
            </a:r>
            <a:r>
              <a:rPr sz="2400" spc="-10" dirty="0">
                <a:latin typeface="Times New Roman"/>
                <a:cs typeface="Times New Roman"/>
              </a:rPr>
              <a:t>may </a:t>
            </a:r>
            <a:r>
              <a:rPr sz="2400" spc="-5" dirty="0">
                <a:latin typeface="Times New Roman"/>
                <a:cs typeface="Times New Roman"/>
              </a:rPr>
              <a:t>be </a:t>
            </a:r>
            <a:r>
              <a:rPr sz="2400" dirty="0">
                <a:latin typeface="Times New Roman"/>
                <a:cs typeface="Times New Roman"/>
              </a:rPr>
              <a:t>an encoded  analog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signal.</a:t>
            </a:r>
            <a:endParaRPr sz="2400">
              <a:latin typeface="Times New Roman"/>
              <a:cs typeface="Times New Roman"/>
            </a:endParaRPr>
          </a:p>
          <a:p>
            <a:pPr marL="355600" marR="5080" indent="-343535" algn="just">
              <a:spcBef>
                <a:spcPts val="1440"/>
              </a:spcBef>
              <a:buSzPct val="125000"/>
              <a:buFont typeface="Wingdings"/>
              <a:buChar char=""/>
              <a:tabLst>
                <a:tab pos="356235" algn="l"/>
              </a:tabLst>
            </a:pPr>
            <a:r>
              <a:rPr sz="2400" i="1" spc="-5" dirty="0">
                <a:latin typeface="Times New Roman"/>
                <a:cs typeface="Times New Roman"/>
              </a:rPr>
              <a:t>Digital signals </a:t>
            </a:r>
            <a:r>
              <a:rPr sz="2400" i="1" dirty="0">
                <a:latin typeface="Times New Roman"/>
                <a:cs typeface="Times New Roman"/>
              </a:rPr>
              <a:t>can </a:t>
            </a:r>
            <a:r>
              <a:rPr sz="2400" i="1" spc="-10" dirty="0">
                <a:latin typeface="Times New Roman"/>
                <a:cs typeface="Times New Roman"/>
              </a:rPr>
              <a:t>be propagated </a:t>
            </a:r>
            <a:r>
              <a:rPr sz="2400" i="1" spc="-15" dirty="0">
                <a:latin typeface="Times New Roman"/>
                <a:cs typeface="Times New Roman"/>
              </a:rPr>
              <a:t>through </a:t>
            </a:r>
            <a:r>
              <a:rPr sz="2400" i="1" dirty="0">
                <a:latin typeface="Times New Roman"/>
                <a:cs typeface="Times New Roman"/>
              </a:rPr>
              <a:t>a </a:t>
            </a:r>
            <a:r>
              <a:rPr sz="2400" i="1" spc="-5" dirty="0">
                <a:latin typeface="Times New Roman"/>
                <a:cs typeface="Times New Roman"/>
              </a:rPr>
              <a:t>limited distance only</a:t>
            </a:r>
            <a:r>
              <a:rPr sz="2400" spc="-5" dirty="0">
                <a:latin typeface="Times New Roman"/>
                <a:cs typeface="Times New Roman"/>
              </a:rPr>
              <a:t>,  </a:t>
            </a:r>
            <a:r>
              <a:rPr sz="2400" dirty="0">
                <a:latin typeface="Times New Roman"/>
                <a:cs typeface="Times New Roman"/>
              </a:rPr>
              <a:t>otherwise higher signal </a:t>
            </a:r>
            <a:r>
              <a:rPr sz="2400" spc="-5" dirty="0">
                <a:latin typeface="Times New Roman"/>
                <a:cs typeface="Times New Roman"/>
              </a:rPr>
              <a:t>attenuation </a:t>
            </a:r>
            <a:r>
              <a:rPr sz="2400" dirty="0">
                <a:latin typeface="Times New Roman"/>
                <a:cs typeface="Times New Roman"/>
              </a:rPr>
              <a:t>can introduce unacceptable</a:t>
            </a:r>
            <a:r>
              <a:rPr sz="2400" spc="-1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errors.</a:t>
            </a:r>
            <a:endParaRPr sz="2400">
              <a:latin typeface="Times New Roman"/>
              <a:cs typeface="Times New Roman"/>
            </a:endParaRPr>
          </a:p>
          <a:p>
            <a:pPr marL="355600" marR="5715" indent="-343535" algn="just">
              <a:spcBef>
                <a:spcPts val="1445"/>
              </a:spcBef>
              <a:buSzPct val="125000"/>
              <a:buFont typeface="Wingdings"/>
              <a:buChar char=""/>
              <a:tabLst>
                <a:tab pos="356235" algn="l"/>
              </a:tabLst>
            </a:pPr>
            <a:r>
              <a:rPr sz="2400" spc="-5" dirty="0">
                <a:latin typeface="Times New Roman"/>
                <a:cs typeface="Times New Roman"/>
              </a:rPr>
              <a:t>A </a:t>
            </a:r>
            <a:r>
              <a:rPr sz="2400" spc="-10" dirty="0">
                <a:latin typeface="Times New Roman"/>
                <a:cs typeface="Times New Roman"/>
              </a:rPr>
              <a:t>large </a:t>
            </a:r>
            <a:r>
              <a:rPr sz="2400" spc="-5" dirty="0">
                <a:latin typeface="Times New Roman"/>
                <a:cs typeface="Times New Roman"/>
              </a:rPr>
              <a:t>distance transmission </a:t>
            </a:r>
            <a:r>
              <a:rPr sz="2400" dirty="0">
                <a:latin typeface="Times New Roman"/>
                <a:cs typeface="Times New Roman"/>
              </a:rPr>
              <a:t>is </a:t>
            </a:r>
            <a:r>
              <a:rPr sz="2400" spc="-5" dirty="0">
                <a:latin typeface="Times New Roman"/>
                <a:cs typeface="Times New Roman"/>
              </a:rPr>
              <a:t>possible, only </a:t>
            </a:r>
            <a:r>
              <a:rPr sz="2400" dirty="0">
                <a:latin typeface="Times New Roman"/>
                <a:cs typeface="Times New Roman"/>
              </a:rPr>
              <a:t>if </a:t>
            </a:r>
            <a:r>
              <a:rPr sz="2400" spc="-5" dirty="0">
                <a:latin typeface="Times New Roman"/>
                <a:cs typeface="Times New Roman"/>
              </a:rPr>
              <a:t>at appropriate  intervals, </a:t>
            </a:r>
            <a:r>
              <a:rPr sz="2400" spc="-10" dirty="0">
                <a:latin typeface="Times New Roman"/>
                <a:cs typeface="Times New Roman"/>
              </a:rPr>
              <a:t>digital </a:t>
            </a:r>
            <a:r>
              <a:rPr sz="2400" spc="-5" dirty="0">
                <a:latin typeface="Times New Roman"/>
                <a:cs typeface="Times New Roman"/>
              </a:rPr>
              <a:t>repeaters </a:t>
            </a:r>
            <a:r>
              <a:rPr sz="2400" dirty="0">
                <a:latin typeface="Times New Roman"/>
                <a:cs typeface="Times New Roman"/>
              </a:rPr>
              <a:t>are used in </a:t>
            </a:r>
            <a:r>
              <a:rPr sz="2400" spc="-10" dirty="0">
                <a:latin typeface="Times New Roman"/>
                <a:cs typeface="Times New Roman"/>
              </a:rPr>
              <a:t>digital </a:t>
            </a:r>
            <a:r>
              <a:rPr sz="2400" spc="-5" dirty="0">
                <a:latin typeface="Times New Roman"/>
                <a:cs typeface="Times New Roman"/>
              </a:rPr>
              <a:t>transmission </a:t>
            </a:r>
            <a:r>
              <a:rPr sz="2400" dirty="0">
                <a:latin typeface="Times New Roman"/>
                <a:cs typeface="Times New Roman"/>
              </a:rPr>
              <a:t>system </a:t>
            </a:r>
            <a:r>
              <a:rPr sz="2400" spc="5" dirty="0">
                <a:latin typeface="Times New Roman"/>
                <a:cs typeface="Times New Roman"/>
              </a:rPr>
              <a:t>to  </a:t>
            </a:r>
            <a:r>
              <a:rPr sz="2400" spc="-5" dirty="0">
                <a:latin typeface="Times New Roman"/>
                <a:cs typeface="Times New Roman"/>
              </a:rPr>
              <a:t>minimize the </a:t>
            </a:r>
            <a:r>
              <a:rPr sz="2400" dirty="0">
                <a:latin typeface="Times New Roman"/>
                <a:cs typeface="Times New Roman"/>
              </a:rPr>
              <a:t>signal </a:t>
            </a:r>
            <a:r>
              <a:rPr sz="2400" spc="-5" dirty="0">
                <a:latin typeface="Times New Roman"/>
                <a:cs typeface="Times New Roman"/>
              </a:rPr>
              <a:t>attenuation </a:t>
            </a:r>
            <a:r>
              <a:rPr sz="2400" dirty="0">
                <a:latin typeface="Times New Roman"/>
                <a:cs typeface="Times New Roman"/>
              </a:rPr>
              <a:t>and </a:t>
            </a:r>
            <a:r>
              <a:rPr sz="2400" spc="-5" dirty="0">
                <a:latin typeface="Times New Roman"/>
                <a:cs typeface="Times New Roman"/>
              </a:rPr>
              <a:t>distortion i.e., </a:t>
            </a:r>
            <a:r>
              <a:rPr sz="2400" i="1" dirty="0">
                <a:latin typeface="Times New Roman"/>
                <a:cs typeface="Times New Roman"/>
              </a:rPr>
              <a:t>channel </a:t>
            </a:r>
            <a:r>
              <a:rPr sz="2400" i="1" spc="-5" dirty="0">
                <a:latin typeface="Times New Roman"/>
                <a:cs typeface="Times New Roman"/>
              </a:rPr>
              <a:t>noise </a:t>
            </a:r>
            <a:r>
              <a:rPr sz="2400" i="1" dirty="0">
                <a:latin typeface="Times New Roman"/>
                <a:cs typeface="Times New Roman"/>
              </a:rPr>
              <a:t>is </a:t>
            </a:r>
            <a:r>
              <a:rPr sz="2400" i="1" spc="-5" dirty="0">
                <a:latin typeface="Times New Roman"/>
                <a:cs typeface="Times New Roman"/>
              </a:rPr>
              <a:t>not  </a:t>
            </a:r>
            <a:r>
              <a:rPr sz="2400" i="1" dirty="0">
                <a:latin typeface="Times New Roman"/>
                <a:cs typeface="Times New Roman"/>
              </a:rPr>
              <a:t>cumulative</a:t>
            </a:r>
            <a:r>
              <a:rPr sz="240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4294967295"/>
          </p:nvPr>
        </p:nvSpPr>
        <p:spPr>
          <a:xfrm>
            <a:off x="10002139" y="6558093"/>
            <a:ext cx="281304" cy="179536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[</a:t>
            </a:r>
            <a:fld id="{81D60167-4931-47E6-BA6A-407CBD079E47}" type="slidenum">
              <a:rPr spc="-5" dirty="0"/>
              <a:pPr marL="12700">
                <a:lnSpc>
                  <a:spcPts val="1425"/>
                </a:lnSpc>
              </a:pPr>
              <a:t>38</a:t>
            </a:fld>
            <a:r>
              <a:rPr dirty="0"/>
              <a:t>]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764791" y="300668"/>
            <a:ext cx="9419901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41275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Communication </a:t>
            </a:r>
            <a:r>
              <a:rPr dirty="0"/>
              <a:t>System </a:t>
            </a:r>
            <a:r>
              <a:rPr spc="-5" dirty="0"/>
              <a:t>Classification</a:t>
            </a:r>
            <a:r>
              <a:rPr spc="55" dirty="0"/>
              <a:t> </a:t>
            </a:r>
            <a:r>
              <a:rPr sz="2400" spc="-5" dirty="0"/>
              <a:t>contd.</a:t>
            </a:r>
            <a:endParaRPr sz="24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FB11AC84-E479-4AA3-9D67-7B198BD48844}"/>
                  </a:ext>
                </a:extLst>
              </p14:cNvPr>
              <p14:cNvContentPartPr/>
              <p14:nvPr/>
            </p14:nvContentPartPr>
            <p14:xfrm>
              <a:off x="2394720" y="2423520"/>
              <a:ext cx="8164080" cy="297252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FB11AC84-E479-4AA3-9D67-7B198BD4884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85360" y="2414160"/>
                <a:ext cx="8182800" cy="29912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64791" y="990600"/>
            <a:ext cx="8750808" cy="152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660395" y="304257"/>
            <a:ext cx="6536228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Modes </a:t>
            </a:r>
            <a:r>
              <a:rPr dirty="0"/>
              <a:t>of</a:t>
            </a:r>
            <a:r>
              <a:rPr spc="-25" dirty="0"/>
              <a:t> </a:t>
            </a:r>
            <a:r>
              <a:rPr spc="-5" dirty="0"/>
              <a:t>Communication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4294967295"/>
          </p:nvPr>
        </p:nvSpPr>
        <p:spPr>
          <a:xfrm>
            <a:off x="10002139" y="6558093"/>
            <a:ext cx="281304" cy="179536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[</a:t>
            </a:r>
            <a:fld id="{81D60167-4931-47E6-BA6A-407CBD079E47}" type="slidenum">
              <a:rPr spc="-5" dirty="0"/>
              <a:pPr marL="12700">
                <a:lnSpc>
                  <a:spcPts val="1425"/>
                </a:lnSpc>
              </a:pPr>
              <a:t>39</a:t>
            </a:fld>
            <a:r>
              <a:rPr dirty="0"/>
              <a:t>]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602739" y="1375664"/>
            <a:ext cx="8449310" cy="387734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indent="-457200">
              <a:spcBef>
                <a:spcPts val="95"/>
              </a:spcBef>
              <a:buFont typeface="Wingdings"/>
              <a:buChar char=""/>
              <a:tabLst>
                <a:tab pos="469265" algn="l"/>
                <a:tab pos="469900" algn="l"/>
              </a:tabLst>
            </a:pPr>
            <a:r>
              <a:rPr sz="2800" spc="-5" dirty="0">
                <a:solidFill>
                  <a:srgbClr val="0000FF"/>
                </a:solidFill>
                <a:latin typeface="Times New Roman"/>
                <a:cs typeface="Times New Roman"/>
              </a:rPr>
              <a:t>Mode of Communication:</a:t>
            </a:r>
            <a:endParaRPr sz="2800">
              <a:latin typeface="Times New Roman"/>
              <a:cs typeface="Times New Roman"/>
            </a:endParaRPr>
          </a:p>
          <a:p>
            <a:pPr>
              <a:spcBef>
                <a:spcPts val="20"/>
              </a:spcBef>
            </a:pPr>
            <a:endParaRPr sz="2550">
              <a:latin typeface="Times New Roman"/>
              <a:cs typeface="Times New Roman"/>
            </a:endParaRPr>
          </a:p>
          <a:p>
            <a:pPr marL="355600" marR="5080" indent="-342900">
              <a:spcBef>
                <a:spcPts val="5"/>
              </a:spcBef>
              <a:buSzPct val="125000"/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400" spc="-15" dirty="0">
                <a:latin typeface="Times New Roman"/>
                <a:cs typeface="Times New Roman"/>
              </a:rPr>
              <a:t>Essentially, </a:t>
            </a:r>
            <a:r>
              <a:rPr sz="2400" dirty="0">
                <a:latin typeface="Times New Roman"/>
                <a:cs typeface="Times New Roman"/>
              </a:rPr>
              <a:t>there are </a:t>
            </a:r>
            <a:r>
              <a:rPr sz="2400" b="1" i="1" spc="-5" dirty="0">
                <a:latin typeface="Times New Roman"/>
                <a:cs typeface="Times New Roman"/>
              </a:rPr>
              <a:t>Three </a:t>
            </a:r>
            <a:r>
              <a:rPr sz="2400" dirty="0">
                <a:latin typeface="Times New Roman"/>
                <a:cs typeface="Times New Roman"/>
              </a:rPr>
              <a:t>distinct </a:t>
            </a:r>
            <a:r>
              <a:rPr sz="2400" spc="-5" dirty="0">
                <a:latin typeface="Times New Roman"/>
                <a:cs typeface="Times New Roman"/>
              </a:rPr>
              <a:t>modes </a:t>
            </a:r>
            <a:r>
              <a:rPr sz="2400" dirty="0">
                <a:latin typeface="Times New Roman"/>
                <a:cs typeface="Times New Roman"/>
              </a:rPr>
              <a:t>of </a:t>
            </a:r>
            <a:r>
              <a:rPr sz="2400" spc="-5" dirty="0">
                <a:latin typeface="Times New Roman"/>
                <a:cs typeface="Times New Roman"/>
              </a:rPr>
              <a:t>transmission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any  </a:t>
            </a:r>
            <a:r>
              <a:rPr sz="2400" spc="-5" dirty="0">
                <a:latin typeface="Times New Roman"/>
                <a:cs typeface="Times New Roman"/>
              </a:rPr>
              <a:t>communication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link.</a:t>
            </a:r>
            <a:endParaRPr sz="2400">
              <a:latin typeface="Times New Roman"/>
              <a:cs typeface="Times New Roman"/>
            </a:endParaRPr>
          </a:p>
          <a:p>
            <a:pPr>
              <a:spcBef>
                <a:spcPts val="50"/>
              </a:spcBef>
              <a:buFont typeface="Wingdings"/>
              <a:buChar char=""/>
            </a:pPr>
            <a:endParaRPr sz="2850">
              <a:latin typeface="Times New Roman"/>
              <a:cs typeface="Times New Roman"/>
            </a:endParaRPr>
          </a:p>
          <a:p>
            <a:pPr marL="1727200" lvl="1" indent="-457834">
              <a:buClr>
                <a:srgbClr val="0000FF"/>
              </a:buClr>
              <a:buSzPct val="125000"/>
              <a:buFont typeface="Wingdings"/>
              <a:buChar char=""/>
              <a:tabLst>
                <a:tab pos="1727200" algn="l"/>
                <a:tab pos="1727835" algn="l"/>
              </a:tabLst>
            </a:pPr>
            <a:r>
              <a:rPr sz="2400" spc="-5" dirty="0">
                <a:latin typeface="Times New Roman"/>
                <a:cs typeface="Times New Roman"/>
              </a:rPr>
              <a:t>Simplex </a:t>
            </a:r>
            <a:r>
              <a:rPr sz="2400" dirty="0">
                <a:latin typeface="Times New Roman"/>
                <a:cs typeface="Times New Roman"/>
              </a:rPr>
              <a:t>Mode of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Communication</a:t>
            </a:r>
            <a:endParaRPr sz="2400">
              <a:latin typeface="Times New Roman"/>
              <a:cs typeface="Times New Roman"/>
            </a:endParaRPr>
          </a:p>
          <a:p>
            <a:pPr marL="1727200" lvl="1" indent="-457834">
              <a:spcBef>
                <a:spcPts val="2885"/>
              </a:spcBef>
              <a:buClr>
                <a:srgbClr val="0000FF"/>
              </a:buClr>
              <a:buSzPct val="125000"/>
              <a:buFont typeface="Wingdings"/>
              <a:buChar char=""/>
              <a:tabLst>
                <a:tab pos="1727200" algn="l"/>
                <a:tab pos="1727835" algn="l"/>
              </a:tabLst>
            </a:pPr>
            <a:r>
              <a:rPr sz="2400" spc="-5" dirty="0">
                <a:latin typeface="Times New Roman"/>
                <a:cs typeface="Times New Roman"/>
              </a:rPr>
              <a:t>Half-duplex </a:t>
            </a:r>
            <a:r>
              <a:rPr sz="2400" dirty="0">
                <a:latin typeface="Times New Roman"/>
                <a:cs typeface="Times New Roman"/>
              </a:rPr>
              <a:t>Mode of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Communication</a:t>
            </a:r>
            <a:endParaRPr sz="2400">
              <a:latin typeface="Times New Roman"/>
              <a:cs typeface="Times New Roman"/>
            </a:endParaRPr>
          </a:p>
          <a:p>
            <a:pPr marL="1727200" lvl="1" indent="-457834">
              <a:spcBef>
                <a:spcPts val="2880"/>
              </a:spcBef>
              <a:buClr>
                <a:srgbClr val="0000FF"/>
              </a:buClr>
              <a:buSzPct val="125000"/>
              <a:buFont typeface="Wingdings"/>
              <a:buChar char=""/>
              <a:tabLst>
                <a:tab pos="1727200" algn="l"/>
                <a:tab pos="1727835" algn="l"/>
              </a:tabLst>
            </a:pPr>
            <a:r>
              <a:rPr sz="2400" dirty="0">
                <a:latin typeface="Times New Roman"/>
                <a:cs typeface="Times New Roman"/>
              </a:rPr>
              <a:t>Full-duplex Mode of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Communication</a:t>
            </a:r>
            <a:endParaRPr sz="2400">
              <a:latin typeface="Times New Roman"/>
              <a:cs typeface="Times New Roman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86F00954-6E63-42D7-B304-25ED81A7D998}"/>
                  </a:ext>
                </a:extLst>
              </p14:cNvPr>
              <p14:cNvContentPartPr/>
              <p14:nvPr/>
            </p14:nvContentPartPr>
            <p14:xfrm>
              <a:off x="5361840" y="3819600"/>
              <a:ext cx="360" cy="3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86F00954-6E63-42D7-B304-25ED81A7D99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352480" y="3810240"/>
                <a:ext cx="19080" cy="19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64791" y="990600"/>
            <a:ext cx="8750808" cy="152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4294967295"/>
          </p:nvPr>
        </p:nvSpPr>
        <p:spPr>
          <a:xfrm>
            <a:off x="10002139" y="6558093"/>
            <a:ext cx="281304" cy="179536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[</a:t>
            </a:r>
            <a:fld id="{81D60167-4931-47E6-BA6A-407CBD079E47}" type="slidenum">
              <a:rPr spc="-5" dirty="0"/>
              <a:pPr marL="12700">
                <a:lnSpc>
                  <a:spcPts val="1425"/>
                </a:lnSpc>
              </a:pPr>
              <a:t>40</a:t>
            </a:fld>
            <a:r>
              <a:rPr dirty="0"/>
              <a:t>]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050793" y="304257"/>
            <a:ext cx="7464805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Modes </a:t>
            </a:r>
            <a:r>
              <a:rPr dirty="0"/>
              <a:t>of </a:t>
            </a:r>
            <a:r>
              <a:rPr spc="-5" dirty="0"/>
              <a:t>Communication</a:t>
            </a:r>
            <a:r>
              <a:rPr spc="-10" dirty="0"/>
              <a:t> </a:t>
            </a:r>
            <a:r>
              <a:rPr sz="2400" dirty="0"/>
              <a:t>contd.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584195" y="5597754"/>
            <a:ext cx="518477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 indent="-457200">
              <a:spcBef>
                <a:spcPts val="100"/>
              </a:spcBef>
              <a:buSzPct val="125000"/>
              <a:buFont typeface="Wingdings"/>
              <a:buChar char=""/>
              <a:tabLst>
                <a:tab pos="469265" algn="l"/>
                <a:tab pos="469900" algn="l"/>
              </a:tabLst>
            </a:pPr>
            <a:r>
              <a:rPr sz="2400" spc="-20" dirty="0">
                <a:latin typeface="Times New Roman"/>
                <a:cs typeface="Times New Roman"/>
              </a:rPr>
              <a:t>Walkie-talkie </a:t>
            </a:r>
            <a:r>
              <a:rPr sz="2400" dirty="0">
                <a:latin typeface="Times New Roman"/>
                <a:cs typeface="Times New Roman"/>
              </a:rPr>
              <a:t>radio sets used by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police  and </a:t>
            </a:r>
            <a:r>
              <a:rPr sz="2400" spc="-5" dirty="0">
                <a:latin typeface="Times New Roman"/>
                <a:cs typeface="Times New Roman"/>
              </a:rPr>
              <a:t>para-military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services.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44142" y="5509971"/>
            <a:ext cx="13125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i="1" spc="-5" dirty="0">
                <a:latin typeface="Times New Roman"/>
                <a:cs typeface="Times New Roman"/>
              </a:rPr>
              <a:t>Examples: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02739" y="1164081"/>
            <a:ext cx="8989060" cy="4264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indent="-457200">
              <a:spcBef>
                <a:spcPts val="95"/>
              </a:spcBef>
              <a:buFont typeface="Wingdings"/>
              <a:buChar char=""/>
              <a:tabLst>
                <a:tab pos="469265" algn="l"/>
                <a:tab pos="469900" algn="l"/>
              </a:tabLst>
            </a:pPr>
            <a:r>
              <a:rPr sz="2800" spc="-5" dirty="0">
                <a:solidFill>
                  <a:srgbClr val="0000FF"/>
                </a:solidFill>
                <a:latin typeface="Times New Roman"/>
                <a:cs typeface="Times New Roman"/>
              </a:rPr>
              <a:t>Simplex Mode </a:t>
            </a:r>
            <a:r>
              <a:rPr sz="2800" dirty="0">
                <a:solidFill>
                  <a:srgbClr val="0000FF"/>
                </a:solidFill>
                <a:latin typeface="Times New Roman"/>
                <a:cs typeface="Times New Roman"/>
              </a:rPr>
              <a:t>of</a:t>
            </a:r>
            <a:r>
              <a:rPr sz="2800" spc="-1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0000FF"/>
                </a:solidFill>
                <a:latin typeface="Times New Roman"/>
                <a:cs typeface="Times New Roman"/>
              </a:rPr>
              <a:t>Communication:</a:t>
            </a:r>
            <a:endParaRPr sz="2800">
              <a:latin typeface="Times New Roman"/>
              <a:cs typeface="Times New Roman"/>
            </a:endParaRPr>
          </a:p>
          <a:p>
            <a:pPr marL="355600" marR="5080" indent="-342900">
              <a:spcBef>
                <a:spcPts val="500"/>
              </a:spcBef>
              <a:buSzPct val="125000"/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In </a:t>
            </a:r>
            <a:r>
              <a:rPr sz="2400" spc="-5" dirty="0">
                <a:latin typeface="Times New Roman"/>
                <a:cs typeface="Times New Roman"/>
              </a:rPr>
              <a:t>simplex mode </a:t>
            </a:r>
            <a:r>
              <a:rPr sz="2400" spc="5" dirty="0">
                <a:latin typeface="Times New Roman"/>
                <a:cs typeface="Times New Roman"/>
              </a:rPr>
              <a:t>of </a:t>
            </a:r>
            <a:r>
              <a:rPr sz="2400" spc="-5" dirty="0">
                <a:latin typeface="Times New Roman"/>
                <a:cs typeface="Times New Roman"/>
              </a:rPr>
              <a:t>communication, </a:t>
            </a: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-5" dirty="0">
                <a:latin typeface="Times New Roman"/>
                <a:cs typeface="Times New Roman"/>
              </a:rPr>
              <a:t>information </a:t>
            </a:r>
            <a:r>
              <a:rPr sz="2400" dirty="0">
                <a:latin typeface="Times New Roman"/>
                <a:cs typeface="Times New Roman"/>
              </a:rPr>
              <a:t>can be sent </a:t>
            </a:r>
            <a:r>
              <a:rPr sz="2400" spc="5" dirty="0">
                <a:latin typeface="Times New Roman"/>
                <a:cs typeface="Times New Roman"/>
              </a:rPr>
              <a:t>in  </a:t>
            </a:r>
            <a:r>
              <a:rPr sz="2400" dirty="0">
                <a:latin typeface="Times New Roman"/>
                <a:cs typeface="Times New Roman"/>
              </a:rPr>
              <a:t>only one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direction.</a:t>
            </a:r>
            <a:endParaRPr sz="2400">
              <a:latin typeface="Times New Roman"/>
              <a:cs typeface="Times New Roman"/>
            </a:endParaRPr>
          </a:p>
          <a:p>
            <a:pPr marL="254000">
              <a:lnSpc>
                <a:spcPts val="3180"/>
              </a:lnSpc>
              <a:tabLst>
                <a:tab pos="2222500" algn="l"/>
                <a:tab pos="2679700" algn="l"/>
              </a:tabLst>
            </a:pPr>
            <a:r>
              <a:rPr sz="2400" i="1" spc="-5" dirty="0">
                <a:latin typeface="Times New Roman"/>
                <a:cs typeface="Times New Roman"/>
              </a:rPr>
              <a:t>Examples:	</a:t>
            </a:r>
            <a:r>
              <a:rPr sz="3000" spc="-5" dirty="0">
                <a:latin typeface="Wingdings"/>
                <a:cs typeface="Wingdings"/>
              </a:rPr>
              <a:t></a:t>
            </a:r>
            <a:r>
              <a:rPr sz="3000" spc="-5" dirty="0">
                <a:latin typeface="Times New Roman"/>
                <a:cs typeface="Times New Roman"/>
              </a:rPr>
              <a:t>	</a:t>
            </a:r>
            <a:r>
              <a:rPr sz="2400" spc="-5" dirty="0">
                <a:latin typeface="Times New Roman"/>
                <a:cs typeface="Times New Roman"/>
              </a:rPr>
              <a:t>AM/FM </a:t>
            </a:r>
            <a:r>
              <a:rPr sz="2400" dirty="0">
                <a:latin typeface="Times New Roman"/>
                <a:cs typeface="Times New Roman"/>
              </a:rPr>
              <a:t>Broadcast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Radio</a:t>
            </a:r>
            <a:endParaRPr sz="2400">
              <a:latin typeface="Times New Roman"/>
              <a:cs typeface="Times New Roman"/>
            </a:endParaRPr>
          </a:p>
          <a:p>
            <a:pPr marL="2680335" lvl="1" indent="-457834">
              <a:lnSpc>
                <a:spcPts val="2820"/>
              </a:lnSpc>
              <a:buSzPct val="125000"/>
              <a:buFont typeface="Wingdings"/>
              <a:buChar char=""/>
              <a:tabLst>
                <a:tab pos="2679700" algn="l"/>
                <a:tab pos="2680335" algn="l"/>
              </a:tabLst>
            </a:pPr>
            <a:r>
              <a:rPr sz="2400" spc="-5" dirty="0">
                <a:latin typeface="Times New Roman"/>
                <a:cs typeface="Times New Roman"/>
              </a:rPr>
              <a:t>TV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broadcasting</a:t>
            </a:r>
            <a:endParaRPr sz="2400">
              <a:latin typeface="Times New Roman"/>
              <a:cs typeface="Times New Roman"/>
            </a:endParaRPr>
          </a:p>
          <a:p>
            <a:pPr marL="2756535" lvl="1" indent="-534035">
              <a:buSzPct val="125000"/>
              <a:buFont typeface="Wingdings"/>
              <a:buChar char=""/>
              <a:tabLst>
                <a:tab pos="2755900" algn="l"/>
                <a:tab pos="2756535" algn="l"/>
              </a:tabLst>
            </a:pPr>
            <a:r>
              <a:rPr sz="2400" dirty="0">
                <a:latin typeface="Times New Roman"/>
                <a:cs typeface="Times New Roman"/>
              </a:rPr>
              <a:t>Cable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TV</a:t>
            </a:r>
            <a:endParaRPr sz="2400">
              <a:latin typeface="Times New Roman"/>
              <a:cs typeface="Times New Roman"/>
            </a:endParaRPr>
          </a:p>
          <a:p>
            <a:pPr marL="2680335" lvl="1" indent="-457834">
              <a:buSzPct val="125000"/>
              <a:buFont typeface="Wingdings"/>
              <a:buChar char=""/>
              <a:tabLst>
                <a:tab pos="2679700" algn="l"/>
                <a:tab pos="2680335" algn="l"/>
              </a:tabLst>
            </a:pPr>
            <a:r>
              <a:rPr sz="2400" dirty="0">
                <a:latin typeface="Times New Roman"/>
                <a:cs typeface="Times New Roman"/>
              </a:rPr>
              <a:t>Pager and Radio</a:t>
            </a:r>
            <a:r>
              <a:rPr sz="2400" spc="-15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Astronomy</a:t>
            </a:r>
            <a:endParaRPr sz="2400">
              <a:latin typeface="Times New Roman"/>
              <a:cs typeface="Times New Roman"/>
            </a:endParaRPr>
          </a:p>
          <a:p>
            <a:pPr marL="469900" indent="-457200">
              <a:spcBef>
                <a:spcPts val="2025"/>
              </a:spcBef>
              <a:buFont typeface="Wingdings"/>
              <a:buChar char=""/>
              <a:tabLst>
                <a:tab pos="469265" algn="l"/>
                <a:tab pos="469900" algn="l"/>
              </a:tabLst>
            </a:pPr>
            <a:r>
              <a:rPr sz="2800" spc="-5" dirty="0">
                <a:solidFill>
                  <a:srgbClr val="0000FF"/>
                </a:solidFill>
                <a:latin typeface="Times New Roman"/>
                <a:cs typeface="Times New Roman"/>
              </a:rPr>
              <a:t>Half Duplex Mode of</a:t>
            </a:r>
            <a:r>
              <a:rPr sz="280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0000FF"/>
                </a:solidFill>
                <a:latin typeface="Times New Roman"/>
                <a:cs typeface="Times New Roman"/>
              </a:rPr>
              <a:t>Communication:</a:t>
            </a:r>
            <a:endParaRPr sz="2800">
              <a:latin typeface="Times New Roman"/>
              <a:cs typeface="Times New Roman"/>
            </a:endParaRPr>
          </a:p>
          <a:p>
            <a:pPr marL="355600" indent="-342900">
              <a:spcBef>
                <a:spcPts val="855"/>
              </a:spcBef>
              <a:buSzPct val="125000"/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In </a:t>
            </a:r>
            <a:r>
              <a:rPr sz="2400" spc="-5" dirty="0">
                <a:latin typeface="Times New Roman"/>
                <a:cs typeface="Times New Roman"/>
              </a:rPr>
              <a:t>half-duplex mode of communication, the information can be sent</a:t>
            </a:r>
            <a:r>
              <a:rPr sz="2400" spc="4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endParaRPr sz="2400">
              <a:latin typeface="Times New Roman"/>
              <a:cs typeface="Times New Roman"/>
            </a:endParaRPr>
          </a:p>
          <a:p>
            <a:pPr marL="355600">
              <a:spcBef>
                <a:spcPts val="5"/>
              </a:spcBef>
            </a:pPr>
            <a:r>
              <a:rPr sz="2400" dirty="0">
                <a:latin typeface="Times New Roman"/>
                <a:cs typeface="Times New Roman"/>
              </a:rPr>
              <a:t>both directions but in one direction only at a</a:t>
            </a:r>
            <a:r>
              <a:rPr sz="2400" spc="-114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time.</a:t>
            </a:r>
            <a:endParaRPr sz="2400">
              <a:latin typeface="Times New Roman"/>
              <a:cs typeface="Times New Roman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9686B40B-5EE3-4412-80FC-5862D996BCA4}"/>
                  </a:ext>
                </a:extLst>
              </p14:cNvPr>
              <p14:cNvContentPartPr/>
              <p14:nvPr/>
            </p14:nvContentPartPr>
            <p14:xfrm>
              <a:off x="2052720" y="2003040"/>
              <a:ext cx="7928640" cy="395100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9686B40B-5EE3-4412-80FC-5862D996BCA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043360" y="1993680"/>
                <a:ext cx="7947360" cy="39697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64791" y="990600"/>
            <a:ext cx="8750808" cy="152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803775" y="3299282"/>
            <a:ext cx="4174490" cy="2586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indent="-457200">
              <a:spcBef>
                <a:spcPts val="100"/>
              </a:spcBef>
              <a:buFont typeface="Wingdings"/>
              <a:buChar char=""/>
              <a:tabLst>
                <a:tab pos="469265" algn="l"/>
                <a:tab pos="469900" algn="l"/>
              </a:tabLst>
            </a:pPr>
            <a:r>
              <a:rPr sz="2400" dirty="0">
                <a:latin typeface="Times New Roman"/>
                <a:cs typeface="Times New Roman"/>
              </a:rPr>
              <a:t>Landline telephone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calls</a:t>
            </a:r>
            <a:endParaRPr sz="2400">
              <a:latin typeface="Times New Roman"/>
              <a:cs typeface="Times New Roman"/>
            </a:endParaRPr>
          </a:p>
          <a:p>
            <a:pPr marL="539750" indent="-527685">
              <a:spcBef>
                <a:spcPts val="5"/>
              </a:spcBef>
              <a:buFont typeface="Wingdings"/>
              <a:buChar char=""/>
              <a:tabLst>
                <a:tab pos="539750" algn="l"/>
                <a:tab pos="540385" algn="l"/>
              </a:tabLst>
            </a:pPr>
            <a:r>
              <a:rPr sz="2400" spc="-30" dirty="0">
                <a:latin typeface="Times New Roman"/>
                <a:cs typeface="Times New Roman"/>
              </a:rPr>
              <a:t>Two-way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radio</a:t>
            </a:r>
            <a:endParaRPr sz="2400">
              <a:latin typeface="Times New Roman"/>
              <a:cs typeface="Times New Roman"/>
            </a:endParaRPr>
          </a:p>
          <a:p>
            <a:pPr marL="546100" indent="-533400">
              <a:buFont typeface="Wingdings"/>
              <a:buChar char=""/>
              <a:tabLst>
                <a:tab pos="545465" algn="l"/>
                <a:tab pos="546100" algn="l"/>
              </a:tabLst>
            </a:pPr>
            <a:r>
              <a:rPr sz="2400" dirty="0">
                <a:latin typeface="Times New Roman"/>
                <a:cs typeface="Times New Roman"/>
              </a:rPr>
              <a:t>Cellular </a:t>
            </a:r>
            <a:r>
              <a:rPr sz="2400" spc="-5" dirty="0">
                <a:latin typeface="Times New Roman"/>
                <a:cs typeface="Times New Roman"/>
              </a:rPr>
              <a:t>communication</a:t>
            </a:r>
            <a:r>
              <a:rPr sz="2400" spc="-1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links</a:t>
            </a:r>
            <a:endParaRPr sz="2400">
              <a:latin typeface="Times New Roman"/>
              <a:cs typeface="Times New Roman"/>
            </a:endParaRPr>
          </a:p>
          <a:p>
            <a:pPr marL="546100" indent="-533400">
              <a:buFont typeface="Wingdings"/>
              <a:buChar char=""/>
              <a:tabLst>
                <a:tab pos="545465" algn="l"/>
                <a:tab pos="546100" algn="l"/>
              </a:tabLst>
            </a:pPr>
            <a:r>
              <a:rPr sz="2400" dirty="0">
                <a:latin typeface="Times New Roman"/>
                <a:cs typeface="Times New Roman"/>
              </a:rPr>
              <a:t>Radar</a:t>
            </a:r>
            <a:endParaRPr sz="2400">
              <a:latin typeface="Times New Roman"/>
              <a:cs typeface="Times New Roman"/>
            </a:endParaRPr>
          </a:p>
          <a:p>
            <a:pPr marL="546100" indent="-533400">
              <a:buFont typeface="Wingdings"/>
              <a:buChar char=""/>
              <a:tabLst>
                <a:tab pos="545465" algn="l"/>
                <a:tab pos="546100" algn="l"/>
              </a:tabLst>
            </a:pPr>
            <a:r>
              <a:rPr sz="2400" dirty="0">
                <a:latin typeface="Times New Roman"/>
                <a:cs typeface="Times New Roman"/>
              </a:rPr>
              <a:t>Satellite</a:t>
            </a:r>
            <a:endParaRPr sz="2400">
              <a:latin typeface="Times New Roman"/>
              <a:cs typeface="Times New Roman"/>
            </a:endParaRPr>
          </a:p>
          <a:p>
            <a:pPr marL="546100" indent="-533400">
              <a:buFont typeface="Wingdings"/>
              <a:buChar char=""/>
              <a:tabLst>
                <a:tab pos="545465" algn="l"/>
                <a:tab pos="546100" algn="l"/>
              </a:tabLst>
            </a:pP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communication</a:t>
            </a:r>
            <a:endParaRPr sz="2400">
              <a:latin typeface="Times New Roman"/>
              <a:cs typeface="Times New Roman"/>
            </a:endParaRPr>
          </a:p>
          <a:p>
            <a:pPr marL="546100" indent="-533400">
              <a:buFont typeface="Wingdings"/>
              <a:buChar char=""/>
              <a:tabLst>
                <a:tab pos="545465" algn="l"/>
                <a:tab pos="546100" algn="l"/>
              </a:tabLst>
            </a:pPr>
            <a:r>
              <a:rPr sz="2400" spc="-5" dirty="0">
                <a:latin typeface="Times New Roman"/>
                <a:cs typeface="Times New Roman"/>
              </a:rPr>
              <a:t>LANs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63242" y="4366641"/>
            <a:ext cx="12960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i="1" spc="-5" dirty="0">
                <a:latin typeface="Times New Roman"/>
                <a:cs typeface="Times New Roman"/>
              </a:rPr>
              <a:t>Example</a:t>
            </a: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400" spc="-5" dirty="0"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867911" y="3381971"/>
            <a:ext cx="704850" cy="2463800"/>
          </a:xfrm>
          <a:custGeom>
            <a:avLst/>
            <a:gdLst/>
            <a:ahLst/>
            <a:cxnLst/>
            <a:rect l="l" t="t" r="r" b="b"/>
            <a:pathLst>
              <a:path w="704850" h="2463800">
                <a:moveTo>
                  <a:pt x="589928" y="2432117"/>
                </a:moveTo>
                <a:lnTo>
                  <a:pt x="588899" y="2463799"/>
                </a:lnTo>
                <a:lnTo>
                  <a:pt x="646874" y="2438399"/>
                </a:lnTo>
                <a:lnTo>
                  <a:pt x="608838" y="2438399"/>
                </a:lnTo>
                <a:lnTo>
                  <a:pt x="589928" y="2432117"/>
                </a:lnTo>
                <a:close/>
              </a:path>
              <a:path w="704850" h="2463800">
                <a:moveTo>
                  <a:pt x="591171" y="2393882"/>
                </a:moveTo>
                <a:lnTo>
                  <a:pt x="589928" y="2432117"/>
                </a:lnTo>
                <a:lnTo>
                  <a:pt x="608838" y="2438399"/>
                </a:lnTo>
                <a:lnTo>
                  <a:pt x="610488" y="2400299"/>
                </a:lnTo>
                <a:lnTo>
                  <a:pt x="591171" y="2393882"/>
                </a:lnTo>
                <a:close/>
              </a:path>
              <a:path w="704850" h="2463800">
                <a:moveTo>
                  <a:pt x="592201" y="2362199"/>
                </a:moveTo>
                <a:lnTo>
                  <a:pt x="591171" y="2393882"/>
                </a:lnTo>
                <a:lnTo>
                  <a:pt x="610488" y="2400299"/>
                </a:lnTo>
                <a:lnTo>
                  <a:pt x="608838" y="2438399"/>
                </a:lnTo>
                <a:lnTo>
                  <a:pt x="646874" y="2438399"/>
                </a:lnTo>
                <a:lnTo>
                  <a:pt x="704850" y="2412999"/>
                </a:lnTo>
                <a:lnTo>
                  <a:pt x="592201" y="2362199"/>
                </a:lnTo>
                <a:close/>
              </a:path>
              <a:path w="704850" h="2463800">
                <a:moveTo>
                  <a:pt x="572262" y="2387599"/>
                </a:moveTo>
                <a:lnTo>
                  <a:pt x="368807" y="2387599"/>
                </a:lnTo>
                <a:lnTo>
                  <a:pt x="375412" y="2400299"/>
                </a:lnTo>
                <a:lnTo>
                  <a:pt x="398018" y="2400299"/>
                </a:lnTo>
                <a:lnTo>
                  <a:pt x="406654" y="2412999"/>
                </a:lnTo>
                <a:lnTo>
                  <a:pt x="459613" y="2412999"/>
                </a:lnTo>
                <a:lnTo>
                  <a:pt x="484377" y="2425699"/>
                </a:lnTo>
                <a:lnTo>
                  <a:pt x="570611" y="2425699"/>
                </a:lnTo>
                <a:lnTo>
                  <a:pt x="589928" y="2432117"/>
                </a:lnTo>
                <a:lnTo>
                  <a:pt x="591171" y="2393882"/>
                </a:lnTo>
                <a:lnTo>
                  <a:pt x="572262" y="2387599"/>
                </a:lnTo>
                <a:close/>
              </a:path>
              <a:path w="704850" h="2463800">
                <a:moveTo>
                  <a:pt x="465200" y="2374899"/>
                </a:moveTo>
                <a:lnTo>
                  <a:pt x="352044" y="2374899"/>
                </a:lnTo>
                <a:lnTo>
                  <a:pt x="353060" y="2387599"/>
                </a:lnTo>
                <a:lnTo>
                  <a:pt x="489076" y="2387599"/>
                </a:lnTo>
                <a:lnTo>
                  <a:pt x="465200" y="2374899"/>
                </a:lnTo>
                <a:close/>
              </a:path>
              <a:path w="704850" h="2463800">
                <a:moveTo>
                  <a:pt x="408686" y="2362199"/>
                </a:moveTo>
                <a:lnTo>
                  <a:pt x="343915" y="2362199"/>
                </a:lnTo>
                <a:lnTo>
                  <a:pt x="344424" y="2374899"/>
                </a:lnTo>
                <a:lnTo>
                  <a:pt x="416432" y="2374899"/>
                </a:lnTo>
                <a:lnTo>
                  <a:pt x="408686" y="2362199"/>
                </a:lnTo>
                <a:close/>
              </a:path>
              <a:path w="704850" h="2463800">
                <a:moveTo>
                  <a:pt x="381000" y="1295399"/>
                </a:moveTo>
                <a:lnTo>
                  <a:pt x="342900" y="1295399"/>
                </a:lnTo>
                <a:lnTo>
                  <a:pt x="342900" y="2362199"/>
                </a:lnTo>
                <a:lnTo>
                  <a:pt x="381000" y="2362199"/>
                </a:lnTo>
                <a:lnTo>
                  <a:pt x="380449" y="2357966"/>
                </a:lnTo>
                <a:lnTo>
                  <a:pt x="378587" y="2349499"/>
                </a:lnTo>
                <a:lnTo>
                  <a:pt x="381000" y="2349499"/>
                </a:lnTo>
                <a:lnTo>
                  <a:pt x="381000" y="1295399"/>
                </a:lnTo>
                <a:close/>
              </a:path>
              <a:path w="704850" h="2463800">
                <a:moveTo>
                  <a:pt x="380449" y="2357966"/>
                </a:moveTo>
                <a:lnTo>
                  <a:pt x="381000" y="2362199"/>
                </a:lnTo>
                <a:lnTo>
                  <a:pt x="380682" y="2359025"/>
                </a:lnTo>
                <a:lnTo>
                  <a:pt x="380449" y="2357966"/>
                </a:lnTo>
                <a:close/>
              </a:path>
              <a:path w="704850" h="2463800">
                <a:moveTo>
                  <a:pt x="380682" y="2359025"/>
                </a:moveTo>
                <a:lnTo>
                  <a:pt x="381000" y="2362199"/>
                </a:lnTo>
                <a:lnTo>
                  <a:pt x="380915" y="2360083"/>
                </a:lnTo>
                <a:lnTo>
                  <a:pt x="380682" y="2359025"/>
                </a:lnTo>
                <a:close/>
              </a:path>
              <a:path w="704850" h="2463800">
                <a:moveTo>
                  <a:pt x="381101" y="2360930"/>
                </a:moveTo>
                <a:lnTo>
                  <a:pt x="381254" y="2362199"/>
                </a:lnTo>
                <a:lnTo>
                  <a:pt x="381101" y="2360930"/>
                </a:lnTo>
                <a:close/>
              </a:path>
              <a:path w="704850" h="2463800">
                <a:moveTo>
                  <a:pt x="381000" y="2359818"/>
                </a:moveTo>
                <a:lnTo>
                  <a:pt x="381101" y="2360930"/>
                </a:lnTo>
                <a:lnTo>
                  <a:pt x="381381" y="2362199"/>
                </a:lnTo>
                <a:lnTo>
                  <a:pt x="381000" y="2359818"/>
                </a:lnTo>
                <a:close/>
              </a:path>
              <a:path w="704850" h="2463800">
                <a:moveTo>
                  <a:pt x="381000" y="2354438"/>
                </a:moveTo>
                <a:lnTo>
                  <a:pt x="381103" y="2360468"/>
                </a:lnTo>
                <a:lnTo>
                  <a:pt x="381381" y="2362199"/>
                </a:lnTo>
                <a:lnTo>
                  <a:pt x="382396" y="2362199"/>
                </a:lnTo>
                <a:lnTo>
                  <a:pt x="381000" y="2354438"/>
                </a:lnTo>
                <a:close/>
              </a:path>
              <a:path w="704850" h="2463800">
                <a:moveTo>
                  <a:pt x="380364" y="2355849"/>
                </a:moveTo>
                <a:lnTo>
                  <a:pt x="380682" y="2359025"/>
                </a:lnTo>
                <a:lnTo>
                  <a:pt x="381000" y="2360468"/>
                </a:lnTo>
                <a:lnTo>
                  <a:pt x="380873" y="2359025"/>
                </a:lnTo>
                <a:lnTo>
                  <a:pt x="380364" y="2355849"/>
                </a:lnTo>
                <a:close/>
              </a:path>
              <a:path w="704850" h="2463800">
                <a:moveTo>
                  <a:pt x="380111" y="2349499"/>
                </a:moveTo>
                <a:lnTo>
                  <a:pt x="379730" y="2349499"/>
                </a:lnTo>
                <a:lnTo>
                  <a:pt x="380873" y="2359025"/>
                </a:lnTo>
                <a:lnTo>
                  <a:pt x="381000" y="2359818"/>
                </a:lnTo>
                <a:lnTo>
                  <a:pt x="381000" y="2354438"/>
                </a:lnTo>
                <a:lnTo>
                  <a:pt x="380111" y="2349499"/>
                </a:lnTo>
                <a:close/>
              </a:path>
              <a:path w="704850" h="2463800">
                <a:moveTo>
                  <a:pt x="379349" y="2349499"/>
                </a:moveTo>
                <a:lnTo>
                  <a:pt x="380449" y="2357966"/>
                </a:lnTo>
                <a:lnTo>
                  <a:pt x="380682" y="2359025"/>
                </a:lnTo>
                <a:lnTo>
                  <a:pt x="380364" y="2355849"/>
                </a:lnTo>
                <a:lnTo>
                  <a:pt x="379349" y="2349499"/>
                </a:lnTo>
                <a:close/>
              </a:path>
              <a:path w="704850" h="2463800">
                <a:moveTo>
                  <a:pt x="379730" y="2349499"/>
                </a:moveTo>
                <a:lnTo>
                  <a:pt x="380364" y="2355849"/>
                </a:lnTo>
                <a:lnTo>
                  <a:pt x="380873" y="2359025"/>
                </a:lnTo>
                <a:lnTo>
                  <a:pt x="379730" y="2349499"/>
                </a:lnTo>
                <a:close/>
              </a:path>
              <a:path w="704850" h="2463800">
                <a:moveTo>
                  <a:pt x="379349" y="2349499"/>
                </a:moveTo>
                <a:lnTo>
                  <a:pt x="378587" y="2349499"/>
                </a:lnTo>
                <a:lnTo>
                  <a:pt x="380449" y="2357966"/>
                </a:lnTo>
                <a:lnTo>
                  <a:pt x="379349" y="2349499"/>
                </a:lnTo>
                <a:close/>
              </a:path>
              <a:path w="704850" h="2463800">
                <a:moveTo>
                  <a:pt x="379730" y="2349499"/>
                </a:moveTo>
                <a:lnTo>
                  <a:pt x="379349" y="2349499"/>
                </a:lnTo>
                <a:lnTo>
                  <a:pt x="380364" y="2355849"/>
                </a:lnTo>
                <a:lnTo>
                  <a:pt x="379730" y="2349499"/>
                </a:lnTo>
                <a:close/>
              </a:path>
              <a:path w="704850" h="2463800">
                <a:moveTo>
                  <a:pt x="381000" y="2349499"/>
                </a:moveTo>
                <a:lnTo>
                  <a:pt x="380111" y="2349499"/>
                </a:lnTo>
                <a:lnTo>
                  <a:pt x="381000" y="2354438"/>
                </a:lnTo>
                <a:lnTo>
                  <a:pt x="381000" y="2349499"/>
                </a:lnTo>
                <a:close/>
              </a:path>
              <a:path w="704850" h="2463800">
                <a:moveTo>
                  <a:pt x="380238" y="1282699"/>
                </a:moveTo>
                <a:lnTo>
                  <a:pt x="327660" y="1282699"/>
                </a:lnTo>
                <a:lnTo>
                  <a:pt x="332613" y="1295399"/>
                </a:lnTo>
                <a:lnTo>
                  <a:pt x="380745" y="1295399"/>
                </a:lnTo>
                <a:lnTo>
                  <a:pt x="380238" y="1282699"/>
                </a:lnTo>
                <a:close/>
              </a:path>
              <a:path w="704850" h="2463800">
                <a:moveTo>
                  <a:pt x="376300" y="1269999"/>
                </a:moveTo>
                <a:lnTo>
                  <a:pt x="279654" y="1269999"/>
                </a:lnTo>
                <a:lnTo>
                  <a:pt x="289432" y="1282699"/>
                </a:lnTo>
                <a:lnTo>
                  <a:pt x="376936" y="1282699"/>
                </a:lnTo>
                <a:lnTo>
                  <a:pt x="376300" y="1269999"/>
                </a:lnTo>
                <a:close/>
              </a:path>
              <a:path w="704850" h="2463800">
                <a:moveTo>
                  <a:pt x="362331" y="1257299"/>
                </a:moveTo>
                <a:lnTo>
                  <a:pt x="180594" y="1257299"/>
                </a:lnTo>
                <a:lnTo>
                  <a:pt x="208406" y="1269999"/>
                </a:lnTo>
                <a:lnTo>
                  <a:pt x="368045" y="1269999"/>
                </a:lnTo>
                <a:lnTo>
                  <a:pt x="362331" y="1257299"/>
                </a:lnTo>
                <a:close/>
              </a:path>
              <a:path w="704850" h="2463800">
                <a:moveTo>
                  <a:pt x="19176" y="1219199"/>
                </a:moveTo>
                <a:lnTo>
                  <a:pt x="5508" y="1219199"/>
                </a:lnTo>
                <a:lnTo>
                  <a:pt x="1474" y="1231899"/>
                </a:lnTo>
                <a:lnTo>
                  <a:pt x="0" y="1231899"/>
                </a:lnTo>
                <a:lnTo>
                  <a:pt x="1474" y="1244599"/>
                </a:lnTo>
                <a:lnTo>
                  <a:pt x="5508" y="1244599"/>
                </a:lnTo>
                <a:lnTo>
                  <a:pt x="11519" y="1257299"/>
                </a:lnTo>
                <a:lnTo>
                  <a:pt x="19176" y="1257299"/>
                </a:lnTo>
                <a:lnTo>
                  <a:pt x="19176" y="1219199"/>
                </a:lnTo>
                <a:close/>
              </a:path>
              <a:path w="704850" h="2463800">
                <a:moveTo>
                  <a:pt x="184404" y="1219199"/>
                </a:moveTo>
                <a:lnTo>
                  <a:pt x="19176" y="1219199"/>
                </a:lnTo>
                <a:lnTo>
                  <a:pt x="19176" y="1257299"/>
                </a:lnTo>
                <a:lnTo>
                  <a:pt x="121919" y="1257299"/>
                </a:lnTo>
                <a:lnTo>
                  <a:pt x="153796" y="1244599"/>
                </a:lnTo>
                <a:lnTo>
                  <a:pt x="239521" y="1244599"/>
                </a:lnTo>
                <a:lnTo>
                  <a:pt x="264413" y="1231899"/>
                </a:lnTo>
                <a:lnTo>
                  <a:pt x="213232" y="1231899"/>
                </a:lnTo>
                <a:lnTo>
                  <a:pt x="184404" y="1219199"/>
                </a:lnTo>
                <a:close/>
              </a:path>
              <a:path w="704850" h="2463800">
                <a:moveTo>
                  <a:pt x="334771" y="1244599"/>
                </a:moveTo>
                <a:lnTo>
                  <a:pt x="153796" y="1244599"/>
                </a:lnTo>
                <a:lnTo>
                  <a:pt x="121919" y="1257299"/>
                </a:lnTo>
                <a:lnTo>
                  <a:pt x="342264" y="1257299"/>
                </a:lnTo>
                <a:lnTo>
                  <a:pt x="334771" y="1244599"/>
                </a:lnTo>
                <a:close/>
              </a:path>
              <a:path w="704850" h="2463800">
                <a:moveTo>
                  <a:pt x="287655" y="1231899"/>
                </a:moveTo>
                <a:lnTo>
                  <a:pt x="264413" y="1231899"/>
                </a:lnTo>
                <a:lnTo>
                  <a:pt x="239521" y="1244599"/>
                </a:lnTo>
                <a:lnTo>
                  <a:pt x="298323" y="1244599"/>
                </a:lnTo>
                <a:lnTo>
                  <a:pt x="287655" y="1231899"/>
                </a:lnTo>
                <a:close/>
              </a:path>
              <a:path w="704850" h="2463800">
                <a:moveTo>
                  <a:pt x="325881" y="1219199"/>
                </a:moveTo>
                <a:lnTo>
                  <a:pt x="184404" y="1219199"/>
                </a:lnTo>
                <a:lnTo>
                  <a:pt x="213232" y="1231899"/>
                </a:lnTo>
                <a:lnTo>
                  <a:pt x="317245" y="1231899"/>
                </a:lnTo>
                <a:lnTo>
                  <a:pt x="325881" y="1219199"/>
                </a:lnTo>
                <a:close/>
              </a:path>
              <a:path w="704850" h="2463800">
                <a:moveTo>
                  <a:pt x="355092" y="1206499"/>
                </a:moveTo>
                <a:lnTo>
                  <a:pt x="151383" y="1206499"/>
                </a:lnTo>
                <a:lnTo>
                  <a:pt x="120268" y="1219199"/>
                </a:lnTo>
                <a:lnTo>
                  <a:pt x="348488" y="1219199"/>
                </a:lnTo>
                <a:lnTo>
                  <a:pt x="355092" y="1206499"/>
                </a:lnTo>
                <a:close/>
              </a:path>
              <a:path w="704850" h="2463800">
                <a:moveTo>
                  <a:pt x="371856" y="1193799"/>
                </a:moveTo>
                <a:lnTo>
                  <a:pt x="258699" y="1193799"/>
                </a:lnTo>
                <a:lnTo>
                  <a:pt x="234823" y="1206499"/>
                </a:lnTo>
                <a:lnTo>
                  <a:pt x="366140" y="1206499"/>
                </a:lnTo>
                <a:lnTo>
                  <a:pt x="371856" y="1193799"/>
                </a:lnTo>
                <a:close/>
              </a:path>
              <a:path w="704850" h="2463800">
                <a:moveTo>
                  <a:pt x="379983" y="1181099"/>
                </a:moveTo>
                <a:lnTo>
                  <a:pt x="315340" y="1181099"/>
                </a:lnTo>
                <a:lnTo>
                  <a:pt x="307467" y="1193799"/>
                </a:lnTo>
                <a:lnTo>
                  <a:pt x="379475" y="1193799"/>
                </a:lnTo>
                <a:lnTo>
                  <a:pt x="379983" y="1181099"/>
                </a:lnTo>
                <a:close/>
              </a:path>
              <a:path w="704850" h="2463800">
                <a:moveTo>
                  <a:pt x="342900" y="1173338"/>
                </a:moveTo>
                <a:lnTo>
                  <a:pt x="341502" y="1181099"/>
                </a:lnTo>
                <a:lnTo>
                  <a:pt x="342519" y="1181099"/>
                </a:lnTo>
                <a:lnTo>
                  <a:pt x="342796" y="1179368"/>
                </a:lnTo>
                <a:lnTo>
                  <a:pt x="342900" y="1173338"/>
                </a:lnTo>
                <a:close/>
              </a:path>
              <a:path w="704850" h="2463800">
                <a:moveTo>
                  <a:pt x="342900" y="1178718"/>
                </a:moveTo>
                <a:lnTo>
                  <a:pt x="342519" y="1181099"/>
                </a:lnTo>
                <a:lnTo>
                  <a:pt x="342798" y="1179830"/>
                </a:lnTo>
                <a:lnTo>
                  <a:pt x="342900" y="1178718"/>
                </a:lnTo>
                <a:close/>
              </a:path>
              <a:path w="704850" h="2463800">
                <a:moveTo>
                  <a:pt x="342798" y="1179830"/>
                </a:moveTo>
                <a:lnTo>
                  <a:pt x="342519" y="1181099"/>
                </a:lnTo>
                <a:lnTo>
                  <a:pt x="342798" y="1179830"/>
                </a:lnTo>
                <a:close/>
              </a:path>
              <a:path w="704850" h="2463800">
                <a:moveTo>
                  <a:pt x="343217" y="1177925"/>
                </a:moveTo>
                <a:lnTo>
                  <a:pt x="342984" y="1178983"/>
                </a:lnTo>
                <a:lnTo>
                  <a:pt x="342900" y="1181099"/>
                </a:lnTo>
                <a:lnTo>
                  <a:pt x="343217" y="1177925"/>
                </a:lnTo>
                <a:close/>
              </a:path>
              <a:path w="704850" h="2463800">
                <a:moveTo>
                  <a:pt x="343450" y="1176866"/>
                </a:moveTo>
                <a:lnTo>
                  <a:pt x="343217" y="1177925"/>
                </a:lnTo>
                <a:lnTo>
                  <a:pt x="342900" y="1181099"/>
                </a:lnTo>
                <a:lnTo>
                  <a:pt x="343450" y="1176866"/>
                </a:lnTo>
                <a:close/>
              </a:path>
              <a:path w="704850" h="2463800">
                <a:moveTo>
                  <a:pt x="381000" y="1168399"/>
                </a:moveTo>
                <a:lnTo>
                  <a:pt x="345313" y="1168399"/>
                </a:lnTo>
                <a:lnTo>
                  <a:pt x="343450" y="1176866"/>
                </a:lnTo>
                <a:lnTo>
                  <a:pt x="342900" y="1181099"/>
                </a:lnTo>
                <a:lnTo>
                  <a:pt x="381000" y="1181099"/>
                </a:lnTo>
                <a:lnTo>
                  <a:pt x="381000" y="1168399"/>
                </a:lnTo>
                <a:close/>
              </a:path>
              <a:path w="704850" h="2463800">
                <a:moveTo>
                  <a:pt x="343535" y="1174749"/>
                </a:moveTo>
                <a:lnTo>
                  <a:pt x="343026" y="1177925"/>
                </a:lnTo>
                <a:lnTo>
                  <a:pt x="342900" y="1179368"/>
                </a:lnTo>
                <a:lnTo>
                  <a:pt x="343217" y="1177925"/>
                </a:lnTo>
                <a:lnTo>
                  <a:pt x="343535" y="1174749"/>
                </a:lnTo>
                <a:close/>
              </a:path>
              <a:path w="704850" h="2463800">
                <a:moveTo>
                  <a:pt x="344169" y="1168399"/>
                </a:moveTo>
                <a:lnTo>
                  <a:pt x="343788" y="1168399"/>
                </a:lnTo>
                <a:lnTo>
                  <a:pt x="342900" y="1173338"/>
                </a:lnTo>
                <a:lnTo>
                  <a:pt x="342900" y="1178718"/>
                </a:lnTo>
                <a:lnTo>
                  <a:pt x="343026" y="1177925"/>
                </a:lnTo>
                <a:lnTo>
                  <a:pt x="344169" y="1168399"/>
                </a:lnTo>
                <a:close/>
              </a:path>
              <a:path w="704850" h="2463800">
                <a:moveTo>
                  <a:pt x="344169" y="1168399"/>
                </a:moveTo>
                <a:lnTo>
                  <a:pt x="343026" y="1177925"/>
                </a:lnTo>
                <a:lnTo>
                  <a:pt x="343535" y="1174749"/>
                </a:lnTo>
                <a:lnTo>
                  <a:pt x="344169" y="1168399"/>
                </a:lnTo>
                <a:close/>
              </a:path>
              <a:path w="704850" h="2463800">
                <a:moveTo>
                  <a:pt x="344550" y="1168399"/>
                </a:moveTo>
                <a:lnTo>
                  <a:pt x="343535" y="1174749"/>
                </a:lnTo>
                <a:lnTo>
                  <a:pt x="343217" y="1177925"/>
                </a:lnTo>
                <a:lnTo>
                  <a:pt x="343450" y="1176866"/>
                </a:lnTo>
                <a:lnTo>
                  <a:pt x="344550" y="1168399"/>
                </a:lnTo>
                <a:close/>
              </a:path>
              <a:path w="704850" h="2463800">
                <a:moveTo>
                  <a:pt x="345313" y="1168399"/>
                </a:moveTo>
                <a:lnTo>
                  <a:pt x="344550" y="1168399"/>
                </a:lnTo>
                <a:lnTo>
                  <a:pt x="343450" y="1176866"/>
                </a:lnTo>
                <a:lnTo>
                  <a:pt x="345313" y="1168399"/>
                </a:lnTo>
                <a:close/>
              </a:path>
              <a:path w="704850" h="2463800">
                <a:moveTo>
                  <a:pt x="344550" y="1168399"/>
                </a:moveTo>
                <a:lnTo>
                  <a:pt x="344169" y="1168399"/>
                </a:lnTo>
                <a:lnTo>
                  <a:pt x="343535" y="1174749"/>
                </a:lnTo>
                <a:lnTo>
                  <a:pt x="344550" y="1168399"/>
                </a:lnTo>
                <a:close/>
              </a:path>
              <a:path w="704850" h="2463800">
                <a:moveTo>
                  <a:pt x="381000" y="114300"/>
                </a:moveTo>
                <a:lnTo>
                  <a:pt x="342900" y="114300"/>
                </a:lnTo>
                <a:lnTo>
                  <a:pt x="342900" y="1173338"/>
                </a:lnTo>
                <a:lnTo>
                  <a:pt x="343788" y="1168399"/>
                </a:lnTo>
                <a:lnTo>
                  <a:pt x="381000" y="1168399"/>
                </a:lnTo>
                <a:lnTo>
                  <a:pt x="381000" y="114300"/>
                </a:lnTo>
                <a:close/>
              </a:path>
              <a:path w="704850" h="2463800">
                <a:moveTo>
                  <a:pt x="396239" y="101600"/>
                </a:moveTo>
                <a:lnTo>
                  <a:pt x="343662" y="101600"/>
                </a:lnTo>
                <a:lnTo>
                  <a:pt x="343154" y="114300"/>
                </a:lnTo>
                <a:lnTo>
                  <a:pt x="391287" y="114300"/>
                </a:lnTo>
                <a:lnTo>
                  <a:pt x="396239" y="101600"/>
                </a:lnTo>
                <a:close/>
              </a:path>
              <a:path w="704850" h="2463800">
                <a:moveTo>
                  <a:pt x="588899" y="0"/>
                </a:moveTo>
                <a:lnTo>
                  <a:pt x="592201" y="114300"/>
                </a:lnTo>
                <a:lnTo>
                  <a:pt x="659790" y="76200"/>
                </a:lnTo>
                <a:lnTo>
                  <a:pt x="610488" y="76200"/>
                </a:lnTo>
                <a:lnTo>
                  <a:pt x="608838" y="38100"/>
                </a:lnTo>
                <a:lnTo>
                  <a:pt x="675862" y="38100"/>
                </a:lnTo>
                <a:lnTo>
                  <a:pt x="588899" y="0"/>
                </a:lnTo>
                <a:close/>
              </a:path>
              <a:path w="704850" h="2463800">
                <a:moveTo>
                  <a:pt x="444245" y="88900"/>
                </a:moveTo>
                <a:lnTo>
                  <a:pt x="347599" y="88900"/>
                </a:lnTo>
                <a:lnTo>
                  <a:pt x="346963" y="101600"/>
                </a:lnTo>
                <a:lnTo>
                  <a:pt x="434467" y="101600"/>
                </a:lnTo>
                <a:lnTo>
                  <a:pt x="444245" y="88900"/>
                </a:lnTo>
                <a:close/>
              </a:path>
              <a:path w="704850" h="2463800">
                <a:moveTo>
                  <a:pt x="543306" y="76200"/>
                </a:moveTo>
                <a:lnTo>
                  <a:pt x="361569" y="76200"/>
                </a:lnTo>
                <a:lnTo>
                  <a:pt x="355854" y="88900"/>
                </a:lnTo>
                <a:lnTo>
                  <a:pt x="515493" y="88900"/>
                </a:lnTo>
                <a:lnTo>
                  <a:pt x="543306" y="76200"/>
                </a:lnTo>
                <a:close/>
              </a:path>
              <a:path w="704850" h="2463800">
                <a:moveTo>
                  <a:pt x="589999" y="38100"/>
                </a:moveTo>
                <a:lnTo>
                  <a:pt x="539495" y="38100"/>
                </a:lnTo>
                <a:lnTo>
                  <a:pt x="510667" y="50800"/>
                </a:lnTo>
                <a:lnTo>
                  <a:pt x="436244" y="50800"/>
                </a:lnTo>
                <a:lnTo>
                  <a:pt x="425576" y="63500"/>
                </a:lnTo>
                <a:lnTo>
                  <a:pt x="389127" y="63500"/>
                </a:lnTo>
                <a:lnTo>
                  <a:pt x="381635" y="76200"/>
                </a:lnTo>
                <a:lnTo>
                  <a:pt x="591100" y="76200"/>
                </a:lnTo>
                <a:lnTo>
                  <a:pt x="589999" y="38100"/>
                </a:lnTo>
                <a:close/>
              </a:path>
              <a:path w="704850" h="2463800">
                <a:moveTo>
                  <a:pt x="675862" y="38100"/>
                </a:moveTo>
                <a:lnTo>
                  <a:pt x="608838" y="38100"/>
                </a:lnTo>
                <a:lnTo>
                  <a:pt x="610488" y="76200"/>
                </a:lnTo>
                <a:lnTo>
                  <a:pt x="659790" y="76200"/>
                </a:lnTo>
                <a:lnTo>
                  <a:pt x="704850" y="50800"/>
                </a:lnTo>
                <a:lnTo>
                  <a:pt x="675862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4294967295"/>
          </p:nvPr>
        </p:nvSpPr>
        <p:spPr>
          <a:xfrm>
            <a:off x="10002139" y="6558093"/>
            <a:ext cx="281304" cy="179536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[</a:t>
            </a:r>
            <a:fld id="{81D60167-4931-47E6-BA6A-407CBD079E47}" type="slidenum">
              <a:rPr spc="-5" dirty="0"/>
              <a:pPr marL="12700">
                <a:lnSpc>
                  <a:spcPts val="1425"/>
                </a:lnSpc>
              </a:pPr>
              <a:t>41</a:t>
            </a:fld>
            <a:r>
              <a:rPr dirty="0"/>
              <a:t>]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602739" y="1197810"/>
            <a:ext cx="8989060" cy="1871980"/>
          </a:xfrm>
          <a:prstGeom prst="rect">
            <a:avLst/>
          </a:prstGeom>
        </p:spPr>
        <p:txBody>
          <a:bodyPr vert="horz" wrap="square" lIns="0" tIns="130810" rIns="0" bIns="0" rtlCol="0">
            <a:spAutoFit/>
          </a:bodyPr>
          <a:lstStyle/>
          <a:p>
            <a:pPr marL="469900" indent="-457200" algn="just">
              <a:spcBef>
                <a:spcPts val="1030"/>
              </a:spcBef>
              <a:buFont typeface="Wingdings"/>
              <a:buChar char=""/>
              <a:tabLst>
                <a:tab pos="469900" algn="l"/>
              </a:tabLst>
            </a:pPr>
            <a:r>
              <a:rPr sz="2800" spc="-5" dirty="0">
                <a:solidFill>
                  <a:srgbClr val="0000FF"/>
                </a:solidFill>
                <a:latin typeface="Times New Roman"/>
                <a:cs typeface="Times New Roman"/>
              </a:rPr>
              <a:t>Full Duplex Mode of</a:t>
            </a:r>
            <a:r>
              <a:rPr sz="2800" spc="-1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0000FF"/>
                </a:solidFill>
                <a:latin typeface="Times New Roman"/>
                <a:cs typeface="Times New Roman"/>
              </a:rPr>
              <a:t>Communication:</a:t>
            </a:r>
            <a:endParaRPr sz="2800">
              <a:latin typeface="Times New Roman"/>
              <a:cs typeface="Times New Roman"/>
            </a:endParaRPr>
          </a:p>
          <a:p>
            <a:pPr marL="355600" marR="5080" indent="-342900" algn="just">
              <a:spcBef>
                <a:spcPts val="1605"/>
              </a:spcBef>
              <a:buSzPct val="125000"/>
              <a:buFont typeface="Wingdings"/>
              <a:buChar char="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In </a:t>
            </a:r>
            <a:r>
              <a:rPr sz="2400" spc="-5" dirty="0">
                <a:latin typeface="Times New Roman"/>
                <a:cs typeface="Times New Roman"/>
              </a:rPr>
              <a:t>full-duplex mode of communication, </a:t>
            </a: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-5" dirty="0">
                <a:latin typeface="Times New Roman"/>
                <a:cs typeface="Times New Roman"/>
              </a:rPr>
              <a:t>information can be sent </a:t>
            </a:r>
            <a:r>
              <a:rPr sz="2400" dirty="0">
                <a:latin typeface="Times New Roman"/>
                <a:cs typeface="Times New Roman"/>
              </a:rPr>
              <a:t>in  both </a:t>
            </a:r>
            <a:r>
              <a:rPr sz="2400" spc="-5" dirty="0">
                <a:latin typeface="Times New Roman"/>
                <a:cs typeface="Times New Roman"/>
              </a:rPr>
              <a:t>directions simultaneously sharing </a:t>
            </a: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-10" dirty="0">
                <a:latin typeface="Times New Roman"/>
                <a:cs typeface="Times New Roman"/>
              </a:rPr>
              <a:t>common </a:t>
            </a:r>
            <a:r>
              <a:rPr sz="2400" spc="-5" dirty="0">
                <a:latin typeface="Times New Roman"/>
                <a:cs typeface="Times New Roman"/>
              </a:rPr>
              <a:t>communication  </a:t>
            </a:r>
            <a:r>
              <a:rPr sz="2400" dirty="0">
                <a:latin typeface="Times New Roman"/>
                <a:cs typeface="Times New Roman"/>
              </a:rPr>
              <a:t>channel.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050793" y="304257"/>
            <a:ext cx="7060769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Modes </a:t>
            </a:r>
            <a:r>
              <a:rPr dirty="0"/>
              <a:t>of </a:t>
            </a:r>
            <a:r>
              <a:rPr spc="-5" dirty="0"/>
              <a:t>Communication</a:t>
            </a:r>
            <a:r>
              <a:rPr spc="-10" dirty="0"/>
              <a:t> </a:t>
            </a:r>
            <a:r>
              <a:rPr sz="2400" dirty="0"/>
              <a:t>contd.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57A3791C-CD0E-440A-A045-5948A3004131}"/>
                  </a:ext>
                </a:extLst>
              </p14:cNvPr>
              <p14:cNvContentPartPr/>
              <p14:nvPr/>
            </p14:nvContentPartPr>
            <p14:xfrm>
              <a:off x="6371640" y="2631240"/>
              <a:ext cx="3456000" cy="339876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57A3791C-CD0E-440A-A045-5948A300413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362280" y="2621880"/>
                <a:ext cx="3474720" cy="34174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64791" y="990600"/>
            <a:ext cx="8750808" cy="152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4294967295"/>
          </p:nvPr>
        </p:nvSpPr>
        <p:spPr>
          <a:xfrm>
            <a:off x="10002139" y="6558093"/>
            <a:ext cx="281304" cy="179536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[</a:t>
            </a:r>
            <a:fld id="{81D60167-4931-47E6-BA6A-407CBD079E47}" type="slidenum">
              <a:rPr spc="-5" dirty="0"/>
              <a:pPr marL="12700">
                <a:lnSpc>
                  <a:spcPts val="1425"/>
                </a:lnSpc>
              </a:pPr>
              <a:t>42</a:t>
            </a:fld>
            <a:r>
              <a:rPr dirty="0"/>
              <a:t>]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898394" y="304257"/>
            <a:ext cx="7690866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Signal radiation </a:t>
            </a:r>
            <a:r>
              <a:rPr dirty="0"/>
              <a:t>and</a:t>
            </a:r>
            <a:r>
              <a:rPr spc="-35" dirty="0"/>
              <a:t> </a:t>
            </a:r>
            <a:r>
              <a:rPr dirty="0"/>
              <a:t>propagation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602740" y="1316482"/>
            <a:ext cx="8518525" cy="40417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indent="-457200">
              <a:spcBef>
                <a:spcPts val="95"/>
              </a:spcBef>
              <a:buFont typeface="Wingdings"/>
              <a:buChar char=""/>
              <a:tabLst>
                <a:tab pos="469265" algn="l"/>
                <a:tab pos="469900" algn="l"/>
              </a:tabLst>
            </a:pPr>
            <a:r>
              <a:rPr sz="2800" dirty="0">
                <a:solidFill>
                  <a:srgbClr val="0000FF"/>
                </a:solidFill>
                <a:latin typeface="Times New Roman"/>
                <a:cs typeface="Times New Roman"/>
              </a:rPr>
              <a:t>Introduction:</a:t>
            </a:r>
            <a:endParaRPr sz="2800">
              <a:latin typeface="Times New Roman"/>
              <a:cs typeface="Times New Roman"/>
            </a:endParaRPr>
          </a:p>
          <a:p>
            <a:pPr marL="393700" marR="5080" algn="just">
              <a:lnSpc>
                <a:spcPct val="150000"/>
              </a:lnSpc>
              <a:spcBef>
                <a:spcPts val="2340"/>
              </a:spcBef>
            </a:pP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-5" dirty="0">
                <a:latin typeface="Times New Roman"/>
                <a:cs typeface="Times New Roman"/>
              </a:rPr>
              <a:t>interference between the transmitter </a:t>
            </a:r>
            <a:r>
              <a:rPr sz="2400" dirty="0">
                <a:latin typeface="Times New Roman"/>
                <a:cs typeface="Times New Roman"/>
              </a:rPr>
              <a:t>and free space and  between </a:t>
            </a:r>
            <a:r>
              <a:rPr sz="2400" spc="-5" dirty="0">
                <a:latin typeface="Times New Roman"/>
                <a:cs typeface="Times New Roman"/>
              </a:rPr>
              <a:t>free space and the receiver </a:t>
            </a:r>
            <a:r>
              <a:rPr sz="2400" dirty="0">
                <a:latin typeface="Times New Roman"/>
                <a:cs typeface="Times New Roman"/>
              </a:rPr>
              <a:t>is the </a:t>
            </a:r>
            <a:r>
              <a:rPr sz="2400" b="1" i="1" spc="-5" dirty="0">
                <a:latin typeface="Times New Roman"/>
                <a:cs typeface="Times New Roman"/>
              </a:rPr>
              <a:t>antenna</a:t>
            </a:r>
            <a:r>
              <a:rPr sz="2400" spc="-5" dirty="0">
                <a:latin typeface="Times New Roman"/>
                <a:cs typeface="Times New Roman"/>
              </a:rPr>
              <a:t>. </a:t>
            </a:r>
            <a:r>
              <a:rPr sz="2400" dirty="0">
                <a:latin typeface="Times New Roman"/>
                <a:cs typeface="Times New Roman"/>
              </a:rPr>
              <a:t>At the  </a:t>
            </a:r>
            <a:r>
              <a:rPr sz="2400" spc="-5" dirty="0">
                <a:latin typeface="Times New Roman"/>
                <a:cs typeface="Times New Roman"/>
              </a:rPr>
              <a:t>transmitting </a:t>
            </a:r>
            <a:r>
              <a:rPr sz="2400" dirty="0">
                <a:latin typeface="Times New Roman"/>
                <a:cs typeface="Times New Roman"/>
              </a:rPr>
              <a:t>end, the </a:t>
            </a:r>
            <a:r>
              <a:rPr sz="2400" spc="-5" dirty="0">
                <a:latin typeface="Times New Roman"/>
                <a:cs typeface="Times New Roman"/>
              </a:rPr>
              <a:t>antenna converts </a:t>
            </a: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-5" dirty="0">
                <a:latin typeface="Times New Roman"/>
                <a:cs typeface="Times New Roman"/>
              </a:rPr>
              <a:t>transmitter RF </a:t>
            </a:r>
            <a:r>
              <a:rPr sz="2400" dirty="0">
                <a:latin typeface="Times New Roman"/>
                <a:cs typeface="Times New Roman"/>
              </a:rPr>
              <a:t>power  </a:t>
            </a:r>
            <a:r>
              <a:rPr sz="2400" spc="-5" dirty="0">
                <a:latin typeface="Times New Roman"/>
                <a:cs typeface="Times New Roman"/>
              </a:rPr>
              <a:t>into electromagnetic signal; </a:t>
            </a:r>
            <a:r>
              <a:rPr sz="2400" dirty="0">
                <a:latin typeface="Times New Roman"/>
                <a:cs typeface="Times New Roman"/>
              </a:rPr>
              <a:t>at </a:t>
            </a:r>
            <a:r>
              <a:rPr sz="2400" spc="-5" dirty="0">
                <a:latin typeface="Times New Roman"/>
                <a:cs typeface="Times New Roman"/>
              </a:rPr>
              <a:t>the receiving </a:t>
            </a:r>
            <a:r>
              <a:rPr sz="2400" dirty="0">
                <a:latin typeface="Times New Roman"/>
                <a:cs typeface="Times New Roman"/>
              </a:rPr>
              <a:t>end, </a:t>
            </a:r>
            <a:r>
              <a:rPr sz="2400" spc="-5" dirty="0">
                <a:latin typeface="Times New Roman"/>
                <a:cs typeface="Times New Roman"/>
              </a:rPr>
              <a:t>the antenna  </a:t>
            </a:r>
            <a:r>
              <a:rPr sz="2400" dirty="0">
                <a:latin typeface="Times New Roman"/>
                <a:cs typeface="Times New Roman"/>
              </a:rPr>
              <a:t>picks </a:t>
            </a:r>
            <a:r>
              <a:rPr sz="2400" spc="-5" dirty="0">
                <a:latin typeface="Times New Roman"/>
                <a:cs typeface="Times New Roman"/>
              </a:rPr>
              <a:t>up the electromagnetic </a:t>
            </a:r>
            <a:r>
              <a:rPr sz="2400" dirty="0">
                <a:latin typeface="Times New Roman"/>
                <a:cs typeface="Times New Roman"/>
              </a:rPr>
              <a:t>signals and </a:t>
            </a:r>
            <a:r>
              <a:rPr sz="2400" spc="-5" dirty="0">
                <a:latin typeface="Times New Roman"/>
                <a:cs typeface="Times New Roman"/>
              </a:rPr>
              <a:t>converts them into  </a:t>
            </a:r>
            <a:r>
              <a:rPr sz="2400" dirty="0">
                <a:latin typeface="Times New Roman"/>
                <a:cs typeface="Times New Roman"/>
              </a:rPr>
              <a:t>signals for the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receiver.</a:t>
            </a:r>
            <a:endParaRPr sz="2400">
              <a:latin typeface="Times New Roman"/>
              <a:cs typeface="Times New Roman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31C87912-9A44-40F7-8971-BCBD373D6A68}"/>
                  </a:ext>
                </a:extLst>
              </p14:cNvPr>
              <p14:cNvContentPartPr/>
              <p14:nvPr/>
            </p14:nvContentPartPr>
            <p14:xfrm>
              <a:off x="4520160" y="3050640"/>
              <a:ext cx="6119280" cy="121212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31C87912-9A44-40F7-8971-BCBD373D6A6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510800" y="3041280"/>
                <a:ext cx="6138000" cy="1230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64791" y="990600"/>
            <a:ext cx="8750808" cy="152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441245" y="304257"/>
            <a:ext cx="8311336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Signal radiation </a:t>
            </a:r>
            <a:r>
              <a:rPr dirty="0"/>
              <a:t>and propagation</a:t>
            </a:r>
            <a:r>
              <a:rPr spc="-25" dirty="0"/>
              <a:t> </a:t>
            </a:r>
            <a:r>
              <a:rPr sz="2400" dirty="0"/>
              <a:t>contd.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4294967295"/>
          </p:nvPr>
        </p:nvSpPr>
        <p:spPr>
          <a:xfrm>
            <a:off x="10002139" y="6558093"/>
            <a:ext cx="281304" cy="179536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[</a:t>
            </a:r>
            <a:fld id="{81D60167-4931-47E6-BA6A-407CBD079E47}" type="slidenum">
              <a:rPr spc="-5" dirty="0"/>
              <a:pPr marL="12700">
                <a:lnSpc>
                  <a:spcPts val="1425"/>
                </a:lnSpc>
              </a:pPr>
              <a:t>43</a:t>
            </a:fld>
            <a:r>
              <a:rPr dirty="0"/>
              <a:t>]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602739" y="1025312"/>
            <a:ext cx="8987790" cy="4510405"/>
          </a:xfrm>
          <a:prstGeom prst="rect">
            <a:avLst/>
          </a:prstGeom>
        </p:spPr>
        <p:txBody>
          <a:bodyPr vert="horz" wrap="square" lIns="0" tIns="226695" rIns="0" bIns="0" rtlCol="0">
            <a:spAutoFit/>
          </a:bodyPr>
          <a:lstStyle/>
          <a:p>
            <a:pPr marL="469900" indent="-457200">
              <a:spcBef>
                <a:spcPts val="1785"/>
              </a:spcBef>
              <a:buFont typeface="Wingdings"/>
              <a:buChar char=""/>
              <a:tabLst>
                <a:tab pos="469265" algn="l"/>
                <a:tab pos="469900" algn="l"/>
              </a:tabLst>
            </a:pPr>
            <a:r>
              <a:rPr sz="2800" spc="-5" dirty="0">
                <a:solidFill>
                  <a:srgbClr val="0000FF"/>
                </a:solidFill>
                <a:latin typeface="Times New Roman"/>
                <a:cs typeface="Times New Roman"/>
              </a:rPr>
              <a:t>Radio</a:t>
            </a:r>
            <a:r>
              <a:rPr sz="2800" spc="-6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800" spc="-45" dirty="0">
                <a:solidFill>
                  <a:srgbClr val="0000FF"/>
                </a:solidFill>
                <a:latin typeface="Times New Roman"/>
                <a:cs typeface="Times New Roman"/>
              </a:rPr>
              <a:t>Waves:</a:t>
            </a:r>
            <a:endParaRPr sz="2800">
              <a:latin typeface="Times New Roman"/>
              <a:cs typeface="Times New Roman"/>
            </a:endParaRPr>
          </a:p>
          <a:p>
            <a:pPr marL="414655" indent="-402590">
              <a:spcBef>
                <a:spcPts val="1460"/>
              </a:spcBef>
              <a:buFont typeface="Wingdings"/>
              <a:buChar char=""/>
              <a:tabLst>
                <a:tab pos="414655" algn="l"/>
                <a:tab pos="415290" algn="l"/>
              </a:tabLst>
            </a:pP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1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radio</a:t>
            </a:r>
            <a:r>
              <a:rPr sz="2400" spc="26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signal</a:t>
            </a:r>
            <a:r>
              <a:rPr sz="2400" spc="25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26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called</a:t>
            </a:r>
            <a:r>
              <a:rPr sz="2400" spc="2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</a:t>
            </a:r>
            <a:r>
              <a:rPr sz="2400" spc="26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electromagnetic</a:t>
            </a:r>
            <a:r>
              <a:rPr sz="2400" spc="2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wave</a:t>
            </a:r>
            <a:r>
              <a:rPr sz="2400" spc="26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because</a:t>
            </a:r>
            <a:r>
              <a:rPr sz="2400" spc="25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it</a:t>
            </a:r>
            <a:r>
              <a:rPr sz="2400" spc="2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26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made</a:t>
            </a:r>
            <a:endParaRPr sz="2400">
              <a:latin typeface="Times New Roman"/>
              <a:cs typeface="Times New Roman"/>
            </a:endParaRPr>
          </a:p>
          <a:p>
            <a:pPr marL="355600"/>
            <a:r>
              <a:rPr sz="2400" dirty="0">
                <a:latin typeface="Times New Roman"/>
                <a:cs typeface="Times New Roman"/>
              </a:rPr>
              <a:t>up of both electric and </a:t>
            </a:r>
            <a:r>
              <a:rPr sz="2400" spc="-5" dirty="0">
                <a:latin typeface="Times New Roman"/>
                <a:cs typeface="Times New Roman"/>
              </a:rPr>
              <a:t>magnetic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fields.</a:t>
            </a:r>
            <a:endParaRPr sz="2400">
              <a:latin typeface="Times New Roman"/>
              <a:cs typeface="Times New Roman"/>
            </a:endParaRPr>
          </a:p>
          <a:p>
            <a:pPr marL="355600" marR="6350" indent="-342900" algn="just">
              <a:spcBef>
                <a:spcPts val="1440"/>
              </a:spcBef>
              <a:buFont typeface="Wingdings"/>
              <a:buChar char=""/>
              <a:tabLst>
                <a:tab pos="426084" algn="l"/>
              </a:tabLst>
            </a:pPr>
            <a:r>
              <a:rPr dirty="0"/>
              <a:t>	</a:t>
            </a:r>
            <a:r>
              <a:rPr sz="2400" dirty="0">
                <a:latin typeface="Times New Roman"/>
                <a:cs typeface="Times New Roman"/>
              </a:rPr>
              <a:t>These </a:t>
            </a:r>
            <a:r>
              <a:rPr sz="2400" spc="-5" dirty="0">
                <a:latin typeface="Times New Roman"/>
                <a:cs typeface="Times New Roman"/>
              </a:rPr>
              <a:t>fields </a:t>
            </a:r>
            <a:r>
              <a:rPr sz="2400" dirty="0">
                <a:latin typeface="Times New Roman"/>
                <a:cs typeface="Times New Roman"/>
              </a:rPr>
              <a:t>are </a:t>
            </a:r>
            <a:r>
              <a:rPr sz="2400" spc="-10" dirty="0">
                <a:latin typeface="Times New Roman"/>
                <a:cs typeface="Times New Roman"/>
              </a:rPr>
              <a:t>emitted </a:t>
            </a:r>
            <a:r>
              <a:rPr sz="2400" dirty="0">
                <a:latin typeface="Times New Roman"/>
                <a:cs typeface="Times New Roman"/>
              </a:rPr>
              <a:t>from the </a:t>
            </a:r>
            <a:r>
              <a:rPr sz="2400" spc="-5" dirty="0">
                <a:latin typeface="Times New Roman"/>
                <a:cs typeface="Times New Roman"/>
              </a:rPr>
              <a:t>antenna and propagate </a:t>
            </a:r>
            <a:r>
              <a:rPr sz="2400" dirty="0">
                <a:latin typeface="Times New Roman"/>
                <a:cs typeface="Times New Roman"/>
              </a:rPr>
              <a:t>through  space at the speed of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light.</a:t>
            </a:r>
            <a:endParaRPr sz="2400">
              <a:latin typeface="Times New Roman"/>
              <a:cs typeface="Times New Roman"/>
            </a:endParaRPr>
          </a:p>
          <a:p>
            <a:pPr marL="355600" marR="5080" indent="-342900" algn="just">
              <a:spcBef>
                <a:spcPts val="1445"/>
              </a:spcBef>
              <a:buFont typeface="Wingdings"/>
              <a:buChar char="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Once a </a:t>
            </a:r>
            <a:r>
              <a:rPr sz="2400" spc="-5" dirty="0">
                <a:latin typeface="Times New Roman"/>
                <a:cs typeface="Times New Roman"/>
              </a:rPr>
              <a:t>radio </a:t>
            </a:r>
            <a:r>
              <a:rPr sz="2400" dirty="0">
                <a:latin typeface="Times New Roman"/>
                <a:cs typeface="Times New Roman"/>
              </a:rPr>
              <a:t>signal </a:t>
            </a:r>
            <a:r>
              <a:rPr sz="2400" spc="-10" dirty="0">
                <a:latin typeface="Times New Roman"/>
                <a:cs typeface="Times New Roman"/>
              </a:rPr>
              <a:t>has </a:t>
            </a:r>
            <a:r>
              <a:rPr sz="2400" dirty="0">
                <a:latin typeface="Times New Roman"/>
                <a:cs typeface="Times New Roman"/>
              </a:rPr>
              <a:t>been </a:t>
            </a:r>
            <a:r>
              <a:rPr sz="2400" spc="-5" dirty="0">
                <a:latin typeface="Times New Roman"/>
                <a:cs typeface="Times New Roman"/>
              </a:rPr>
              <a:t>radiated </a:t>
            </a:r>
            <a:r>
              <a:rPr sz="2400" dirty="0">
                <a:latin typeface="Times New Roman"/>
                <a:cs typeface="Times New Roman"/>
              </a:rPr>
              <a:t>by an antenna, </a:t>
            </a:r>
            <a:r>
              <a:rPr sz="2400" spc="-5" dirty="0">
                <a:latin typeface="Times New Roman"/>
                <a:cs typeface="Times New Roman"/>
              </a:rPr>
              <a:t>it travels </a:t>
            </a:r>
            <a:r>
              <a:rPr sz="2400" dirty="0">
                <a:latin typeface="Times New Roman"/>
                <a:cs typeface="Times New Roman"/>
              </a:rPr>
              <a:t>or  </a:t>
            </a:r>
            <a:r>
              <a:rPr sz="2400" spc="-5" dirty="0">
                <a:latin typeface="Times New Roman"/>
                <a:cs typeface="Times New Roman"/>
              </a:rPr>
              <a:t>propagates </a:t>
            </a:r>
            <a:r>
              <a:rPr sz="2400" dirty="0">
                <a:latin typeface="Times New Roman"/>
                <a:cs typeface="Times New Roman"/>
              </a:rPr>
              <a:t>through </a:t>
            </a:r>
            <a:r>
              <a:rPr sz="2400" spc="-5" dirty="0">
                <a:latin typeface="Times New Roman"/>
                <a:cs typeface="Times New Roman"/>
              </a:rPr>
              <a:t>space </a:t>
            </a:r>
            <a:r>
              <a:rPr sz="2400" dirty="0">
                <a:latin typeface="Times New Roman"/>
                <a:cs typeface="Times New Roman"/>
              </a:rPr>
              <a:t>and </a:t>
            </a:r>
            <a:r>
              <a:rPr sz="2400" spc="-5" dirty="0">
                <a:latin typeface="Times New Roman"/>
                <a:cs typeface="Times New Roman"/>
              </a:rPr>
              <a:t>ultimately </a:t>
            </a:r>
            <a:r>
              <a:rPr sz="2400" dirty="0">
                <a:latin typeface="Times New Roman"/>
                <a:cs typeface="Times New Roman"/>
              </a:rPr>
              <a:t>reaches </a:t>
            </a:r>
            <a:r>
              <a:rPr sz="2400" spc="-5" dirty="0">
                <a:latin typeface="Times New Roman"/>
                <a:cs typeface="Times New Roman"/>
              </a:rPr>
              <a:t>the receiving  </a:t>
            </a:r>
            <a:r>
              <a:rPr sz="2400" dirty="0">
                <a:latin typeface="Times New Roman"/>
                <a:cs typeface="Times New Roman"/>
              </a:rPr>
              <a:t>antenna.</a:t>
            </a:r>
            <a:endParaRPr sz="2400">
              <a:latin typeface="Times New Roman"/>
              <a:cs typeface="Times New Roman"/>
            </a:endParaRPr>
          </a:p>
          <a:p>
            <a:pPr marL="355600" indent="-342900" algn="just">
              <a:buFont typeface="Wingdings"/>
              <a:buChar char="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-10" dirty="0">
                <a:latin typeface="Times New Roman"/>
                <a:cs typeface="Times New Roman"/>
              </a:rPr>
              <a:t>energy </a:t>
            </a:r>
            <a:r>
              <a:rPr sz="2400" spc="-5" dirty="0">
                <a:latin typeface="Times New Roman"/>
                <a:cs typeface="Times New Roman"/>
              </a:rPr>
              <a:t>level of </a:t>
            </a: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-5" dirty="0">
                <a:latin typeface="Times New Roman"/>
                <a:cs typeface="Times New Roman"/>
              </a:rPr>
              <a:t>signal decreases rapidly </a:t>
            </a:r>
            <a:r>
              <a:rPr sz="2400" dirty="0">
                <a:latin typeface="Times New Roman"/>
                <a:cs typeface="Times New Roman"/>
              </a:rPr>
              <a:t>with </a:t>
            </a:r>
            <a:r>
              <a:rPr sz="2400" spc="-5" dirty="0">
                <a:latin typeface="Times New Roman"/>
                <a:cs typeface="Times New Roman"/>
              </a:rPr>
              <a:t>distance from</a:t>
            </a:r>
            <a:r>
              <a:rPr sz="2400" spc="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endParaRPr sz="2400">
              <a:latin typeface="Times New Roman"/>
              <a:cs typeface="Times New Roman"/>
            </a:endParaRPr>
          </a:p>
          <a:p>
            <a:pPr marL="355600" algn="just"/>
            <a:r>
              <a:rPr sz="2400" dirty="0">
                <a:latin typeface="Times New Roman"/>
                <a:cs typeface="Times New Roman"/>
              </a:rPr>
              <a:t>transmitting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antenna.</a:t>
            </a:r>
            <a:endParaRPr sz="2400">
              <a:latin typeface="Times New Roman"/>
              <a:cs typeface="Times New Roman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A3F09D8A-0141-4009-88BF-A1EB17661004}"/>
                  </a:ext>
                </a:extLst>
              </p14:cNvPr>
              <p14:cNvContentPartPr/>
              <p14:nvPr/>
            </p14:nvContentPartPr>
            <p14:xfrm>
              <a:off x="3135600" y="2189880"/>
              <a:ext cx="7511760" cy="23997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A3F09D8A-0141-4009-88BF-A1EB1766100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126240" y="2180520"/>
                <a:ext cx="7530480" cy="24184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64791" y="990600"/>
            <a:ext cx="8750808" cy="152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602739" y="1164081"/>
            <a:ext cx="8793480" cy="3327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indent="-457200">
              <a:spcBef>
                <a:spcPts val="95"/>
              </a:spcBef>
              <a:buFont typeface="Wingdings"/>
              <a:buChar char=""/>
              <a:tabLst>
                <a:tab pos="469265" algn="l"/>
                <a:tab pos="469900" algn="l"/>
              </a:tabLst>
            </a:pPr>
            <a:r>
              <a:rPr sz="2800" spc="-65" dirty="0">
                <a:solidFill>
                  <a:srgbClr val="0000FF"/>
                </a:solidFill>
                <a:latin typeface="Times New Roman"/>
                <a:cs typeface="Times New Roman"/>
              </a:rPr>
              <a:t>Radio </a:t>
            </a:r>
            <a:r>
              <a:rPr sz="2800" spc="-114" dirty="0">
                <a:solidFill>
                  <a:srgbClr val="0000FF"/>
                </a:solidFill>
                <a:latin typeface="Times New Roman"/>
                <a:cs typeface="Times New Roman"/>
              </a:rPr>
              <a:t>Wave</a:t>
            </a:r>
            <a:r>
              <a:rPr sz="2800" spc="-33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800" spc="-70" dirty="0">
                <a:solidFill>
                  <a:srgbClr val="0000FF"/>
                </a:solidFill>
                <a:latin typeface="Times New Roman"/>
                <a:cs typeface="Times New Roman"/>
              </a:rPr>
              <a:t>Propagation:</a:t>
            </a:r>
            <a:endParaRPr sz="2800">
              <a:latin typeface="Times New Roman"/>
              <a:cs typeface="Times New Roman"/>
            </a:endParaRPr>
          </a:p>
          <a:p>
            <a:pPr marL="576580" lvl="1" indent="-342900">
              <a:spcBef>
                <a:spcPts val="254"/>
              </a:spcBef>
              <a:buSzPct val="125000"/>
              <a:buFont typeface="Wingdings"/>
              <a:buChar char=""/>
              <a:tabLst>
                <a:tab pos="575945" algn="l"/>
                <a:tab pos="576580" algn="l"/>
                <a:tab pos="1216660" algn="l"/>
                <a:tab pos="2380615" algn="l"/>
                <a:tab pos="4783455" algn="l"/>
                <a:tab pos="6244590" algn="l"/>
                <a:tab pos="6985634" algn="l"/>
                <a:tab pos="7778115" algn="l"/>
              </a:tabLst>
            </a:pPr>
            <a:r>
              <a:rPr sz="2400" dirty="0">
                <a:latin typeface="Times New Roman"/>
                <a:cs typeface="Times New Roman"/>
              </a:rPr>
              <a:t>In	</a:t>
            </a:r>
            <a:r>
              <a:rPr sz="2400" b="1" spc="-5" dirty="0">
                <a:latin typeface="Times New Roman"/>
                <a:cs typeface="Times New Roman"/>
              </a:rPr>
              <a:t>Radio	</a:t>
            </a:r>
            <a:r>
              <a:rPr sz="2400" b="1" dirty="0">
                <a:latin typeface="Times New Roman"/>
                <a:cs typeface="Times New Roman"/>
              </a:rPr>
              <a:t>communication	</a:t>
            </a:r>
            <a:r>
              <a:rPr sz="2400" b="1" spc="-5" dirty="0">
                <a:latin typeface="Times New Roman"/>
                <a:cs typeface="Times New Roman"/>
              </a:rPr>
              <a:t>systems</a:t>
            </a:r>
            <a:r>
              <a:rPr sz="2400" spc="-5" dirty="0">
                <a:latin typeface="Times New Roman"/>
                <a:cs typeface="Times New Roman"/>
              </a:rPr>
              <a:t>,	we	</a:t>
            </a:r>
            <a:r>
              <a:rPr sz="2400" dirty="0">
                <a:latin typeface="Times New Roman"/>
                <a:cs typeface="Times New Roman"/>
              </a:rPr>
              <a:t>use	</a:t>
            </a:r>
            <a:r>
              <a:rPr sz="2400" spc="-5" dirty="0">
                <a:latin typeface="Times New Roman"/>
                <a:cs typeface="Times New Roman"/>
              </a:rPr>
              <a:t>wireless</a:t>
            </a:r>
            <a:endParaRPr sz="2400">
              <a:latin typeface="Times New Roman"/>
              <a:cs typeface="Times New Roman"/>
            </a:endParaRPr>
          </a:p>
          <a:p>
            <a:pPr marL="576580">
              <a:spcBef>
                <a:spcPts val="5"/>
              </a:spcBef>
            </a:pPr>
            <a:r>
              <a:rPr sz="2400" spc="-5" dirty="0">
                <a:latin typeface="Times New Roman"/>
                <a:cs typeface="Times New Roman"/>
              </a:rPr>
              <a:t>electromagnetic </a:t>
            </a:r>
            <a:r>
              <a:rPr sz="2400" dirty="0">
                <a:latin typeface="Times New Roman"/>
                <a:cs typeface="Times New Roman"/>
              </a:rPr>
              <a:t>waves </a:t>
            </a:r>
            <a:r>
              <a:rPr sz="2400" spc="-5" dirty="0">
                <a:latin typeface="Times New Roman"/>
                <a:cs typeface="Times New Roman"/>
              </a:rPr>
              <a:t>as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channel.</a:t>
            </a:r>
            <a:endParaRPr sz="2400">
              <a:latin typeface="Times New Roman"/>
              <a:cs typeface="Times New Roman"/>
            </a:endParaRPr>
          </a:p>
          <a:p>
            <a:pPr marL="576580" marR="5080" lvl="1" indent="-342900">
              <a:spcBef>
                <a:spcPts val="695"/>
              </a:spcBef>
              <a:buSzPct val="125000"/>
              <a:buFont typeface="Wingdings"/>
              <a:buChar char=""/>
              <a:tabLst>
                <a:tab pos="575945" algn="l"/>
                <a:tab pos="576580" algn="l"/>
                <a:tab pos="1210310" algn="l"/>
                <a:tab pos="2435860" algn="l"/>
                <a:tab pos="2849245" algn="l"/>
                <a:tab pos="4054475" algn="l"/>
                <a:tab pos="5888355" algn="l"/>
                <a:tab pos="6470650" algn="l"/>
                <a:tab pos="6918959" algn="l"/>
                <a:tab pos="7638415" algn="l"/>
                <a:tab pos="8153400" algn="l"/>
              </a:tabLst>
            </a:pPr>
            <a:r>
              <a:rPr sz="2400" dirty="0">
                <a:latin typeface="Times New Roman"/>
                <a:cs typeface="Times New Roman"/>
              </a:rPr>
              <a:t>The	a</a:t>
            </a:r>
            <a:r>
              <a:rPr sz="2400" spc="-10" dirty="0">
                <a:latin typeface="Times New Roman"/>
                <a:cs typeface="Times New Roman"/>
              </a:rPr>
              <a:t>n</a:t>
            </a:r>
            <a:r>
              <a:rPr sz="2400" dirty="0">
                <a:latin typeface="Times New Roman"/>
                <a:cs typeface="Times New Roman"/>
              </a:rPr>
              <a:t>tennas	of	di</a:t>
            </a:r>
            <a:r>
              <a:rPr sz="2400" spc="-40" dirty="0">
                <a:latin typeface="Times New Roman"/>
                <a:cs typeface="Times New Roman"/>
              </a:rPr>
              <a:t>f</a:t>
            </a:r>
            <a:r>
              <a:rPr sz="2400" dirty="0">
                <a:latin typeface="Times New Roman"/>
                <a:cs typeface="Times New Roman"/>
              </a:rPr>
              <a:t>ferent	</a:t>
            </a:r>
            <a:r>
              <a:rPr sz="2400" spc="-5" dirty="0">
                <a:latin typeface="Times New Roman"/>
                <a:cs typeface="Times New Roman"/>
              </a:rPr>
              <a:t>sp</a:t>
            </a:r>
            <a:r>
              <a:rPr sz="2400" spc="-15" dirty="0">
                <a:latin typeface="Times New Roman"/>
                <a:cs typeface="Times New Roman"/>
              </a:rPr>
              <a:t>e</a:t>
            </a:r>
            <a:r>
              <a:rPr sz="2400" spc="-10" dirty="0">
                <a:latin typeface="Times New Roman"/>
                <a:cs typeface="Times New Roman"/>
              </a:rPr>
              <a:t>c</a:t>
            </a:r>
            <a:r>
              <a:rPr sz="2400" dirty="0">
                <a:latin typeface="Times New Roman"/>
                <a:cs typeface="Times New Roman"/>
              </a:rPr>
              <a:t>ifi</a:t>
            </a:r>
            <a:r>
              <a:rPr sz="2400" spc="-10" dirty="0">
                <a:latin typeface="Times New Roman"/>
                <a:cs typeface="Times New Roman"/>
              </a:rPr>
              <a:t>c</a:t>
            </a:r>
            <a:r>
              <a:rPr sz="2400" dirty="0">
                <a:latin typeface="Times New Roman"/>
                <a:cs typeface="Times New Roman"/>
              </a:rPr>
              <a:t>ations	</a:t>
            </a:r>
            <a:r>
              <a:rPr sz="2400" spc="-10" dirty="0">
                <a:latin typeface="Times New Roman"/>
                <a:cs typeface="Times New Roman"/>
              </a:rPr>
              <a:t>c</a:t>
            </a:r>
            <a:r>
              <a:rPr sz="2400" dirty="0">
                <a:latin typeface="Times New Roman"/>
                <a:cs typeface="Times New Roman"/>
              </a:rPr>
              <a:t>an	be	used	for	t</a:t>
            </a:r>
            <a:r>
              <a:rPr sz="2400" spc="5" dirty="0">
                <a:latin typeface="Times New Roman"/>
                <a:cs typeface="Times New Roman"/>
              </a:rPr>
              <a:t>h</a:t>
            </a:r>
            <a:r>
              <a:rPr sz="2400" spc="-5" dirty="0">
                <a:latin typeface="Times New Roman"/>
                <a:cs typeface="Times New Roman"/>
              </a:rPr>
              <a:t>ese  </a:t>
            </a:r>
            <a:r>
              <a:rPr sz="2400" dirty="0">
                <a:latin typeface="Times New Roman"/>
                <a:cs typeface="Times New Roman"/>
              </a:rPr>
              <a:t>purposes.</a:t>
            </a:r>
            <a:endParaRPr sz="2400">
              <a:latin typeface="Times New Roman"/>
              <a:cs typeface="Times New Roman"/>
            </a:endParaRPr>
          </a:p>
          <a:p>
            <a:pPr marL="576580" lvl="1" indent="-342900">
              <a:spcBef>
                <a:spcPts val="705"/>
              </a:spcBef>
              <a:buSzPct val="125000"/>
              <a:buFont typeface="Wingdings"/>
              <a:buChar char=""/>
              <a:tabLst>
                <a:tab pos="575945" algn="l"/>
                <a:tab pos="576580" algn="l"/>
                <a:tab pos="1228725" algn="l"/>
                <a:tab pos="1998345" algn="l"/>
                <a:tab pos="2429510" algn="l"/>
                <a:tab pos="3235960" algn="l"/>
                <a:tab pos="4479925" algn="l"/>
                <a:tab pos="5535930" algn="l"/>
                <a:tab pos="6323965" algn="l"/>
                <a:tab pos="6874509" algn="l"/>
                <a:tab pos="8338184" algn="l"/>
              </a:tabLst>
            </a:pPr>
            <a:r>
              <a:rPr sz="2400" dirty="0">
                <a:latin typeface="Times New Roman"/>
                <a:cs typeface="Times New Roman"/>
              </a:rPr>
              <a:t>The	sizes	</a:t>
            </a:r>
            <a:r>
              <a:rPr sz="2400" spc="-5" dirty="0">
                <a:latin typeface="Times New Roman"/>
                <a:cs typeface="Times New Roman"/>
              </a:rPr>
              <a:t>o</a:t>
            </a:r>
            <a:r>
              <a:rPr sz="2400" dirty="0">
                <a:latin typeface="Times New Roman"/>
                <a:cs typeface="Times New Roman"/>
              </a:rPr>
              <a:t>f	these	a</a:t>
            </a:r>
            <a:r>
              <a:rPr sz="2400" spc="-15" dirty="0">
                <a:latin typeface="Times New Roman"/>
                <a:cs typeface="Times New Roman"/>
              </a:rPr>
              <a:t>n</a:t>
            </a:r>
            <a:r>
              <a:rPr sz="2400" dirty="0">
                <a:latin typeface="Times New Roman"/>
                <a:cs typeface="Times New Roman"/>
              </a:rPr>
              <a:t>ten</a:t>
            </a:r>
            <a:r>
              <a:rPr sz="2400" spc="-10" dirty="0">
                <a:latin typeface="Times New Roman"/>
                <a:cs typeface="Times New Roman"/>
              </a:rPr>
              <a:t>n</a:t>
            </a:r>
            <a:r>
              <a:rPr sz="2400" dirty="0">
                <a:latin typeface="Times New Roman"/>
                <a:cs typeface="Times New Roman"/>
              </a:rPr>
              <a:t>as	dep</a:t>
            </a:r>
            <a:r>
              <a:rPr sz="2400" spc="-15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nd	</a:t>
            </a:r>
            <a:r>
              <a:rPr sz="2400" spc="-5" dirty="0">
                <a:latin typeface="Times New Roman"/>
                <a:cs typeface="Times New Roman"/>
              </a:rPr>
              <a:t>upo</a:t>
            </a:r>
            <a:r>
              <a:rPr sz="2400" dirty="0">
                <a:latin typeface="Times New Roman"/>
                <a:cs typeface="Times New Roman"/>
              </a:rPr>
              <a:t>n	the	band</a:t>
            </a:r>
            <a:r>
              <a:rPr sz="2400" spc="-10" dirty="0">
                <a:latin typeface="Times New Roman"/>
                <a:cs typeface="Times New Roman"/>
              </a:rPr>
              <a:t>w</a:t>
            </a:r>
            <a:r>
              <a:rPr sz="2400" dirty="0">
                <a:latin typeface="Times New Roman"/>
                <a:cs typeface="Times New Roman"/>
              </a:rPr>
              <a:t>i</a:t>
            </a:r>
            <a:r>
              <a:rPr sz="2400" spc="-10" dirty="0">
                <a:latin typeface="Times New Roman"/>
                <a:cs typeface="Times New Roman"/>
              </a:rPr>
              <a:t>dt</a:t>
            </a:r>
            <a:r>
              <a:rPr sz="2400" dirty="0">
                <a:latin typeface="Times New Roman"/>
                <a:cs typeface="Times New Roman"/>
              </a:rPr>
              <a:t>h	and</a:t>
            </a:r>
            <a:endParaRPr sz="2400">
              <a:latin typeface="Times New Roman"/>
              <a:cs typeface="Times New Roman"/>
            </a:endParaRPr>
          </a:p>
          <a:p>
            <a:pPr marL="576580">
              <a:spcBef>
                <a:spcPts val="5"/>
              </a:spcBef>
            </a:pPr>
            <a:r>
              <a:rPr sz="2400" dirty="0">
                <a:latin typeface="Times New Roman"/>
                <a:cs typeface="Times New Roman"/>
              </a:rPr>
              <a:t>frequency of the signal to be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transmitted.</a:t>
            </a:r>
            <a:endParaRPr sz="2400">
              <a:latin typeface="Times New Roman"/>
              <a:cs typeface="Times New Roman"/>
            </a:endParaRPr>
          </a:p>
          <a:p>
            <a:pPr marL="576580" lvl="1" indent="-342900">
              <a:spcBef>
                <a:spcPts val="695"/>
              </a:spcBef>
              <a:buSzPct val="125000"/>
              <a:buFont typeface="Wingdings"/>
              <a:buChar char=""/>
              <a:tabLst>
                <a:tab pos="575945" algn="l"/>
                <a:tab pos="576580" algn="l"/>
                <a:tab pos="1273175" algn="l"/>
                <a:tab pos="2170430" algn="l"/>
                <a:tab pos="2646680" algn="l"/>
                <a:tab pos="4324350" algn="l"/>
                <a:tab pos="4799965" algn="l"/>
                <a:tab pos="6964680" algn="l"/>
                <a:tab pos="7945755" algn="l"/>
                <a:tab pos="8404860" algn="l"/>
              </a:tabLst>
            </a:pPr>
            <a:r>
              <a:rPr sz="2400" dirty="0">
                <a:latin typeface="Times New Roman"/>
                <a:cs typeface="Times New Roman"/>
              </a:rPr>
              <a:t>The	</a:t>
            </a:r>
            <a:r>
              <a:rPr sz="2400" spc="-20" dirty="0">
                <a:latin typeface="Times New Roman"/>
                <a:cs typeface="Times New Roman"/>
              </a:rPr>
              <a:t>m</a:t>
            </a:r>
            <a:r>
              <a:rPr sz="2400" dirty="0">
                <a:latin typeface="Times New Roman"/>
                <a:cs typeface="Times New Roman"/>
              </a:rPr>
              <a:t>ode	of	propa</a:t>
            </a:r>
            <a:r>
              <a:rPr sz="2400" spc="-15" dirty="0">
                <a:latin typeface="Times New Roman"/>
                <a:cs typeface="Times New Roman"/>
              </a:rPr>
              <a:t>g</a:t>
            </a:r>
            <a:r>
              <a:rPr sz="2400" dirty="0">
                <a:latin typeface="Times New Roman"/>
                <a:cs typeface="Times New Roman"/>
              </a:rPr>
              <a:t>ation	of	</a:t>
            </a:r>
            <a:r>
              <a:rPr sz="2400" spc="-10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le</a:t>
            </a:r>
            <a:r>
              <a:rPr sz="2400" spc="-15" dirty="0">
                <a:latin typeface="Times New Roman"/>
                <a:cs typeface="Times New Roman"/>
              </a:rPr>
              <a:t>c</a:t>
            </a:r>
            <a:r>
              <a:rPr sz="2400" dirty="0">
                <a:latin typeface="Times New Roman"/>
                <a:cs typeface="Times New Roman"/>
              </a:rPr>
              <a:t>t</a:t>
            </a:r>
            <a:r>
              <a:rPr sz="2400" spc="5" dirty="0">
                <a:latin typeface="Times New Roman"/>
                <a:cs typeface="Times New Roman"/>
              </a:rPr>
              <a:t>r</a:t>
            </a:r>
            <a:r>
              <a:rPr sz="2400" dirty="0">
                <a:latin typeface="Times New Roman"/>
                <a:cs typeface="Times New Roman"/>
              </a:rPr>
              <a:t>o</a:t>
            </a:r>
            <a:r>
              <a:rPr sz="2400" spc="-20" dirty="0">
                <a:latin typeface="Times New Roman"/>
                <a:cs typeface="Times New Roman"/>
              </a:rPr>
              <a:t>m</a:t>
            </a:r>
            <a:r>
              <a:rPr sz="2400" dirty="0">
                <a:latin typeface="Times New Roman"/>
                <a:cs typeface="Times New Roman"/>
              </a:rPr>
              <a:t>agn</a:t>
            </a:r>
            <a:r>
              <a:rPr sz="2400" spc="-10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tic	</a:t>
            </a:r>
            <a:r>
              <a:rPr sz="2400" spc="-5" dirty="0">
                <a:latin typeface="Times New Roman"/>
                <a:cs typeface="Times New Roman"/>
              </a:rPr>
              <a:t>wa</a:t>
            </a:r>
            <a:r>
              <a:rPr sz="2400" spc="-20" dirty="0">
                <a:latin typeface="Times New Roman"/>
                <a:cs typeface="Times New Roman"/>
              </a:rPr>
              <a:t>v</a:t>
            </a:r>
            <a:r>
              <a:rPr sz="2400" spc="-5" dirty="0">
                <a:latin typeface="Times New Roman"/>
                <a:cs typeface="Times New Roman"/>
              </a:rPr>
              <a:t>es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i</a:t>
            </a:r>
            <a:r>
              <a:rPr sz="2400" dirty="0">
                <a:latin typeface="Times New Roman"/>
                <a:cs typeface="Times New Roman"/>
              </a:rPr>
              <a:t>n	t</a:t>
            </a:r>
            <a:r>
              <a:rPr sz="2400" spc="-10" dirty="0">
                <a:latin typeface="Times New Roman"/>
                <a:cs typeface="Times New Roman"/>
              </a:rPr>
              <a:t>h</a:t>
            </a:r>
            <a:r>
              <a:rPr sz="2400" dirty="0">
                <a:latin typeface="Times New Roman"/>
                <a:cs typeface="Times New Roman"/>
              </a:rPr>
              <a:t>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4294967295"/>
          </p:nvPr>
        </p:nvSpPr>
        <p:spPr>
          <a:xfrm>
            <a:off x="10002139" y="6558093"/>
            <a:ext cx="281304" cy="179536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[</a:t>
            </a:r>
            <a:fld id="{81D60167-4931-47E6-BA6A-407CBD079E47}" type="slidenum">
              <a:rPr spc="-5" dirty="0"/>
              <a:pPr marL="12700">
                <a:lnSpc>
                  <a:spcPts val="1425"/>
                </a:lnSpc>
              </a:pPr>
              <a:t>44</a:t>
            </a:fld>
            <a:r>
              <a:rPr dirty="0"/>
              <a:t>]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166619" y="4450461"/>
            <a:ext cx="822579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atmosphere </a:t>
            </a:r>
            <a:r>
              <a:rPr sz="2400" dirty="0">
                <a:latin typeface="Times New Roman"/>
                <a:cs typeface="Times New Roman"/>
              </a:rPr>
              <a:t>and in </a:t>
            </a:r>
            <a:r>
              <a:rPr sz="2400" spc="-5" dirty="0">
                <a:latin typeface="Times New Roman"/>
                <a:cs typeface="Times New Roman"/>
              </a:rPr>
              <a:t>free </a:t>
            </a:r>
            <a:r>
              <a:rPr sz="2400" dirty="0">
                <a:latin typeface="Times New Roman"/>
                <a:cs typeface="Times New Roman"/>
              </a:rPr>
              <a:t>space </a:t>
            </a:r>
            <a:r>
              <a:rPr sz="2400" spc="-10" dirty="0">
                <a:latin typeface="Times New Roman"/>
                <a:cs typeface="Times New Roman"/>
              </a:rPr>
              <a:t>may </a:t>
            </a:r>
            <a:r>
              <a:rPr sz="2400" dirty="0">
                <a:latin typeface="Times New Roman"/>
                <a:cs typeface="Times New Roman"/>
              </a:rPr>
              <a:t>be </a:t>
            </a:r>
            <a:r>
              <a:rPr sz="2400" spc="-5" dirty="0">
                <a:latin typeface="Times New Roman"/>
                <a:cs typeface="Times New Roman"/>
              </a:rPr>
              <a:t>divided in </a:t>
            </a:r>
            <a:r>
              <a:rPr sz="2400" dirty="0">
                <a:latin typeface="Times New Roman"/>
                <a:cs typeface="Times New Roman"/>
              </a:rPr>
              <a:t>to </a:t>
            </a:r>
            <a:r>
              <a:rPr sz="2400" spc="-5" dirty="0">
                <a:latin typeface="Times New Roman"/>
                <a:cs typeface="Times New Roman"/>
              </a:rPr>
              <a:t>the following  </a:t>
            </a:r>
            <a:r>
              <a:rPr sz="2400" dirty="0">
                <a:latin typeface="Times New Roman"/>
                <a:cs typeface="Times New Roman"/>
              </a:rPr>
              <a:t>three categories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965194" y="5071162"/>
            <a:ext cx="3667760" cy="1275715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469900" indent="-457834">
              <a:spcBef>
                <a:spcPts val="495"/>
              </a:spcBef>
              <a:buFont typeface="Wingdings"/>
              <a:buChar char=""/>
              <a:tabLst>
                <a:tab pos="469900" algn="l"/>
                <a:tab pos="470534" algn="l"/>
              </a:tabLst>
            </a:pPr>
            <a:r>
              <a:rPr sz="2400" dirty="0">
                <a:latin typeface="Times New Roman"/>
                <a:cs typeface="Times New Roman"/>
              </a:rPr>
              <a:t>Ground wave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propagation</a:t>
            </a:r>
            <a:endParaRPr sz="2400">
              <a:latin typeface="Times New Roman"/>
              <a:cs typeface="Times New Roman"/>
            </a:endParaRPr>
          </a:p>
          <a:p>
            <a:pPr marL="469900" indent="-457834">
              <a:spcBef>
                <a:spcPts val="395"/>
              </a:spcBef>
              <a:buFont typeface="Wingdings"/>
              <a:buChar char=""/>
              <a:tabLst>
                <a:tab pos="469900" algn="l"/>
                <a:tab pos="470534" algn="l"/>
              </a:tabLst>
            </a:pPr>
            <a:r>
              <a:rPr sz="2400" dirty="0">
                <a:latin typeface="Times New Roman"/>
                <a:cs typeface="Times New Roman"/>
              </a:rPr>
              <a:t>Sky wave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propagation</a:t>
            </a:r>
            <a:endParaRPr sz="2400">
              <a:latin typeface="Times New Roman"/>
              <a:cs typeface="Times New Roman"/>
            </a:endParaRPr>
          </a:p>
          <a:p>
            <a:pPr marL="469900" indent="-457834">
              <a:spcBef>
                <a:spcPts val="409"/>
              </a:spcBef>
              <a:buFont typeface="Wingdings"/>
              <a:buChar char=""/>
              <a:tabLst>
                <a:tab pos="469900" algn="l"/>
                <a:tab pos="470534" algn="l"/>
              </a:tabLst>
            </a:pPr>
            <a:r>
              <a:rPr sz="2400" dirty="0">
                <a:latin typeface="Times New Roman"/>
                <a:cs typeface="Times New Roman"/>
              </a:rPr>
              <a:t>Space wave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propagation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776349" y="300668"/>
            <a:ext cx="822579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Signal radiation </a:t>
            </a:r>
            <a:r>
              <a:rPr dirty="0"/>
              <a:t>and propagation</a:t>
            </a:r>
            <a:r>
              <a:rPr spc="-25" dirty="0"/>
              <a:t> </a:t>
            </a:r>
            <a:r>
              <a:rPr sz="2400" dirty="0"/>
              <a:t>contd.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73C7E2BD-7C20-42A0-8013-E19DCEC1174E}"/>
                  </a:ext>
                </a:extLst>
              </p14:cNvPr>
              <p14:cNvContentPartPr/>
              <p14:nvPr/>
            </p14:nvContentPartPr>
            <p14:xfrm>
              <a:off x="5553000" y="1418040"/>
              <a:ext cx="2889000" cy="511704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73C7E2BD-7C20-42A0-8013-E19DCEC1174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543640" y="1408680"/>
                <a:ext cx="2907720" cy="51357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64791" y="990600"/>
            <a:ext cx="8750808" cy="152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602739" y="1133995"/>
            <a:ext cx="8989060" cy="5338641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469900" indent="-457200" algn="just">
              <a:spcBef>
                <a:spcPts val="330"/>
              </a:spcBef>
              <a:buFont typeface="Wingdings"/>
              <a:buChar char=""/>
              <a:tabLst>
                <a:tab pos="469900" algn="l"/>
              </a:tabLst>
            </a:pPr>
            <a:r>
              <a:rPr sz="2800" spc="-5" dirty="0">
                <a:solidFill>
                  <a:srgbClr val="0000FF"/>
                </a:solidFill>
                <a:latin typeface="Times New Roman"/>
                <a:cs typeface="Times New Roman"/>
              </a:rPr>
              <a:t>Modulation:</a:t>
            </a:r>
            <a:endParaRPr sz="2800">
              <a:latin typeface="Times New Roman"/>
              <a:cs typeface="Times New Roman"/>
            </a:endParaRPr>
          </a:p>
          <a:p>
            <a:pPr marL="355600" marR="5715" indent="-342900" algn="just">
              <a:spcBef>
                <a:spcPts val="855"/>
              </a:spcBef>
              <a:buSzPct val="125000"/>
              <a:buFont typeface="Wingdings"/>
              <a:buChar char=""/>
              <a:tabLst>
                <a:tab pos="355600" algn="l"/>
              </a:tabLst>
            </a:pPr>
            <a:r>
              <a:rPr sz="2400" i="1" dirty="0">
                <a:latin typeface="Times New Roman"/>
                <a:cs typeface="Times New Roman"/>
              </a:rPr>
              <a:t>The </a:t>
            </a:r>
            <a:r>
              <a:rPr sz="2400" i="1" spc="-15" dirty="0">
                <a:latin typeface="Times New Roman"/>
                <a:cs typeface="Times New Roman"/>
              </a:rPr>
              <a:t>process </a:t>
            </a:r>
            <a:r>
              <a:rPr sz="2400" i="1" spc="-5" dirty="0">
                <a:latin typeface="Times New Roman"/>
                <a:cs typeface="Times New Roman"/>
              </a:rPr>
              <a:t>of changing one or </a:t>
            </a:r>
            <a:r>
              <a:rPr sz="2400" i="1" spc="-25" dirty="0">
                <a:latin typeface="Times New Roman"/>
                <a:cs typeface="Times New Roman"/>
              </a:rPr>
              <a:t>more </a:t>
            </a:r>
            <a:r>
              <a:rPr sz="2400" i="1" spc="-5" dirty="0">
                <a:latin typeface="Times New Roman"/>
                <a:cs typeface="Times New Roman"/>
              </a:rPr>
              <a:t>characteristics </a:t>
            </a:r>
            <a:r>
              <a:rPr sz="2400" i="1" spc="-10" dirty="0">
                <a:latin typeface="Times New Roman"/>
                <a:cs typeface="Times New Roman"/>
              </a:rPr>
              <a:t>of </a:t>
            </a:r>
            <a:r>
              <a:rPr sz="2400" i="1" spc="-5" dirty="0">
                <a:latin typeface="Times New Roman"/>
                <a:cs typeface="Times New Roman"/>
              </a:rPr>
              <a:t>the high  </a:t>
            </a:r>
            <a:r>
              <a:rPr sz="2400" i="1" spc="-10" dirty="0">
                <a:latin typeface="Times New Roman"/>
                <a:cs typeface="Times New Roman"/>
              </a:rPr>
              <a:t>frequency </a:t>
            </a:r>
            <a:r>
              <a:rPr sz="2400" i="1" dirty="0">
                <a:latin typeface="Times New Roman"/>
                <a:cs typeface="Times New Roman"/>
              </a:rPr>
              <a:t>carrier signal in </a:t>
            </a:r>
            <a:r>
              <a:rPr sz="2400" i="1" spc="-10" dirty="0">
                <a:latin typeface="Times New Roman"/>
                <a:cs typeface="Times New Roman"/>
              </a:rPr>
              <a:t>proportion </a:t>
            </a:r>
            <a:r>
              <a:rPr sz="2400" i="1" spc="-5" dirty="0">
                <a:latin typeface="Times New Roman"/>
                <a:cs typeface="Times New Roman"/>
              </a:rPr>
              <a:t>with </a:t>
            </a:r>
            <a:r>
              <a:rPr sz="2400" i="1" dirty="0">
                <a:latin typeface="Times New Roman"/>
                <a:cs typeface="Times New Roman"/>
              </a:rPr>
              <a:t>the </a:t>
            </a:r>
            <a:r>
              <a:rPr sz="2400" i="1" spc="-5" dirty="0">
                <a:latin typeface="Times New Roman"/>
                <a:cs typeface="Times New Roman"/>
              </a:rPr>
              <a:t>instantaneous  </a:t>
            </a:r>
            <a:r>
              <a:rPr sz="2400" i="1" dirty="0">
                <a:latin typeface="Times New Roman"/>
                <a:cs typeface="Times New Roman"/>
              </a:rPr>
              <a:t>value of the analog(or digital)</a:t>
            </a:r>
            <a:r>
              <a:rPr sz="2400" i="1" spc="-7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signal.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Font typeface="Wingdings"/>
              <a:buChar char=""/>
            </a:pPr>
            <a:endParaRPr sz="2300">
              <a:latin typeface="Times New Roman"/>
              <a:cs typeface="Times New Roman"/>
            </a:endParaRPr>
          </a:p>
          <a:p>
            <a:pPr marL="355600" marR="5080" indent="-342900" algn="just">
              <a:buSzPct val="125000"/>
              <a:buFont typeface="Wingdings"/>
              <a:buChar char="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The low </a:t>
            </a:r>
            <a:r>
              <a:rPr sz="2400" spc="-5" dirty="0">
                <a:latin typeface="Times New Roman"/>
                <a:cs typeface="Times New Roman"/>
              </a:rPr>
              <a:t>frequency information signal (modulating signal) </a:t>
            </a:r>
            <a:r>
              <a:rPr sz="2400" dirty="0">
                <a:latin typeface="Times New Roman"/>
                <a:cs typeface="Times New Roman"/>
              </a:rPr>
              <a:t>is  </a:t>
            </a:r>
            <a:r>
              <a:rPr sz="2400" spc="-5" dirty="0">
                <a:latin typeface="Times New Roman"/>
                <a:cs typeface="Times New Roman"/>
              </a:rPr>
              <a:t>superimposed over a high frequency carrier signal </a:t>
            </a:r>
            <a:r>
              <a:rPr sz="2400" dirty="0">
                <a:latin typeface="Times New Roman"/>
                <a:cs typeface="Times New Roman"/>
              </a:rPr>
              <a:t>in </a:t>
            </a:r>
            <a:r>
              <a:rPr sz="2400" spc="-5" dirty="0">
                <a:latin typeface="Times New Roman"/>
                <a:cs typeface="Times New Roman"/>
              </a:rPr>
              <a:t>the process </a:t>
            </a:r>
            <a:r>
              <a:rPr sz="2400" dirty="0">
                <a:latin typeface="Times New Roman"/>
                <a:cs typeface="Times New Roman"/>
              </a:rPr>
              <a:t>of  </a:t>
            </a:r>
            <a:r>
              <a:rPr sz="2400" spc="-5" dirty="0">
                <a:latin typeface="Times New Roman"/>
                <a:cs typeface="Times New Roman"/>
              </a:rPr>
              <a:t>modulation.</a:t>
            </a:r>
            <a:endParaRPr sz="2400">
              <a:latin typeface="Times New Roman"/>
              <a:cs typeface="Times New Roman"/>
            </a:endParaRPr>
          </a:p>
          <a:p>
            <a:pPr marL="355600" marR="7620" indent="-342900" algn="just">
              <a:spcBef>
                <a:spcPts val="1325"/>
              </a:spcBef>
              <a:buSzPct val="125000"/>
              <a:buFont typeface="Wingdings"/>
              <a:buChar char=""/>
              <a:tabLst>
                <a:tab pos="355600" algn="l"/>
              </a:tabLst>
            </a:pPr>
            <a:r>
              <a:rPr sz="2400" spc="-5" dirty="0">
                <a:latin typeface="Times New Roman"/>
                <a:cs typeface="Times New Roman"/>
              </a:rPr>
              <a:t>Modulation </a:t>
            </a:r>
            <a:r>
              <a:rPr sz="2400" b="1" i="1" spc="-5" dirty="0">
                <a:latin typeface="Times New Roman"/>
                <a:cs typeface="Times New Roman"/>
              </a:rPr>
              <a:t>translates </a:t>
            </a:r>
            <a:r>
              <a:rPr sz="2400" dirty="0">
                <a:latin typeface="Times New Roman"/>
                <a:cs typeface="Times New Roman"/>
              </a:rPr>
              <a:t>a </a:t>
            </a:r>
            <a:r>
              <a:rPr sz="2400" spc="-5" dirty="0">
                <a:latin typeface="Times New Roman"/>
                <a:cs typeface="Times New Roman"/>
              </a:rPr>
              <a:t>low-frequency signal </a:t>
            </a:r>
            <a:r>
              <a:rPr sz="2400" dirty="0">
                <a:latin typeface="Times New Roman"/>
                <a:cs typeface="Times New Roman"/>
              </a:rPr>
              <a:t>to </a:t>
            </a:r>
            <a:r>
              <a:rPr sz="2400" spc="-5" dirty="0">
                <a:latin typeface="Times New Roman"/>
                <a:cs typeface="Times New Roman"/>
              </a:rPr>
              <a:t>the pass </a:t>
            </a:r>
            <a:r>
              <a:rPr sz="2400" dirty="0">
                <a:latin typeface="Times New Roman"/>
                <a:cs typeface="Times New Roman"/>
              </a:rPr>
              <a:t>band of  </a:t>
            </a:r>
            <a:r>
              <a:rPr sz="2400" spc="-5" dirty="0">
                <a:latin typeface="Times New Roman"/>
                <a:cs typeface="Times New Roman"/>
              </a:rPr>
              <a:t>communication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channel.</a:t>
            </a:r>
            <a:endParaRPr sz="2400">
              <a:latin typeface="Times New Roman"/>
              <a:cs typeface="Times New Roman"/>
            </a:endParaRPr>
          </a:p>
          <a:p>
            <a:pPr marL="355600" marR="5080" indent="-342900" algn="just">
              <a:spcBef>
                <a:spcPts val="1320"/>
              </a:spcBef>
              <a:buSzPct val="125000"/>
              <a:buFont typeface="Wingdings"/>
              <a:buChar char=""/>
              <a:tabLst>
                <a:tab pos="355600" algn="l"/>
              </a:tabLst>
            </a:pPr>
            <a:r>
              <a:rPr sz="2400" spc="-110" dirty="0">
                <a:latin typeface="Times New Roman"/>
                <a:cs typeface="Times New Roman"/>
              </a:rPr>
              <a:t>We </a:t>
            </a:r>
            <a:r>
              <a:rPr sz="2400" spc="-5" dirty="0">
                <a:latin typeface="Times New Roman"/>
                <a:cs typeface="Times New Roman"/>
              </a:rPr>
              <a:t>generally require that modulation </a:t>
            </a:r>
            <a:r>
              <a:rPr sz="2400" dirty="0">
                <a:latin typeface="Times New Roman"/>
                <a:cs typeface="Times New Roman"/>
              </a:rPr>
              <a:t>be a </a:t>
            </a:r>
            <a:r>
              <a:rPr sz="2400" spc="-5" dirty="0">
                <a:latin typeface="Times New Roman"/>
                <a:cs typeface="Times New Roman"/>
              </a:rPr>
              <a:t>reversible operation, so </a:t>
            </a:r>
            <a:r>
              <a:rPr sz="2400" dirty="0">
                <a:latin typeface="Times New Roman"/>
                <a:cs typeface="Times New Roman"/>
              </a:rPr>
              <a:t>the  </a:t>
            </a:r>
            <a:r>
              <a:rPr sz="2400" spc="-5" dirty="0">
                <a:latin typeface="Times New Roman"/>
                <a:cs typeface="Times New Roman"/>
              </a:rPr>
              <a:t>message can </a:t>
            </a:r>
            <a:r>
              <a:rPr sz="2400" dirty="0">
                <a:latin typeface="Times New Roman"/>
                <a:cs typeface="Times New Roman"/>
              </a:rPr>
              <a:t>be </a:t>
            </a:r>
            <a:r>
              <a:rPr sz="2400" spc="-5" dirty="0">
                <a:latin typeface="Times New Roman"/>
                <a:cs typeface="Times New Roman"/>
              </a:rPr>
              <a:t>retrieved </a:t>
            </a:r>
            <a:r>
              <a:rPr sz="2400" dirty="0">
                <a:latin typeface="Times New Roman"/>
                <a:cs typeface="Times New Roman"/>
              </a:rPr>
              <a:t>by </a:t>
            </a:r>
            <a:r>
              <a:rPr sz="2400" spc="-5" dirty="0">
                <a:latin typeface="Times New Roman"/>
                <a:cs typeface="Times New Roman"/>
              </a:rPr>
              <a:t>the complementary process </a:t>
            </a:r>
            <a:r>
              <a:rPr sz="2400" dirty="0">
                <a:latin typeface="Times New Roman"/>
                <a:cs typeface="Times New Roman"/>
              </a:rPr>
              <a:t>of  </a:t>
            </a:r>
            <a:r>
              <a:rPr sz="2400" b="1" i="1" dirty="0">
                <a:latin typeface="Times New Roman"/>
                <a:cs typeface="Times New Roman"/>
              </a:rPr>
              <a:t>demodulation</a:t>
            </a:r>
            <a:r>
              <a:rPr sz="2400" i="1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4294967295"/>
          </p:nvPr>
        </p:nvSpPr>
        <p:spPr>
          <a:xfrm>
            <a:off x="10002139" y="6558093"/>
            <a:ext cx="281304" cy="179536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[</a:t>
            </a:r>
            <a:fld id="{81D60167-4931-47E6-BA6A-407CBD079E47}" type="slidenum">
              <a:rPr spc="-5" dirty="0"/>
              <a:pPr marL="12700">
                <a:lnSpc>
                  <a:spcPts val="1425"/>
                </a:lnSpc>
              </a:pPr>
              <a:t>45</a:t>
            </a:fld>
            <a:r>
              <a:rPr dirty="0"/>
              <a:t>]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764791" y="300668"/>
            <a:ext cx="6927849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Introduction </a:t>
            </a:r>
            <a:r>
              <a:rPr spc="-175" dirty="0"/>
              <a:t>To</a:t>
            </a:r>
            <a:r>
              <a:rPr spc="-35" dirty="0"/>
              <a:t> </a:t>
            </a:r>
            <a:r>
              <a:rPr dirty="0"/>
              <a:t>Modulation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64791" y="990600"/>
            <a:ext cx="8750808" cy="152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4294967295"/>
          </p:nvPr>
        </p:nvSpPr>
        <p:spPr>
          <a:xfrm>
            <a:off x="10002139" y="6558093"/>
            <a:ext cx="281304" cy="179536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[</a:t>
            </a:r>
            <a:fld id="{81D60167-4931-47E6-BA6A-407CBD079E47}" type="slidenum">
              <a:rPr spc="-5" dirty="0"/>
              <a:pPr marL="12700">
                <a:lnSpc>
                  <a:spcPts val="1425"/>
                </a:lnSpc>
              </a:pPr>
              <a:t>46</a:t>
            </a:fld>
            <a:r>
              <a:rPr dirty="0"/>
              <a:t>]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602740" y="1143695"/>
            <a:ext cx="8903335" cy="4015843"/>
          </a:xfrm>
          <a:prstGeom prst="rect">
            <a:avLst/>
          </a:prstGeom>
        </p:spPr>
        <p:txBody>
          <a:bodyPr vert="horz" wrap="square" lIns="0" tIns="184785" rIns="0" bIns="0" rtlCol="0">
            <a:spAutoFit/>
          </a:bodyPr>
          <a:lstStyle/>
          <a:p>
            <a:pPr marL="469900" indent="-457200">
              <a:spcBef>
                <a:spcPts val="1455"/>
              </a:spcBef>
              <a:buFont typeface="Wingdings"/>
              <a:buChar char=""/>
              <a:tabLst>
                <a:tab pos="469265" algn="l"/>
                <a:tab pos="469900" algn="l"/>
              </a:tabLst>
            </a:pPr>
            <a:r>
              <a:rPr sz="2800" spc="-5" dirty="0">
                <a:solidFill>
                  <a:srgbClr val="0000FF"/>
                </a:solidFill>
                <a:latin typeface="Times New Roman"/>
                <a:cs typeface="Times New Roman"/>
              </a:rPr>
              <a:t>Classification of Modulation</a:t>
            </a:r>
            <a:r>
              <a:rPr sz="2800" spc="-9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800" spc="-25" dirty="0">
                <a:solidFill>
                  <a:srgbClr val="0000FF"/>
                </a:solidFill>
                <a:latin typeface="Times New Roman"/>
                <a:cs typeface="Times New Roman"/>
              </a:rPr>
              <a:t>Techniques:</a:t>
            </a:r>
            <a:endParaRPr sz="2800">
              <a:latin typeface="Times New Roman"/>
              <a:cs typeface="Times New Roman"/>
            </a:endParaRPr>
          </a:p>
          <a:p>
            <a:pPr marL="355600" marR="5080" indent="-342900">
              <a:spcBef>
                <a:spcPts val="2060"/>
              </a:spcBef>
              <a:buSzPct val="125000"/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400" b="1" i="1" dirty="0">
                <a:latin typeface="Times New Roman"/>
                <a:cs typeface="Times New Roman"/>
              </a:rPr>
              <a:t>Modulation </a:t>
            </a:r>
            <a:r>
              <a:rPr sz="2400" b="1" i="1" spc="-25" dirty="0">
                <a:latin typeface="Times New Roman"/>
                <a:cs typeface="Times New Roman"/>
              </a:rPr>
              <a:t>Technique </a:t>
            </a:r>
            <a:r>
              <a:rPr sz="2400" dirty="0">
                <a:latin typeface="Times New Roman"/>
                <a:cs typeface="Times New Roman"/>
              </a:rPr>
              <a:t>can be broadly classified into </a:t>
            </a:r>
            <a:r>
              <a:rPr sz="2400" b="1" i="1" spc="-5" dirty="0">
                <a:latin typeface="Times New Roman"/>
                <a:cs typeface="Times New Roman"/>
              </a:rPr>
              <a:t>three</a:t>
            </a:r>
            <a:r>
              <a:rPr sz="2400" b="1" i="1" spc="-1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c</a:t>
            </a:r>
            <a:r>
              <a:rPr sz="2400" dirty="0">
                <a:latin typeface="Times New Roman"/>
                <a:cs typeface="Times New Roman"/>
              </a:rPr>
              <a:t>ategories  </a:t>
            </a:r>
            <a:r>
              <a:rPr sz="2400" spc="-5" dirty="0">
                <a:latin typeface="Times New Roman"/>
                <a:cs typeface="Times New Roman"/>
              </a:rPr>
              <a:t>as follows.</a:t>
            </a:r>
            <a:endParaRPr sz="2400">
              <a:latin typeface="Times New Roman"/>
              <a:cs typeface="Times New Roman"/>
            </a:endParaRPr>
          </a:p>
          <a:p>
            <a:pPr>
              <a:spcBef>
                <a:spcPts val="15"/>
              </a:spcBef>
              <a:buFont typeface="Wingdings"/>
              <a:buChar char=""/>
            </a:pPr>
            <a:endParaRPr sz="3500">
              <a:latin typeface="Times New Roman"/>
              <a:cs typeface="Times New Roman"/>
            </a:endParaRPr>
          </a:p>
          <a:p>
            <a:pPr marL="1917700" lvl="1" indent="-457834">
              <a:spcBef>
                <a:spcPts val="5"/>
              </a:spcBef>
              <a:buClr>
                <a:srgbClr val="0000FF"/>
              </a:buClr>
              <a:buSzPct val="125000"/>
              <a:buFont typeface="Wingdings"/>
              <a:buChar char=""/>
              <a:tabLst>
                <a:tab pos="1917700" algn="l"/>
                <a:tab pos="1918335" algn="l"/>
              </a:tabLst>
            </a:pPr>
            <a:r>
              <a:rPr sz="2400" spc="-5" dirty="0">
                <a:latin typeface="Times New Roman"/>
                <a:cs typeface="Times New Roman"/>
              </a:rPr>
              <a:t>Analog </a:t>
            </a:r>
            <a:r>
              <a:rPr sz="2400" dirty="0">
                <a:latin typeface="Times New Roman"/>
                <a:cs typeface="Times New Roman"/>
              </a:rPr>
              <a:t>Modulation /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CW-Modulation</a:t>
            </a:r>
            <a:endParaRPr sz="2400">
              <a:latin typeface="Times New Roman"/>
              <a:cs typeface="Times New Roman"/>
            </a:endParaRPr>
          </a:p>
          <a:p>
            <a:pPr marL="1993900" lvl="1" indent="-534035">
              <a:spcBef>
                <a:spcPts val="2880"/>
              </a:spcBef>
              <a:buClr>
                <a:srgbClr val="0000FF"/>
              </a:buClr>
              <a:buSzPct val="125000"/>
              <a:buFont typeface="Wingdings"/>
              <a:buChar char=""/>
              <a:tabLst>
                <a:tab pos="1993900" algn="l"/>
                <a:tab pos="1994535" algn="l"/>
              </a:tabLst>
            </a:pPr>
            <a:r>
              <a:rPr sz="2400" spc="-5" dirty="0">
                <a:latin typeface="Times New Roman"/>
                <a:cs typeface="Times New Roman"/>
              </a:rPr>
              <a:t>Pulse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Modulation</a:t>
            </a:r>
            <a:endParaRPr sz="2400">
              <a:latin typeface="Times New Roman"/>
              <a:cs typeface="Times New Roman"/>
            </a:endParaRPr>
          </a:p>
          <a:p>
            <a:pPr marL="1993900" lvl="1" indent="-534035">
              <a:spcBef>
                <a:spcPts val="2880"/>
              </a:spcBef>
              <a:buClr>
                <a:srgbClr val="0000FF"/>
              </a:buClr>
              <a:buSzPct val="125000"/>
              <a:buFont typeface="Wingdings"/>
              <a:buChar char=""/>
              <a:tabLst>
                <a:tab pos="1993900" algn="l"/>
                <a:tab pos="1994535" algn="l"/>
              </a:tabLst>
            </a:pPr>
            <a:r>
              <a:rPr sz="2400" dirty="0">
                <a:latin typeface="Times New Roman"/>
                <a:cs typeface="Times New Roman"/>
              </a:rPr>
              <a:t>Digital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Modulation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898393" y="304257"/>
            <a:ext cx="7287597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Introduction </a:t>
            </a:r>
            <a:r>
              <a:rPr spc="-175" dirty="0"/>
              <a:t>To </a:t>
            </a:r>
            <a:r>
              <a:rPr dirty="0"/>
              <a:t>Modulation</a:t>
            </a:r>
            <a:r>
              <a:rPr spc="145" dirty="0"/>
              <a:t> </a:t>
            </a:r>
            <a:r>
              <a:rPr sz="2400" dirty="0"/>
              <a:t>contd.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D9C1E187-BAF4-4D38-8179-FAE91E6F834A}"/>
                  </a:ext>
                </a:extLst>
              </p14:cNvPr>
              <p14:cNvContentPartPr/>
              <p14:nvPr/>
            </p14:nvContentPartPr>
            <p14:xfrm>
              <a:off x="5868000" y="3629520"/>
              <a:ext cx="2383560" cy="146088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D9C1E187-BAF4-4D38-8179-FAE91E6F834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858640" y="3620160"/>
                <a:ext cx="2402280" cy="1479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64791" y="990600"/>
            <a:ext cx="8750808" cy="152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602740" y="1210195"/>
            <a:ext cx="8985885" cy="2800985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469900" indent="-457200">
              <a:spcBef>
                <a:spcPts val="330"/>
              </a:spcBef>
              <a:buFont typeface="Wingdings"/>
              <a:buChar char=""/>
              <a:tabLst>
                <a:tab pos="469265" algn="l"/>
                <a:tab pos="469900" algn="l"/>
              </a:tabLst>
            </a:pPr>
            <a:r>
              <a:rPr sz="2800" spc="-5" dirty="0">
                <a:solidFill>
                  <a:srgbClr val="0000FF"/>
                </a:solidFill>
                <a:latin typeface="Times New Roman"/>
                <a:cs typeface="Times New Roman"/>
              </a:rPr>
              <a:t>Analog Modulation /</a:t>
            </a:r>
            <a:r>
              <a:rPr sz="2800" spc="-15" dirty="0">
                <a:solidFill>
                  <a:srgbClr val="0000FF"/>
                </a:solidFill>
                <a:latin typeface="Times New Roman"/>
                <a:cs typeface="Times New Roman"/>
              </a:rPr>
              <a:t> CW-modulation:</a:t>
            </a:r>
            <a:endParaRPr sz="2800">
              <a:latin typeface="Times New Roman"/>
              <a:cs typeface="Times New Roman"/>
            </a:endParaRPr>
          </a:p>
          <a:p>
            <a:pPr marL="469900" marR="81915" indent="-457200">
              <a:spcBef>
                <a:spcPts val="855"/>
              </a:spcBef>
              <a:buSzPct val="125000"/>
              <a:buFont typeface="Wingdings"/>
              <a:buChar char=""/>
              <a:tabLst>
                <a:tab pos="469265" algn="l"/>
                <a:tab pos="469900" algn="l"/>
              </a:tabLst>
            </a:pPr>
            <a:r>
              <a:rPr sz="2400" i="1" dirty="0">
                <a:latin typeface="Times New Roman"/>
                <a:cs typeface="Times New Roman"/>
              </a:rPr>
              <a:t>When the modulating signal </a:t>
            </a:r>
            <a:r>
              <a:rPr sz="2400" i="1" spc="-5" dirty="0">
                <a:latin typeface="Times New Roman"/>
                <a:cs typeface="Times New Roman"/>
              </a:rPr>
              <a:t>as </a:t>
            </a:r>
            <a:r>
              <a:rPr sz="2400" i="1" dirty="0">
                <a:latin typeface="Times New Roman"/>
                <a:cs typeface="Times New Roman"/>
              </a:rPr>
              <a:t>well as the carrier signal is analog</a:t>
            </a:r>
            <a:r>
              <a:rPr sz="2400" i="1" spc="-17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in  </a:t>
            </a:r>
            <a:r>
              <a:rPr sz="2400" i="1" spc="-15" dirty="0">
                <a:latin typeface="Times New Roman"/>
                <a:cs typeface="Times New Roman"/>
              </a:rPr>
              <a:t>nature, </a:t>
            </a:r>
            <a:r>
              <a:rPr sz="2400" i="1" spc="-5" dirty="0">
                <a:latin typeface="Times New Roman"/>
                <a:cs typeface="Times New Roman"/>
              </a:rPr>
              <a:t>the </a:t>
            </a:r>
            <a:r>
              <a:rPr sz="2400" i="1" spc="-15" dirty="0">
                <a:latin typeface="Times New Roman"/>
                <a:cs typeface="Times New Roman"/>
              </a:rPr>
              <a:t>process </a:t>
            </a:r>
            <a:r>
              <a:rPr sz="2400" i="1" dirty="0">
                <a:latin typeface="Times New Roman"/>
                <a:cs typeface="Times New Roman"/>
              </a:rPr>
              <a:t>of modulation </a:t>
            </a:r>
            <a:r>
              <a:rPr sz="2400" i="1" spc="-5" dirty="0">
                <a:latin typeface="Times New Roman"/>
                <a:cs typeface="Times New Roman"/>
              </a:rPr>
              <a:t>is </a:t>
            </a:r>
            <a:r>
              <a:rPr sz="2400" i="1" dirty="0">
                <a:latin typeface="Times New Roman"/>
                <a:cs typeface="Times New Roman"/>
              </a:rPr>
              <a:t>called analog modulation. It </a:t>
            </a:r>
            <a:r>
              <a:rPr sz="2400" i="1" spc="-5" dirty="0">
                <a:latin typeface="Times New Roman"/>
                <a:cs typeface="Times New Roman"/>
              </a:rPr>
              <a:t>is  also </a:t>
            </a:r>
            <a:r>
              <a:rPr sz="2400" i="1" dirty="0">
                <a:latin typeface="Times New Roman"/>
                <a:cs typeface="Times New Roman"/>
              </a:rPr>
              <a:t>called continuous </a:t>
            </a:r>
            <a:r>
              <a:rPr sz="2400" i="1" spc="-5" dirty="0">
                <a:latin typeface="Times New Roman"/>
                <a:cs typeface="Times New Roman"/>
              </a:rPr>
              <a:t>wave(CW)</a:t>
            </a:r>
            <a:r>
              <a:rPr sz="2400" i="1" spc="-5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modulation.</a:t>
            </a:r>
            <a:endParaRPr sz="2400">
              <a:latin typeface="Times New Roman"/>
              <a:cs typeface="Times New Roman"/>
            </a:endParaRPr>
          </a:p>
          <a:p>
            <a:pPr marL="469900" marR="5080" indent="-457200">
              <a:spcBef>
                <a:spcPts val="5"/>
              </a:spcBef>
              <a:buSzPct val="125000"/>
              <a:buFont typeface="Wingdings"/>
              <a:buChar char=""/>
              <a:tabLst>
                <a:tab pos="528955" algn="l"/>
                <a:tab pos="529590" algn="l"/>
                <a:tab pos="1626235" algn="l"/>
                <a:tab pos="3210560" algn="l"/>
                <a:tab pos="4592955" algn="l"/>
                <a:tab pos="5824220" algn="l"/>
                <a:tab pos="6394450" algn="l"/>
                <a:tab pos="7979409" algn="l"/>
                <a:tab pos="8432165" algn="l"/>
              </a:tabLst>
            </a:pPr>
            <a:r>
              <a:rPr dirty="0"/>
              <a:t>	</a:t>
            </a:r>
            <a:r>
              <a:rPr sz="2400" dirty="0">
                <a:latin typeface="Times New Roman"/>
                <a:cs typeface="Times New Roman"/>
              </a:rPr>
              <a:t>Analog	</a:t>
            </a:r>
            <a:r>
              <a:rPr sz="2400" spc="-20" dirty="0">
                <a:latin typeface="Times New Roman"/>
                <a:cs typeface="Times New Roman"/>
              </a:rPr>
              <a:t>m</a:t>
            </a:r>
            <a:r>
              <a:rPr sz="2400" dirty="0">
                <a:latin typeface="Times New Roman"/>
                <a:cs typeface="Times New Roman"/>
              </a:rPr>
              <a:t>odula</a:t>
            </a:r>
            <a:r>
              <a:rPr sz="2400" spc="-15" dirty="0">
                <a:latin typeface="Times New Roman"/>
                <a:cs typeface="Times New Roman"/>
              </a:rPr>
              <a:t>t</a:t>
            </a:r>
            <a:r>
              <a:rPr sz="2400" dirty="0">
                <a:latin typeface="Times New Roman"/>
                <a:cs typeface="Times New Roman"/>
              </a:rPr>
              <a:t>ion	te</a:t>
            </a:r>
            <a:r>
              <a:rPr sz="2400" spc="-15" dirty="0">
                <a:latin typeface="Times New Roman"/>
                <a:cs typeface="Times New Roman"/>
              </a:rPr>
              <a:t>c</a:t>
            </a:r>
            <a:r>
              <a:rPr sz="2400" dirty="0">
                <a:latin typeface="Times New Roman"/>
                <a:cs typeface="Times New Roman"/>
              </a:rPr>
              <a:t>hnique	in</a:t>
            </a:r>
            <a:r>
              <a:rPr sz="2400" spc="-10" dirty="0">
                <a:latin typeface="Times New Roman"/>
                <a:cs typeface="Times New Roman"/>
              </a:rPr>
              <a:t>v</a:t>
            </a:r>
            <a:r>
              <a:rPr sz="2400" dirty="0">
                <a:latin typeface="Times New Roman"/>
                <a:cs typeface="Times New Roman"/>
              </a:rPr>
              <a:t>olves	t</a:t>
            </a:r>
            <a:r>
              <a:rPr sz="2400" spc="-10" dirty="0">
                <a:latin typeface="Times New Roman"/>
                <a:cs typeface="Times New Roman"/>
              </a:rPr>
              <a:t>h</a:t>
            </a:r>
            <a:r>
              <a:rPr sz="2400" dirty="0">
                <a:latin typeface="Times New Roman"/>
                <a:cs typeface="Times New Roman"/>
              </a:rPr>
              <a:t>e	</a:t>
            </a:r>
            <a:r>
              <a:rPr sz="2400" spc="-20" dirty="0">
                <a:latin typeface="Times New Roman"/>
                <a:cs typeface="Times New Roman"/>
              </a:rPr>
              <a:t>m</a:t>
            </a:r>
            <a:r>
              <a:rPr sz="2400" dirty="0">
                <a:latin typeface="Times New Roman"/>
                <a:cs typeface="Times New Roman"/>
              </a:rPr>
              <a:t>odulation	of	t</a:t>
            </a:r>
            <a:r>
              <a:rPr sz="2400" spc="5" dirty="0">
                <a:latin typeface="Times New Roman"/>
                <a:cs typeface="Times New Roman"/>
              </a:rPr>
              <a:t>i</a:t>
            </a:r>
            <a:r>
              <a:rPr sz="2400" spc="-20" dirty="0">
                <a:latin typeface="Times New Roman"/>
                <a:cs typeface="Times New Roman"/>
              </a:rPr>
              <a:t>m</a:t>
            </a:r>
            <a:r>
              <a:rPr sz="2400" dirty="0">
                <a:latin typeface="Times New Roman"/>
                <a:cs typeface="Times New Roman"/>
              </a:rPr>
              <a:t>e  varying sinusoidal carrier signal by analog </a:t>
            </a:r>
            <a:r>
              <a:rPr sz="2400" spc="-5" dirty="0">
                <a:latin typeface="Times New Roman"/>
                <a:cs typeface="Times New Roman"/>
              </a:rPr>
              <a:t>information</a:t>
            </a:r>
            <a:r>
              <a:rPr sz="2400" spc="-1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signal.</a:t>
            </a:r>
            <a:endParaRPr sz="2400">
              <a:latin typeface="Times New Roman"/>
              <a:cs typeface="Times New Roman"/>
            </a:endParaRPr>
          </a:p>
          <a:p>
            <a:pPr marL="539750" indent="-527685">
              <a:buSzPct val="125000"/>
              <a:buFont typeface="Wingdings"/>
              <a:buChar char=""/>
              <a:tabLst>
                <a:tab pos="539750" algn="l"/>
                <a:tab pos="540385" algn="l"/>
              </a:tabLst>
            </a:pP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-10" dirty="0">
                <a:latin typeface="Times New Roman"/>
                <a:cs typeface="Times New Roman"/>
              </a:rPr>
              <a:t>different </a:t>
            </a:r>
            <a:r>
              <a:rPr sz="2400" dirty="0">
                <a:latin typeface="Times New Roman"/>
                <a:cs typeface="Times New Roman"/>
              </a:rPr>
              <a:t>analog </a:t>
            </a:r>
            <a:r>
              <a:rPr sz="2400" spc="-5" dirty="0">
                <a:latin typeface="Times New Roman"/>
                <a:cs typeface="Times New Roman"/>
              </a:rPr>
              <a:t>modulation </a:t>
            </a:r>
            <a:r>
              <a:rPr sz="2400" dirty="0">
                <a:latin typeface="Times New Roman"/>
                <a:cs typeface="Times New Roman"/>
              </a:rPr>
              <a:t>techniques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are: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02739" y="5250941"/>
            <a:ext cx="898906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 algn="just">
              <a:spcBef>
                <a:spcPts val="100"/>
              </a:spcBef>
              <a:buSzPct val="125000"/>
              <a:buFont typeface="Wingdings"/>
              <a:buChar char="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These </a:t>
            </a:r>
            <a:r>
              <a:rPr sz="2400" spc="-5" dirty="0">
                <a:latin typeface="Times New Roman"/>
                <a:cs typeface="Times New Roman"/>
              </a:rPr>
              <a:t>corresponds </a:t>
            </a:r>
            <a:r>
              <a:rPr sz="2400" dirty="0">
                <a:latin typeface="Times New Roman"/>
                <a:cs typeface="Times New Roman"/>
              </a:rPr>
              <a:t>to </a:t>
            </a:r>
            <a:r>
              <a:rPr sz="2400" spc="-5" dirty="0">
                <a:latin typeface="Times New Roman"/>
                <a:cs typeface="Times New Roman"/>
              </a:rPr>
              <a:t>variation </a:t>
            </a:r>
            <a:r>
              <a:rPr sz="2400" dirty="0">
                <a:latin typeface="Times New Roman"/>
                <a:cs typeface="Times New Roman"/>
              </a:rPr>
              <a:t>of </a:t>
            </a:r>
            <a:r>
              <a:rPr sz="2400" spc="-5" dirty="0">
                <a:latin typeface="Times New Roman"/>
                <a:cs typeface="Times New Roman"/>
              </a:rPr>
              <a:t>amplitude, frequency </a:t>
            </a:r>
            <a:r>
              <a:rPr sz="2400" dirty="0">
                <a:latin typeface="Times New Roman"/>
                <a:cs typeface="Times New Roman"/>
              </a:rPr>
              <a:t>or </a:t>
            </a:r>
            <a:r>
              <a:rPr sz="2400" spc="-5" dirty="0">
                <a:latin typeface="Times New Roman"/>
                <a:cs typeface="Times New Roman"/>
              </a:rPr>
              <a:t>phase </a:t>
            </a:r>
            <a:r>
              <a:rPr sz="2400" dirty="0">
                <a:latin typeface="Times New Roman"/>
                <a:cs typeface="Times New Roman"/>
              </a:rPr>
              <a:t>of </a:t>
            </a:r>
            <a:r>
              <a:rPr sz="2400" spc="-10" dirty="0">
                <a:latin typeface="Times New Roman"/>
                <a:cs typeface="Times New Roman"/>
              </a:rPr>
              <a:t>the  </a:t>
            </a:r>
            <a:r>
              <a:rPr sz="2400" dirty="0">
                <a:latin typeface="Times New Roman"/>
                <a:cs typeface="Times New Roman"/>
              </a:rPr>
              <a:t>carrier </a:t>
            </a:r>
            <a:r>
              <a:rPr sz="2400" spc="-5" dirty="0">
                <a:latin typeface="Times New Roman"/>
                <a:cs typeface="Times New Roman"/>
              </a:rPr>
              <a:t>signal </a:t>
            </a:r>
            <a:r>
              <a:rPr sz="2400" dirty="0">
                <a:latin typeface="Times New Roman"/>
                <a:cs typeface="Times New Roman"/>
              </a:rPr>
              <a:t>in </a:t>
            </a:r>
            <a:r>
              <a:rPr sz="2400" spc="-5" dirty="0">
                <a:latin typeface="Times New Roman"/>
                <a:cs typeface="Times New Roman"/>
              </a:rPr>
              <a:t>proportion </a:t>
            </a:r>
            <a:r>
              <a:rPr sz="2400" dirty="0">
                <a:latin typeface="Times New Roman"/>
                <a:cs typeface="Times New Roman"/>
              </a:rPr>
              <a:t>to </a:t>
            </a:r>
            <a:r>
              <a:rPr sz="2400" spc="-5" dirty="0">
                <a:latin typeface="Times New Roman"/>
                <a:cs typeface="Times New Roman"/>
              </a:rPr>
              <a:t>the instantaneous </a:t>
            </a:r>
            <a:r>
              <a:rPr sz="2400" dirty="0">
                <a:latin typeface="Times New Roman"/>
                <a:cs typeface="Times New Roman"/>
              </a:rPr>
              <a:t>value of the analog  </a:t>
            </a:r>
            <a:r>
              <a:rPr sz="2400" spc="-5" dirty="0">
                <a:latin typeface="Times New Roman"/>
                <a:cs typeface="Times New Roman"/>
              </a:rPr>
              <a:t>modulating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signal.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630161" y="4598289"/>
            <a:ext cx="400050" cy="717550"/>
          </a:xfrm>
          <a:custGeom>
            <a:avLst/>
            <a:gdLst/>
            <a:ahLst/>
            <a:cxnLst/>
            <a:rect l="l" t="t" r="r" b="b"/>
            <a:pathLst>
              <a:path w="400050" h="717550">
                <a:moveTo>
                  <a:pt x="110998" y="602996"/>
                </a:moveTo>
                <a:lnTo>
                  <a:pt x="0" y="666369"/>
                </a:lnTo>
                <a:lnTo>
                  <a:pt x="117348" y="717042"/>
                </a:lnTo>
                <a:lnTo>
                  <a:pt x="115290" y="680085"/>
                </a:lnTo>
                <a:lnTo>
                  <a:pt x="96520" y="680085"/>
                </a:lnTo>
                <a:lnTo>
                  <a:pt x="93725" y="642112"/>
                </a:lnTo>
                <a:lnTo>
                  <a:pt x="113097" y="640706"/>
                </a:lnTo>
                <a:lnTo>
                  <a:pt x="110998" y="602996"/>
                </a:lnTo>
                <a:close/>
              </a:path>
              <a:path w="400050" h="717550">
                <a:moveTo>
                  <a:pt x="113097" y="640706"/>
                </a:moveTo>
                <a:lnTo>
                  <a:pt x="93725" y="642112"/>
                </a:lnTo>
                <a:lnTo>
                  <a:pt x="96520" y="680085"/>
                </a:lnTo>
                <a:lnTo>
                  <a:pt x="115208" y="678620"/>
                </a:lnTo>
                <a:lnTo>
                  <a:pt x="113097" y="640706"/>
                </a:lnTo>
                <a:close/>
              </a:path>
              <a:path w="400050" h="717550">
                <a:moveTo>
                  <a:pt x="115208" y="678620"/>
                </a:moveTo>
                <a:lnTo>
                  <a:pt x="96520" y="680085"/>
                </a:lnTo>
                <a:lnTo>
                  <a:pt x="115290" y="680085"/>
                </a:lnTo>
                <a:lnTo>
                  <a:pt x="115208" y="678620"/>
                </a:lnTo>
                <a:close/>
              </a:path>
              <a:path w="400050" h="717550">
                <a:moveTo>
                  <a:pt x="171450" y="627940"/>
                </a:moveTo>
                <a:lnTo>
                  <a:pt x="131317" y="638302"/>
                </a:lnTo>
                <a:lnTo>
                  <a:pt x="113097" y="640706"/>
                </a:lnTo>
                <a:lnTo>
                  <a:pt x="115208" y="678620"/>
                </a:lnTo>
                <a:lnTo>
                  <a:pt x="162940" y="670814"/>
                </a:lnTo>
                <a:lnTo>
                  <a:pt x="189864" y="661416"/>
                </a:lnTo>
                <a:lnTo>
                  <a:pt x="190753" y="661035"/>
                </a:lnTo>
                <a:lnTo>
                  <a:pt x="191515" y="660527"/>
                </a:lnTo>
                <a:lnTo>
                  <a:pt x="192404" y="660019"/>
                </a:lnTo>
                <a:lnTo>
                  <a:pt x="196976" y="656971"/>
                </a:lnTo>
                <a:lnTo>
                  <a:pt x="198247" y="656209"/>
                </a:lnTo>
                <a:lnTo>
                  <a:pt x="199389" y="655193"/>
                </a:lnTo>
                <a:lnTo>
                  <a:pt x="200533" y="654050"/>
                </a:lnTo>
                <a:lnTo>
                  <a:pt x="203453" y="650875"/>
                </a:lnTo>
                <a:lnTo>
                  <a:pt x="205486" y="648716"/>
                </a:lnTo>
                <a:lnTo>
                  <a:pt x="207010" y="646176"/>
                </a:lnTo>
                <a:lnTo>
                  <a:pt x="207772" y="643255"/>
                </a:lnTo>
                <a:lnTo>
                  <a:pt x="208787" y="640080"/>
                </a:lnTo>
                <a:lnTo>
                  <a:pt x="209296" y="638302"/>
                </a:lnTo>
                <a:lnTo>
                  <a:pt x="209550" y="636524"/>
                </a:lnTo>
                <a:lnTo>
                  <a:pt x="209550" y="634619"/>
                </a:lnTo>
                <a:lnTo>
                  <a:pt x="171450" y="634619"/>
                </a:lnTo>
                <a:lnTo>
                  <a:pt x="171323" y="632460"/>
                </a:lnTo>
                <a:lnTo>
                  <a:pt x="171450" y="627940"/>
                </a:lnTo>
                <a:close/>
              </a:path>
              <a:path w="400050" h="717550">
                <a:moveTo>
                  <a:pt x="171905" y="631432"/>
                </a:moveTo>
                <a:lnTo>
                  <a:pt x="171450" y="632235"/>
                </a:lnTo>
                <a:lnTo>
                  <a:pt x="171450" y="634619"/>
                </a:lnTo>
                <a:lnTo>
                  <a:pt x="171905" y="631432"/>
                </a:lnTo>
                <a:close/>
              </a:path>
              <a:path w="400050" h="717550">
                <a:moveTo>
                  <a:pt x="209550" y="625094"/>
                </a:moveTo>
                <a:lnTo>
                  <a:pt x="176149" y="625094"/>
                </a:lnTo>
                <a:lnTo>
                  <a:pt x="174888" y="626167"/>
                </a:lnTo>
                <a:lnTo>
                  <a:pt x="171905" y="631432"/>
                </a:lnTo>
                <a:lnTo>
                  <a:pt x="171450" y="634619"/>
                </a:lnTo>
                <a:lnTo>
                  <a:pt x="209550" y="634619"/>
                </a:lnTo>
                <a:lnTo>
                  <a:pt x="209550" y="625094"/>
                </a:lnTo>
                <a:close/>
              </a:path>
              <a:path w="400050" h="717550">
                <a:moveTo>
                  <a:pt x="171450" y="632235"/>
                </a:moveTo>
                <a:lnTo>
                  <a:pt x="171323" y="632460"/>
                </a:lnTo>
                <a:lnTo>
                  <a:pt x="171450" y="632235"/>
                </a:lnTo>
                <a:close/>
              </a:path>
              <a:path w="400050" h="717550">
                <a:moveTo>
                  <a:pt x="172212" y="629285"/>
                </a:moveTo>
                <a:lnTo>
                  <a:pt x="171500" y="631825"/>
                </a:lnTo>
                <a:lnTo>
                  <a:pt x="171450" y="632235"/>
                </a:lnTo>
                <a:lnTo>
                  <a:pt x="171905" y="631432"/>
                </a:lnTo>
                <a:lnTo>
                  <a:pt x="172212" y="629285"/>
                </a:lnTo>
                <a:close/>
              </a:path>
              <a:path w="400050" h="717550">
                <a:moveTo>
                  <a:pt x="173784" y="626858"/>
                </a:moveTo>
                <a:lnTo>
                  <a:pt x="171450" y="628142"/>
                </a:lnTo>
                <a:lnTo>
                  <a:pt x="171450" y="632006"/>
                </a:lnTo>
                <a:lnTo>
                  <a:pt x="172212" y="629285"/>
                </a:lnTo>
                <a:lnTo>
                  <a:pt x="173122" y="629285"/>
                </a:lnTo>
                <a:lnTo>
                  <a:pt x="173841" y="628015"/>
                </a:lnTo>
                <a:lnTo>
                  <a:pt x="172720" y="628015"/>
                </a:lnTo>
                <a:lnTo>
                  <a:pt x="173784" y="626858"/>
                </a:lnTo>
                <a:close/>
              </a:path>
              <a:path w="400050" h="717550">
                <a:moveTo>
                  <a:pt x="173122" y="629285"/>
                </a:moveTo>
                <a:lnTo>
                  <a:pt x="172212" y="629285"/>
                </a:lnTo>
                <a:lnTo>
                  <a:pt x="171905" y="631432"/>
                </a:lnTo>
                <a:lnTo>
                  <a:pt x="173122" y="629285"/>
                </a:lnTo>
                <a:close/>
              </a:path>
              <a:path w="400050" h="717550">
                <a:moveTo>
                  <a:pt x="172582" y="627407"/>
                </a:moveTo>
                <a:lnTo>
                  <a:pt x="171450" y="627940"/>
                </a:lnTo>
                <a:lnTo>
                  <a:pt x="171450" y="628142"/>
                </a:lnTo>
                <a:lnTo>
                  <a:pt x="172582" y="627407"/>
                </a:lnTo>
                <a:close/>
              </a:path>
              <a:path w="400050" h="717550">
                <a:moveTo>
                  <a:pt x="173810" y="626829"/>
                </a:moveTo>
                <a:lnTo>
                  <a:pt x="172582" y="627407"/>
                </a:lnTo>
                <a:lnTo>
                  <a:pt x="171450" y="628142"/>
                </a:lnTo>
                <a:lnTo>
                  <a:pt x="173810" y="626829"/>
                </a:lnTo>
                <a:close/>
              </a:path>
              <a:path w="400050" h="717550">
                <a:moveTo>
                  <a:pt x="174210" y="626744"/>
                </a:moveTo>
                <a:lnTo>
                  <a:pt x="173989" y="626744"/>
                </a:lnTo>
                <a:lnTo>
                  <a:pt x="173784" y="626858"/>
                </a:lnTo>
                <a:lnTo>
                  <a:pt x="172720" y="628015"/>
                </a:lnTo>
                <a:lnTo>
                  <a:pt x="174210" y="626744"/>
                </a:lnTo>
                <a:close/>
              </a:path>
              <a:path w="400050" h="717550">
                <a:moveTo>
                  <a:pt x="174888" y="626167"/>
                </a:moveTo>
                <a:lnTo>
                  <a:pt x="172720" y="628015"/>
                </a:lnTo>
                <a:lnTo>
                  <a:pt x="173841" y="628015"/>
                </a:lnTo>
                <a:lnTo>
                  <a:pt x="174888" y="626167"/>
                </a:lnTo>
                <a:close/>
              </a:path>
              <a:path w="400050" h="717550">
                <a:moveTo>
                  <a:pt x="203403" y="358537"/>
                </a:moveTo>
                <a:lnTo>
                  <a:pt x="199262" y="359918"/>
                </a:lnTo>
                <a:lnTo>
                  <a:pt x="191135" y="363600"/>
                </a:lnTo>
                <a:lnTo>
                  <a:pt x="190246" y="363981"/>
                </a:lnTo>
                <a:lnTo>
                  <a:pt x="189484" y="364490"/>
                </a:lnTo>
                <a:lnTo>
                  <a:pt x="188595" y="364998"/>
                </a:lnTo>
                <a:lnTo>
                  <a:pt x="184023" y="368046"/>
                </a:lnTo>
                <a:lnTo>
                  <a:pt x="173227" y="381762"/>
                </a:lnTo>
                <a:lnTo>
                  <a:pt x="172212" y="384937"/>
                </a:lnTo>
                <a:lnTo>
                  <a:pt x="171703" y="386715"/>
                </a:lnTo>
                <a:lnTo>
                  <a:pt x="171450" y="388493"/>
                </a:lnTo>
                <a:lnTo>
                  <a:pt x="171450" y="627940"/>
                </a:lnTo>
                <a:lnTo>
                  <a:pt x="172582" y="627407"/>
                </a:lnTo>
                <a:lnTo>
                  <a:pt x="174309" y="626287"/>
                </a:lnTo>
                <a:lnTo>
                  <a:pt x="175640" y="624840"/>
                </a:lnTo>
                <a:lnTo>
                  <a:pt x="209550" y="624840"/>
                </a:lnTo>
                <a:lnTo>
                  <a:pt x="209550" y="400177"/>
                </a:lnTo>
                <a:lnTo>
                  <a:pt x="205359" y="400177"/>
                </a:lnTo>
                <a:lnTo>
                  <a:pt x="205500" y="399923"/>
                </a:lnTo>
                <a:lnTo>
                  <a:pt x="204850" y="399923"/>
                </a:lnTo>
                <a:lnTo>
                  <a:pt x="206087" y="398869"/>
                </a:lnTo>
                <a:lnTo>
                  <a:pt x="209105" y="393454"/>
                </a:lnTo>
                <a:lnTo>
                  <a:pt x="209550" y="390271"/>
                </a:lnTo>
                <a:lnTo>
                  <a:pt x="231125" y="390271"/>
                </a:lnTo>
                <a:lnTo>
                  <a:pt x="237489" y="388874"/>
                </a:lnTo>
                <a:lnTo>
                  <a:pt x="276478" y="382905"/>
                </a:lnTo>
                <a:lnTo>
                  <a:pt x="325120" y="378968"/>
                </a:lnTo>
                <a:lnTo>
                  <a:pt x="380873" y="377571"/>
                </a:lnTo>
                <a:lnTo>
                  <a:pt x="341884" y="376936"/>
                </a:lnTo>
                <a:lnTo>
                  <a:pt x="288289" y="373634"/>
                </a:lnTo>
                <a:lnTo>
                  <a:pt x="242950" y="367919"/>
                </a:lnTo>
                <a:lnTo>
                  <a:pt x="207390" y="359918"/>
                </a:lnTo>
                <a:lnTo>
                  <a:pt x="203403" y="358537"/>
                </a:lnTo>
                <a:close/>
              </a:path>
              <a:path w="400050" h="717550">
                <a:moveTo>
                  <a:pt x="174309" y="626287"/>
                </a:moveTo>
                <a:lnTo>
                  <a:pt x="172582" y="627407"/>
                </a:lnTo>
                <a:lnTo>
                  <a:pt x="173810" y="626829"/>
                </a:lnTo>
                <a:lnTo>
                  <a:pt x="174309" y="626287"/>
                </a:lnTo>
                <a:close/>
              </a:path>
              <a:path w="400050" h="717550">
                <a:moveTo>
                  <a:pt x="175118" y="625762"/>
                </a:moveTo>
                <a:lnTo>
                  <a:pt x="174309" y="626287"/>
                </a:lnTo>
                <a:lnTo>
                  <a:pt x="173810" y="626829"/>
                </a:lnTo>
                <a:lnTo>
                  <a:pt x="173989" y="626744"/>
                </a:lnTo>
                <a:lnTo>
                  <a:pt x="174210" y="626744"/>
                </a:lnTo>
                <a:lnTo>
                  <a:pt x="174888" y="626167"/>
                </a:lnTo>
                <a:lnTo>
                  <a:pt x="175118" y="625762"/>
                </a:lnTo>
                <a:close/>
              </a:path>
              <a:path w="400050" h="717550">
                <a:moveTo>
                  <a:pt x="175640" y="624840"/>
                </a:moveTo>
                <a:lnTo>
                  <a:pt x="174309" y="626287"/>
                </a:lnTo>
                <a:lnTo>
                  <a:pt x="175118" y="625762"/>
                </a:lnTo>
                <a:lnTo>
                  <a:pt x="175640" y="624840"/>
                </a:lnTo>
                <a:close/>
              </a:path>
              <a:path w="400050" h="717550">
                <a:moveTo>
                  <a:pt x="176149" y="625094"/>
                </a:moveTo>
                <a:lnTo>
                  <a:pt x="175118" y="625762"/>
                </a:lnTo>
                <a:lnTo>
                  <a:pt x="174888" y="626167"/>
                </a:lnTo>
                <a:lnTo>
                  <a:pt x="176149" y="625094"/>
                </a:lnTo>
                <a:close/>
              </a:path>
              <a:path w="400050" h="717550">
                <a:moveTo>
                  <a:pt x="209550" y="624840"/>
                </a:moveTo>
                <a:lnTo>
                  <a:pt x="175640" y="624840"/>
                </a:lnTo>
                <a:lnTo>
                  <a:pt x="175118" y="625762"/>
                </a:lnTo>
                <a:lnTo>
                  <a:pt x="176149" y="625094"/>
                </a:lnTo>
                <a:lnTo>
                  <a:pt x="209550" y="625094"/>
                </a:lnTo>
                <a:lnTo>
                  <a:pt x="209550" y="624840"/>
                </a:lnTo>
                <a:close/>
              </a:path>
              <a:path w="400050" h="717550">
                <a:moveTo>
                  <a:pt x="206690" y="398729"/>
                </a:moveTo>
                <a:lnTo>
                  <a:pt x="205868" y="399263"/>
                </a:lnTo>
                <a:lnTo>
                  <a:pt x="205359" y="400177"/>
                </a:lnTo>
                <a:lnTo>
                  <a:pt x="206690" y="398729"/>
                </a:lnTo>
                <a:close/>
              </a:path>
              <a:path w="400050" h="717550">
                <a:moveTo>
                  <a:pt x="209550" y="396945"/>
                </a:moveTo>
                <a:lnTo>
                  <a:pt x="209150" y="397134"/>
                </a:lnTo>
                <a:lnTo>
                  <a:pt x="206690" y="398729"/>
                </a:lnTo>
                <a:lnTo>
                  <a:pt x="205359" y="400177"/>
                </a:lnTo>
                <a:lnTo>
                  <a:pt x="209550" y="400177"/>
                </a:lnTo>
                <a:lnTo>
                  <a:pt x="209550" y="396945"/>
                </a:lnTo>
                <a:close/>
              </a:path>
              <a:path w="400050" h="717550">
                <a:moveTo>
                  <a:pt x="206087" y="398869"/>
                </a:moveTo>
                <a:lnTo>
                  <a:pt x="204850" y="399923"/>
                </a:lnTo>
                <a:lnTo>
                  <a:pt x="205868" y="399263"/>
                </a:lnTo>
                <a:lnTo>
                  <a:pt x="206087" y="398869"/>
                </a:lnTo>
                <a:close/>
              </a:path>
              <a:path w="400050" h="717550">
                <a:moveTo>
                  <a:pt x="205868" y="399263"/>
                </a:moveTo>
                <a:lnTo>
                  <a:pt x="204850" y="399923"/>
                </a:lnTo>
                <a:lnTo>
                  <a:pt x="205500" y="399923"/>
                </a:lnTo>
                <a:lnTo>
                  <a:pt x="205868" y="399263"/>
                </a:lnTo>
                <a:close/>
              </a:path>
              <a:path w="400050" h="717550">
                <a:moveTo>
                  <a:pt x="207396" y="397962"/>
                </a:moveTo>
                <a:lnTo>
                  <a:pt x="207010" y="398144"/>
                </a:lnTo>
                <a:lnTo>
                  <a:pt x="206087" y="398869"/>
                </a:lnTo>
                <a:lnTo>
                  <a:pt x="205868" y="399263"/>
                </a:lnTo>
                <a:lnTo>
                  <a:pt x="206690" y="398729"/>
                </a:lnTo>
                <a:lnTo>
                  <a:pt x="207396" y="397962"/>
                </a:lnTo>
                <a:close/>
              </a:path>
              <a:path w="400050" h="717550">
                <a:moveTo>
                  <a:pt x="209105" y="393454"/>
                </a:moveTo>
                <a:lnTo>
                  <a:pt x="206087" y="398869"/>
                </a:lnTo>
                <a:lnTo>
                  <a:pt x="208279" y="397002"/>
                </a:lnTo>
                <a:lnTo>
                  <a:pt x="209295" y="397002"/>
                </a:lnTo>
                <a:lnTo>
                  <a:pt x="209550" y="396875"/>
                </a:lnTo>
                <a:lnTo>
                  <a:pt x="209550" y="395731"/>
                </a:lnTo>
                <a:lnTo>
                  <a:pt x="208787" y="395731"/>
                </a:lnTo>
                <a:lnTo>
                  <a:pt x="209105" y="393454"/>
                </a:lnTo>
                <a:close/>
              </a:path>
              <a:path w="400050" h="717550">
                <a:moveTo>
                  <a:pt x="209150" y="397134"/>
                </a:moveTo>
                <a:lnTo>
                  <a:pt x="207396" y="397962"/>
                </a:lnTo>
                <a:lnTo>
                  <a:pt x="206690" y="398729"/>
                </a:lnTo>
                <a:lnTo>
                  <a:pt x="209150" y="397134"/>
                </a:lnTo>
                <a:close/>
              </a:path>
              <a:path w="400050" h="717550">
                <a:moveTo>
                  <a:pt x="208279" y="397002"/>
                </a:moveTo>
                <a:lnTo>
                  <a:pt x="206938" y="398144"/>
                </a:lnTo>
                <a:lnTo>
                  <a:pt x="207414" y="397942"/>
                </a:lnTo>
                <a:lnTo>
                  <a:pt x="208279" y="397002"/>
                </a:lnTo>
                <a:close/>
              </a:path>
              <a:path w="400050" h="717550">
                <a:moveTo>
                  <a:pt x="209550" y="396875"/>
                </a:moveTo>
                <a:lnTo>
                  <a:pt x="207396" y="397962"/>
                </a:lnTo>
                <a:lnTo>
                  <a:pt x="209150" y="397134"/>
                </a:lnTo>
                <a:lnTo>
                  <a:pt x="209550" y="396875"/>
                </a:lnTo>
                <a:close/>
              </a:path>
              <a:path w="400050" h="717550">
                <a:moveTo>
                  <a:pt x="209295" y="397002"/>
                </a:moveTo>
                <a:lnTo>
                  <a:pt x="208279" y="397002"/>
                </a:lnTo>
                <a:lnTo>
                  <a:pt x="207414" y="397942"/>
                </a:lnTo>
                <a:lnTo>
                  <a:pt x="209295" y="397002"/>
                </a:lnTo>
                <a:close/>
              </a:path>
              <a:path w="400050" h="717550">
                <a:moveTo>
                  <a:pt x="209550" y="396875"/>
                </a:moveTo>
                <a:lnTo>
                  <a:pt x="209150" y="397134"/>
                </a:lnTo>
                <a:lnTo>
                  <a:pt x="209430" y="397002"/>
                </a:lnTo>
                <a:lnTo>
                  <a:pt x="209550" y="396875"/>
                </a:lnTo>
                <a:close/>
              </a:path>
              <a:path w="400050" h="717550">
                <a:moveTo>
                  <a:pt x="222664" y="392430"/>
                </a:moveTo>
                <a:lnTo>
                  <a:pt x="209676" y="392430"/>
                </a:lnTo>
                <a:lnTo>
                  <a:pt x="209550" y="396945"/>
                </a:lnTo>
                <a:lnTo>
                  <a:pt x="211582" y="395986"/>
                </a:lnTo>
                <a:lnTo>
                  <a:pt x="218693" y="393573"/>
                </a:lnTo>
                <a:lnTo>
                  <a:pt x="222664" y="392430"/>
                </a:lnTo>
                <a:close/>
              </a:path>
              <a:path w="400050" h="717550">
                <a:moveTo>
                  <a:pt x="209550" y="392657"/>
                </a:moveTo>
                <a:lnTo>
                  <a:pt x="209105" y="393454"/>
                </a:lnTo>
                <a:lnTo>
                  <a:pt x="208787" y="395731"/>
                </a:lnTo>
                <a:lnTo>
                  <a:pt x="209550" y="392901"/>
                </a:lnTo>
                <a:lnTo>
                  <a:pt x="209550" y="392657"/>
                </a:lnTo>
                <a:close/>
              </a:path>
              <a:path w="400050" h="717550">
                <a:moveTo>
                  <a:pt x="209550" y="392901"/>
                </a:moveTo>
                <a:lnTo>
                  <a:pt x="208787" y="395731"/>
                </a:lnTo>
                <a:lnTo>
                  <a:pt x="209550" y="395731"/>
                </a:lnTo>
                <a:lnTo>
                  <a:pt x="209550" y="392901"/>
                </a:lnTo>
                <a:close/>
              </a:path>
              <a:path w="400050" h="717550">
                <a:moveTo>
                  <a:pt x="209550" y="390271"/>
                </a:moveTo>
                <a:lnTo>
                  <a:pt x="209105" y="393454"/>
                </a:lnTo>
                <a:lnTo>
                  <a:pt x="209550" y="392657"/>
                </a:lnTo>
                <a:lnTo>
                  <a:pt x="209550" y="390271"/>
                </a:lnTo>
                <a:close/>
              </a:path>
              <a:path w="400050" h="717550">
                <a:moveTo>
                  <a:pt x="231125" y="390271"/>
                </a:moveTo>
                <a:lnTo>
                  <a:pt x="209550" y="390271"/>
                </a:lnTo>
                <a:lnTo>
                  <a:pt x="209550" y="392657"/>
                </a:lnTo>
                <a:lnTo>
                  <a:pt x="209676" y="392430"/>
                </a:lnTo>
                <a:lnTo>
                  <a:pt x="222664" y="392430"/>
                </a:lnTo>
                <a:lnTo>
                  <a:pt x="227075" y="391160"/>
                </a:lnTo>
                <a:lnTo>
                  <a:pt x="231125" y="390271"/>
                </a:lnTo>
                <a:close/>
              </a:path>
              <a:path w="400050" h="717550">
                <a:moveTo>
                  <a:pt x="380873" y="339471"/>
                </a:moveTo>
                <a:lnTo>
                  <a:pt x="342138" y="340106"/>
                </a:lnTo>
                <a:lnTo>
                  <a:pt x="288671" y="343281"/>
                </a:lnTo>
                <a:lnTo>
                  <a:pt x="243459" y="348996"/>
                </a:lnTo>
                <a:lnTo>
                  <a:pt x="203403" y="358537"/>
                </a:lnTo>
                <a:lnTo>
                  <a:pt x="207390" y="359918"/>
                </a:lnTo>
                <a:lnTo>
                  <a:pt x="256921" y="370078"/>
                </a:lnTo>
                <a:lnTo>
                  <a:pt x="305435" y="375031"/>
                </a:lnTo>
                <a:lnTo>
                  <a:pt x="380873" y="377571"/>
                </a:lnTo>
                <a:lnTo>
                  <a:pt x="380873" y="339471"/>
                </a:lnTo>
                <a:close/>
              </a:path>
              <a:path w="400050" h="717550">
                <a:moveTo>
                  <a:pt x="381126" y="339471"/>
                </a:moveTo>
                <a:lnTo>
                  <a:pt x="380873" y="339471"/>
                </a:lnTo>
                <a:lnTo>
                  <a:pt x="380873" y="377571"/>
                </a:lnTo>
                <a:lnTo>
                  <a:pt x="381126" y="377571"/>
                </a:lnTo>
                <a:lnTo>
                  <a:pt x="388530" y="376005"/>
                </a:lnTo>
                <a:lnTo>
                  <a:pt x="394541" y="371903"/>
                </a:lnTo>
                <a:lnTo>
                  <a:pt x="398575" y="365873"/>
                </a:lnTo>
                <a:lnTo>
                  <a:pt x="400050" y="358521"/>
                </a:lnTo>
                <a:lnTo>
                  <a:pt x="398575" y="351168"/>
                </a:lnTo>
                <a:lnTo>
                  <a:pt x="394541" y="345138"/>
                </a:lnTo>
                <a:lnTo>
                  <a:pt x="388530" y="341036"/>
                </a:lnTo>
                <a:lnTo>
                  <a:pt x="381126" y="339471"/>
                </a:lnTo>
                <a:close/>
              </a:path>
              <a:path w="400050" h="717550">
                <a:moveTo>
                  <a:pt x="171450" y="89129"/>
                </a:moveTo>
                <a:lnTo>
                  <a:pt x="171450" y="328675"/>
                </a:lnTo>
                <a:lnTo>
                  <a:pt x="171703" y="330454"/>
                </a:lnTo>
                <a:lnTo>
                  <a:pt x="172293" y="332486"/>
                </a:lnTo>
                <a:lnTo>
                  <a:pt x="173227" y="335406"/>
                </a:lnTo>
                <a:lnTo>
                  <a:pt x="173989" y="338328"/>
                </a:lnTo>
                <a:lnTo>
                  <a:pt x="175513" y="340868"/>
                </a:lnTo>
                <a:lnTo>
                  <a:pt x="177546" y="343027"/>
                </a:lnTo>
                <a:lnTo>
                  <a:pt x="180466" y="346202"/>
                </a:lnTo>
                <a:lnTo>
                  <a:pt x="181610" y="347344"/>
                </a:lnTo>
                <a:lnTo>
                  <a:pt x="182752" y="348361"/>
                </a:lnTo>
                <a:lnTo>
                  <a:pt x="184023" y="349123"/>
                </a:lnTo>
                <a:lnTo>
                  <a:pt x="188595" y="352171"/>
                </a:lnTo>
                <a:lnTo>
                  <a:pt x="189484" y="352679"/>
                </a:lnTo>
                <a:lnTo>
                  <a:pt x="190246" y="353187"/>
                </a:lnTo>
                <a:lnTo>
                  <a:pt x="191135" y="353568"/>
                </a:lnTo>
                <a:lnTo>
                  <a:pt x="197485" y="356488"/>
                </a:lnTo>
                <a:lnTo>
                  <a:pt x="203403" y="358537"/>
                </a:lnTo>
                <a:lnTo>
                  <a:pt x="208407" y="356869"/>
                </a:lnTo>
                <a:lnTo>
                  <a:pt x="219075" y="353949"/>
                </a:lnTo>
                <a:lnTo>
                  <a:pt x="257555" y="346837"/>
                </a:lnTo>
                <a:lnTo>
                  <a:pt x="305688" y="342011"/>
                </a:lnTo>
                <a:lnTo>
                  <a:pt x="380873" y="339471"/>
                </a:lnTo>
                <a:lnTo>
                  <a:pt x="381126" y="339471"/>
                </a:lnTo>
                <a:lnTo>
                  <a:pt x="362076" y="339344"/>
                </a:lnTo>
                <a:lnTo>
                  <a:pt x="308355" y="337058"/>
                </a:lnTo>
                <a:lnTo>
                  <a:pt x="262763" y="332486"/>
                </a:lnTo>
                <a:lnTo>
                  <a:pt x="230914" y="326771"/>
                </a:lnTo>
                <a:lnTo>
                  <a:pt x="209550" y="326771"/>
                </a:lnTo>
                <a:lnTo>
                  <a:pt x="209094" y="323584"/>
                </a:lnTo>
                <a:lnTo>
                  <a:pt x="206111" y="318319"/>
                </a:lnTo>
                <a:lnTo>
                  <a:pt x="204850" y="317246"/>
                </a:lnTo>
                <a:lnTo>
                  <a:pt x="205502" y="317246"/>
                </a:lnTo>
                <a:lnTo>
                  <a:pt x="205359" y="316992"/>
                </a:lnTo>
                <a:lnTo>
                  <a:pt x="209550" y="316992"/>
                </a:lnTo>
                <a:lnTo>
                  <a:pt x="209550" y="92329"/>
                </a:lnTo>
                <a:lnTo>
                  <a:pt x="175640" y="92329"/>
                </a:lnTo>
                <a:lnTo>
                  <a:pt x="174309" y="90881"/>
                </a:lnTo>
                <a:lnTo>
                  <a:pt x="171994" y="89380"/>
                </a:lnTo>
                <a:lnTo>
                  <a:pt x="171450" y="89129"/>
                </a:lnTo>
                <a:close/>
              </a:path>
              <a:path w="400050" h="717550">
                <a:moveTo>
                  <a:pt x="209094" y="323584"/>
                </a:moveTo>
                <a:lnTo>
                  <a:pt x="209550" y="326771"/>
                </a:lnTo>
                <a:lnTo>
                  <a:pt x="209550" y="324387"/>
                </a:lnTo>
                <a:lnTo>
                  <a:pt x="209094" y="323584"/>
                </a:lnTo>
                <a:close/>
              </a:path>
              <a:path w="400050" h="717550">
                <a:moveTo>
                  <a:pt x="209550" y="320092"/>
                </a:moveTo>
                <a:lnTo>
                  <a:pt x="209676" y="324612"/>
                </a:lnTo>
                <a:lnTo>
                  <a:pt x="209550" y="326771"/>
                </a:lnTo>
                <a:lnTo>
                  <a:pt x="230914" y="326771"/>
                </a:lnTo>
                <a:lnTo>
                  <a:pt x="228091" y="326136"/>
                </a:lnTo>
                <a:lnTo>
                  <a:pt x="219710" y="323977"/>
                </a:lnTo>
                <a:lnTo>
                  <a:pt x="213487" y="321944"/>
                </a:lnTo>
                <a:lnTo>
                  <a:pt x="209550" y="320092"/>
                </a:lnTo>
                <a:close/>
              </a:path>
              <a:path w="400050" h="717550">
                <a:moveTo>
                  <a:pt x="209550" y="324387"/>
                </a:moveTo>
                <a:lnTo>
                  <a:pt x="209550" y="324612"/>
                </a:lnTo>
                <a:lnTo>
                  <a:pt x="209550" y="324387"/>
                </a:lnTo>
                <a:close/>
              </a:path>
              <a:path w="400050" h="717550">
                <a:moveTo>
                  <a:pt x="208787" y="321437"/>
                </a:moveTo>
                <a:lnTo>
                  <a:pt x="209094" y="323584"/>
                </a:lnTo>
                <a:lnTo>
                  <a:pt x="209550" y="324387"/>
                </a:lnTo>
                <a:lnTo>
                  <a:pt x="209499" y="323977"/>
                </a:lnTo>
                <a:lnTo>
                  <a:pt x="208787" y="321437"/>
                </a:lnTo>
                <a:close/>
              </a:path>
              <a:path w="400050" h="717550">
                <a:moveTo>
                  <a:pt x="209550" y="321437"/>
                </a:moveTo>
                <a:lnTo>
                  <a:pt x="208787" y="321437"/>
                </a:lnTo>
                <a:lnTo>
                  <a:pt x="209550" y="324158"/>
                </a:lnTo>
                <a:lnTo>
                  <a:pt x="209550" y="321437"/>
                </a:lnTo>
                <a:close/>
              </a:path>
              <a:path w="400050" h="717550">
                <a:moveTo>
                  <a:pt x="206111" y="318319"/>
                </a:moveTo>
                <a:lnTo>
                  <a:pt x="209094" y="323584"/>
                </a:lnTo>
                <a:lnTo>
                  <a:pt x="208787" y="321437"/>
                </a:lnTo>
                <a:lnTo>
                  <a:pt x="209550" y="321437"/>
                </a:lnTo>
                <a:lnTo>
                  <a:pt x="209550" y="320294"/>
                </a:lnTo>
                <a:lnTo>
                  <a:pt x="209319" y="320167"/>
                </a:lnTo>
                <a:lnTo>
                  <a:pt x="208279" y="320167"/>
                </a:lnTo>
                <a:lnTo>
                  <a:pt x="206111" y="318319"/>
                </a:lnTo>
                <a:close/>
              </a:path>
              <a:path w="400050" h="717550">
                <a:moveTo>
                  <a:pt x="207189" y="318981"/>
                </a:moveTo>
                <a:lnTo>
                  <a:pt x="209550" y="320294"/>
                </a:lnTo>
                <a:lnTo>
                  <a:pt x="208417" y="319559"/>
                </a:lnTo>
                <a:lnTo>
                  <a:pt x="207189" y="318981"/>
                </a:lnTo>
                <a:close/>
              </a:path>
              <a:path w="400050" h="717550">
                <a:moveTo>
                  <a:pt x="208417" y="319559"/>
                </a:moveTo>
                <a:lnTo>
                  <a:pt x="209550" y="320294"/>
                </a:lnTo>
                <a:lnTo>
                  <a:pt x="209550" y="320092"/>
                </a:lnTo>
                <a:lnTo>
                  <a:pt x="208417" y="319559"/>
                </a:lnTo>
                <a:close/>
              </a:path>
              <a:path w="400050" h="717550">
                <a:moveTo>
                  <a:pt x="205881" y="317914"/>
                </a:moveTo>
                <a:lnTo>
                  <a:pt x="206111" y="318319"/>
                </a:lnTo>
                <a:lnTo>
                  <a:pt x="208279" y="320167"/>
                </a:lnTo>
                <a:lnTo>
                  <a:pt x="207215" y="319010"/>
                </a:lnTo>
                <a:lnTo>
                  <a:pt x="206690" y="318439"/>
                </a:lnTo>
                <a:lnTo>
                  <a:pt x="205881" y="317914"/>
                </a:lnTo>
                <a:close/>
              </a:path>
              <a:path w="400050" h="717550">
                <a:moveTo>
                  <a:pt x="207215" y="319010"/>
                </a:moveTo>
                <a:lnTo>
                  <a:pt x="208279" y="320167"/>
                </a:lnTo>
                <a:lnTo>
                  <a:pt x="209319" y="320167"/>
                </a:lnTo>
                <a:lnTo>
                  <a:pt x="207215" y="319010"/>
                </a:lnTo>
                <a:close/>
              </a:path>
              <a:path w="400050" h="717550">
                <a:moveTo>
                  <a:pt x="209550" y="316992"/>
                </a:moveTo>
                <a:lnTo>
                  <a:pt x="205359" y="316992"/>
                </a:lnTo>
                <a:lnTo>
                  <a:pt x="206690" y="318439"/>
                </a:lnTo>
                <a:lnTo>
                  <a:pt x="208417" y="319559"/>
                </a:lnTo>
                <a:lnTo>
                  <a:pt x="209550" y="320092"/>
                </a:lnTo>
                <a:lnTo>
                  <a:pt x="209550" y="316992"/>
                </a:lnTo>
                <a:close/>
              </a:path>
              <a:path w="400050" h="717550">
                <a:moveTo>
                  <a:pt x="206690" y="318439"/>
                </a:moveTo>
                <a:lnTo>
                  <a:pt x="207189" y="318981"/>
                </a:lnTo>
                <a:lnTo>
                  <a:pt x="208417" y="319559"/>
                </a:lnTo>
                <a:lnTo>
                  <a:pt x="206690" y="318439"/>
                </a:lnTo>
                <a:close/>
              </a:path>
              <a:path w="400050" h="717550">
                <a:moveTo>
                  <a:pt x="207111" y="318897"/>
                </a:moveTo>
                <a:close/>
              </a:path>
              <a:path w="400050" h="717550">
                <a:moveTo>
                  <a:pt x="205359" y="316992"/>
                </a:moveTo>
                <a:lnTo>
                  <a:pt x="205881" y="317914"/>
                </a:lnTo>
                <a:lnTo>
                  <a:pt x="206690" y="318439"/>
                </a:lnTo>
                <a:lnTo>
                  <a:pt x="205359" y="316992"/>
                </a:lnTo>
                <a:close/>
              </a:path>
              <a:path w="400050" h="717550">
                <a:moveTo>
                  <a:pt x="204850" y="317246"/>
                </a:moveTo>
                <a:lnTo>
                  <a:pt x="206111" y="318319"/>
                </a:lnTo>
                <a:lnTo>
                  <a:pt x="205881" y="317914"/>
                </a:lnTo>
                <a:lnTo>
                  <a:pt x="204850" y="317246"/>
                </a:lnTo>
                <a:close/>
              </a:path>
              <a:path w="400050" h="717550">
                <a:moveTo>
                  <a:pt x="205502" y="317246"/>
                </a:moveTo>
                <a:lnTo>
                  <a:pt x="204850" y="317246"/>
                </a:lnTo>
                <a:lnTo>
                  <a:pt x="205881" y="317914"/>
                </a:lnTo>
                <a:lnTo>
                  <a:pt x="205502" y="317246"/>
                </a:lnTo>
                <a:close/>
              </a:path>
              <a:path w="400050" h="717550">
                <a:moveTo>
                  <a:pt x="117348" y="0"/>
                </a:moveTo>
                <a:lnTo>
                  <a:pt x="0" y="50673"/>
                </a:lnTo>
                <a:lnTo>
                  <a:pt x="110998" y="114046"/>
                </a:lnTo>
                <a:lnTo>
                  <a:pt x="113091" y="76441"/>
                </a:lnTo>
                <a:lnTo>
                  <a:pt x="93725" y="74930"/>
                </a:lnTo>
                <a:lnTo>
                  <a:pt x="96520" y="36956"/>
                </a:lnTo>
                <a:lnTo>
                  <a:pt x="115290" y="36956"/>
                </a:lnTo>
                <a:lnTo>
                  <a:pt x="117348" y="0"/>
                </a:lnTo>
                <a:close/>
              </a:path>
              <a:path w="400050" h="717550">
                <a:moveTo>
                  <a:pt x="174309" y="90881"/>
                </a:moveTo>
                <a:lnTo>
                  <a:pt x="175640" y="92329"/>
                </a:lnTo>
                <a:lnTo>
                  <a:pt x="175131" y="91415"/>
                </a:lnTo>
                <a:lnTo>
                  <a:pt x="174309" y="90881"/>
                </a:lnTo>
                <a:close/>
              </a:path>
              <a:path w="400050" h="717550">
                <a:moveTo>
                  <a:pt x="175131" y="91415"/>
                </a:moveTo>
                <a:lnTo>
                  <a:pt x="175640" y="92329"/>
                </a:lnTo>
                <a:lnTo>
                  <a:pt x="209550" y="92329"/>
                </a:lnTo>
                <a:lnTo>
                  <a:pt x="209550" y="92075"/>
                </a:lnTo>
                <a:lnTo>
                  <a:pt x="176149" y="92075"/>
                </a:lnTo>
                <a:lnTo>
                  <a:pt x="175131" y="91415"/>
                </a:lnTo>
                <a:close/>
              </a:path>
              <a:path w="400050" h="717550">
                <a:moveTo>
                  <a:pt x="174912" y="91021"/>
                </a:moveTo>
                <a:lnTo>
                  <a:pt x="175131" y="91415"/>
                </a:lnTo>
                <a:lnTo>
                  <a:pt x="176149" y="92075"/>
                </a:lnTo>
                <a:lnTo>
                  <a:pt x="174912" y="91021"/>
                </a:lnTo>
                <a:close/>
              </a:path>
              <a:path w="400050" h="717550">
                <a:moveTo>
                  <a:pt x="209550" y="82423"/>
                </a:moveTo>
                <a:lnTo>
                  <a:pt x="171450" y="82423"/>
                </a:lnTo>
                <a:lnTo>
                  <a:pt x="171894" y="85606"/>
                </a:lnTo>
                <a:lnTo>
                  <a:pt x="174912" y="91021"/>
                </a:lnTo>
                <a:lnTo>
                  <a:pt x="176149" y="92075"/>
                </a:lnTo>
                <a:lnTo>
                  <a:pt x="209550" y="92075"/>
                </a:lnTo>
                <a:lnTo>
                  <a:pt x="209550" y="82423"/>
                </a:lnTo>
                <a:close/>
              </a:path>
              <a:path w="400050" h="717550">
                <a:moveTo>
                  <a:pt x="173611" y="90123"/>
                </a:moveTo>
                <a:lnTo>
                  <a:pt x="174309" y="90881"/>
                </a:lnTo>
                <a:lnTo>
                  <a:pt x="175131" y="91415"/>
                </a:lnTo>
                <a:lnTo>
                  <a:pt x="174912" y="91021"/>
                </a:lnTo>
                <a:lnTo>
                  <a:pt x="174061" y="90297"/>
                </a:lnTo>
                <a:lnTo>
                  <a:pt x="173611" y="90123"/>
                </a:lnTo>
                <a:close/>
              </a:path>
              <a:path w="400050" h="717550">
                <a:moveTo>
                  <a:pt x="173871" y="89154"/>
                </a:moveTo>
                <a:lnTo>
                  <a:pt x="172720" y="89154"/>
                </a:lnTo>
                <a:lnTo>
                  <a:pt x="174912" y="91021"/>
                </a:lnTo>
                <a:lnTo>
                  <a:pt x="173871" y="89154"/>
                </a:lnTo>
                <a:close/>
              </a:path>
              <a:path w="400050" h="717550">
                <a:moveTo>
                  <a:pt x="171994" y="89380"/>
                </a:moveTo>
                <a:lnTo>
                  <a:pt x="174309" y="90881"/>
                </a:lnTo>
                <a:lnTo>
                  <a:pt x="173611" y="90123"/>
                </a:lnTo>
                <a:lnTo>
                  <a:pt x="171994" y="89380"/>
                </a:lnTo>
                <a:close/>
              </a:path>
              <a:path w="400050" h="717550">
                <a:moveTo>
                  <a:pt x="173585" y="90094"/>
                </a:moveTo>
                <a:lnTo>
                  <a:pt x="173989" y="90297"/>
                </a:lnTo>
                <a:lnTo>
                  <a:pt x="173585" y="90094"/>
                </a:lnTo>
                <a:close/>
              </a:path>
              <a:path w="400050" h="717550">
                <a:moveTo>
                  <a:pt x="172720" y="89154"/>
                </a:moveTo>
                <a:lnTo>
                  <a:pt x="173585" y="90094"/>
                </a:lnTo>
                <a:lnTo>
                  <a:pt x="173989" y="90297"/>
                </a:lnTo>
                <a:lnTo>
                  <a:pt x="172720" y="89154"/>
                </a:lnTo>
                <a:close/>
              </a:path>
              <a:path w="400050" h="717550">
                <a:moveTo>
                  <a:pt x="171450" y="89027"/>
                </a:moveTo>
                <a:lnTo>
                  <a:pt x="171994" y="89380"/>
                </a:lnTo>
                <a:lnTo>
                  <a:pt x="173611" y="90123"/>
                </a:lnTo>
                <a:lnTo>
                  <a:pt x="171450" y="89027"/>
                </a:lnTo>
                <a:close/>
              </a:path>
              <a:path w="400050" h="717550">
                <a:moveTo>
                  <a:pt x="171450" y="85053"/>
                </a:moveTo>
                <a:lnTo>
                  <a:pt x="171450" y="89027"/>
                </a:lnTo>
                <a:lnTo>
                  <a:pt x="173585" y="90094"/>
                </a:lnTo>
                <a:lnTo>
                  <a:pt x="172720" y="89154"/>
                </a:lnTo>
                <a:lnTo>
                  <a:pt x="173871" y="89154"/>
                </a:lnTo>
                <a:lnTo>
                  <a:pt x="173163" y="87884"/>
                </a:lnTo>
                <a:lnTo>
                  <a:pt x="172212" y="87884"/>
                </a:lnTo>
                <a:lnTo>
                  <a:pt x="171450" y="85053"/>
                </a:lnTo>
                <a:close/>
              </a:path>
              <a:path w="400050" h="717550">
                <a:moveTo>
                  <a:pt x="171450" y="89027"/>
                </a:moveTo>
                <a:lnTo>
                  <a:pt x="171994" y="89380"/>
                </a:lnTo>
                <a:lnTo>
                  <a:pt x="171450" y="89027"/>
                </a:lnTo>
                <a:close/>
              </a:path>
              <a:path w="400050" h="717550">
                <a:moveTo>
                  <a:pt x="115214" y="38324"/>
                </a:moveTo>
                <a:lnTo>
                  <a:pt x="113091" y="76441"/>
                </a:lnTo>
                <a:lnTo>
                  <a:pt x="119761" y="76962"/>
                </a:lnTo>
                <a:lnTo>
                  <a:pt x="131825" y="78867"/>
                </a:lnTo>
                <a:lnTo>
                  <a:pt x="169290" y="88137"/>
                </a:lnTo>
                <a:lnTo>
                  <a:pt x="171450" y="89129"/>
                </a:lnTo>
                <a:lnTo>
                  <a:pt x="171450" y="82423"/>
                </a:lnTo>
                <a:lnTo>
                  <a:pt x="209550" y="82423"/>
                </a:lnTo>
                <a:lnTo>
                  <a:pt x="209550" y="80644"/>
                </a:lnTo>
                <a:lnTo>
                  <a:pt x="209296" y="78867"/>
                </a:lnTo>
                <a:lnTo>
                  <a:pt x="208747" y="76962"/>
                </a:lnTo>
                <a:lnTo>
                  <a:pt x="207772" y="73913"/>
                </a:lnTo>
                <a:lnTo>
                  <a:pt x="207010" y="70993"/>
                </a:lnTo>
                <a:lnTo>
                  <a:pt x="196976" y="60198"/>
                </a:lnTo>
                <a:lnTo>
                  <a:pt x="192404" y="57150"/>
                </a:lnTo>
                <a:lnTo>
                  <a:pt x="191515" y="56642"/>
                </a:lnTo>
                <a:lnTo>
                  <a:pt x="190753" y="56134"/>
                </a:lnTo>
                <a:lnTo>
                  <a:pt x="189864" y="55753"/>
                </a:lnTo>
                <a:lnTo>
                  <a:pt x="150495" y="43561"/>
                </a:lnTo>
                <a:lnTo>
                  <a:pt x="122554" y="38862"/>
                </a:lnTo>
                <a:lnTo>
                  <a:pt x="115214" y="38324"/>
                </a:lnTo>
                <a:close/>
              </a:path>
              <a:path w="400050" h="717550">
                <a:moveTo>
                  <a:pt x="171450" y="84809"/>
                </a:moveTo>
                <a:lnTo>
                  <a:pt x="171450" y="85053"/>
                </a:lnTo>
                <a:lnTo>
                  <a:pt x="172212" y="87884"/>
                </a:lnTo>
                <a:lnTo>
                  <a:pt x="171894" y="85606"/>
                </a:lnTo>
                <a:lnTo>
                  <a:pt x="171450" y="84809"/>
                </a:lnTo>
                <a:close/>
              </a:path>
              <a:path w="400050" h="717550">
                <a:moveTo>
                  <a:pt x="171894" y="85606"/>
                </a:moveTo>
                <a:lnTo>
                  <a:pt x="172212" y="87884"/>
                </a:lnTo>
                <a:lnTo>
                  <a:pt x="173163" y="87884"/>
                </a:lnTo>
                <a:lnTo>
                  <a:pt x="171894" y="85606"/>
                </a:lnTo>
                <a:close/>
              </a:path>
              <a:path w="400050" h="717550">
                <a:moveTo>
                  <a:pt x="171450" y="82423"/>
                </a:moveTo>
                <a:lnTo>
                  <a:pt x="171450" y="84809"/>
                </a:lnTo>
                <a:lnTo>
                  <a:pt x="171894" y="85606"/>
                </a:lnTo>
                <a:lnTo>
                  <a:pt x="171450" y="82423"/>
                </a:lnTo>
                <a:close/>
              </a:path>
              <a:path w="400050" h="717550">
                <a:moveTo>
                  <a:pt x="171450" y="84581"/>
                </a:moveTo>
                <a:lnTo>
                  <a:pt x="171450" y="84809"/>
                </a:lnTo>
                <a:lnTo>
                  <a:pt x="171450" y="84581"/>
                </a:lnTo>
                <a:close/>
              </a:path>
              <a:path w="400050" h="717550">
                <a:moveTo>
                  <a:pt x="96520" y="36956"/>
                </a:moveTo>
                <a:lnTo>
                  <a:pt x="93725" y="74930"/>
                </a:lnTo>
                <a:lnTo>
                  <a:pt x="113091" y="76441"/>
                </a:lnTo>
                <a:lnTo>
                  <a:pt x="115214" y="38324"/>
                </a:lnTo>
                <a:lnTo>
                  <a:pt x="96520" y="36956"/>
                </a:lnTo>
                <a:close/>
              </a:path>
              <a:path w="400050" h="717550">
                <a:moveTo>
                  <a:pt x="115290" y="36956"/>
                </a:moveTo>
                <a:lnTo>
                  <a:pt x="96520" y="36956"/>
                </a:lnTo>
                <a:lnTo>
                  <a:pt x="115214" y="38324"/>
                </a:lnTo>
                <a:lnTo>
                  <a:pt x="115290" y="369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090029" y="4681854"/>
            <a:ext cx="22713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Angle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Modulation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4294967295"/>
          </p:nvPr>
        </p:nvSpPr>
        <p:spPr>
          <a:xfrm>
            <a:off x="10002139" y="6558093"/>
            <a:ext cx="281304" cy="179536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[</a:t>
            </a:r>
            <a:fld id="{81D60167-4931-47E6-BA6A-407CBD079E47}" type="slidenum">
              <a:rPr spc="-5" dirty="0"/>
              <a:pPr marL="12700">
                <a:lnSpc>
                  <a:spcPts val="1425"/>
                </a:lnSpc>
              </a:pPr>
              <a:t>47</a:t>
            </a:fld>
            <a:r>
              <a:rPr dirty="0"/>
              <a:t>]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593645" y="4138042"/>
            <a:ext cx="3936365" cy="772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900">
              <a:spcBef>
                <a:spcPts val="100"/>
              </a:spcBef>
              <a:buSzPct val="125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Times New Roman"/>
                <a:cs typeface="Times New Roman"/>
              </a:rPr>
              <a:t>Amplitude </a:t>
            </a:r>
            <a:r>
              <a:rPr sz="2400" dirty="0">
                <a:latin typeface="Times New Roman"/>
                <a:cs typeface="Times New Roman"/>
              </a:rPr>
              <a:t>Modulation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(AM)</a:t>
            </a:r>
            <a:endParaRPr sz="2400">
              <a:latin typeface="Times New Roman"/>
              <a:cs typeface="Times New Roman"/>
            </a:endParaRPr>
          </a:p>
          <a:p>
            <a:pPr marL="354965" indent="-342900">
              <a:buSzPct val="125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Frequency Modulation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(FM)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593644" y="4869942"/>
            <a:ext cx="32956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900">
              <a:spcBef>
                <a:spcPts val="100"/>
              </a:spcBef>
              <a:buSzPct val="125000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Times New Roman"/>
                <a:cs typeface="Times New Roman"/>
              </a:rPr>
              <a:t>Phase </a:t>
            </a:r>
            <a:r>
              <a:rPr sz="2400" dirty="0">
                <a:latin typeface="Times New Roman"/>
                <a:cs typeface="Times New Roman"/>
              </a:rPr>
              <a:t>Modulation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(PM)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2898393" y="304257"/>
            <a:ext cx="7103745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Introduction </a:t>
            </a:r>
            <a:r>
              <a:rPr spc="-175" dirty="0"/>
              <a:t>To </a:t>
            </a:r>
            <a:r>
              <a:rPr dirty="0"/>
              <a:t>Modulation</a:t>
            </a:r>
            <a:r>
              <a:rPr spc="145" dirty="0"/>
              <a:t> </a:t>
            </a:r>
            <a:r>
              <a:rPr sz="2400" dirty="0"/>
              <a:t>contd.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CEC2E548-8232-4F34-BF40-390D7B559AB7}"/>
                  </a:ext>
                </a:extLst>
              </p14:cNvPr>
              <p14:cNvContentPartPr/>
              <p14:nvPr/>
            </p14:nvContentPartPr>
            <p14:xfrm>
              <a:off x="2114640" y="2122560"/>
              <a:ext cx="8706960" cy="309276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CEC2E548-8232-4F34-BF40-390D7B559AB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05280" y="2113200"/>
                <a:ext cx="8725680" cy="31114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64791" y="990600"/>
            <a:ext cx="8750808" cy="152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602739" y="1164082"/>
            <a:ext cx="8987790" cy="53625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indent="-457200" algn="just">
              <a:spcBef>
                <a:spcPts val="95"/>
              </a:spcBef>
              <a:buFont typeface="Wingdings"/>
              <a:buChar char=""/>
              <a:tabLst>
                <a:tab pos="469900" algn="l"/>
              </a:tabLst>
            </a:pPr>
            <a:r>
              <a:rPr sz="2800" spc="-5" dirty="0">
                <a:solidFill>
                  <a:srgbClr val="0000FF"/>
                </a:solidFill>
                <a:latin typeface="Times New Roman"/>
                <a:cs typeface="Times New Roman"/>
              </a:rPr>
              <a:t>Pulse</a:t>
            </a:r>
            <a:r>
              <a:rPr sz="2800" spc="-1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0000FF"/>
                </a:solidFill>
                <a:latin typeface="Times New Roman"/>
                <a:cs typeface="Times New Roman"/>
              </a:rPr>
              <a:t>Modulation:</a:t>
            </a:r>
            <a:endParaRPr sz="2800">
              <a:latin typeface="Times New Roman"/>
              <a:cs typeface="Times New Roman"/>
            </a:endParaRPr>
          </a:p>
          <a:p>
            <a:pPr marL="355600" marR="5080" indent="-342900" algn="just">
              <a:spcBef>
                <a:spcPts val="254"/>
              </a:spcBef>
              <a:buSzPct val="125000"/>
              <a:buFont typeface="Wingdings"/>
              <a:buChar char=""/>
              <a:tabLst>
                <a:tab pos="355600" algn="l"/>
              </a:tabLst>
            </a:pPr>
            <a:r>
              <a:rPr sz="2400" i="1" dirty="0">
                <a:latin typeface="Times New Roman"/>
                <a:cs typeface="Times New Roman"/>
              </a:rPr>
              <a:t>When </a:t>
            </a:r>
            <a:r>
              <a:rPr sz="2400" i="1" spc="-5" dirty="0">
                <a:latin typeface="Times New Roman"/>
                <a:cs typeface="Times New Roman"/>
              </a:rPr>
              <a:t>the </a:t>
            </a:r>
            <a:r>
              <a:rPr sz="2400" i="1" dirty="0">
                <a:latin typeface="Times New Roman"/>
                <a:cs typeface="Times New Roman"/>
              </a:rPr>
              <a:t>modulating </a:t>
            </a:r>
            <a:r>
              <a:rPr sz="2400" i="1" spc="-5" dirty="0">
                <a:latin typeface="Times New Roman"/>
                <a:cs typeface="Times New Roman"/>
              </a:rPr>
              <a:t>signal </a:t>
            </a:r>
            <a:r>
              <a:rPr sz="2400" i="1" dirty="0">
                <a:latin typeface="Times New Roman"/>
                <a:cs typeface="Times New Roman"/>
              </a:rPr>
              <a:t>is </a:t>
            </a:r>
            <a:r>
              <a:rPr sz="2400" i="1" spc="-5" dirty="0">
                <a:latin typeface="Times New Roman"/>
                <a:cs typeface="Times New Roman"/>
              </a:rPr>
              <a:t>analog </a:t>
            </a:r>
            <a:r>
              <a:rPr sz="2400" i="1" dirty="0">
                <a:latin typeface="Times New Roman"/>
                <a:cs typeface="Times New Roman"/>
              </a:rPr>
              <a:t>in </a:t>
            </a:r>
            <a:r>
              <a:rPr sz="2400" i="1" spc="-15" dirty="0">
                <a:latin typeface="Times New Roman"/>
                <a:cs typeface="Times New Roman"/>
              </a:rPr>
              <a:t>nature </a:t>
            </a:r>
            <a:r>
              <a:rPr sz="2400" i="1" dirty="0">
                <a:latin typeface="Times New Roman"/>
                <a:cs typeface="Times New Roman"/>
              </a:rPr>
              <a:t>and the carrier </a:t>
            </a:r>
            <a:r>
              <a:rPr sz="2400" i="1" spc="-5" dirty="0">
                <a:latin typeface="Times New Roman"/>
                <a:cs typeface="Times New Roman"/>
              </a:rPr>
              <a:t>signal  </a:t>
            </a:r>
            <a:r>
              <a:rPr sz="2400" i="1" dirty="0">
                <a:latin typeface="Times New Roman"/>
                <a:cs typeface="Times New Roman"/>
              </a:rPr>
              <a:t>is a </a:t>
            </a:r>
            <a:r>
              <a:rPr sz="2400" i="1" spc="-5" dirty="0">
                <a:latin typeface="Times New Roman"/>
                <a:cs typeface="Times New Roman"/>
              </a:rPr>
              <a:t>periodic sequence </a:t>
            </a:r>
            <a:r>
              <a:rPr sz="2400" i="1" dirty="0">
                <a:latin typeface="Times New Roman"/>
                <a:cs typeface="Times New Roman"/>
              </a:rPr>
              <a:t>of </a:t>
            </a:r>
            <a:r>
              <a:rPr sz="2400" i="1" spc="-15" dirty="0">
                <a:latin typeface="Times New Roman"/>
                <a:cs typeface="Times New Roman"/>
              </a:rPr>
              <a:t>rectangular </a:t>
            </a:r>
            <a:r>
              <a:rPr sz="2400" i="1" dirty="0">
                <a:latin typeface="Times New Roman"/>
                <a:cs typeface="Times New Roman"/>
              </a:rPr>
              <a:t>pulse </a:t>
            </a:r>
            <a:r>
              <a:rPr sz="2400" i="1" spc="-5" dirty="0">
                <a:latin typeface="Times New Roman"/>
                <a:cs typeface="Times New Roman"/>
              </a:rPr>
              <a:t>waveform, </a:t>
            </a:r>
            <a:r>
              <a:rPr sz="2400" i="1" dirty="0">
                <a:latin typeface="Times New Roman"/>
                <a:cs typeface="Times New Roman"/>
              </a:rPr>
              <a:t>the </a:t>
            </a:r>
            <a:r>
              <a:rPr sz="2400" i="1" spc="-15" dirty="0">
                <a:latin typeface="Times New Roman"/>
                <a:cs typeface="Times New Roman"/>
              </a:rPr>
              <a:t>process of  </a:t>
            </a:r>
            <a:r>
              <a:rPr sz="2400" i="1" dirty="0">
                <a:latin typeface="Times New Roman"/>
                <a:cs typeface="Times New Roman"/>
              </a:rPr>
              <a:t>modulation is known </a:t>
            </a:r>
            <a:r>
              <a:rPr sz="2400" i="1" spc="-5" dirty="0">
                <a:latin typeface="Times New Roman"/>
                <a:cs typeface="Times New Roman"/>
              </a:rPr>
              <a:t>as </a:t>
            </a:r>
            <a:r>
              <a:rPr sz="2400" i="1" dirty="0">
                <a:latin typeface="Times New Roman"/>
                <a:cs typeface="Times New Roman"/>
              </a:rPr>
              <a:t>Pulse</a:t>
            </a:r>
            <a:r>
              <a:rPr sz="2400" i="1" spc="-3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Modulation.</a:t>
            </a:r>
            <a:endParaRPr sz="2400">
              <a:latin typeface="Times New Roman"/>
              <a:cs typeface="Times New Roman"/>
            </a:endParaRPr>
          </a:p>
          <a:p>
            <a:pPr marL="355600" indent="-342900" algn="just">
              <a:spcBef>
                <a:spcPts val="5"/>
              </a:spcBef>
              <a:buSzPct val="125000"/>
              <a:buFont typeface="Wingdings"/>
              <a:buChar char="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-10" dirty="0">
                <a:latin typeface="Times New Roman"/>
                <a:cs typeface="Times New Roman"/>
              </a:rPr>
              <a:t>different </a:t>
            </a:r>
            <a:r>
              <a:rPr sz="2400" spc="-5" dirty="0">
                <a:latin typeface="Times New Roman"/>
                <a:cs typeface="Times New Roman"/>
              </a:rPr>
              <a:t>Pulse modulation </a:t>
            </a:r>
            <a:r>
              <a:rPr sz="2400" dirty="0">
                <a:latin typeface="Times New Roman"/>
                <a:cs typeface="Times New Roman"/>
              </a:rPr>
              <a:t>techniques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are:</a:t>
            </a:r>
            <a:endParaRPr sz="2400">
              <a:latin typeface="Times New Roman"/>
              <a:cs typeface="Times New Roman"/>
            </a:endParaRPr>
          </a:p>
          <a:p>
            <a:pPr marL="1346200" lvl="1" indent="-343535">
              <a:spcBef>
                <a:spcPts val="480"/>
              </a:spcBef>
              <a:buSzPct val="125000"/>
              <a:buFont typeface="Arial"/>
              <a:buChar char="•"/>
              <a:tabLst>
                <a:tab pos="1346200" algn="l"/>
                <a:tab pos="1346835" algn="l"/>
              </a:tabLst>
            </a:pPr>
            <a:r>
              <a:rPr sz="2400" dirty="0">
                <a:latin typeface="Times New Roman"/>
                <a:cs typeface="Times New Roman"/>
              </a:rPr>
              <a:t>Pulse </a:t>
            </a:r>
            <a:r>
              <a:rPr sz="2400" spc="-5" dirty="0">
                <a:latin typeface="Times New Roman"/>
                <a:cs typeface="Times New Roman"/>
              </a:rPr>
              <a:t>Amplitude </a:t>
            </a:r>
            <a:r>
              <a:rPr sz="2400" dirty="0">
                <a:latin typeface="Times New Roman"/>
                <a:cs typeface="Times New Roman"/>
              </a:rPr>
              <a:t>Modulation</a:t>
            </a:r>
            <a:r>
              <a:rPr sz="2400" spc="-190" dirty="0">
                <a:latin typeface="Times New Roman"/>
                <a:cs typeface="Times New Roman"/>
              </a:rPr>
              <a:t> </a:t>
            </a:r>
            <a:r>
              <a:rPr sz="2400" spc="-45" dirty="0">
                <a:latin typeface="Times New Roman"/>
                <a:cs typeface="Times New Roman"/>
              </a:rPr>
              <a:t>(PAM)</a:t>
            </a:r>
            <a:endParaRPr sz="2400">
              <a:latin typeface="Times New Roman"/>
              <a:cs typeface="Times New Roman"/>
            </a:endParaRPr>
          </a:p>
          <a:p>
            <a:pPr marL="1346200" lvl="1" indent="-343535">
              <a:buSzPct val="125000"/>
              <a:buFont typeface="Arial"/>
              <a:buChar char="•"/>
              <a:tabLst>
                <a:tab pos="1346200" algn="l"/>
                <a:tab pos="1346835" algn="l"/>
              </a:tabLst>
            </a:pPr>
            <a:r>
              <a:rPr sz="2400" spc="-5" dirty="0">
                <a:latin typeface="Times New Roman"/>
                <a:cs typeface="Times New Roman"/>
              </a:rPr>
              <a:t>Pulse </a:t>
            </a:r>
            <a:r>
              <a:rPr sz="2400" spc="-25" dirty="0">
                <a:latin typeface="Times New Roman"/>
                <a:cs typeface="Times New Roman"/>
              </a:rPr>
              <a:t>Width </a:t>
            </a:r>
            <a:r>
              <a:rPr sz="2400" dirty="0">
                <a:latin typeface="Times New Roman"/>
                <a:cs typeface="Times New Roman"/>
              </a:rPr>
              <a:t>Modulation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(PWM)</a:t>
            </a:r>
            <a:endParaRPr sz="2400">
              <a:latin typeface="Times New Roman"/>
              <a:cs typeface="Times New Roman"/>
            </a:endParaRPr>
          </a:p>
          <a:p>
            <a:pPr marL="1346200" lvl="1" indent="-343535">
              <a:buSzPct val="125000"/>
              <a:buFont typeface="Arial"/>
              <a:buChar char="•"/>
              <a:tabLst>
                <a:tab pos="1346200" algn="l"/>
                <a:tab pos="1346835" algn="l"/>
              </a:tabLst>
            </a:pPr>
            <a:r>
              <a:rPr sz="2400" spc="-5" dirty="0">
                <a:latin typeface="Times New Roman"/>
                <a:cs typeface="Times New Roman"/>
              </a:rPr>
              <a:t>Pulse </a:t>
            </a:r>
            <a:r>
              <a:rPr sz="2400" dirty="0">
                <a:latin typeface="Times New Roman"/>
                <a:cs typeface="Times New Roman"/>
              </a:rPr>
              <a:t>Position Modulation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(PPM)</a:t>
            </a:r>
            <a:endParaRPr sz="2400">
              <a:latin typeface="Times New Roman"/>
              <a:cs typeface="Times New Roman"/>
            </a:endParaRPr>
          </a:p>
          <a:p>
            <a:pPr marL="355600" marR="5080" indent="-342900" algn="just">
              <a:spcBef>
                <a:spcPts val="480"/>
              </a:spcBef>
              <a:buSzPct val="125000"/>
              <a:buFont typeface="Wingdings"/>
              <a:buChar char="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These </a:t>
            </a:r>
            <a:r>
              <a:rPr sz="2400" spc="-5" dirty="0">
                <a:latin typeface="Times New Roman"/>
                <a:cs typeface="Times New Roman"/>
              </a:rPr>
              <a:t>correspond </a:t>
            </a:r>
            <a:r>
              <a:rPr sz="2400" dirty="0">
                <a:latin typeface="Times New Roman"/>
                <a:cs typeface="Times New Roman"/>
              </a:rPr>
              <a:t>to </a:t>
            </a:r>
            <a:r>
              <a:rPr sz="2400" spc="-5" dirty="0">
                <a:latin typeface="Times New Roman"/>
                <a:cs typeface="Times New Roman"/>
              </a:rPr>
              <a:t>variation </a:t>
            </a:r>
            <a:r>
              <a:rPr sz="2400" dirty="0">
                <a:latin typeface="Times New Roman"/>
                <a:cs typeface="Times New Roman"/>
              </a:rPr>
              <a:t>of </a:t>
            </a:r>
            <a:r>
              <a:rPr sz="2400" spc="-5" dirty="0">
                <a:latin typeface="Times New Roman"/>
                <a:cs typeface="Times New Roman"/>
              </a:rPr>
              <a:t>amplitude, width </a:t>
            </a:r>
            <a:r>
              <a:rPr sz="2400" dirty="0">
                <a:latin typeface="Times New Roman"/>
                <a:cs typeface="Times New Roman"/>
              </a:rPr>
              <a:t>or </a:t>
            </a:r>
            <a:r>
              <a:rPr sz="2400" spc="-5" dirty="0">
                <a:latin typeface="Times New Roman"/>
                <a:cs typeface="Times New Roman"/>
              </a:rPr>
              <a:t>relative position  of </a:t>
            </a: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-5" dirty="0">
                <a:latin typeface="Times New Roman"/>
                <a:cs typeface="Times New Roman"/>
              </a:rPr>
              <a:t>carrier </a:t>
            </a:r>
            <a:r>
              <a:rPr sz="2400" dirty="0">
                <a:latin typeface="Times New Roman"/>
                <a:cs typeface="Times New Roman"/>
              </a:rPr>
              <a:t>pulse </a:t>
            </a:r>
            <a:r>
              <a:rPr sz="2400" spc="-5" dirty="0">
                <a:latin typeface="Times New Roman"/>
                <a:cs typeface="Times New Roman"/>
              </a:rPr>
              <a:t>signal </a:t>
            </a:r>
            <a:r>
              <a:rPr sz="2400" dirty="0">
                <a:latin typeface="Times New Roman"/>
                <a:cs typeface="Times New Roman"/>
              </a:rPr>
              <a:t>in </a:t>
            </a:r>
            <a:r>
              <a:rPr sz="2400" spc="-5" dirty="0">
                <a:latin typeface="Times New Roman"/>
                <a:cs typeface="Times New Roman"/>
              </a:rPr>
              <a:t>proportion </a:t>
            </a:r>
            <a:r>
              <a:rPr sz="2400" dirty="0">
                <a:latin typeface="Times New Roman"/>
                <a:cs typeface="Times New Roman"/>
              </a:rPr>
              <a:t>to the </a:t>
            </a:r>
            <a:r>
              <a:rPr sz="2400" spc="-5" dirty="0">
                <a:latin typeface="Times New Roman"/>
                <a:cs typeface="Times New Roman"/>
              </a:rPr>
              <a:t>instantaneous value of  </a:t>
            </a:r>
            <a:r>
              <a:rPr sz="2400" dirty="0">
                <a:latin typeface="Times New Roman"/>
                <a:cs typeface="Times New Roman"/>
              </a:rPr>
              <a:t>the analog </a:t>
            </a:r>
            <a:r>
              <a:rPr sz="2400" spc="-5" dirty="0">
                <a:latin typeface="Times New Roman"/>
                <a:cs typeface="Times New Roman"/>
              </a:rPr>
              <a:t>modulating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signal.</a:t>
            </a:r>
            <a:endParaRPr sz="2400">
              <a:latin typeface="Times New Roman"/>
              <a:cs typeface="Times New Roman"/>
            </a:endParaRPr>
          </a:p>
          <a:p>
            <a:pPr marL="355600" marR="5080" indent="-342900" algn="just">
              <a:spcBef>
                <a:spcPts val="5"/>
              </a:spcBef>
              <a:buSzPct val="125000"/>
              <a:buFont typeface="Wingdings"/>
              <a:buChar char="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-5" dirty="0">
                <a:latin typeface="Times New Roman"/>
                <a:cs typeface="Times New Roman"/>
              </a:rPr>
              <a:t>digital </a:t>
            </a:r>
            <a:r>
              <a:rPr sz="2400" dirty="0">
                <a:latin typeface="Times New Roman"/>
                <a:cs typeface="Times New Roman"/>
              </a:rPr>
              <a:t>form of pulse </a:t>
            </a:r>
            <a:r>
              <a:rPr sz="2400" spc="-5" dirty="0">
                <a:latin typeface="Times New Roman"/>
                <a:cs typeface="Times New Roman"/>
              </a:rPr>
              <a:t>modulation(encoding </a:t>
            </a:r>
            <a:r>
              <a:rPr sz="2400" dirty="0">
                <a:latin typeface="Times New Roman"/>
                <a:cs typeface="Times New Roman"/>
              </a:rPr>
              <a:t>of pulse </a:t>
            </a:r>
            <a:r>
              <a:rPr sz="2400" spc="-5" dirty="0">
                <a:latin typeface="Times New Roman"/>
                <a:cs typeface="Times New Roman"/>
              </a:rPr>
              <a:t>amplitude  modulation waveform </a:t>
            </a:r>
            <a:r>
              <a:rPr sz="2400" dirty="0">
                <a:latin typeface="Times New Roman"/>
                <a:cs typeface="Times New Roman"/>
              </a:rPr>
              <a:t>by </a:t>
            </a:r>
            <a:r>
              <a:rPr sz="2400" spc="-5" dirty="0">
                <a:latin typeface="Times New Roman"/>
                <a:cs typeface="Times New Roman"/>
              </a:rPr>
              <a:t>digital </a:t>
            </a:r>
            <a:r>
              <a:rPr sz="2400" dirty="0">
                <a:latin typeface="Times New Roman"/>
                <a:cs typeface="Times New Roman"/>
              </a:rPr>
              <a:t>codes) is known </a:t>
            </a:r>
            <a:r>
              <a:rPr sz="2400" spc="-5" dirty="0">
                <a:latin typeface="Times New Roman"/>
                <a:cs typeface="Times New Roman"/>
              </a:rPr>
              <a:t>as </a:t>
            </a:r>
            <a:r>
              <a:rPr sz="2400" dirty="0">
                <a:latin typeface="Times New Roman"/>
                <a:cs typeface="Times New Roman"/>
              </a:rPr>
              <a:t>pulse code  </a:t>
            </a:r>
            <a:r>
              <a:rPr sz="2400" spc="-5" dirty="0">
                <a:latin typeface="Times New Roman"/>
                <a:cs typeface="Times New Roman"/>
              </a:rPr>
              <a:t>modulation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(PCM).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002140" y="6549754"/>
            <a:ext cx="28130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z="1200" dirty="0">
                <a:latin typeface="Arial"/>
                <a:cs typeface="Arial"/>
              </a:rPr>
              <a:t>[</a:t>
            </a:r>
            <a:r>
              <a:rPr sz="1200" spc="-5" dirty="0">
                <a:latin typeface="Arial"/>
                <a:cs typeface="Arial"/>
              </a:rPr>
              <a:t>16</a:t>
            </a:r>
            <a:r>
              <a:rPr sz="1200" dirty="0">
                <a:latin typeface="Arial"/>
                <a:cs typeface="Arial"/>
              </a:rPr>
              <a:t>]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898393" y="304257"/>
            <a:ext cx="7528815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Introduction </a:t>
            </a:r>
            <a:r>
              <a:rPr spc="-175" dirty="0"/>
              <a:t>To </a:t>
            </a:r>
            <a:r>
              <a:rPr dirty="0"/>
              <a:t>Modulation</a:t>
            </a:r>
            <a:r>
              <a:rPr spc="145" dirty="0"/>
              <a:t> </a:t>
            </a:r>
            <a:r>
              <a:rPr sz="2400" dirty="0"/>
              <a:t>contd.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CEB851DD-B4CA-4008-B77E-26257041E9E6}"/>
                  </a:ext>
                </a:extLst>
              </p14:cNvPr>
              <p14:cNvContentPartPr/>
              <p14:nvPr/>
            </p14:nvContentPartPr>
            <p14:xfrm>
              <a:off x="3513960" y="1969200"/>
              <a:ext cx="8297280" cy="227520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CEB851DD-B4CA-4008-B77E-26257041E9E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504600" y="1959840"/>
                <a:ext cx="8316000" cy="22939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64791" y="990600"/>
            <a:ext cx="8750808" cy="152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602739" y="1133994"/>
            <a:ext cx="8987790" cy="53467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469900" indent="-457200" algn="just">
              <a:spcBef>
                <a:spcPts val="330"/>
              </a:spcBef>
              <a:buFont typeface="Wingdings"/>
              <a:buChar char=""/>
              <a:tabLst>
                <a:tab pos="469900" algn="l"/>
              </a:tabLst>
            </a:pPr>
            <a:r>
              <a:rPr sz="2800" spc="-5" dirty="0">
                <a:solidFill>
                  <a:srgbClr val="0000FF"/>
                </a:solidFill>
                <a:latin typeface="Times New Roman"/>
                <a:cs typeface="Times New Roman"/>
              </a:rPr>
              <a:t>Digital</a:t>
            </a:r>
            <a:r>
              <a:rPr sz="2800" spc="-2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0000FF"/>
                </a:solidFill>
                <a:latin typeface="Times New Roman"/>
                <a:cs typeface="Times New Roman"/>
              </a:rPr>
              <a:t>Modulation:</a:t>
            </a:r>
            <a:endParaRPr sz="2800">
              <a:latin typeface="Times New Roman"/>
              <a:cs typeface="Times New Roman"/>
            </a:endParaRPr>
          </a:p>
          <a:p>
            <a:pPr marL="355600" marR="5080" indent="-342900" algn="just">
              <a:spcBef>
                <a:spcPts val="855"/>
              </a:spcBef>
              <a:buSzPct val="125000"/>
              <a:buFont typeface="Wingdings"/>
              <a:buChar char=""/>
              <a:tabLst>
                <a:tab pos="355600" algn="l"/>
              </a:tabLst>
            </a:pPr>
            <a:r>
              <a:rPr sz="2400" i="1" dirty="0">
                <a:latin typeface="Times New Roman"/>
                <a:cs typeface="Times New Roman"/>
              </a:rPr>
              <a:t>When the </a:t>
            </a:r>
            <a:r>
              <a:rPr sz="2400" i="1" spc="-5" dirty="0">
                <a:latin typeface="Times New Roman"/>
                <a:cs typeface="Times New Roman"/>
              </a:rPr>
              <a:t>modulating signal </a:t>
            </a:r>
            <a:r>
              <a:rPr sz="2400" i="1" dirty="0">
                <a:latin typeface="Times New Roman"/>
                <a:cs typeface="Times New Roman"/>
              </a:rPr>
              <a:t>is </a:t>
            </a:r>
            <a:r>
              <a:rPr sz="2400" i="1" spc="-10" dirty="0">
                <a:latin typeface="Times New Roman"/>
                <a:cs typeface="Times New Roman"/>
              </a:rPr>
              <a:t>digital </a:t>
            </a:r>
            <a:r>
              <a:rPr sz="2400" i="1" dirty="0">
                <a:latin typeface="Times New Roman"/>
                <a:cs typeface="Times New Roman"/>
              </a:rPr>
              <a:t>in </a:t>
            </a:r>
            <a:r>
              <a:rPr sz="2400" i="1" spc="-20" dirty="0">
                <a:latin typeface="Times New Roman"/>
                <a:cs typeface="Times New Roman"/>
              </a:rPr>
              <a:t>nature </a:t>
            </a:r>
            <a:r>
              <a:rPr sz="2400" i="1" dirty="0">
                <a:latin typeface="Times New Roman"/>
                <a:cs typeface="Times New Roman"/>
              </a:rPr>
              <a:t>and </a:t>
            </a:r>
            <a:r>
              <a:rPr sz="2400" i="1" spc="-5" dirty="0">
                <a:latin typeface="Times New Roman"/>
                <a:cs typeface="Times New Roman"/>
              </a:rPr>
              <a:t>the </a:t>
            </a:r>
            <a:r>
              <a:rPr sz="2400" i="1" dirty="0">
                <a:latin typeface="Times New Roman"/>
                <a:cs typeface="Times New Roman"/>
              </a:rPr>
              <a:t>carrier </a:t>
            </a:r>
            <a:r>
              <a:rPr sz="2400" i="1" spc="-5" dirty="0">
                <a:latin typeface="Times New Roman"/>
                <a:cs typeface="Times New Roman"/>
              </a:rPr>
              <a:t>signal  </a:t>
            </a:r>
            <a:r>
              <a:rPr sz="2400" i="1" dirty="0">
                <a:latin typeface="Times New Roman"/>
                <a:cs typeface="Times New Roman"/>
              </a:rPr>
              <a:t>is analog in </a:t>
            </a:r>
            <a:r>
              <a:rPr sz="2400" i="1" spc="-15" dirty="0">
                <a:latin typeface="Times New Roman"/>
                <a:cs typeface="Times New Roman"/>
              </a:rPr>
              <a:t>nature, </a:t>
            </a:r>
            <a:r>
              <a:rPr sz="2400" i="1" dirty="0">
                <a:latin typeface="Times New Roman"/>
                <a:cs typeface="Times New Roman"/>
              </a:rPr>
              <a:t>the </a:t>
            </a:r>
            <a:r>
              <a:rPr sz="2400" i="1" spc="-15" dirty="0">
                <a:latin typeface="Times New Roman"/>
                <a:cs typeface="Times New Roman"/>
              </a:rPr>
              <a:t>process </a:t>
            </a:r>
            <a:r>
              <a:rPr sz="2400" i="1" spc="-10" dirty="0">
                <a:latin typeface="Times New Roman"/>
                <a:cs typeface="Times New Roman"/>
              </a:rPr>
              <a:t>of </a:t>
            </a:r>
            <a:r>
              <a:rPr sz="2400" i="1" dirty="0">
                <a:latin typeface="Times New Roman"/>
                <a:cs typeface="Times New Roman"/>
              </a:rPr>
              <a:t>modulation is known </a:t>
            </a:r>
            <a:r>
              <a:rPr sz="2400" i="1" spc="-10" dirty="0">
                <a:latin typeface="Times New Roman"/>
                <a:cs typeface="Times New Roman"/>
              </a:rPr>
              <a:t>as </a:t>
            </a:r>
            <a:r>
              <a:rPr sz="2400" i="1" spc="-5" dirty="0">
                <a:latin typeface="Times New Roman"/>
                <a:cs typeface="Times New Roman"/>
              </a:rPr>
              <a:t>digital  </a:t>
            </a:r>
            <a:r>
              <a:rPr sz="2400" i="1" dirty="0">
                <a:latin typeface="Times New Roman"/>
                <a:cs typeface="Times New Roman"/>
              </a:rPr>
              <a:t>modulation.</a:t>
            </a:r>
            <a:endParaRPr sz="2400">
              <a:latin typeface="Times New Roman"/>
              <a:cs typeface="Times New Roman"/>
            </a:endParaRPr>
          </a:p>
          <a:p>
            <a:pPr marL="355600" indent="-342900" algn="just">
              <a:spcBef>
                <a:spcPts val="5"/>
              </a:spcBef>
              <a:buSzPct val="125000"/>
              <a:buFont typeface="Wingdings"/>
              <a:buChar char="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-10" dirty="0">
                <a:latin typeface="Times New Roman"/>
                <a:cs typeface="Times New Roman"/>
              </a:rPr>
              <a:t>different </a:t>
            </a:r>
            <a:r>
              <a:rPr sz="2400" dirty="0">
                <a:latin typeface="Times New Roman"/>
                <a:cs typeface="Times New Roman"/>
              </a:rPr>
              <a:t>digital </a:t>
            </a:r>
            <a:r>
              <a:rPr sz="2400" spc="-5" dirty="0">
                <a:latin typeface="Times New Roman"/>
                <a:cs typeface="Times New Roman"/>
              </a:rPr>
              <a:t>modulation </a:t>
            </a:r>
            <a:r>
              <a:rPr sz="2400" dirty="0">
                <a:latin typeface="Times New Roman"/>
                <a:cs typeface="Times New Roman"/>
              </a:rPr>
              <a:t>techniques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are:</a:t>
            </a:r>
            <a:endParaRPr sz="2400">
              <a:latin typeface="Times New Roman"/>
              <a:cs typeface="Times New Roman"/>
            </a:endParaRPr>
          </a:p>
          <a:p>
            <a:pPr marL="1405890" lvl="1" indent="-402590">
              <a:spcBef>
                <a:spcPts val="1680"/>
              </a:spcBef>
              <a:buSzPct val="125000"/>
              <a:buFont typeface="Arial"/>
              <a:buChar char="•"/>
              <a:tabLst>
                <a:tab pos="1405255" algn="l"/>
                <a:tab pos="1405890" algn="l"/>
              </a:tabLst>
            </a:pPr>
            <a:r>
              <a:rPr sz="2400" spc="-5" dirty="0">
                <a:latin typeface="Times New Roman"/>
                <a:cs typeface="Times New Roman"/>
              </a:rPr>
              <a:t>Amplitude Shift </a:t>
            </a:r>
            <a:r>
              <a:rPr sz="2400" dirty="0">
                <a:latin typeface="Times New Roman"/>
                <a:cs typeface="Times New Roman"/>
              </a:rPr>
              <a:t>Keying</a:t>
            </a:r>
            <a:r>
              <a:rPr sz="2400" spc="-5" dirty="0">
                <a:latin typeface="Times New Roman"/>
                <a:cs typeface="Times New Roman"/>
              </a:rPr>
              <a:t> (ASK)</a:t>
            </a:r>
            <a:endParaRPr sz="2400">
              <a:latin typeface="Times New Roman"/>
              <a:cs typeface="Times New Roman"/>
            </a:endParaRPr>
          </a:p>
          <a:p>
            <a:pPr marL="1422400" lvl="1" indent="-419734">
              <a:buSzPct val="125000"/>
              <a:buFont typeface="Arial"/>
              <a:buChar char="•"/>
              <a:tabLst>
                <a:tab pos="1422400" algn="l"/>
                <a:tab pos="1423035" algn="l"/>
              </a:tabLst>
            </a:pPr>
            <a:r>
              <a:rPr sz="2400" dirty="0">
                <a:latin typeface="Times New Roman"/>
                <a:cs typeface="Times New Roman"/>
              </a:rPr>
              <a:t>Frequency Shift Keying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(FSK)</a:t>
            </a:r>
            <a:endParaRPr sz="2400">
              <a:latin typeface="Times New Roman"/>
              <a:cs typeface="Times New Roman"/>
            </a:endParaRPr>
          </a:p>
          <a:p>
            <a:pPr marL="1422400" lvl="1" indent="-419734">
              <a:buSzPct val="125000"/>
              <a:buFont typeface="Arial"/>
              <a:buChar char="•"/>
              <a:tabLst>
                <a:tab pos="1422400" algn="l"/>
                <a:tab pos="1423035" algn="l"/>
              </a:tabLst>
            </a:pPr>
            <a:r>
              <a:rPr sz="2400" spc="-5" dirty="0">
                <a:latin typeface="Times New Roman"/>
                <a:cs typeface="Times New Roman"/>
              </a:rPr>
              <a:t>Phase Shift </a:t>
            </a:r>
            <a:r>
              <a:rPr sz="2400" dirty="0">
                <a:latin typeface="Times New Roman"/>
                <a:cs typeface="Times New Roman"/>
              </a:rPr>
              <a:t>Keying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(PSK)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spcBef>
                <a:spcPts val="1200"/>
              </a:spcBef>
              <a:buSzPct val="125000"/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These</a:t>
            </a:r>
            <a:r>
              <a:rPr sz="2400" spc="29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corresponds</a:t>
            </a:r>
            <a:r>
              <a:rPr sz="2400" spc="2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29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variation</a:t>
            </a:r>
            <a:r>
              <a:rPr sz="2400" spc="29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amplitude,</a:t>
            </a:r>
            <a:r>
              <a:rPr sz="2400" spc="3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frequency</a:t>
            </a:r>
            <a:r>
              <a:rPr sz="2400" spc="29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or</a:t>
            </a:r>
            <a:r>
              <a:rPr sz="2400" spc="3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phase</a:t>
            </a:r>
            <a:r>
              <a:rPr sz="2400" spc="29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of</a:t>
            </a:r>
            <a:r>
              <a:rPr sz="2400" spc="29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</a:t>
            </a:r>
            <a:endParaRPr sz="2400">
              <a:latin typeface="Times New Roman"/>
              <a:cs typeface="Times New Roman"/>
            </a:endParaRPr>
          </a:p>
          <a:p>
            <a:pPr marL="355600" algn="just">
              <a:spcBef>
                <a:spcPts val="5"/>
              </a:spcBef>
            </a:pPr>
            <a:r>
              <a:rPr sz="2400" dirty="0">
                <a:latin typeface="Times New Roman"/>
                <a:cs typeface="Times New Roman"/>
              </a:rPr>
              <a:t>carrier signal in proportion to the digital </a:t>
            </a:r>
            <a:r>
              <a:rPr sz="2400" spc="-5" dirty="0">
                <a:latin typeface="Times New Roman"/>
                <a:cs typeface="Times New Roman"/>
              </a:rPr>
              <a:t>modulating</a:t>
            </a:r>
            <a:r>
              <a:rPr sz="2400" spc="-1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signal.</a:t>
            </a:r>
            <a:endParaRPr sz="2400">
              <a:latin typeface="Times New Roman"/>
              <a:cs typeface="Times New Roman"/>
            </a:endParaRPr>
          </a:p>
          <a:p>
            <a:pPr marL="355600" marR="5080" indent="-342900" algn="just">
              <a:buSzPct val="125000"/>
              <a:buFont typeface="Wingdings"/>
              <a:buChar char=""/>
              <a:tabLst>
                <a:tab pos="355600" algn="l"/>
              </a:tabLst>
            </a:pPr>
            <a:r>
              <a:rPr sz="2400" i="1" dirty="0">
                <a:latin typeface="Times New Roman"/>
                <a:cs typeface="Times New Roman"/>
              </a:rPr>
              <a:t>When </a:t>
            </a:r>
            <a:r>
              <a:rPr sz="2400" i="1" spc="-5" dirty="0">
                <a:latin typeface="Times New Roman"/>
                <a:cs typeface="Times New Roman"/>
              </a:rPr>
              <a:t>the </a:t>
            </a:r>
            <a:r>
              <a:rPr sz="2400" b="1" i="1" spc="-5" dirty="0">
                <a:latin typeface="Times New Roman"/>
                <a:cs typeface="Times New Roman"/>
              </a:rPr>
              <a:t>amplitude </a:t>
            </a:r>
            <a:r>
              <a:rPr sz="2400" b="1" i="1" dirty="0">
                <a:latin typeface="Times New Roman"/>
                <a:cs typeface="Times New Roman"/>
              </a:rPr>
              <a:t>and </a:t>
            </a:r>
            <a:r>
              <a:rPr sz="2400" b="1" i="1" spc="-5" dirty="0">
                <a:latin typeface="Times New Roman"/>
                <a:cs typeface="Times New Roman"/>
              </a:rPr>
              <a:t>phase </a:t>
            </a:r>
            <a:r>
              <a:rPr sz="2400" i="1" dirty="0">
                <a:latin typeface="Times New Roman"/>
                <a:cs typeface="Times New Roman"/>
              </a:rPr>
              <a:t>of the analog </a:t>
            </a:r>
            <a:r>
              <a:rPr sz="2400" i="1" spc="-5" dirty="0">
                <a:latin typeface="Times New Roman"/>
                <a:cs typeface="Times New Roman"/>
              </a:rPr>
              <a:t>carrier </a:t>
            </a:r>
            <a:r>
              <a:rPr sz="2400" i="1" dirty="0">
                <a:latin typeface="Times New Roman"/>
                <a:cs typeface="Times New Roman"/>
              </a:rPr>
              <a:t>signal </a:t>
            </a:r>
            <a:r>
              <a:rPr sz="2400" i="1" spc="-30" dirty="0">
                <a:latin typeface="Times New Roman"/>
                <a:cs typeface="Times New Roman"/>
              </a:rPr>
              <a:t>are </a:t>
            </a:r>
            <a:r>
              <a:rPr sz="2400" i="1" spc="-5" dirty="0">
                <a:latin typeface="Times New Roman"/>
                <a:cs typeface="Times New Roman"/>
              </a:rPr>
              <a:t>varied  together </a:t>
            </a:r>
            <a:r>
              <a:rPr sz="2400" i="1" dirty="0">
                <a:latin typeface="Times New Roman"/>
                <a:cs typeface="Times New Roman"/>
              </a:rPr>
              <a:t>in </a:t>
            </a:r>
            <a:r>
              <a:rPr sz="2400" i="1" spc="-10" dirty="0">
                <a:latin typeface="Times New Roman"/>
                <a:cs typeface="Times New Roman"/>
              </a:rPr>
              <a:t>proportion </a:t>
            </a:r>
            <a:r>
              <a:rPr sz="2400" i="1" spc="-5" dirty="0">
                <a:latin typeface="Times New Roman"/>
                <a:cs typeface="Times New Roman"/>
              </a:rPr>
              <a:t>to </a:t>
            </a:r>
            <a:r>
              <a:rPr sz="2400" i="1" dirty="0">
                <a:latin typeface="Times New Roman"/>
                <a:cs typeface="Times New Roman"/>
              </a:rPr>
              <a:t>the </a:t>
            </a:r>
            <a:r>
              <a:rPr sz="2400" i="1" spc="-5" dirty="0">
                <a:latin typeface="Times New Roman"/>
                <a:cs typeface="Times New Roman"/>
              </a:rPr>
              <a:t>digital </a:t>
            </a:r>
            <a:r>
              <a:rPr sz="2400" i="1" dirty="0">
                <a:latin typeface="Times New Roman"/>
                <a:cs typeface="Times New Roman"/>
              </a:rPr>
              <a:t>modulating signal, </a:t>
            </a:r>
            <a:r>
              <a:rPr sz="2400" i="1" spc="-5" dirty="0">
                <a:latin typeface="Times New Roman"/>
                <a:cs typeface="Times New Roman"/>
              </a:rPr>
              <a:t>it </a:t>
            </a:r>
            <a:r>
              <a:rPr sz="2400" i="1" dirty="0">
                <a:latin typeface="Times New Roman"/>
                <a:cs typeface="Times New Roman"/>
              </a:rPr>
              <a:t>is known </a:t>
            </a:r>
            <a:r>
              <a:rPr sz="2400" i="1" spc="-5" dirty="0">
                <a:latin typeface="Times New Roman"/>
                <a:cs typeface="Times New Roman"/>
              </a:rPr>
              <a:t>as  </a:t>
            </a:r>
            <a:r>
              <a:rPr sz="2400" b="1" i="1" dirty="0">
                <a:latin typeface="Times New Roman"/>
                <a:cs typeface="Times New Roman"/>
              </a:rPr>
              <a:t>Quadrature Amplitude Modulation</a:t>
            </a:r>
            <a:r>
              <a:rPr sz="2400" b="1" i="1" spc="-135" dirty="0">
                <a:latin typeface="Times New Roman"/>
                <a:cs typeface="Times New Roman"/>
              </a:rPr>
              <a:t> </a:t>
            </a:r>
            <a:r>
              <a:rPr sz="2400" b="1" i="1" dirty="0">
                <a:latin typeface="Times New Roman"/>
                <a:cs typeface="Times New Roman"/>
              </a:rPr>
              <a:t>(QAM).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4294967295"/>
          </p:nvPr>
        </p:nvSpPr>
        <p:spPr>
          <a:xfrm>
            <a:off x="10002139" y="6558093"/>
            <a:ext cx="281304" cy="179536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[</a:t>
            </a:r>
            <a:fld id="{81D60167-4931-47E6-BA6A-407CBD079E47}" type="slidenum">
              <a:rPr spc="-5" dirty="0"/>
              <a:pPr marL="12700">
                <a:lnSpc>
                  <a:spcPts val="1425"/>
                </a:lnSpc>
              </a:pPr>
              <a:t>49</a:t>
            </a:fld>
            <a:r>
              <a:rPr dirty="0"/>
              <a:t>]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602739" y="19559"/>
            <a:ext cx="125349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b="1" i="1" dirty="0">
                <a:solidFill>
                  <a:srgbClr val="0000FF"/>
                </a:solidFill>
                <a:latin typeface="Times New Roman"/>
                <a:cs typeface="Times New Roman"/>
              </a:rPr>
              <a:t>Module –</a:t>
            </a:r>
            <a:r>
              <a:rPr sz="2000" b="1" i="1" spc="-10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0000FF"/>
                </a:solidFill>
                <a:latin typeface="Times New Roman"/>
                <a:cs typeface="Times New Roman"/>
              </a:rPr>
              <a:t>V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898394" y="119591"/>
            <a:ext cx="6202680" cy="1059264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Introduction </a:t>
            </a:r>
            <a:r>
              <a:rPr spc="-175" dirty="0"/>
              <a:t>To </a:t>
            </a:r>
            <a:r>
              <a:rPr dirty="0"/>
              <a:t>Modulation</a:t>
            </a:r>
            <a:r>
              <a:rPr spc="145" dirty="0"/>
              <a:t> </a:t>
            </a:r>
            <a:r>
              <a:rPr sz="2400" dirty="0"/>
              <a:t>contd.</a:t>
            </a:r>
            <a:endParaRPr sz="2400"/>
          </a:p>
        </p:txBody>
      </p:sp>
      <p:sp>
        <p:nvSpPr>
          <p:cNvPr id="6" name="object 6"/>
          <p:cNvSpPr txBox="1"/>
          <p:nvPr/>
        </p:nvSpPr>
        <p:spPr>
          <a:xfrm>
            <a:off x="9452609" y="23876"/>
            <a:ext cx="107950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b="1" i="1" spc="-55" dirty="0">
                <a:solidFill>
                  <a:srgbClr val="0000FF"/>
                </a:solidFill>
                <a:latin typeface="Times New Roman"/>
                <a:cs typeface="Times New Roman"/>
              </a:rPr>
              <a:t>Vol.</a:t>
            </a:r>
            <a:r>
              <a:rPr sz="2000" b="1" i="1" spc="-8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0000FF"/>
                </a:solidFill>
                <a:latin typeface="Times New Roman"/>
                <a:cs typeface="Times New Roman"/>
              </a:rPr>
              <a:t>No.-2</a:t>
            </a:r>
            <a:endParaRPr sz="2000">
              <a:latin typeface="Times New Roman"/>
              <a:cs typeface="Times New Roman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EF8F6949-F879-48B4-BC25-EB50F3B17602}"/>
                  </a:ext>
                </a:extLst>
              </p14:cNvPr>
              <p14:cNvContentPartPr/>
              <p14:nvPr/>
            </p14:nvContentPartPr>
            <p14:xfrm>
              <a:off x="2013480" y="2077200"/>
              <a:ext cx="10170000" cy="297648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EF8F6949-F879-48B4-BC25-EB50F3B1760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004120" y="2067840"/>
                <a:ext cx="10188720" cy="2995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64791" y="990600"/>
            <a:ext cx="8750808" cy="152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965194" y="1165605"/>
            <a:ext cx="42240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i="1" spc="-5" dirty="0">
                <a:solidFill>
                  <a:srgbClr val="0000FF"/>
                </a:solidFill>
                <a:latin typeface="Times New Roman"/>
                <a:cs typeface="Times New Roman"/>
              </a:rPr>
              <a:t>Different </a:t>
            </a:r>
            <a:r>
              <a:rPr sz="2400" b="1" i="1" dirty="0">
                <a:solidFill>
                  <a:srgbClr val="0000FF"/>
                </a:solidFill>
                <a:latin typeface="Times New Roman"/>
                <a:cs typeface="Times New Roman"/>
              </a:rPr>
              <a:t>Modulation</a:t>
            </a:r>
            <a:r>
              <a:rPr sz="2400" b="1" i="1" spc="-9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400" b="1" i="1" spc="-25" dirty="0">
                <a:solidFill>
                  <a:srgbClr val="0000FF"/>
                </a:solidFill>
                <a:latin typeface="Times New Roman"/>
                <a:cs typeface="Times New Roman"/>
              </a:rPr>
              <a:t>Techniques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4294967295"/>
          </p:nvPr>
        </p:nvSpPr>
        <p:spPr>
          <a:xfrm>
            <a:off x="10002139" y="6558093"/>
            <a:ext cx="281304" cy="179536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[</a:t>
            </a:r>
            <a:fld id="{81D60167-4931-47E6-BA6A-407CBD079E47}" type="slidenum">
              <a:rPr spc="-5" dirty="0"/>
              <a:pPr marL="12700">
                <a:lnSpc>
                  <a:spcPts val="1425"/>
                </a:lnSpc>
              </a:pPr>
              <a:t>50</a:t>
            </a:fld>
            <a:r>
              <a:rPr dirty="0"/>
              <a:t>]</a:t>
            </a: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758950" y="1746251"/>
          <a:ext cx="8596629" cy="44298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63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652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3004">
                <a:tc>
                  <a:txBody>
                    <a:bodyPr/>
                    <a:lstStyle/>
                    <a:p>
                      <a:pPr algn="ctr">
                        <a:lnSpc>
                          <a:spcPts val="2335"/>
                        </a:lnSpc>
                      </a:pPr>
                      <a:r>
                        <a:rPr sz="2000" b="1" spc="-35" dirty="0">
                          <a:latin typeface="Times New Roman"/>
                          <a:cs typeface="Times New Roman"/>
                        </a:rPr>
                        <a:t>Type</a:t>
                      </a:r>
                      <a:r>
                        <a:rPr sz="20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of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35"/>
                        </a:lnSpc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Modulating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ts val="2335"/>
                        </a:lnSpc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Carrier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ts val="2335"/>
                        </a:lnSpc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Parameter of</a:t>
                      </a:r>
                      <a:r>
                        <a:rPr sz="2000" b="1" spc="-11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Carrier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335"/>
                        </a:lnSpc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Modulation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6326">
                <a:tc>
                  <a:txBody>
                    <a:bodyPr/>
                    <a:lstStyle/>
                    <a:p>
                      <a:pPr marL="1270" algn="ctr">
                        <a:lnSpc>
                          <a:spcPts val="2360"/>
                        </a:lnSpc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Modulation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ts val="2360"/>
                        </a:lnSpc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or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0"/>
                        </a:lnSpc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Signal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0"/>
                        </a:lnSpc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Signal Which is</a:t>
                      </a:r>
                      <a:r>
                        <a:rPr sz="2000" b="1" spc="-1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varied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2360"/>
                        </a:lnSpc>
                      </a:pPr>
                      <a:r>
                        <a:rPr sz="2000" b="1" spc="-35" dirty="0">
                          <a:latin typeface="Times New Roman"/>
                          <a:cs typeface="Times New Roman"/>
                        </a:rPr>
                        <a:t>Type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6135">
                <a:tc>
                  <a:txBody>
                    <a:bodyPr/>
                    <a:lstStyle/>
                    <a:p>
                      <a:pPr algn="ctr">
                        <a:lnSpc>
                          <a:spcPts val="2360"/>
                        </a:lnSpc>
                      </a:pPr>
                      <a:r>
                        <a:rPr sz="2000" b="1" spc="-20" dirty="0">
                          <a:latin typeface="Times New Roman"/>
                          <a:cs typeface="Times New Roman"/>
                        </a:rPr>
                        <a:t>Technique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0"/>
                        </a:lnSpc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Information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0"/>
                        </a:lnSpc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in </a:t>
                      </a:r>
                      <a:r>
                        <a:rPr sz="2000" b="1" spc="-5" dirty="0">
                          <a:latin typeface="Times New Roman"/>
                          <a:cs typeface="Times New Roman"/>
                        </a:rPr>
                        <a:t>proportion</a:t>
                      </a:r>
                      <a:r>
                        <a:rPr sz="2000" b="1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to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71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20"/>
                        </a:lnSpc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Signal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20"/>
                        </a:lnSpc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Information</a:t>
                      </a:r>
                      <a:r>
                        <a:rPr sz="2000" b="1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Signal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4705">
                <a:tc rowSpan="3">
                  <a:txBody>
                    <a:bodyPr/>
                    <a:lstStyle/>
                    <a:p>
                      <a:pPr marL="440690">
                        <a:lnSpc>
                          <a:spcPts val="2335"/>
                        </a:lnSpc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Analog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 marL="408940">
                        <a:lnSpc>
                          <a:spcPts val="2335"/>
                        </a:lnSpc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Analog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 marL="257175">
                        <a:lnSpc>
                          <a:spcPts val="2335"/>
                        </a:lnSpc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Analog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335"/>
                        </a:lnSpc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Amplitude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35"/>
                        </a:lnSpc>
                      </a:pPr>
                      <a:r>
                        <a:rPr sz="2000" b="1" spc="5" dirty="0">
                          <a:latin typeface="Times New Roman"/>
                          <a:cs typeface="Times New Roman"/>
                        </a:rPr>
                        <a:t>AM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4706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40"/>
                        </a:lnSpc>
                      </a:pPr>
                      <a:r>
                        <a:rPr sz="2000" b="1" spc="-5" dirty="0">
                          <a:latin typeface="Times New Roman"/>
                          <a:cs typeface="Times New Roman"/>
                        </a:rPr>
                        <a:t>Frequency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2340"/>
                        </a:lnSpc>
                      </a:pPr>
                      <a:r>
                        <a:rPr sz="2000" b="1" spc="-5" dirty="0">
                          <a:latin typeface="Times New Roman"/>
                          <a:cs typeface="Times New Roman"/>
                        </a:rPr>
                        <a:t>FM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4706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40"/>
                        </a:lnSpc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Phase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2340"/>
                        </a:lnSpc>
                      </a:pPr>
                      <a:r>
                        <a:rPr sz="2000" b="1" spc="-5" dirty="0">
                          <a:latin typeface="Times New Roman"/>
                          <a:cs typeface="Times New Roman"/>
                        </a:rPr>
                        <a:t>PM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4706">
                <a:tc rowSpan="3">
                  <a:txBody>
                    <a:bodyPr/>
                    <a:lstStyle/>
                    <a:p>
                      <a:pPr marL="541655">
                        <a:lnSpc>
                          <a:spcPts val="2340"/>
                        </a:lnSpc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Pulse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 marL="408940">
                        <a:lnSpc>
                          <a:spcPts val="2340"/>
                        </a:lnSpc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Analog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 marL="280035">
                        <a:lnSpc>
                          <a:spcPts val="2340"/>
                        </a:lnSpc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Digital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340"/>
                        </a:lnSpc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Amplitude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40"/>
                        </a:lnSpc>
                      </a:pPr>
                      <a:r>
                        <a:rPr sz="2000" b="1" spc="-50" dirty="0">
                          <a:latin typeface="Times New Roman"/>
                          <a:cs typeface="Times New Roman"/>
                        </a:rPr>
                        <a:t>PAM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470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40"/>
                        </a:lnSpc>
                      </a:pP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Width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40"/>
                        </a:lnSpc>
                      </a:pPr>
                      <a:r>
                        <a:rPr sz="2000" b="1" spc="-5" dirty="0">
                          <a:latin typeface="Times New Roman"/>
                          <a:cs typeface="Times New Roman"/>
                        </a:rPr>
                        <a:t>PWM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4833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40"/>
                        </a:lnSpc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Position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2340"/>
                        </a:lnSpc>
                      </a:pPr>
                      <a:r>
                        <a:rPr sz="2000" b="1" spc="-5" dirty="0">
                          <a:latin typeface="Times New Roman"/>
                          <a:cs typeface="Times New Roman"/>
                        </a:rPr>
                        <a:t>PPM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4705">
                <a:tc rowSpan="4">
                  <a:txBody>
                    <a:bodyPr/>
                    <a:lstStyle/>
                    <a:p>
                      <a:pPr marL="463550">
                        <a:lnSpc>
                          <a:spcPts val="2340"/>
                        </a:lnSpc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Digital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4">
                  <a:txBody>
                    <a:bodyPr/>
                    <a:lstStyle/>
                    <a:p>
                      <a:pPr marL="431800">
                        <a:lnSpc>
                          <a:spcPts val="2340"/>
                        </a:lnSpc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Digital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4">
                  <a:txBody>
                    <a:bodyPr/>
                    <a:lstStyle/>
                    <a:p>
                      <a:pPr marL="257175">
                        <a:lnSpc>
                          <a:spcPts val="2340"/>
                        </a:lnSpc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Analog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340"/>
                        </a:lnSpc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Amplitude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2340"/>
                        </a:lnSpc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ASK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4706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40"/>
                        </a:lnSpc>
                      </a:pPr>
                      <a:r>
                        <a:rPr sz="2000" b="1" spc="-5" dirty="0">
                          <a:latin typeface="Times New Roman"/>
                          <a:cs typeface="Times New Roman"/>
                        </a:rPr>
                        <a:t>Frequency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340"/>
                        </a:lnSpc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FSK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4731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40"/>
                        </a:lnSpc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Phase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40"/>
                        </a:lnSpc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PSK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4731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40"/>
                        </a:lnSpc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Amplitude &amp;</a:t>
                      </a:r>
                      <a:r>
                        <a:rPr sz="2000" b="1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Phase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40"/>
                        </a:lnSpc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QAM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1602739" y="19559"/>
            <a:ext cx="125349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b="1" i="1" dirty="0">
                <a:solidFill>
                  <a:srgbClr val="0000FF"/>
                </a:solidFill>
                <a:latin typeface="Times New Roman"/>
                <a:cs typeface="Times New Roman"/>
              </a:rPr>
              <a:t>Module –</a:t>
            </a:r>
            <a:r>
              <a:rPr sz="2000" b="1" i="1" spc="-10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0000FF"/>
                </a:solidFill>
                <a:latin typeface="Times New Roman"/>
                <a:cs typeface="Times New Roman"/>
              </a:rPr>
              <a:t>V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898394" y="119591"/>
            <a:ext cx="6202680" cy="1059264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Introduction </a:t>
            </a:r>
            <a:r>
              <a:rPr spc="-175" dirty="0"/>
              <a:t>To </a:t>
            </a:r>
            <a:r>
              <a:rPr dirty="0"/>
              <a:t>Modulation</a:t>
            </a:r>
            <a:r>
              <a:rPr spc="145" dirty="0"/>
              <a:t> </a:t>
            </a:r>
            <a:r>
              <a:rPr sz="2400" dirty="0"/>
              <a:t>contd.</a:t>
            </a:r>
            <a:endParaRPr sz="2400"/>
          </a:p>
        </p:txBody>
      </p:sp>
      <p:sp>
        <p:nvSpPr>
          <p:cNvPr id="7" name="object 7"/>
          <p:cNvSpPr txBox="1"/>
          <p:nvPr/>
        </p:nvSpPr>
        <p:spPr>
          <a:xfrm>
            <a:off x="9452609" y="23876"/>
            <a:ext cx="107950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b="1" i="1" spc="-55" dirty="0">
                <a:solidFill>
                  <a:srgbClr val="0000FF"/>
                </a:solidFill>
                <a:latin typeface="Times New Roman"/>
                <a:cs typeface="Times New Roman"/>
              </a:rPr>
              <a:t>Vol.</a:t>
            </a:r>
            <a:r>
              <a:rPr sz="2000" b="1" i="1" spc="-8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0000FF"/>
                </a:solidFill>
                <a:latin typeface="Times New Roman"/>
                <a:cs typeface="Times New Roman"/>
              </a:rPr>
              <a:t>No.-2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64791" y="990600"/>
            <a:ext cx="8750808" cy="152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602739" y="19559"/>
            <a:ext cx="125349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b="1" i="1" dirty="0">
                <a:solidFill>
                  <a:srgbClr val="0000FF"/>
                </a:solidFill>
                <a:latin typeface="Times New Roman"/>
                <a:cs typeface="Times New Roman"/>
              </a:rPr>
              <a:t>Module –</a:t>
            </a:r>
            <a:r>
              <a:rPr sz="2000" b="1" i="1" spc="-10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0000FF"/>
                </a:solidFill>
                <a:latin typeface="Times New Roman"/>
                <a:cs typeface="Times New Roman"/>
              </a:rPr>
              <a:t>V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4294967295"/>
          </p:nvPr>
        </p:nvSpPr>
        <p:spPr>
          <a:xfrm>
            <a:off x="10002139" y="6558093"/>
            <a:ext cx="281304" cy="179536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[</a:t>
            </a:r>
            <a:fld id="{81D60167-4931-47E6-BA6A-407CBD079E47}" type="slidenum">
              <a:rPr spc="-5" dirty="0"/>
              <a:pPr marL="12700">
                <a:lnSpc>
                  <a:spcPts val="1425"/>
                </a:lnSpc>
              </a:pPr>
              <a:t>51</a:t>
            </a:fld>
            <a:r>
              <a:rPr dirty="0"/>
              <a:t>]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602739" y="1105999"/>
            <a:ext cx="8987790" cy="5182235"/>
          </a:xfrm>
          <a:prstGeom prst="rect">
            <a:avLst/>
          </a:prstGeom>
        </p:spPr>
        <p:txBody>
          <a:bodyPr vert="horz" wrap="square" lIns="0" tIns="146050" rIns="0" bIns="0" rtlCol="0">
            <a:spAutoFit/>
          </a:bodyPr>
          <a:lstStyle/>
          <a:p>
            <a:pPr marL="469900" indent="-457200">
              <a:spcBef>
                <a:spcPts val="1150"/>
              </a:spcBef>
              <a:buFont typeface="Wingdings"/>
              <a:buChar char=""/>
              <a:tabLst>
                <a:tab pos="469265" algn="l"/>
                <a:tab pos="469900" algn="l"/>
              </a:tabLst>
            </a:pPr>
            <a:r>
              <a:rPr sz="2800" spc="-5" dirty="0">
                <a:solidFill>
                  <a:srgbClr val="0000FF"/>
                </a:solidFill>
                <a:latin typeface="Times New Roman"/>
                <a:cs typeface="Times New Roman"/>
              </a:rPr>
              <a:t>Modulation</a:t>
            </a:r>
            <a:r>
              <a:rPr sz="2800" spc="-3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0000FF"/>
                </a:solidFill>
                <a:latin typeface="Times New Roman"/>
                <a:cs typeface="Times New Roman"/>
              </a:rPr>
              <a:t>Benefits:</a:t>
            </a:r>
            <a:endParaRPr sz="2800">
              <a:latin typeface="Times New Roman"/>
              <a:cs typeface="Times New Roman"/>
            </a:endParaRPr>
          </a:p>
          <a:p>
            <a:pPr marL="355600" marR="5080" indent="-342900" algn="just">
              <a:spcBef>
                <a:spcPts val="1739"/>
              </a:spcBef>
              <a:buSzPct val="125000"/>
              <a:buFont typeface="Wingdings"/>
              <a:buChar char="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-5" dirty="0">
                <a:latin typeface="Times New Roman"/>
                <a:cs typeface="Times New Roman"/>
              </a:rPr>
              <a:t>primary </a:t>
            </a:r>
            <a:r>
              <a:rPr sz="2400" dirty="0">
                <a:latin typeface="Times New Roman"/>
                <a:cs typeface="Times New Roman"/>
              </a:rPr>
              <a:t>purpose </a:t>
            </a:r>
            <a:r>
              <a:rPr sz="2400" spc="-5" dirty="0">
                <a:latin typeface="Times New Roman"/>
                <a:cs typeface="Times New Roman"/>
              </a:rPr>
              <a:t>of modulation </a:t>
            </a:r>
            <a:r>
              <a:rPr sz="2400" dirty="0">
                <a:latin typeface="Times New Roman"/>
                <a:cs typeface="Times New Roman"/>
              </a:rPr>
              <a:t>in a </a:t>
            </a:r>
            <a:r>
              <a:rPr sz="2400" spc="-5" dirty="0">
                <a:latin typeface="Times New Roman"/>
                <a:cs typeface="Times New Roman"/>
              </a:rPr>
              <a:t>communication system </a:t>
            </a:r>
            <a:r>
              <a:rPr sz="2400" dirty="0">
                <a:latin typeface="Times New Roman"/>
                <a:cs typeface="Times New Roman"/>
              </a:rPr>
              <a:t>is to  </a:t>
            </a:r>
            <a:r>
              <a:rPr sz="2400" spc="-5" dirty="0">
                <a:latin typeface="Times New Roman"/>
                <a:cs typeface="Times New Roman"/>
              </a:rPr>
              <a:t>generate </a:t>
            </a:r>
            <a:r>
              <a:rPr sz="2400" dirty="0">
                <a:latin typeface="Times New Roman"/>
                <a:cs typeface="Times New Roman"/>
              </a:rPr>
              <a:t>a </a:t>
            </a:r>
            <a:r>
              <a:rPr sz="2400" spc="-5" dirty="0">
                <a:latin typeface="Times New Roman"/>
                <a:cs typeface="Times New Roman"/>
              </a:rPr>
              <a:t>modulated signal </a:t>
            </a:r>
            <a:r>
              <a:rPr sz="2400" dirty="0">
                <a:latin typeface="Times New Roman"/>
                <a:cs typeface="Times New Roman"/>
              </a:rPr>
              <a:t>to </a:t>
            </a:r>
            <a:r>
              <a:rPr sz="2400" spc="-5" dirty="0">
                <a:latin typeface="Times New Roman"/>
                <a:cs typeface="Times New Roman"/>
              </a:rPr>
              <a:t>the characteristics </a:t>
            </a:r>
            <a:r>
              <a:rPr sz="2400" dirty="0">
                <a:latin typeface="Times New Roman"/>
                <a:cs typeface="Times New Roman"/>
              </a:rPr>
              <a:t>of </a:t>
            </a:r>
            <a:r>
              <a:rPr sz="2400" spc="-5" dirty="0">
                <a:latin typeface="Times New Roman"/>
                <a:cs typeface="Times New Roman"/>
              </a:rPr>
              <a:t>the transmission  </a:t>
            </a:r>
            <a:r>
              <a:rPr sz="2400" dirty="0">
                <a:latin typeface="Times New Roman"/>
                <a:cs typeface="Times New Roman"/>
              </a:rPr>
              <a:t>channel. </a:t>
            </a:r>
            <a:r>
              <a:rPr sz="2400" spc="-5" dirty="0">
                <a:latin typeface="Times New Roman"/>
                <a:cs typeface="Times New Roman"/>
              </a:rPr>
              <a:t>There are several practical benefits </a:t>
            </a:r>
            <a:r>
              <a:rPr sz="2400" dirty="0">
                <a:latin typeface="Times New Roman"/>
                <a:cs typeface="Times New Roman"/>
              </a:rPr>
              <a:t>and </a:t>
            </a:r>
            <a:r>
              <a:rPr sz="2400" spc="-5" dirty="0">
                <a:latin typeface="Times New Roman"/>
                <a:cs typeface="Times New Roman"/>
              </a:rPr>
              <a:t>applications </a:t>
            </a:r>
            <a:r>
              <a:rPr sz="2400" dirty="0">
                <a:latin typeface="Times New Roman"/>
                <a:cs typeface="Times New Roman"/>
              </a:rPr>
              <a:t>of  </a:t>
            </a:r>
            <a:r>
              <a:rPr sz="2400" spc="-5" dirty="0">
                <a:latin typeface="Times New Roman"/>
                <a:cs typeface="Times New Roman"/>
              </a:rPr>
              <a:t>modulation as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follows: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Font typeface="Wingdings"/>
              <a:buChar char=""/>
            </a:pPr>
            <a:endParaRPr sz="2300">
              <a:latin typeface="Times New Roman"/>
              <a:cs typeface="Times New Roman"/>
            </a:endParaRPr>
          </a:p>
          <a:p>
            <a:pPr marL="1825625" lvl="1" indent="-342900">
              <a:buSzPct val="125000"/>
              <a:buFont typeface="Wingdings"/>
              <a:buChar char=""/>
              <a:tabLst>
                <a:tab pos="1824989" algn="l"/>
                <a:tab pos="1825625" algn="l"/>
              </a:tabLst>
            </a:pPr>
            <a:r>
              <a:rPr sz="2400" spc="-10" dirty="0">
                <a:latin typeface="Times New Roman"/>
                <a:cs typeface="Times New Roman"/>
              </a:rPr>
              <a:t>Efficient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transmission</a:t>
            </a:r>
            <a:endParaRPr sz="2400">
              <a:latin typeface="Times New Roman"/>
              <a:cs typeface="Times New Roman"/>
            </a:endParaRPr>
          </a:p>
          <a:p>
            <a:pPr marL="1825625" lvl="1" indent="-342900">
              <a:spcBef>
                <a:spcPts val="1440"/>
              </a:spcBef>
              <a:buSzPct val="125000"/>
              <a:buFont typeface="Wingdings"/>
              <a:buChar char=""/>
              <a:tabLst>
                <a:tab pos="1824989" algn="l"/>
                <a:tab pos="1825625" algn="l"/>
              </a:tabLst>
            </a:pPr>
            <a:r>
              <a:rPr sz="2400" spc="-90" dirty="0">
                <a:latin typeface="Times New Roman"/>
                <a:cs typeface="Times New Roman"/>
              </a:rPr>
              <a:t>To </a:t>
            </a:r>
            <a:r>
              <a:rPr sz="2400" spc="-5" dirty="0">
                <a:latin typeface="Times New Roman"/>
                <a:cs typeface="Times New Roman"/>
              </a:rPr>
              <a:t>overcome </a:t>
            </a:r>
            <a:r>
              <a:rPr sz="2400" dirty="0">
                <a:latin typeface="Times New Roman"/>
                <a:cs typeface="Times New Roman"/>
              </a:rPr>
              <a:t>hardware</a:t>
            </a:r>
            <a:r>
              <a:rPr sz="2400" spc="7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limitations</a:t>
            </a:r>
            <a:endParaRPr sz="2400">
              <a:latin typeface="Times New Roman"/>
              <a:cs typeface="Times New Roman"/>
            </a:endParaRPr>
          </a:p>
          <a:p>
            <a:pPr marL="1825625" lvl="1" indent="-342900">
              <a:spcBef>
                <a:spcPts val="1440"/>
              </a:spcBef>
              <a:buSzPct val="125000"/>
              <a:buFont typeface="Wingdings"/>
              <a:buChar char=""/>
              <a:tabLst>
                <a:tab pos="1824989" algn="l"/>
                <a:tab pos="1825625" algn="l"/>
              </a:tabLst>
            </a:pPr>
            <a:r>
              <a:rPr sz="2400" dirty="0">
                <a:latin typeface="Times New Roman"/>
                <a:cs typeface="Times New Roman"/>
              </a:rPr>
              <a:t>Frequency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translation</a:t>
            </a:r>
            <a:endParaRPr sz="2400">
              <a:latin typeface="Times New Roman"/>
              <a:cs typeface="Times New Roman"/>
            </a:endParaRPr>
          </a:p>
          <a:p>
            <a:pPr marL="1825625" lvl="1" indent="-342900">
              <a:spcBef>
                <a:spcPts val="1445"/>
              </a:spcBef>
              <a:buSzPct val="125000"/>
              <a:buFont typeface="Wingdings"/>
              <a:buChar char=""/>
              <a:tabLst>
                <a:tab pos="1824989" algn="l"/>
                <a:tab pos="1825625" algn="l"/>
              </a:tabLst>
            </a:pPr>
            <a:r>
              <a:rPr sz="2400" dirty="0">
                <a:latin typeface="Times New Roman"/>
                <a:cs typeface="Times New Roman"/>
              </a:rPr>
              <a:t>Multiplexing</a:t>
            </a:r>
            <a:endParaRPr sz="2400">
              <a:latin typeface="Times New Roman"/>
              <a:cs typeface="Times New Roman"/>
            </a:endParaRPr>
          </a:p>
          <a:p>
            <a:pPr marL="1825625" lvl="1" indent="-342900">
              <a:spcBef>
                <a:spcPts val="1440"/>
              </a:spcBef>
              <a:buSzPct val="125000"/>
              <a:buFont typeface="Wingdings"/>
              <a:buChar char=""/>
              <a:tabLst>
                <a:tab pos="1824989" algn="l"/>
                <a:tab pos="1825625" algn="l"/>
              </a:tabLst>
            </a:pPr>
            <a:r>
              <a:rPr sz="2400" dirty="0">
                <a:latin typeface="Times New Roman"/>
                <a:cs typeface="Times New Roman"/>
              </a:rPr>
              <a:t>Reduction of noise and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interference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974594" y="119591"/>
            <a:ext cx="6202680" cy="1059264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Introduction </a:t>
            </a:r>
            <a:r>
              <a:rPr spc="-175" dirty="0"/>
              <a:t>To </a:t>
            </a:r>
            <a:r>
              <a:rPr dirty="0"/>
              <a:t>Modulation</a:t>
            </a:r>
            <a:r>
              <a:rPr spc="145" dirty="0"/>
              <a:t> </a:t>
            </a:r>
            <a:r>
              <a:rPr sz="2400" dirty="0"/>
              <a:t>contd.</a:t>
            </a:r>
            <a:endParaRPr sz="2400"/>
          </a:p>
        </p:txBody>
      </p:sp>
      <p:sp>
        <p:nvSpPr>
          <p:cNvPr id="6" name="object 6"/>
          <p:cNvSpPr txBox="1"/>
          <p:nvPr/>
        </p:nvSpPr>
        <p:spPr>
          <a:xfrm>
            <a:off x="9452609" y="23876"/>
            <a:ext cx="107950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b="1" i="1" spc="-55" dirty="0">
                <a:solidFill>
                  <a:srgbClr val="0000FF"/>
                </a:solidFill>
                <a:latin typeface="Times New Roman"/>
                <a:cs typeface="Times New Roman"/>
              </a:rPr>
              <a:t>Vol.</a:t>
            </a:r>
            <a:r>
              <a:rPr sz="2000" b="1" i="1" spc="-8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0000FF"/>
                </a:solidFill>
                <a:latin typeface="Times New Roman"/>
                <a:cs typeface="Times New Roman"/>
              </a:rPr>
              <a:t>No.-2</a:t>
            </a:r>
            <a:endParaRPr sz="2000">
              <a:latin typeface="Times New Roman"/>
              <a:cs typeface="Times New Roman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485D3225-687C-4F8E-923D-4D9B5D8298C9}"/>
                  </a:ext>
                </a:extLst>
              </p14:cNvPr>
              <p14:cNvContentPartPr/>
              <p14:nvPr/>
            </p14:nvContentPartPr>
            <p14:xfrm>
              <a:off x="5563440" y="3619800"/>
              <a:ext cx="2564280" cy="243540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485D3225-687C-4F8E-923D-4D9B5D8298C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554080" y="3610440"/>
                <a:ext cx="2583000" cy="24541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64791" y="990600"/>
            <a:ext cx="8750808" cy="152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602739" y="1148219"/>
            <a:ext cx="8987790" cy="4559935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469900" indent="-457200">
              <a:spcBef>
                <a:spcPts val="819"/>
              </a:spcBef>
              <a:buSzPct val="150000"/>
              <a:buFont typeface="Wingdings"/>
              <a:buChar char=""/>
              <a:tabLst>
                <a:tab pos="469265" algn="l"/>
                <a:tab pos="469900" algn="l"/>
              </a:tabLst>
            </a:pPr>
            <a:r>
              <a:rPr sz="2800" spc="-5" dirty="0">
                <a:solidFill>
                  <a:srgbClr val="0000FF"/>
                </a:solidFill>
                <a:latin typeface="Times New Roman"/>
                <a:cs typeface="Times New Roman"/>
              </a:rPr>
              <a:t>Modulation </a:t>
            </a:r>
            <a:r>
              <a:rPr sz="2800" dirty="0">
                <a:solidFill>
                  <a:srgbClr val="0000FF"/>
                </a:solidFill>
                <a:latin typeface="Times New Roman"/>
                <a:cs typeface="Times New Roman"/>
              </a:rPr>
              <a:t>for </a:t>
            </a:r>
            <a:r>
              <a:rPr sz="2800" spc="-10" dirty="0">
                <a:solidFill>
                  <a:srgbClr val="0000FF"/>
                </a:solidFill>
                <a:latin typeface="Times New Roman"/>
                <a:cs typeface="Times New Roman"/>
              </a:rPr>
              <a:t>Efficient</a:t>
            </a:r>
            <a:r>
              <a:rPr sz="2800" spc="-7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0000FF"/>
                </a:solidFill>
                <a:latin typeface="Times New Roman"/>
                <a:cs typeface="Times New Roman"/>
              </a:rPr>
              <a:t>Transmission:</a:t>
            </a:r>
            <a:endParaRPr sz="2800">
              <a:latin typeface="Times New Roman"/>
              <a:cs typeface="Times New Roman"/>
            </a:endParaRPr>
          </a:p>
          <a:p>
            <a:pPr marL="355600" marR="5080" indent="-342900" algn="just">
              <a:spcBef>
                <a:spcPts val="1375"/>
              </a:spcBef>
              <a:buSzPct val="125000"/>
              <a:buFont typeface="Wingdings"/>
              <a:buChar char="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Signal </a:t>
            </a:r>
            <a:r>
              <a:rPr sz="2400" spc="-5" dirty="0">
                <a:latin typeface="Times New Roman"/>
                <a:cs typeface="Times New Roman"/>
              </a:rPr>
              <a:t>transmission </a:t>
            </a:r>
            <a:r>
              <a:rPr sz="2400" dirty="0">
                <a:latin typeface="Times New Roman"/>
                <a:cs typeface="Times New Roman"/>
              </a:rPr>
              <a:t>over </a:t>
            </a:r>
            <a:r>
              <a:rPr sz="2400" spc="-5" dirty="0">
                <a:latin typeface="Times New Roman"/>
                <a:cs typeface="Times New Roman"/>
              </a:rPr>
              <a:t>appreciable distance always involves </a:t>
            </a:r>
            <a:r>
              <a:rPr sz="2400" dirty="0">
                <a:latin typeface="Times New Roman"/>
                <a:cs typeface="Times New Roman"/>
              </a:rPr>
              <a:t>a  travelling </a:t>
            </a:r>
            <a:r>
              <a:rPr sz="2400" spc="-5" dirty="0">
                <a:latin typeface="Times New Roman"/>
                <a:cs typeface="Times New Roman"/>
              </a:rPr>
              <a:t>electromagnetic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wave.</a:t>
            </a:r>
            <a:endParaRPr sz="2400">
              <a:latin typeface="Times New Roman"/>
              <a:cs typeface="Times New Roman"/>
            </a:endParaRPr>
          </a:p>
          <a:p>
            <a:pPr marL="355600" marR="6985" indent="-342900" algn="just">
              <a:spcBef>
                <a:spcPts val="1445"/>
              </a:spcBef>
              <a:buSzPct val="125000"/>
              <a:buFont typeface="Wingdings"/>
              <a:buChar char="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-10" dirty="0">
                <a:latin typeface="Times New Roman"/>
                <a:cs typeface="Times New Roman"/>
              </a:rPr>
              <a:t>efficiency </a:t>
            </a:r>
            <a:r>
              <a:rPr sz="2400" dirty="0">
                <a:latin typeface="Times New Roman"/>
                <a:cs typeface="Times New Roman"/>
              </a:rPr>
              <a:t>of any </a:t>
            </a:r>
            <a:r>
              <a:rPr sz="2400" spc="-5" dirty="0">
                <a:latin typeface="Times New Roman"/>
                <a:cs typeface="Times New Roman"/>
              </a:rPr>
              <a:t>transmission method </a:t>
            </a:r>
            <a:r>
              <a:rPr sz="2400" dirty="0">
                <a:latin typeface="Times New Roman"/>
                <a:cs typeface="Times New Roman"/>
              </a:rPr>
              <a:t>depends upon the  frequency of the signal being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transmitted.</a:t>
            </a:r>
            <a:endParaRPr sz="2400">
              <a:latin typeface="Times New Roman"/>
              <a:cs typeface="Times New Roman"/>
            </a:endParaRPr>
          </a:p>
          <a:p>
            <a:pPr marL="355600" marR="5080" indent="-342900" algn="just">
              <a:spcBef>
                <a:spcPts val="1440"/>
              </a:spcBef>
              <a:buSzPct val="125000"/>
              <a:buFont typeface="Wingdings"/>
              <a:buChar char=""/>
              <a:tabLst>
                <a:tab pos="355600" algn="l"/>
              </a:tabLst>
            </a:pPr>
            <a:r>
              <a:rPr sz="2400" spc="-5" dirty="0">
                <a:latin typeface="Times New Roman"/>
                <a:cs typeface="Times New Roman"/>
              </a:rPr>
              <a:t>By exploiting </a:t>
            </a: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-5" dirty="0">
                <a:latin typeface="Times New Roman"/>
                <a:cs typeface="Times New Roman"/>
              </a:rPr>
              <a:t>frequency-translation </a:t>
            </a:r>
            <a:r>
              <a:rPr sz="2400" dirty="0">
                <a:latin typeface="Times New Roman"/>
                <a:cs typeface="Times New Roman"/>
              </a:rPr>
              <a:t>property </a:t>
            </a:r>
            <a:r>
              <a:rPr sz="2400" spc="-5" dirty="0">
                <a:latin typeface="Times New Roman"/>
                <a:cs typeface="Times New Roman"/>
              </a:rPr>
              <a:t>of </a:t>
            </a:r>
            <a:r>
              <a:rPr sz="2400" spc="-15" dirty="0">
                <a:latin typeface="Times New Roman"/>
                <a:cs typeface="Times New Roman"/>
              </a:rPr>
              <a:t>CW-modulation,  </a:t>
            </a:r>
            <a:r>
              <a:rPr sz="2400" spc="-5" dirty="0">
                <a:latin typeface="Times New Roman"/>
                <a:cs typeface="Times New Roman"/>
              </a:rPr>
              <a:t>message information can </a:t>
            </a:r>
            <a:r>
              <a:rPr sz="2400" dirty="0">
                <a:latin typeface="Times New Roman"/>
                <a:cs typeface="Times New Roman"/>
              </a:rPr>
              <a:t>be </a:t>
            </a:r>
            <a:r>
              <a:rPr sz="2400" spc="-5" dirty="0">
                <a:latin typeface="Times New Roman"/>
                <a:cs typeface="Times New Roman"/>
              </a:rPr>
              <a:t>impressed </a:t>
            </a:r>
            <a:r>
              <a:rPr sz="2400" dirty="0">
                <a:latin typeface="Times New Roman"/>
                <a:cs typeface="Times New Roman"/>
              </a:rPr>
              <a:t>on a </a:t>
            </a:r>
            <a:r>
              <a:rPr sz="2400" spc="-5" dirty="0">
                <a:latin typeface="Times New Roman"/>
                <a:cs typeface="Times New Roman"/>
              </a:rPr>
              <a:t>carrier whose frequency  has </a:t>
            </a:r>
            <a:r>
              <a:rPr sz="2400" dirty="0">
                <a:latin typeface="Times New Roman"/>
                <a:cs typeface="Times New Roman"/>
              </a:rPr>
              <a:t>been selected for the desired </a:t>
            </a:r>
            <a:r>
              <a:rPr sz="2400" spc="-5" dirty="0">
                <a:latin typeface="Times New Roman"/>
                <a:cs typeface="Times New Roman"/>
              </a:rPr>
              <a:t>transmission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method.</a:t>
            </a:r>
            <a:endParaRPr sz="2400">
              <a:latin typeface="Times New Roman"/>
              <a:cs typeface="Times New Roman"/>
            </a:endParaRPr>
          </a:p>
          <a:p>
            <a:pPr marL="355600" marR="5080" indent="-342900" algn="just">
              <a:spcBef>
                <a:spcPts val="1440"/>
              </a:spcBef>
              <a:buSzPct val="125000"/>
              <a:buFont typeface="Wingdings"/>
              <a:buChar char="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In a </a:t>
            </a:r>
            <a:r>
              <a:rPr sz="2400" spc="-5" dirty="0">
                <a:latin typeface="Times New Roman"/>
                <a:cs typeface="Times New Roman"/>
              </a:rPr>
              <a:t>wireless communication channel, quarter-wavelength (λ/4)  </a:t>
            </a:r>
            <a:r>
              <a:rPr sz="2400" dirty="0">
                <a:latin typeface="Times New Roman"/>
                <a:cs typeface="Times New Roman"/>
              </a:rPr>
              <a:t>antennas are </a:t>
            </a:r>
            <a:r>
              <a:rPr sz="2400" spc="-5" dirty="0">
                <a:latin typeface="Times New Roman"/>
                <a:cs typeface="Times New Roman"/>
              </a:rPr>
              <a:t>employed for </a:t>
            </a:r>
            <a:r>
              <a:rPr sz="2400" spc="-10" dirty="0">
                <a:latin typeface="Times New Roman"/>
                <a:cs typeface="Times New Roman"/>
              </a:rPr>
              <a:t>efficient </a:t>
            </a:r>
            <a:r>
              <a:rPr sz="2400" dirty="0">
                <a:latin typeface="Times New Roman"/>
                <a:cs typeface="Times New Roman"/>
              </a:rPr>
              <a:t>transmission and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reception.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4294967295"/>
          </p:nvPr>
        </p:nvSpPr>
        <p:spPr>
          <a:xfrm>
            <a:off x="10002139" y="6558093"/>
            <a:ext cx="281304" cy="179536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[</a:t>
            </a:r>
            <a:fld id="{81D60167-4931-47E6-BA6A-407CBD079E47}" type="slidenum">
              <a:rPr spc="-5" dirty="0"/>
              <a:pPr marL="12700">
                <a:lnSpc>
                  <a:spcPts val="1425"/>
                </a:lnSpc>
              </a:pPr>
              <a:t>52</a:t>
            </a:fld>
            <a:r>
              <a:rPr dirty="0"/>
              <a:t>]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602739" y="19559"/>
            <a:ext cx="125349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b="1" i="1" dirty="0">
                <a:solidFill>
                  <a:srgbClr val="0000FF"/>
                </a:solidFill>
                <a:latin typeface="Times New Roman"/>
                <a:cs typeface="Times New Roman"/>
              </a:rPr>
              <a:t>Module –</a:t>
            </a:r>
            <a:r>
              <a:rPr sz="2000" b="1" i="1" spc="-10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0000FF"/>
                </a:solidFill>
                <a:latin typeface="Times New Roman"/>
                <a:cs typeface="Times New Roman"/>
              </a:rPr>
              <a:t>V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974594" y="119591"/>
            <a:ext cx="6202680" cy="1059264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Introduction </a:t>
            </a:r>
            <a:r>
              <a:rPr spc="-175" dirty="0"/>
              <a:t>To </a:t>
            </a:r>
            <a:r>
              <a:rPr dirty="0"/>
              <a:t>Modulation</a:t>
            </a:r>
            <a:r>
              <a:rPr spc="145" dirty="0"/>
              <a:t> </a:t>
            </a:r>
            <a:r>
              <a:rPr sz="2400" dirty="0"/>
              <a:t>contd.</a:t>
            </a:r>
            <a:endParaRPr sz="2400"/>
          </a:p>
        </p:txBody>
      </p:sp>
      <p:sp>
        <p:nvSpPr>
          <p:cNvPr id="6" name="object 6"/>
          <p:cNvSpPr txBox="1"/>
          <p:nvPr/>
        </p:nvSpPr>
        <p:spPr>
          <a:xfrm>
            <a:off x="9452609" y="23876"/>
            <a:ext cx="107950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b="1" i="1" spc="-55" dirty="0">
                <a:solidFill>
                  <a:srgbClr val="0000FF"/>
                </a:solidFill>
                <a:latin typeface="Times New Roman"/>
                <a:cs typeface="Times New Roman"/>
              </a:rPr>
              <a:t>Vol.</a:t>
            </a:r>
            <a:r>
              <a:rPr sz="2000" b="1" i="1" spc="-8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0000FF"/>
                </a:solidFill>
                <a:latin typeface="Times New Roman"/>
                <a:cs typeface="Times New Roman"/>
              </a:rPr>
              <a:t>No.-2</a:t>
            </a:r>
            <a:endParaRPr sz="2000">
              <a:latin typeface="Times New Roman"/>
              <a:cs typeface="Times New Roman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B4A080E9-B82C-4390-8649-4E0AC69C17CA}"/>
                  </a:ext>
                </a:extLst>
              </p14:cNvPr>
              <p14:cNvContentPartPr/>
              <p14:nvPr/>
            </p14:nvContentPartPr>
            <p14:xfrm>
              <a:off x="65520" y="2840400"/>
              <a:ext cx="10382400" cy="29685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B4A080E9-B82C-4390-8649-4E0AC69C17C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6160" y="2831040"/>
                <a:ext cx="10401120" cy="29872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64791" y="990600"/>
            <a:ext cx="8750808" cy="152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602740" y="1318006"/>
            <a:ext cx="8227059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>
              <a:spcBef>
                <a:spcPts val="100"/>
              </a:spcBef>
              <a:buSzPct val="125000"/>
              <a:buFont typeface="Wingdings"/>
              <a:buChar char=""/>
              <a:tabLst>
                <a:tab pos="247650" algn="l"/>
              </a:tabLst>
            </a:pPr>
            <a:r>
              <a:rPr sz="2400" spc="-5" dirty="0">
                <a:latin typeface="Times New Roman"/>
                <a:cs typeface="Times New Roman"/>
              </a:rPr>
              <a:t>An estimate </a:t>
            </a:r>
            <a:r>
              <a:rPr sz="2400" dirty="0">
                <a:latin typeface="Times New Roman"/>
                <a:cs typeface="Times New Roman"/>
              </a:rPr>
              <a:t>of antenna height required at </a:t>
            </a:r>
            <a:r>
              <a:rPr sz="2400" spc="-10" dirty="0">
                <a:latin typeface="Times New Roman"/>
                <a:cs typeface="Times New Roman"/>
              </a:rPr>
              <a:t>different </a:t>
            </a:r>
            <a:r>
              <a:rPr sz="2400" dirty="0">
                <a:latin typeface="Times New Roman"/>
                <a:cs typeface="Times New Roman"/>
              </a:rPr>
              <a:t>frequencies</a:t>
            </a:r>
            <a:r>
              <a:rPr sz="2400" spc="-1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  transmission is calculated as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follows:</a:t>
            </a:r>
            <a:endParaRPr sz="240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279650" y="2355851"/>
          <a:ext cx="7543799" cy="24563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87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959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02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82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Signal</a:t>
                      </a:r>
                      <a:r>
                        <a:rPr sz="2000" b="1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5" dirty="0">
                          <a:latin typeface="Times New Roman"/>
                          <a:cs typeface="Times New Roman"/>
                        </a:rPr>
                        <a:t>Frequency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4457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000" b="1" spc="-35" dirty="0">
                          <a:latin typeface="Times New Roman"/>
                          <a:cs typeface="Times New Roman"/>
                        </a:rPr>
                        <a:t>Value 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of (</a:t>
                      </a:r>
                      <a:r>
                        <a:rPr sz="20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5" dirty="0">
                          <a:latin typeface="Times New Roman"/>
                          <a:cs typeface="Times New Roman"/>
                        </a:rPr>
                        <a:t>λ)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000" b="1" spc="-35" dirty="0">
                          <a:latin typeface="Times New Roman"/>
                          <a:cs typeface="Times New Roman"/>
                        </a:rPr>
                        <a:t>Value 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of (</a:t>
                      </a:r>
                      <a:r>
                        <a:rPr sz="200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5" dirty="0">
                          <a:latin typeface="Times New Roman"/>
                          <a:cs typeface="Times New Roman"/>
                        </a:rPr>
                        <a:t>λ/4)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2002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KHz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75</a:t>
                      </a:r>
                      <a:r>
                        <a:rPr sz="20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Km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2002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15</a:t>
                      </a:r>
                      <a:r>
                        <a:rPr sz="20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KHz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000" b="1" spc="5" dirty="0">
                          <a:latin typeface="Times New Roman"/>
                          <a:cs typeface="Times New Roman"/>
                        </a:rPr>
                        <a:t>1,250</a:t>
                      </a:r>
                      <a:r>
                        <a:rPr sz="200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m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2003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MHz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75</a:t>
                      </a:r>
                      <a:r>
                        <a:rPr sz="20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m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2002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1000</a:t>
                      </a:r>
                      <a:r>
                        <a:rPr sz="20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MHz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75</a:t>
                      </a:r>
                      <a:r>
                        <a:rPr sz="20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5" dirty="0">
                          <a:latin typeface="Times New Roman"/>
                          <a:cs typeface="Times New Roman"/>
                        </a:rPr>
                        <a:t>mm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5" name="object 5"/>
          <p:cNvGrpSpPr/>
          <p:nvPr/>
        </p:nvGrpSpPr>
        <p:grpSpPr>
          <a:xfrm>
            <a:off x="5181600" y="2819400"/>
            <a:ext cx="2628900" cy="2209800"/>
            <a:chOff x="3657600" y="2819400"/>
            <a:chExt cx="2628900" cy="2209800"/>
          </a:xfrm>
        </p:grpSpPr>
        <p:sp>
          <p:nvSpPr>
            <p:cNvPr id="6" name="object 6"/>
            <p:cNvSpPr/>
            <p:nvPr/>
          </p:nvSpPr>
          <p:spPr>
            <a:xfrm>
              <a:off x="3733800" y="2819400"/>
              <a:ext cx="2171700" cy="6096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695700" y="3352800"/>
              <a:ext cx="2324100" cy="638556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657600" y="3886200"/>
              <a:ext cx="2171700" cy="638556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657600" y="4390644"/>
              <a:ext cx="2628900" cy="638556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246782" y="5077205"/>
            <a:ext cx="8001000" cy="112903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 indent="191770">
              <a:lnSpc>
                <a:spcPct val="101699"/>
              </a:lnSpc>
              <a:spcBef>
                <a:spcPts val="50"/>
              </a:spcBef>
            </a:pPr>
            <a:r>
              <a:rPr sz="2400" i="1" spc="-5" dirty="0">
                <a:solidFill>
                  <a:srgbClr val="C00000"/>
                </a:solidFill>
                <a:latin typeface="Times New Roman"/>
                <a:cs typeface="Times New Roman"/>
              </a:rPr>
              <a:t>As </a:t>
            </a:r>
            <a:r>
              <a:rPr sz="2400" i="1" dirty="0">
                <a:solidFill>
                  <a:srgbClr val="C00000"/>
                </a:solidFill>
                <a:latin typeface="Times New Roman"/>
                <a:cs typeface="Times New Roman"/>
              </a:rPr>
              <a:t>shown above, the solution lies in translating </a:t>
            </a:r>
            <a:r>
              <a:rPr sz="2400" i="1" spc="-5" dirty="0">
                <a:solidFill>
                  <a:srgbClr val="C00000"/>
                </a:solidFill>
                <a:latin typeface="Times New Roman"/>
                <a:cs typeface="Times New Roman"/>
              </a:rPr>
              <a:t>(or</a:t>
            </a:r>
            <a:r>
              <a:rPr sz="2400" i="1" spc="-15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i="1" dirty="0">
                <a:solidFill>
                  <a:srgbClr val="C00000"/>
                </a:solidFill>
                <a:latin typeface="Times New Roman"/>
                <a:cs typeface="Times New Roman"/>
              </a:rPr>
              <a:t>modulating)  low- </a:t>
            </a:r>
            <a:r>
              <a:rPr sz="2400" i="1" spc="-10" dirty="0">
                <a:solidFill>
                  <a:srgbClr val="C00000"/>
                </a:solidFill>
                <a:latin typeface="Times New Roman"/>
                <a:cs typeface="Times New Roman"/>
              </a:rPr>
              <a:t>frequency </a:t>
            </a:r>
            <a:r>
              <a:rPr sz="2400" i="1" dirty="0">
                <a:solidFill>
                  <a:srgbClr val="C00000"/>
                </a:solidFill>
                <a:latin typeface="Times New Roman"/>
                <a:cs typeface="Times New Roman"/>
              </a:rPr>
              <a:t>information </a:t>
            </a:r>
            <a:r>
              <a:rPr sz="2400" i="1" spc="-5" dirty="0">
                <a:solidFill>
                  <a:srgbClr val="C00000"/>
                </a:solidFill>
                <a:latin typeface="Times New Roman"/>
                <a:cs typeface="Times New Roman"/>
              </a:rPr>
              <a:t>signals </a:t>
            </a:r>
            <a:r>
              <a:rPr sz="2400" i="1" dirty="0">
                <a:solidFill>
                  <a:srgbClr val="C00000"/>
                </a:solidFill>
                <a:latin typeface="Times New Roman"/>
                <a:cs typeface="Times New Roman"/>
              </a:rPr>
              <a:t>to a </a:t>
            </a:r>
            <a:r>
              <a:rPr sz="2400" i="1" spc="-10" dirty="0">
                <a:solidFill>
                  <a:srgbClr val="C00000"/>
                </a:solidFill>
                <a:latin typeface="Times New Roman"/>
                <a:cs typeface="Times New Roman"/>
              </a:rPr>
              <a:t>higher-frequency</a:t>
            </a:r>
            <a:r>
              <a:rPr sz="2400" i="1" spc="-10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i="1" dirty="0">
                <a:solidFill>
                  <a:srgbClr val="C00000"/>
                </a:solidFill>
                <a:latin typeface="Times New Roman"/>
                <a:cs typeface="Times New Roman"/>
              </a:rPr>
              <a:t>carrier</a:t>
            </a:r>
            <a:endParaRPr sz="2400">
              <a:latin typeface="Times New Roman"/>
              <a:cs typeface="Times New Roman"/>
            </a:endParaRPr>
          </a:p>
          <a:p>
            <a:pPr marL="292735"/>
            <a:r>
              <a:rPr sz="2400" i="1" spc="-5" dirty="0">
                <a:solidFill>
                  <a:srgbClr val="C00000"/>
                </a:solidFill>
                <a:latin typeface="Times New Roman"/>
                <a:cs typeface="Times New Roman"/>
              </a:rPr>
              <a:t>signals </a:t>
            </a:r>
            <a:r>
              <a:rPr sz="2400" i="1" dirty="0">
                <a:solidFill>
                  <a:srgbClr val="C00000"/>
                </a:solidFill>
                <a:latin typeface="Times New Roman"/>
                <a:cs typeface="Times New Roman"/>
              </a:rPr>
              <a:t>allowing the practical length of antennas to be</a:t>
            </a:r>
            <a:r>
              <a:rPr sz="2400" i="1" spc="-1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i="1" spc="-5" dirty="0">
                <a:solidFill>
                  <a:srgbClr val="C00000"/>
                </a:solidFill>
                <a:latin typeface="Times New Roman"/>
                <a:cs typeface="Times New Roman"/>
              </a:rPr>
              <a:t>used.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714500" y="5029201"/>
            <a:ext cx="449580" cy="48920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602739" y="19559"/>
            <a:ext cx="125349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b="1" i="1" dirty="0">
                <a:solidFill>
                  <a:srgbClr val="0000FF"/>
                </a:solidFill>
                <a:latin typeface="Times New Roman"/>
                <a:cs typeface="Times New Roman"/>
              </a:rPr>
              <a:t>Module –</a:t>
            </a:r>
            <a:r>
              <a:rPr sz="2000" b="1" i="1" spc="-10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0000FF"/>
                </a:solidFill>
                <a:latin typeface="Times New Roman"/>
                <a:cs typeface="Times New Roman"/>
              </a:rPr>
              <a:t>V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4294967295"/>
          </p:nvPr>
        </p:nvSpPr>
        <p:spPr>
          <a:xfrm>
            <a:off x="10002139" y="6558093"/>
            <a:ext cx="281304" cy="179536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[</a:t>
            </a:r>
            <a:fld id="{81D60167-4931-47E6-BA6A-407CBD079E47}" type="slidenum">
              <a:rPr spc="-5" dirty="0"/>
              <a:pPr marL="12700">
                <a:lnSpc>
                  <a:spcPts val="1425"/>
                </a:lnSpc>
              </a:pPr>
              <a:t>53</a:t>
            </a:fld>
            <a:r>
              <a:rPr dirty="0"/>
              <a:t>]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2974594" y="119591"/>
            <a:ext cx="6202680" cy="1059264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Introduction </a:t>
            </a:r>
            <a:r>
              <a:rPr spc="-175" dirty="0"/>
              <a:t>To </a:t>
            </a:r>
            <a:r>
              <a:rPr dirty="0"/>
              <a:t>Modulation</a:t>
            </a:r>
            <a:r>
              <a:rPr spc="145" dirty="0"/>
              <a:t> </a:t>
            </a:r>
            <a:r>
              <a:rPr sz="2400" dirty="0"/>
              <a:t>contd.</a:t>
            </a:r>
            <a:endParaRPr sz="2400"/>
          </a:p>
        </p:txBody>
      </p:sp>
      <p:sp>
        <p:nvSpPr>
          <p:cNvPr id="14" name="object 14"/>
          <p:cNvSpPr txBox="1"/>
          <p:nvPr/>
        </p:nvSpPr>
        <p:spPr>
          <a:xfrm>
            <a:off x="9452609" y="23876"/>
            <a:ext cx="107950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b="1" i="1" spc="-55" dirty="0">
                <a:solidFill>
                  <a:srgbClr val="0000FF"/>
                </a:solidFill>
                <a:latin typeface="Times New Roman"/>
                <a:cs typeface="Times New Roman"/>
              </a:rPr>
              <a:t>Vol.</a:t>
            </a:r>
            <a:r>
              <a:rPr sz="2000" b="1" i="1" spc="-8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0000FF"/>
                </a:solidFill>
                <a:latin typeface="Times New Roman"/>
                <a:cs typeface="Times New Roman"/>
              </a:rPr>
              <a:t>No.-2</a:t>
            </a:r>
            <a:endParaRPr sz="2000">
              <a:latin typeface="Times New Roman"/>
              <a:cs typeface="Times New Roman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94AD56A4-EB09-43B5-94ED-0E715A05FBEB}"/>
                  </a:ext>
                </a:extLst>
              </p14:cNvPr>
              <p14:cNvContentPartPr/>
              <p14:nvPr/>
            </p14:nvContentPartPr>
            <p14:xfrm>
              <a:off x="2264040" y="2729520"/>
              <a:ext cx="7943760" cy="351936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94AD56A4-EB09-43B5-94ED-0E715A05FBE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254680" y="2720160"/>
                <a:ext cx="7962480" cy="3538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64791" y="990600"/>
            <a:ext cx="8750808" cy="152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602740" y="1164082"/>
            <a:ext cx="8988425" cy="5267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indent="-457200">
              <a:spcBef>
                <a:spcPts val="95"/>
              </a:spcBef>
              <a:buSzPct val="150000"/>
              <a:buFont typeface="Wingdings"/>
              <a:buChar char=""/>
              <a:tabLst>
                <a:tab pos="469265" algn="l"/>
                <a:tab pos="469900" algn="l"/>
              </a:tabLst>
            </a:pPr>
            <a:r>
              <a:rPr sz="2800" spc="-5" dirty="0">
                <a:solidFill>
                  <a:srgbClr val="0000FF"/>
                </a:solidFill>
                <a:latin typeface="Times New Roman"/>
                <a:cs typeface="Times New Roman"/>
              </a:rPr>
              <a:t>Modulation to overcome Hardware</a:t>
            </a:r>
            <a:r>
              <a:rPr sz="280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0000FF"/>
                </a:solidFill>
                <a:latin typeface="Times New Roman"/>
                <a:cs typeface="Times New Roman"/>
              </a:rPr>
              <a:t>Limitations:</a:t>
            </a:r>
            <a:endParaRPr sz="2800">
              <a:latin typeface="Times New Roman"/>
              <a:cs typeface="Times New Roman"/>
            </a:endParaRPr>
          </a:p>
          <a:p>
            <a:pPr marL="355600" marR="5080" indent="-342900" algn="just">
              <a:spcBef>
                <a:spcPts val="470"/>
              </a:spcBef>
              <a:buSzPct val="125000"/>
              <a:buFont typeface="Wingdings"/>
              <a:buChar char="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-5" dirty="0">
                <a:latin typeface="Times New Roman"/>
                <a:cs typeface="Times New Roman"/>
              </a:rPr>
              <a:t>design </a:t>
            </a:r>
            <a:r>
              <a:rPr sz="2400" dirty="0">
                <a:latin typeface="Times New Roman"/>
                <a:cs typeface="Times New Roman"/>
              </a:rPr>
              <a:t>of a </a:t>
            </a:r>
            <a:r>
              <a:rPr sz="2400" spc="-5" dirty="0">
                <a:latin typeface="Times New Roman"/>
                <a:cs typeface="Times New Roman"/>
              </a:rPr>
              <a:t>communication system </a:t>
            </a:r>
            <a:r>
              <a:rPr sz="2400" spc="-10" dirty="0">
                <a:latin typeface="Times New Roman"/>
                <a:cs typeface="Times New Roman"/>
              </a:rPr>
              <a:t>may </a:t>
            </a:r>
            <a:r>
              <a:rPr sz="2400" dirty="0">
                <a:latin typeface="Times New Roman"/>
                <a:cs typeface="Times New Roman"/>
              </a:rPr>
              <a:t>be </a:t>
            </a:r>
            <a:r>
              <a:rPr sz="2400" spc="-5" dirty="0">
                <a:latin typeface="Times New Roman"/>
                <a:cs typeface="Times New Roman"/>
              </a:rPr>
              <a:t>constrained </a:t>
            </a:r>
            <a:r>
              <a:rPr sz="2400" spc="-10" dirty="0">
                <a:latin typeface="Times New Roman"/>
                <a:cs typeface="Times New Roman"/>
              </a:rPr>
              <a:t>by </a:t>
            </a: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-5" dirty="0">
                <a:latin typeface="Times New Roman"/>
                <a:cs typeface="Times New Roman"/>
              </a:rPr>
              <a:t>cost  </a:t>
            </a:r>
            <a:r>
              <a:rPr sz="2400" dirty="0">
                <a:latin typeface="Times New Roman"/>
                <a:cs typeface="Times New Roman"/>
              </a:rPr>
              <a:t>and </a:t>
            </a:r>
            <a:r>
              <a:rPr sz="2400" spc="-5" dirty="0">
                <a:latin typeface="Times New Roman"/>
                <a:cs typeface="Times New Roman"/>
              </a:rPr>
              <a:t>availability of </a:t>
            </a:r>
            <a:r>
              <a:rPr sz="2400" dirty="0">
                <a:latin typeface="Times New Roman"/>
                <a:cs typeface="Times New Roman"/>
              </a:rPr>
              <a:t>hardware, hardware whose </a:t>
            </a:r>
            <a:r>
              <a:rPr sz="2400" spc="-5" dirty="0">
                <a:latin typeface="Times New Roman"/>
                <a:cs typeface="Times New Roman"/>
              </a:rPr>
              <a:t>performance often  depends upon </a:t>
            </a:r>
            <a:r>
              <a:rPr sz="2400" dirty="0">
                <a:latin typeface="Times New Roman"/>
                <a:cs typeface="Times New Roman"/>
              </a:rPr>
              <a:t>the frequencies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involved.</a:t>
            </a:r>
            <a:endParaRPr sz="2400">
              <a:latin typeface="Times New Roman"/>
              <a:cs typeface="Times New Roman"/>
            </a:endParaRPr>
          </a:p>
          <a:p>
            <a:pPr marL="355600" marR="5715" indent="-342900" algn="just">
              <a:buSzPct val="125000"/>
              <a:buFont typeface="Wingdings"/>
              <a:buChar char=""/>
              <a:tabLst>
                <a:tab pos="355600" algn="l"/>
              </a:tabLst>
            </a:pPr>
            <a:r>
              <a:rPr sz="2400" spc="-5" dirty="0">
                <a:latin typeface="Times New Roman"/>
                <a:cs typeface="Times New Roman"/>
              </a:rPr>
              <a:t>Modulation permits the designer </a:t>
            </a:r>
            <a:r>
              <a:rPr sz="2400" dirty="0">
                <a:latin typeface="Times New Roman"/>
                <a:cs typeface="Times New Roman"/>
              </a:rPr>
              <a:t>to place a signal in </a:t>
            </a:r>
            <a:r>
              <a:rPr sz="2400" spc="-5" dirty="0">
                <a:latin typeface="Times New Roman"/>
                <a:cs typeface="Times New Roman"/>
              </a:rPr>
              <a:t>some frequency  </a:t>
            </a:r>
            <a:r>
              <a:rPr sz="2400" dirty="0">
                <a:latin typeface="Times New Roman"/>
                <a:cs typeface="Times New Roman"/>
              </a:rPr>
              <a:t>range that avoids hardware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limitations.</a:t>
            </a:r>
            <a:endParaRPr sz="2400">
              <a:latin typeface="Times New Roman"/>
              <a:cs typeface="Times New Roman"/>
            </a:endParaRPr>
          </a:p>
          <a:p>
            <a:pPr marL="355600" marR="5080" indent="-342900" algn="just">
              <a:buSzPct val="125000"/>
              <a:buFont typeface="Wingdings"/>
              <a:buChar char="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-5" dirty="0">
                <a:latin typeface="Times New Roman"/>
                <a:cs typeface="Times New Roman"/>
              </a:rPr>
              <a:t>hardware cost </a:t>
            </a:r>
            <a:r>
              <a:rPr sz="2400" dirty="0">
                <a:latin typeface="Times New Roman"/>
                <a:cs typeface="Times New Roman"/>
              </a:rPr>
              <a:t>and </a:t>
            </a:r>
            <a:r>
              <a:rPr sz="2400" spc="-5" dirty="0">
                <a:latin typeface="Times New Roman"/>
                <a:cs typeface="Times New Roman"/>
              </a:rPr>
              <a:t>complications </a:t>
            </a:r>
            <a:r>
              <a:rPr sz="2400" dirty="0">
                <a:latin typeface="Times New Roman"/>
                <a:cs typeface="Times New Roman"/>
              </a:rPr>
              <a:t>are </a:t>
            </a:r>
            <a:r>
              <a:rPr sz="2400" spc="-5" dirty="0">
                <a:latin typeface="Times New Roman"/>
                <a:cs typeface="Times New Roman"/>
              </a:rPr>
              <a:t>minimized </a:t>
            </a:r>
            <a:r>
              <a:rPr sz="2400" dirty="0">
                <a:latin typeface="Times New Roman"/>
                <a:cs typeface="Times New Roman"/>
              </a:rPr>
              <a:t>if the </a:t>
            </a:r>
            <a:r>
              <a:rPr sz="2400" i="1" spc="-5" dirty="0">
                <a:latin typeface="Times New Roman"/>
                <a:cs typeface="Times New Roman"/>
              </a:rPr>
              <a:t>fractional </a:t>
            </a:r>
            <a:r>
              <a:rPr sz="2400" i="1" dirty="0">
                <a:latin typeface="Times New Roman"/>
                <a:cs typeface="Times New Roman"/>
              </a:rPr>
              <a:t>–  bandwidth </a:t>
            </a:r>
            <a:r>
              <a:rPr sz="2400" spc="-5" dirty="0">
                <a:latin typeface="Times New Roman"/>
                <a:cs typeface="Times New Roman"/>
              </a:rPr>
              <a:t>(absolute bandwidth divided </a:t>
            </a:r>
            <a:r>
              <a:rPr sz="2400" dirty="0">
                <a:latin typeface="Times New Roman"/>
                <a:cs typeface="Times New Roman"/>
              </a:rPr>
              <a:t>by the </a:t>
            </a:r>
            <a:r>
              <a:rPr sz="2400" spc="-5" dirty="0">
                <a:latin typeface="Times New Roman"/>
                <a:cs typeface="Times New Roman"/>
              </a:rPr>
              <a:t>center frequency) </a:t>
            </a:r>
            <a:r>
              <a:rPr sz="2400" spc="-15" dirty="0">
                <a:latin typeface="Times New Roman"/>
                <a:cs typeface="Times New Roman"/>
              </a:rPr>
              <a:t>is  </a:t>
            </a:r>
            <a:r>
              <a:rPr sz="2400" dirty="0">
                <a:latin typeface="Times New Roman"/>
                <a:cs typeface="Times New Roman"/>
              </a:rPr>
              <a:t>kept within</a:t>
            </a:r>
            <a:r>
              <a:rPr sz="2400" i="1" dirty="0">
                <a:latin typeface="Times New Roman"/>
                <a:cs typeface="Times New Roman"/>
              </a:rPr>
              <a:t>1-10</a:t>
            </a:r>
            <a:r>
              <a:rPr sz="2400" i="1" spc="-35" dirty="0">
                <a:latin typeface="Times New Roman"/>
                <a:cs typeface="Times New Roman"/>
              </a:rPr>
              <a:t> </a:t>
            </a:r>
            <a:r>
              <a:rPr sz="2400" i="1" spc="-10" dirty="0">
                <a:latin typeface="Times New Roman"/>
                <a:cs typeface="Times New Roman"/>
              </a:rPr>
              <a:t>percent</a:t>
            </a:r>
            <a:r>
              <a:rPr sz="2400" spc="-1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355600" marR="5080" indent="-342900" algn="just">
              <a:spcBef>
                <a:spcPts val="5"/>
              </a:spcBef>
              <a:buSzPct val="125000"/>
              <a:buFont typeface="Wingdings"/>
              <a:buChar char=""/>
              <a:tabLst>
                <a:tab pos="355600" algn="l"/>
              </a:tabLst>
            </a:pPr>
            <a:r>
              <a:rPr sz="2400" spc="-5" dirty="0">
                <a:latin typeface="Times New Roman"/>
                <a:cs typeface="Times New Roman"/>
              </a:rPr>
              <a:t>For instance, </a:t>
            </a:r>
            <a:r>
              <a:rPr sz="2400" dirty="0">
                <a:latin typeface="Times New Roman"/>
                <a:cs typeface="Times New Roman"/>
              </a:rPr>
              <a:t>a 5 </a:t>
            </a:r>
            <a:r>
              <a:rPr sz="2400" spc="-5" dirty="0">
                <a:latin typeface="Times New Roman"/>
                <a:cs typeface="Times New Roman"/>
              </a:rPr>
              <a:t>GHz microwave </a:t>
            </a:r>
            <a:r>
              <a:rPr sz="2400" dirty="0">
                <a:latin typeface="Times New Roman"/>
                <a:cs typeface="Times New Roman"/>
              </a:rPr>
              <a:t>system can </a:t>
            </a:r>
            <a:r>
              <a:rPr sz="2400" spc="-5" dirty="0">
                <a:latin typeface="Times New Roman"/>
                <a:cs typeface="Times New Roman"/>
              </a:rPr>
              <a:t>accommodate 10,000  times </a:t>
            </a:r>
            <a:r>
              <a:rPr sz="2400" dirty="0">
                <a:latin typeface="Times New Roman"/>
                <a:cs typeface="Times New Roman"/>
              </a:rPr>
              <a:t>as </a:t>
            </a:r>
            <a:r>
              <a:rPr sz="2400" spc="-5" dirty="0">
                <a:latin typeface="Times New Roman"/>
                <a:cs typeface="Times New Roman"/>
              </a:rPr>
              <a:t>much </a:t>
            </a:r>
            <a:r>
              <a:rPr sz="2400" dirty="0">
                <a:latin typeface="Times New Roman"/>
                <a:cs typeface="Times New Roman"/>
              </a:rPr>
              <a:t>as </a:t>
            </a:r>
            <a:r>
              <a:rPr sz="2400" spc="-5" dirty="0">
                <a:latin typeface="Times New Roman"/>
                <a:cs typeface="Times New Roman"/>
              </a:rPr>
              <a:t>information </a:t>
            </a:r>
            <a:r>
              <a:rPr sz="2400" dirty="0">
                <a:latin typeface="Times New Roman"/>
                <a:cs typeface="Times New Roman"/>
              </a:rPr>
              <a:t>in a given </a:t>
            </a:r>
            <a:r>
              <a:rPr sz="2400" spc="-10" dirty="0">
                <a:latin typeface="Times New Roman"/>
                <a:cs typeface="Times New Roman"/>
              </a:rPr>
              <a:t>time </a:t>
            </a:r>
            <a:r>
              <a:rPr sz="2400" spc="-5" dirty="0">
                <a:latin typeface="Times New Roman"/>
                <a:cs typeface="Times New Roman"/>
              </a:rPr>
              <a:t>interval </a:t>
            </a:r>
            <a:r>
              <a:rPr sz="2400" dirty="0">
                <a:latin typeface="Times New Roman"/>
                <a:cs typeface="Times New Roman"/>
              </a:rPr>
              <a:t>as a </a:t>
            </a:r>
            <a:r>
              <a:rPr sz="2400" spc="-5" dirty="0">
                <a:latin typeface="Times New Roman"/>
                <a:cs typeface="Times New Roman"/>
              </a:rPr>
              <a:t>500 </a:t>
            </a:r>
            <a:r>
              <a:rPr sz="2400" spc="-10" dirty="0">
                <a:latin typeface="Times New Roman"/>
                <a:cs typeface="Times New Roman"/>
              </a:rPr>
              <a:t>KHz  </a:t>
            </a:r>
            <a:r>
              <a:rPr sz="2400" dirty="0">
                <a:latin typeface="Times New Roman"/>
                <a:cs typeface="Times New Roman"/>
              </a:rPr>
              <a:t>radio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channel.</a:t>
            </a:r>
            <a:endParaRPr sz="2400">
              <a:latin typeface="Times New Roman"/>
              <a:cs typeface="Times New Roman"/>
            </a:endParaRPr>
          </a:p>
          <a:p>
            <a:pPr marL="355600" marR="7620" indent="-342900" algn="just">
              <a:buSzPct val="125000"/>
              <a:buFont typeface="Wingdings"/>
              <a:buChar char=""/>
              <a:tabLst>
                <a:tab pos="431800" algn="l"/>
              </a:tabLst>
            </a:pPr>
            <a:r>
              <a:rPr dirty="0"/>
              <a:t>	</a:t>
            </a:r>
            <a:r>
              <a:rPr sz="2400" dirty="0">
                <a:latin typeface="Times New Roman"/>
                <a:cs typeface="Times New Roman"/>
              </a:rPr>
              <a:t>Going even higher in </a:t>
            </a:r>
            <a:r>
              <a:rPr sz="2400" spc="-5" dirty="0">
                <a:latin typeface="Times New Roman"/>
                <a:cs typeface="Times New Roman"/>
              </a:rPr>
              <a:t>the electromagnetic spectrum, </a:t>
            </a:r>
            <a:r>
              <a:rPr sz="2400" dirty="0">
                <a:latin typeface="Times New Roman"/>
                <a:cs typeface="Times New Roman"/>
              </a:rPr>
              <a:t>one </a:t>
            </a:r>
            <a:r>
              <a:rPr sz="2400" spc="-5" dirty="0">
                <a:latin typeface="Times New Roman"/>
                <a:cs typeface="Times New Roman"/>
              </a:rPr>
              <a:t>optical laser  </a:t>
            </a:r>
            <a:r>
              <a:rPr sz="2400" dirty="0">
                <a:latin typeface="Times New Roman"/>
                <a:cs typeface="Times New Roman"/>
              </a:rPr>
              <a:t>beam </a:t>
            </a:r>
            <a:r>
              <a:rPr sz="2400" spc="-5" dirty="0">
                <a:latin typeface="Times New Roman"/>
                <a:cs typeface="Times New Roman"/>
              </a:rPr>
              <a:t>has </a:t>
            </a:r>
            <a:r>
              <a:rPr sz="2400" dirty="0">
                <a:latin typeface="Times New Roman"/>
                <a:cs typeface="Times New Roman"/>
              </a:rPr>
              <a:t>a bandwidth potential equivalent to 10 </a:t>
            </a:r>
            <a:r>
              <a:rPr sz="2400" spc="-5" dirty="0">
                <a:latin typeface="Times New Roman"/>
                <a:cs typeface="Times New Roman"/>
              </a:rPr>
              <a:t>million TV</a:t>
            </a:r>
            <a:r>
              <a:rPr sz="2400" spc="-2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channels.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4294967295"/>
          </p:nvPr>
        </p:nvSpPr>
        <p:spPr>
          <a:xfrm>
            <a:off x="10002139" y="6558093"/>
            <a:ext cx="281304" cy="179536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[</a:t>
            </a:r>
            <a:fld id="{81D60167-4931-47E6-BA6A-407CBD079E47}" type="slidenum">
              <a:rPr spc="-5" dirty="0"/>
              <a:pPr marL="12700">
                <a:lnSpc>
                  <a:spcPts val="1425"/>
                </a:lnSpc>
              </a:pPr>
              <a:t>54</a:t>
            </a:fld>
            <a:r>
              <a:rPr dirty="0"/>
              <a:t>]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602739" y="19559"/>
            <a:ext cx="125349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b="1" i="1" dirty="0">
                <a:solidFill>
                  <a:srgbClr val="0000FF"/>
                </a:solidFill>
                <a:latin typeface="Times New Roman"/>
                <a:cs typeface="Times New Roman"/>
              </a:rPr>
              <a:t>Module –</a:t>
            </a:r>
            <a:r>
              <a:rPr sz="2000" b="1" i="1" spc="-10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0000FF"/>
                </a:solidFill>
                <a:latin typeface="Times New Roman"/>
                <a:cs typeface="Times New Roman"/>
              </a:rPr>
              <a:t>V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974594" y="119591"/>
            <a:ext cx="6202680" cy="1059264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Introduction </a:t>
            </a:r>
            <a:r>
              <a:rPr spc="-175" dirty="0"/>
              <a:t>To </a:t>
            </a:r>
            <a:r>
              <a:rPr dirty="0"/>
              <a:t>Modulation</a:t>
            </a:r>
            <a:r>
              <a:rPr spc="145" dirty="0"/>
              <a:t> </a:t>
            </a:r>
            <a:r>
              <a:rPr sz="2400" dirty="0"/>
              <a:t>contd.</a:t>
            </a:r>
            <a:endParaRPr sz="2400"/>
          </a:p>
        </p:txBody>
      </p:sp>
      <p:sp>
        <p:nvSpPr>
          <p:cNvPr id="6" name="object 6"/>
          <p:cNvSpPr txBox="1"/>
          <p:nvPr/>
        </p:nvSpPr>
        <p:spPr>
          <a:xfrm>
            <a:off x="9452609" y="23876"/>
            <a:ext cx="107950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b="1" i="1" spc="-55" dirty="0">
                <a:solidFill>
                  <a:srgbClr val="0000FF"/>
                </a:solidFill>
                <a:latin typeface="Times New Roman"/>
                <a:cs typeface="Times New Roman"/>
              </a:rPr>
              <a:t>Vol.</a:t>
            </a:r>
            <a:r>
              <a:rPr sz="2000" b="1" i="1" spc="-8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0000FF"/>
                </a:solidFill>
                <a:latin typeface="Times New Roman"/>
                <a:cs typeface="Times New Roman"/>
              </a:rPr>
              <a:t>No.-2</a:t>
            </a:r>
            <a:endParaRPr sz="2000">
              <a:latin typeface="Times New Roman"/>
              <a:cs typeface="Times New Roman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10D15075-6131-4867-8D54-2F1652493E78}"/>
                  </a:ext>
                </a:extLst>
              </p14:cNvPr>
              <p14:cNvContentPartPr/>
              <p14:nvPr/>
            </p14:nvContentPartPr>
            <p14:xfrm>
              <a:off x="3802680" y="2395800"/>
              <a:ext cx="6288120" cy="114372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10D15075-6131-4867-8D54-2F1652493E7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793320" y="2386440"/>
                <a:ext cx="6306840" cy="1162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64791" y="990600"/>
            <a:ext cx="8750808" cy="152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602739" y="1087261"/>
            <a:ext cx="8987790" cy="4417695"/>
          </a:xfrm>
          <a:prstGeom prst="rect">
            <a:avLst/>
          </a:prstGeom>
        </p:spPr>
        <p:txBody>
          <a:bodyPr vert="horz" wrap="square" lIns="0" tIns="212090" rIns="0" bIns="0" rtlCol="0">
            <a:spAutoFit/>
          </a:bodyPr>
          <a:lstStyle/>
          <a:p>
            <a:pPr marL="469900" indent="-457200">
              <a:spcBef>
                <a:spcPts val="1670"/>
              </a:spcBef>
              <a:buSzPct val="150000"/>
              <a:buFont typeface="Wingdings"/>
              <a:buChar char=""/>
              <a:tabLst>
                <a:tab pos="469265" algn="l"/>
                <a:tab pos="469900" algn="l"/>
              </a:tabLst>
            </a:pPr>
            <a:r>
              <a:rPr sz="2800" spc="-5" dirty="0">
                <a:solidFill>
                  <a:srgbClr val="0000FF"/>
                </a:solidFill>
                <a:latin typeface="Times New Roman"/>
                <a:cs typeface="Times New Roman"/>
              </a:rPr>
              <a:t>Modulation </a:t>
            </a:r>
            <a:r>
              <a:rPr sz="2800" dirty="0">
                <a:solidFill>
                  <a:srgbClr val="0000FF"/>
                </a:solidFill>
                <a:latin typeface="Times New Roman"/>
                <a:cs typeface="Times New Roman"/>
              </a:rPr>
              <a:t>for </a:t>
            </a:r>
            <a:r>
              <a:rPr sz="2800" spc="-5" dirty="0">
                <a:solidFill>
                  <a:srgbClr val="0000FF"/>
                </a:solidFill>
                <a:latin typeface="Times New Roman"/>
                <a:cs typeface="Times New Roman"/>
              </a:rPr>
              <a:t>Frequency</a:t>
            </a:r>
            <a:r>
              <a:rPr sz="2800" spc="-3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0000FF"/>
                </a:solidFill>
                <a:latin typeface="Times New Roman"/>
                <a:cs typeface="Times New Roman"/>
              </a:rPr>
              <a:t>translation:</a:t>
            </a:r>
            <a:endParaRPr sz="2800">
              <a:latin typeface="Times New Roman"/>
              <a:cs typeface="Times New Roman"/>
            </a:endParaRPr>
          </a:p>
          <a:p>
            <a:pPr marL="355600" marR="5080" indent="-342900">
              <a:spcBef>
                <a:spcPts val="2290"/>
              </a:spcBef>
              <a:buSzPct val="125000"/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400" spc="-5" dirty="0">
                <a:latin typeface="Times New Roman"/>
                <a:cs typeface="Times New Roman"/>
              </a:rPr>
              <a:t>When we tune </a:t>
            </a:r>
            <a:r>
              <a:rPr sz="2400" dirty="0">
                <a:latin typeface="Times New Roman"/>
                <a:cs typeface="Times New Roman"/>
              </a:rPr>
              <a:t>a radio or </a:t>
            </a:r>
            <a:r>
              <a:rPr sz="2400" spc="-5" dirty="0">
                <a:latin typeface="Times New Roman"/>
                <a:cs typeface="Times New Roman"/>
              </a:rPr>
              <a:t>television set </a:t>
            </a:r>
            <a:r>
              <a:rPr sz="2400" dirty="0">
                <a:latin typeface="Times New Roman"/>
                <a:cs typeface="Times New Roman"/>
              </a:rPr>
              <a:t>to a </a:t>
            </a:r>
            <a:r>
              <a:rPr sz="2400" spc="-5" dirty="0">
                <a:latin typeface="Times New Roman"/>
                <a:cs typeface="Times New Roman"/>
              </a:rPr>
              <a:t>particular station, we select  </a:t>
            </a:r>
            <a:r>
              <a:rPr sz="2400" dirty="0">
                <a:latin typeface="Times New Roman"/>
                <a:cs typeface="Times New Roman"/>
              </a:rPr>
              <a:t>one of the </a:t>
            </a:r>
            <a:r>
              <a:rPr sz="2400" spc="-5" dirty="0">
                <a:latin typeface="Times New Roman"/>
                <a:cs typeface="Times New Roman"/>
              </a:rPr>
              <a:t>many </a:t>
            </a:r>
            <a:r>
              <a:rPr sz="2400" dirty="0">
                <a:latin typeface="Times New Roman"/>
                <a:cs typeface="Times New Roman"/>
              </a:rPr>
              <a:t>signals being received at that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time.</a:t>
            </a:r>
            <a:endParaRPr sz="2400">
              <a:latin typeface="Times New Roman"/>
              <a:cs typeface="Times New Roman"/>
            </a:endParaRPr>
          </a:p>
          <a:p>
            <a:pPr marL="355600" marR="5080" indent="-342900">
              <a:spcBef>
                <a:spcPts val="1440"/>
              </a:spcBef>
              <a:buSzPct val="125000"/>
              <a:buFont typeface="Wingdings"/>
              <a:buChar char=""/>
              <a:tabLst>
                <a:tab pos="354965" algn="l"/>
                <a:tab pos="355600" algn="l"/>
                <a:tab pos="1183005" algn="l"/>
                <a:tab pos="1888489" algn="l"/>
                <a:tab pos="2999740" algn="l"/>
                <a:tab pos="3556000" algn="l"/>
                <a:tab pos="3841115" algn="l"/>
                <a:tab pos="5033010" algn="l"/>
                <a:tab pos="6234430" algn="l"/>
                <a:tab pos="7178040" algn="l"/>
                <a:tab pos="8602980" algn="l"/>
              </a:tabLst>
            </a:pPr>
            <a:r>
              <a:rPr sz="2400" dirty="0">
                <a:latin typeface="Times New Roman"/>
                <a:cs typeface="Times New Roman"/>
              </a:rPr>
              <a:t>Since	</a:t>
            </a:r>
            <a:r>
              <a:rPr sz="2400" spc="-10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ach	</a:t>
            </a:r>
            <a:r>
              <a:rPr sz="2400" spc="-5" dirty="0">
                <a:latin typeface="Times New Roman"/>
                <a:cs typeface="Times New Roman"/>
              </a:rPr>
              <a:t>sta</a:t>
            </a:r>
            <a:r>
              <a:rPr sz="2400" spc="-15" dirty="0">
                <a:latin typeface="Times New Roman"/>
                <a:cs typeface="Times New Roman"/>
              </a:rPr>
              <a:t>t</a:t>
            </a:r>
            <a:r>
              <a:rPr sz="2400" dirty="0">
                <a:latin typeface="Times New Roman"/>
                <a:cs typeface="Times New Roman"/>
              </a:rPr>
              <a:t>ion	</a:t>
            </a:r>
            <a:r>
              <a:rPr sz="2400" spc="-5" dirty="0">
                <a:latin typeface="Times New Roman"/>
                <a:cs typeface="Times New Roman"/>
              </a:rPr>
              <a:t>has</a:t>
            </a:r>
            <a:r>
              <a:rPr sz="2400" dirty="0">
                <a:latin typeface="Times New Roman"/>
                <a:cs typeface="Times New Roman"/>
              </a:rPr>
              <a:t>	a	di</a:t>
            </a:r>
            <a:r>
              <a:rPr sz="2400" spc="-55" dirty="0">
                <a:latin typeface="Times New Roman"/>
                <a:cs typeface="Times New Roman"/>
              </a:rPr>
              <a:t>f</a:t>
            </a:r>
            <a:r>
              <a:rPr sz="2400" dirty="0">
                <a:latin typeface="Times New Roman"/>
                <a:cs typeface="Times New Roman"/>
              </a:rPr>
              <a:t>ferent	</a:t>
            </a:r>
            <a:r>
              <a:rPr sz="2400" spc="-5" dirty="0">
                <a:latin typeface="Times New Roman"/>
                <a:cs typeface="Times New Roman"/>
              </a:rPr>
              <a:t>ass</a:t>
            </a:r>
            <a:r>
              <a:rPr sz="2400" dirty="0">
                <a:latin typeface="Times New Roman"/>
                <a:cs typeface="Times New Roman"/>
              </a:rPr>
              <a:t>igned	</a:t>
            </a:r>
            <a:r>
              <a:rPr sz="2400" spc="-10" dirty="0">
                <a:latin typeface="Times New Roman"/>
                <a:cs typeface="Times New Roman"/>
              </a:rPr>
              <a:t>c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5" dirty="0">
                <a:latin typeface="Times New Roman"/>
                <a:cs typeface="Times New Roman"/>
              </a:rPr>
              <a:t>r</a:t>
            </a:r>
            <a:r>
              <a:rPr sz="2400" dirty="0">
                <a:latin typeface="Times New Roman"/>
                <a:cs typeface="Times New Roman"/>
              </a:rPr>
              <a:t>ri</a:t>
            </a:r>
            <a:r>
              <a:rPr sz="2400" spc="-10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r	frequenc</a:t>
            </a:r>
            <a:r>
              <a:rPr sz="2400" spc="-155" dirty="0">
                <a:latin typeface="Times New Roman"/>
                <a:cs typeface="Times New Roman"/>
              </a:rPr>
              <a:t>y</a:t>
            </a:r>
            <a:r>
              <a:rPr sz="2400" dirty="0">
                <a:latin typeface="Times New Roman"/>
                <a:cs typeface="Times New Roman"/>
              </a:rPr>
              <a:t>,	t</a:t>
            </a:r>
            <a:r>
              <a:rPr sz="2400" spc="-10" dirty="0">
                <a:latin typeface="Times New Roman"/>
                <a:cs typeface="Times New Roman"/>
              </a:rPr>
              <a:t>h</a:t>
            </a:r>
            <a:r>
              <a:rPr sz="2400" dirty="0">
                <a:latin typeface="Times New Roman"/>
                <a:cs typeface="Times New Roman"/>
              </a:rPr>
              <a:t>e  desired signal can be separated </a:t>
            </a:r>
            <a:r>
              <a:rPr sz="2400" spc="-5" dirty="0">
                <a:latin typeface="Times New Roman"/>
                <a:cs typeface="Times New Roman"/>
              </a:rPr>
              <a:t>from </a:t>
            </a:r>
            <a:r>
              <a:rPr sz="2400" dirty="0">
                <a:latin typeface="Times New Roman"/>
                <a:cs typeface="Times New Roman"/>
              </a:rPr>
              <a:t>the other </a:t>
            </a:r>
            <a:r>
              <a:rPr sz="2400" spc="-5" dirty="0">
                <a:latin typeface="Times New Roman"/>
                <a:cs typeface="Times New Roman"/>
              </a:rPr>
              <a:t>by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filtering.</a:t>
            </a:r>
            <a:endParaRPr sz="2400">
              <a:latin typeface="Times New Roman"/>
              <a:cs typeface="Times New Roman"/>
            </a:endParaRPr>
          </a:p>
          <a:p>
            <a:pPr marL="355600" marR="6350" indent="-342900">
              <a:spcBef>
                <a:spcPts val="1440"/>
              </a:spcBef>
              <a:buSzPct val="125000"/>
              <a:buFont typeface="Wingdings"/>
              <a:buChar char=""/>
              <a:tabLst>
                <a:tab pos="354965" algn="l"/>
                <a:tab pos="355600" algn="l"/>
                <a:tab pos="1920875" algn="l"/>
                <a:tab pos="2997200" algn="l"/>
                <a:tab pos="3580765" algn="l"/>
                <a:tab pos="3961765" algn="l"/>
                <a:tab pos="5188585" algn="l"/>
                <a:tab pos="5705475" algn="l"/>
                <a:tab pos="6714490" algn="l"/>
                <a:tab pos="8108950" algn="l"/>
              </a:tabLst>
            </a:pPr>
            <a:r>
              <a:rPr sz="2400" i="1" dirty="0">
                <a:latin typeface="Times New Roman"/>
                <a:cs typeface="Times New Roman"/>
              </a:rPr>
              <a:t>Modu</a:t>
            </a:r>
            <a:r>
              <a:rPr sz="2400" i="1" spc="5" dirty="0">
                <a:latin typeface="Times New Roman"/>
                <a:cs typeface="Times New Roman"/>
              </a:rPr>
              <a:t>l</a:t>
            </a:r>
            <a:r>
              <a:rPr sz="2400" i="1" spc="-15" dirty="0">
                <a:latin typeface="Times New Roman"/>
                <a:cs typeface="Times New Roman"/>
              </a:rPr>
              <a:t>a</a:t>
            </a:r>
            <a:r>
              <a:rPr sz="2400" i="1" dirty="0">
                <a:latin typeface="Times New Roman"/>
                <a:cs typeface="Times New Roman"/>
              </a:rPr>
              <a:t>tion	enables	o</a:t>
            </a:r>
            <a:r>
              <a:rPr sz="2400" i="1" spc="-15" dirty="0">
                <a:latin typeface="Times New Roman"/>
                <a:cs typeface="Times New Roman"/>
              </a:rPr>
              <a:t>n</a:t>
            </a:r>
            <a:r>
              <a:rPr sz="2400" i="1" dirty="0">
                <a:latin typeface="Times New Roman"/>
                <a:cs typeface="Times New Roman"/>
              </a:rPr>
              <a:t>e	</a:t>
            </a:r>
            <a:r>
              <a:rPr sz="2400" i="1" spc="5" dirty="0">
                <a:latin typeface="Times New Roman"/>
                <a:cs typeface="Times New Roman"/>
              </a:rPr>
              <a:t>t</a:t>
            </a:r>
            <a:r>
              <a:rPr sz="2400" i="1" dirty="0">
                <a:latin typeface="Times New Roman"/>
                <a:cs typeface="Times New Roman"/>
              </a:rPr>
              <a:t>o	</a:t>
            </a:r>
            <a:r>
              <a:rPr sz="2400" i="1" spc="-5" dirty="0">
                <a:latin typeface="Times New Roman"/>
                <a:cs typeface="Times New Roman"/>
              </a:rPr>
              <a:t>transl</a:t>
            </a:r>
            <a:r>
              <a:rPr sz="2400" i="1" spc="-15" dirty="0">
                <a:latin typeface="Times New Roman"/>
                <a:cs typeface="Times New Roman"/>
              </a:rPr>
              <a:t>a</a:t>
            </a:r>
            <a:r>
              <a:rPr sz="2400" i="1" dirty="0">
                <a:latin typeface="Times New Roman"/>
                <a:cs typeface="Times New Roman"/>
              </a:rPr>
              <a:t>te	t</a:t>
            </a:r>
            <a:r>
              <a:rPr sz="2400" i="1" spc="-10" dirty="0">
                <a:latin typeface="Times New Roman"/>
                <a:cs typeface="Times New Roman"/>
              </a:rPr>
              <a:t>h</a:t>
            </a:r>
            <a:r>
              <a:rPr sz="2400" i="1" dirty="0">
                <a:latin typeface="Times New Roman"/>
                <a:cs typeface="Times New Roman"/>
              </a:rPr>
              <a:t>e	</a:t>
            </a:r>
            <a:r>
              <a:rPr sz="2400" i="1" spc="-5" dirty="0">
                <a:latin typeface="Times New Roman"/>
                <a:cs typeface="Times New Roman"/>
              </a:rPr>
              <a:t>signals</a:t>
            </a:r>
            <a:r>
              <a:rPr sz="2400" i="1" dirty="0">
                <a:latin typeface="Times New Roman"/>
                <a:cs typeface="Times New Roman"/>
              </a:rPr>
              <a:t>	o</a:t>
            </a:r>
            <a:r>
              <a:rPr sz="2400" i="1" spc="-10" dirty="0">
                <a:latin typeface="Times New Roman"/>
                <a:cs typeface="Times New Roman"/>
              </a:rPr>
              <a:t>c</a:t>
            </a:r>
            <a:r>
              <a:rPr sz="2400" i="1" dirty="0">
                <a:latin typeface="Times New Roman"/>
                <a:cs typeface="Times New Roman"/>
              </a:rPr>
              <a:t>cup</a:t>
            </a:r>
            <a:r>
              <a:rPr sz="2400" i="1" spc="-10" dirty="0">
                <a:latin typeface="Times New Roman"/>
                <a:cs typeface="Times New Roman"/>
              </a:rPr>
              <a:t>y</a:t>
            </a:r>
            <a:r>
              <a:rPr sz="2400" i="1" dirty="0">
                <a:latin typeface="Times New Roman"/>
                <a:cs typeface="Times New Roman"/>
              </a:rPr>
              <a:t>i</a:t>
            </a:r>
            <a:r>
              <a:rPr sz="2400" i="1" spc="-10" dirty="0">
                <a:latin typeface="Times New Roman"/>
                <a:cs typeface="Times New Roman"/>
              </a:rPr>
              <a:t>n</a:t>
            </a:r>
            <a:r>
              <a:rPr sz="2400" i="1" dirty="0">
                <a:latin typeface="Times New Roman"/>
                <a:cs typeface="Times New Roman"/>
              </a:rPr>
              <a:t>g	</a:t>
            </a:r>
            <a:r>
              <a:rPr sz="2400" i="1" spc="-5" dirty="0">
                <a:latin typeface="Times New Roman"/>
                <a:cs typeface="Times New Roman"/>
              </a:rPr>
              <a:t>s</a:t>
            </a:r>
            <a:r>
              <a:rPr sz="2400" i="1" dirty="0">
                <a:latin typeface="Times New Roman"/>
                <a:cs typeface="Times New Roman"/>
              </a:rPr>
              <a:t>i</a:t>
            </a:r>
            <a:r>
              <a:rPr sz="2400" i="1" spc="-5" dirty="0">
                <a:latin typeface="Times New Roman"/>
                <a:cs typeface="Times New Roman"/>
              </a:rPr>
              <a:t>m</a:t>
            </a:r>
            <a:r>
              <a:rPr sz="2400" i="1" spc="-15" dirty="0">
                <a:latin typeface="Times New Roman"/>
                <a:cs typeface="Times New Roman"/>
              </a:rPr>
              <a:t>i</a:t>
            </a:r>
            <a:r>
              <a:rPr sz="2400" i="1" dirty="0">
                <a:latin typeface="Times New Roman"/>
                <a:cs typeface="Times New Roman"/>
              </a:rPr>
              <a:t>l</a:t>
            </a:r>
            <a:r>
              <a:rPr sz="2400" i="1" spc="5" dirty="0">
                <a:latin typeface="Times New Roman"/>
                <a:cs typeface="Times New Roman"/>
              </a:rPr>
              <a:t>a</a:t>
            </a:r>
            <a:r>
              <a:rPr sz="2400" i="1" spc="-5" dirty="0">
                <a:latin typeface="Times New Roman"/>
                <a:cs typeface="Times New Roman"/>
              </a:rPr>
              <a:t>r  </a:t>
            </a:r>
            <a:r>
              <a:rPr sz="2400" i="1" spc="-10" dirty="0">
                <a:latin typeface="Times New Roman"/>
                <a:cs typeface="Times New Roman"/>
              </a:rPr>
              <a:t>frequency </a:t>
            </a:r>
            <a:r>
              <a:rPr sz="2400" i="1" spc="-5" dirty="0">
                <a:latin typeface="Times New Roman"/>
                <a:cs typeface="Times New Roman"/>
              </a:rPr>
              <a:t>ranges </a:t>
            </a:r>
            <a:r>
              <a:rPr sz="2400" i="1" dirty="0">
                <a:latin typeface="Times New Roman"/>
                <a:cs typeface="Times New Roman"/>
              </a:rPr>
              <a:t>to </a:t>
            </a:r>
            <a:r>
              <a:rPr sz="2400" i="1" spc="-10" dirty="0">
                <a:latin typeface="Times New Roman"/>
                <a:cs typeface="Times New Roman"/>
              </a:rPr>
              <a:t>different </a:t>
            </a:r>
            <a:r>
              <a:rPr sz="2400" i="1" spc="-15" dirty="0">
                <a:latin typeface="Times New Roman"/>
                <a:cs typeface="Times New Roman"/>
              </a:rPr>
              <a:t>regions </a:t>
            </a:r>
            <a:r>
              <a:rPr sz="2400" i="1" dirty="0">
                <a:latin typeface="Times New Roman"/>
                <a:cs typeface="Times New Roman"/>
              </a:rPr>
              <a:t>in </a:t>
            </a:r>
            <a:r>
              <a:rPr sz="2400" i="1" spc="-5" dirty="0">
                <a:latin typeface="Times New Roman"/>
                <a:cs typeface="Times New Roman"/>
              </a:rPr>
              <a:t>the </a:t>
            </a:r>
            <a:r>
              <a:rPr sz="2400" i="1" spc="-10" dirty="0">
                <a:latin typeface="Times New Roman"/>
                <a:cs typeface="Times New Roman"/>
              </a:rPr>
              <a:t>frequency</a:t>
            </a:r>
            <a:r>
              <a:rPr sz="2400" i="1" spc="-8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spectrum.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spcBef>
                <a:spcPts val="1440"/>
              </a:spcBef>
              <a:buSzPct val="125000"/>
              <a:buFont typeface="Wingdings"/>
              <a:buChar char=""/>
              <a:tabLst>
                <a:tab pos="354965" algn="l"/>
                <a:tab pos="355600" algn="l"/>
                <a:tab pos="793115" algn="l"/>
                <a:tab pos="1347470" algn="l"/>
                <a:tab pos="2494915" algn="l"/>
                <a:tab pos="2931160" algn="l"/>
                <a:tab pos="4501515" algn="l"/>
                <a:tab pos="5714365" algn="l"/>
                <a:tab pos="6270625" algn="l"/>
                <a:tab pos="7301230" algn="l"/>
                <a:tab pos="8074025" algn="l"/>
              </a:tabLst>
            </a:pPr>
            <a:r>
              <a:rPr sz="2400" dirty="0">
                <a:latin typeface="Times New Roman"/>
                <a:cs typeface="Times New Roman"/>
              </a:rPr>
              <a:t>In	the	abs</a:t>
            </a:r>
            <a:r>
              <a:rPr sz="2400" spc="-10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nce	</a:t>
            </a:r>
            <a:r>
              <a:rPr sz="2400" spc="-5" dirty="0">
                <a:latin typeface="Times New Roman"/>
                <a:cs typeface="Times New Roman"/>
              </a:rPr>
              <a:t>o</a:t>
            </a:r>
            <a:r>
              <a:rPr sz="2400" dirty="0">
                <a:latin typeface="Times New Roman"/>
                <a:cs typeface="Times New Roman"/>
              </a:rPr>
              <a:t>f	</a:t>
            </a:r>
            <a:r>
              <a:rPr sz="2400" spc="-25" dirty="0">
                <a:latin typeface="Times New Roman"/>
                <a:cs typeface="Times New Roman"/>
              </a:rPr>
              <a:t>m</a:t>
            </a:r>
            <a:r>
              <a:rPr sz="2400" spc="5" dirty="0">
                <a:latin typeface="Times New Roman"/>
                <a:cs typeface="Times New Roman"/>
              </a:rPr>
              <a:t>o</a:t>
            </a:r>
            <a:r>
              <a:rPr sz="2400" dirty="0">
                <a:latin typeface="Times New Roman"/>
                <a:cs typeface="Times New Roman"/>
              </a:rPr>
              <a:t>dul</a:t>
            </a:r>
            <a:r>
              <a:rPr sz="2400" spc="-10" dirty="0">
                <a:latin typeface="Times New Roman"/>
                <a:cs typeface="Times New Roman"/>
              </a:rPr>
              <a:t>at</a:t>
            </a:r>
            <a:r>
              <a:rPr sz="2400" dirty="0">
                <a:latin typeface="Times New Roman"/>
                <a:cs typeface="Times New Roman"/>
              </a:rPr>
              <a:t>ion	s</a:t>
            </a:r>
            <a:r>
              <a:rPr sz="2400" spc="-10" dirty="0">
                <a:latin typeface="Times New Roman"/>
                <a:cs typeface="Times New Roman"/>
              </a:rPr>
              <a:t>c</a:t>
            </a:r>
            <a:r>
              <a:rPr sz="2400" dirty="0">
                <a:latin typeface="Times New Roman"/>
                <a:cs typeface="Times New Roman"/>
              </a:rPr>
              <a:t>he</a:t>
            </a:r>
            <a:r>
              <a:rPr sz="2400" spc="-25" dirty="0">
                <a:latin typeface="Times New Roman"/>
                <a:cs typeface="Times New Roman"/>
              </a:rPr>
              <a:t>m</a:t>
            </a:r>
            <a:r>
              <a:rPr sz="2400" dirty="0">
                <a:latin typeface="Times New Roman"/>
                <a:cs typeface="Times New Roman"/>
              </a:rPr>
              <a:t>es	the	signals	</a:t>
            </a:r>
            <a:r>
              <a:rPr sz="2400" spc="-10" dirty="0">
                <a:latin typeface="Times New Roman"/>
                <a:cs typeface="Times New Roman"/>
              </a:rPr>
              <a:t>f</a:t>
            </a:r>
            <a:r>
              <a:rPr sz="2400" dirty="0">
                <a:latin typeface="Times New Roman"/>
                <a:cs typeface="Times New Roman"/>
              </a:rPr>
              <a:t>rom	various</a:t>
            </a:r>
            <a:endParaRPr sz="2400">
              <a:latin typeface="Times New Roman"/>
              <a:cs typeface="Times New Roman"/>
            </a:endParaRPr>
          </a:p>
          <a:p>
            <a:pPr marL="355600">
              <a:spcBef>
                <a:spcPts val="5"/>
              </a:spcBef>
            </a:pPr>
            <a:r>
              <a:rPr sz="2400" dirty="0">
                <a:latin typeface="Times New Roman"/>
                <a:cs typeface="Times New Roman"/>
              </a:rPr>
              <a:t>stations would have resulted in a </a:t>
            </a:r>
            <a:r>
              <a:rPr sz="2400" spc="-5" dirty="0">
                <a:latin typeface="Times New Roman"/>
                <a:cs typeface="Times New Roman"/>
              </a:rPr>
              <a:t>jumble </a:t>
            </a:r>
            <a:r>
              <a:rPr sz="2400" dirty="0">
                <a:latin typeface="Times New Roman"/>
                <a:cs typeface="Times New Roman"/>
              </a:rPr>
              <a:t>of interfering</a:t>
            </a:r>
            <a:r>
              <a:rPr sz="2400" spc="-1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signals.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4294967295"/>
          </p:nvPr>
        </p:nvSpPr>
        <p:spPr>
          <a:xfrm>
            <a:off x="10002139" y="6558093"/>
            <a:ext cx="281304" cy="179536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[</a:t>
            </a:r>
            <a:fld id="{81D60167-4931-47E6-BA6A-407CBD079E47}" type="slidenum">
              <a:rPr spc="-5" dirty="0"/>
              <a:pPr marL="12700">
                <a:lnSpc>
                  <a:spcPts val="1425"/>
                </a:lnSpc>
              </a:pPr>
              <a:t>55</a:t>
            </a:fld>
            <a:r>
              <a:rPr dirty="0"/>
              <a:t>]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602739" y="19559"/>
            <a:ext cx="125349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b="1" i="1" dirty="0">
                <a:solidFill>
                  <a:srgbClr val="0000FF"/>
                </a:solidFill>
                <a:latin typeface="Times New Roman"/>
                <a:cs typeface="Times New Roman"/>
              </a:rPr>
              <a:t>Module –</a:t>
            </a:r>
            <a:r>
              <a:rPr sz="2000" b="1" i="1" spc="-10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0000FF"/>
                </a:solidFill>
                <a:latin typeface="Times New Roman"/>
                <a:cs typeface="Times New Roman"/>
              </a:rPr>
              <a:t>V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974594" y="119591"/>
            <a:ext cx="6202680" cy="1059264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Introduction </a:t>
            </a:r>
            <a:r>
              <a:rPr spc="-175" dirty="0"/>
              <a:t>To </a:t>
            </a:r>
            <a:r>
              <a:rPr dirty="0"/>
              <a:t>Modulation</a:t>
            </a:r>
            <a:r>
              <a:rPr spc="145" dirty="0"/>
              <a:t> </a:t>
            </a:r>
            <a:r>
              <a:rPr sz="2400" dirty="0"/>
              <a:t>contd.</a:t>
            </a:r>
            <a:endParaRPr sz="2400"/>
          </a:p>
        </p:txBody>
      </p:sp>
      <p:sp>
        <p:nvSpPr>
          <p:cNvPr id="6" name="object 6"/>
          <p:cNvSpPr txBox="1"/>
          <p:nvPr/>
        </p:nvSpPr>
        <p:spPr>
          <a:xfrm>
            <a:off x="9452609" y="23876"/>
            <a:ext cx="107950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b="1" i="1" spc="-55" dirty="0">
                <a:solidFill>
                  <a:srgbClr val="0000FF"/>
                </a:solidFill>
                <a:latin typeface="Times New Roman"/>
                <a:cs typeface="Times New Roman"/>
              </a:rPr>
              <a:t>Vol.</a:t>
            </a:r>
            <a:r>
              <a:rPr sz="2000" b="1" i="1" spc="-8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0000FF"/>
                </a:solidFill>
                <a:latin typeface="Times New Roman"/>
                <a:cs typeface="Times New Roman"/>
              </a:rPr>
              <a:t>No.-2</a:t>
            </a:r>
            <a:endParaRPr sz="2000">
              <a:latin typeface="Times New Roman"/>
              <a:cs typeface="Times New Roman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5339538A-90B2-4A1D-B4F0-5C2D5BDF113B}"/>
                  </a:ext>
                </a:extLst>
              </p14:cNvPr>
              <p14:cNvContentPartPr/>
              <p14:nvPr/>
            </p14:nvContentPartPr>
            <p14:xfrm>
              <a:off x="3286800" y="4191480"/>
              <a:ext cx="7345080" cy="57888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5339538A-90B2-4A1D-B4F0-5C2D5BDF113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277440" y="4182120"/>
                <a:ext cx="7363800" cy="597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64791" y="990600"/>
            <a:ext cx="8750808" cy="152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602739" y="1164082"/>
            <a:ext cx="8987790" cy="8655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indent="-457200">
              <a:spcBef>
                <a:spcPts val="95"/>
              </a:spcBef>
              <a:buSzPct val="150000"/>
              <a:buFont typeface="Wingdings"/>
              <a:buChar char=""/>
              <a:tabLst>
                <a:tab pos="469265" algn="l"/>
                <a:tab pos="469900" algn="l"/>
              </a:tabLst>
            </a:pPr>
            <a:r>
              <a:rPr sz="2800" spc="-5" dirty="0">
                <a:solidFill>
                  <a:srgbClr val="0000FF"/>
                </a:solidFill>
                <a:latin typeface="Times New Roman"/>
                <a:cs typeface="Times New Roman"/>
              </a:rPr>
              <a:t>Modulation </a:t>
            </a:r>
            <a:r>
              <a:rPr sz="2800" dirty="0">
                <a:solidFill>
                  <a:srgbClr val="0000FF"/>
                </a:solidFill>
                <a:latin typeface="Times New Roman"/>
                <a:cs typeface="Times New Roman"/>
              </a:rPr>
              <a:t>for</a:t>
            </a:r>
            <a:r>
              <a:rPr sz="2800" spc="-3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0000FF"/>
                </a:solidFill>
                <a:latin typeface="Times New Roman"/>
                <a:cs typeface="Times New Roman"/>
              </a:rPr>
              <a:t>Multiplexing:</a:t>
            </a:r>
            <a:endParaRPr sz="2800">
              <a:latin typeface="Times New Roman"/>
              <a:cs typeface="Times New Roman"/>
            </a:endParaRPr>
          </a:p>
          <a:p>
            <a:pPr marL="355600" indent="-342900">
              <a:spcBef>
                <a:spcPts val="254"/>
              </a:spcBef>
              <a:buSzPct val="125000"/>
              <a:buFont typeface="Wingdings"/>
              <a:buChar char=""/>
              <a:tabLst>
                <a:tab pos="354965" algn="l"/>
                <a:tab pos="355600" algn="l"/>
                <a:tab pos="2184400" algn="l"/>
                <a:tab pos="2627630" algn="l"/>
                <a:tab pos="3239135" algn="l"/>
                <a:tab pos="4394200" algn="l"/>
                <a:tab pos="4886960" algn="l"/>
                <a:tab pos="6429375" algn="l"/>
                <a:tab pos="7533005" algn="l"/>
                <a:tab pos="8620125" algn="l"/>
              </a:tabLst>
            </a:pPr>
            <a:r>
              <a:rPr sz="2400" dirty="0">
                <a:latin typeface="Times New Roman"/>
                <a:cs typeface="Times New Roman"/>
              </a:rPr>
              <a:t>Multi</a:t>
            </a:r>
            <a:r>
              <a:rPr sz="2400" spc="-15" dirty="0">
                <a:latin typeface="Times New Roman"/>
                <a:cs typeface="Times New Roman"/>
              </a:rPr>
              <a:t>p</a:t>
            </a:r>
            <a:r>
              <a:rPr sz="2400" spc="-10" dirty="0">
                <a:latin typeface="Times New Roman"/>
                <a:cs typeface="Times New Roman"/>
              </a:rPr>
              <a:t>l</a:t>
            </a:r>
            <a:r>
              <a:rPr sz="2400" dirty="0">
                <a:latin typeface="Times New Roman"/>
                <a:cs typeface="Times New Roman"/>
              </a:rPr>
              <a:t>exi</a:t>
            </a:r>
            <a:r>
              <a:rPr sz="2400" spc="-10" dirty="0">
                <a:latin typeface="Times New Roman"/>
                <a:cs typeface="Times New Roman"/>
              </a:rPr>
              <a:t>n</a:t>
            </a:r>
            <a:r>
              <a:rPr sz="2400" dirty="0">
                <a:latin typeface="Times New Roman"/>
                <a:cs typeface="Times New Roman"/>
              </a:rPr>
              <a:t>g	is	the	process	of	co</a:t>
            </a:r>
            <a:r>
              <a:rPr sz="2400" spc="-25" dirty="0">
                <a:latin typeface="Times New Roman"/>
                <a:cs typeface="Times New Roman"/>
              </a:rPr>
              <a:t>m</a:t>
            </a:r>
            <a:r>
              <a:rPr sz="2400" dirty="0">
                <a:latin typeface="Times New Roman"/>
                <a:cs typeface="Times New Roman"/>
              </a:rPr>
              <a:t>bining	several	si</a:t>
            </a:r>
            <a:r>
              <a:rPr sz="2400" spc="-10" dirty="0">
                <a:latin typeface="Times New Roman"/>
                <a:cs typeface="Times New Roman"/>
              </a:rPr>
              <a:t>g</a:t>
            </a:r>
            <a:r>
              <a:rPr sz="2400" dirty="0">
                <a:latin typeface="Times New Roman"/>
                <a:cs typeface="Times New Roman"/>
              </a:rPr>
              <a:t>nals	</a:t>
            </a:r>
            <a:r>
              <a:rPr sz="2400" spc="-10" dirty="0">
                <a:latin typeface="Times New Roman"/>
                <a:cs typeface="Times New Roman"/>
              </a:rPr>
              <a:t>f</a:t>
            </a:r>
            <a:r>
              <a:rPr sz="2400" dirty="0">
                <a:latin typeface="Times New Roman"/>
                <a:cs typeface="Times New Roman"/>
              </a:rPr>
              <a:t>or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4294967295"/>
          </p:nvPr>
        </p:nvSpPr>
        <p:spPr>
          <a:xfrm>
            <a:off x="10002139" y="6558093"/>
            <a:ext cx="281304" cy="179536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[</a:t>
            </a:r>
            <a:fld id="{81D60167-4931-47E6-BA6A-407CBD079E47}" type="slidenum">
              <a:rPr spc="-5" dirty="0"/>
              <a:pPr marL="12700">
                <a:lnSpc>
                  <a:spcPts val="1425"/>
                </a:lnSpc>
              </a:pPr>
              <a:t>56</a:t>
            </a:fld>
            <a:r>
              <a:rPr dirty="0"/>
              <a:t>]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721091" y="2507107"/>
            <a:ext cx="18688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simultaneously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02739" y="1927986"/>
            <a:ext cx="6649084" cy="133604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55600">
              <a:spcBef>
                <a:spcPts val="580"/>
              </a:spcBef>
            </a:pPr>
            <a:r>
              <a:rPr sz="2400" spc="-5" dirty="0">
                <a:latin typeface="Times New Roman"/>
                <a:cs typeface="Times New Roman"/>
              </a:rPr>
              <a:t>simultaneous transmission </a:t>
            </a:r>
            <a:r>
              <a:rPr sz="2400" dirty="0">
                <a:latin typeface="Times New Roman"/>
                <a:cs typeface="Times New Roman"/>
              </a:rPr>
              <a:t>on one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channel.</a:t>
            </a:r>
            <a:endParaRPr sz="2400">
              <a:latin typeface="Times New Roman"/>
              <a:cs typeface="Times New Roman"/>
            </a:endParaRPr>
          </a:p>
          <a:p>
            <a:pPr marL="355600" marR="5080" indent="-342900">
              <a:spcBef>
                <a:spcPts val="1200"/>
              </a:spcBef>
              <a:buSzPct val="125000"/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400" spc="-5" dirty="0">
                <a:latin typeface="Times New Roman"/>
                <a:cs typeface="Times New Roman"/>
              </a:rPr>
              <a:t>Sometimes it </a:t>
            </a:r>
            <a:r>
              <a:rPr sz="2400" dirty="0">
                <a:latin typeface="Times New Roman"/>
                <a:cs typeface="Times New Roman"/>
              </a:rPr>
              <a:t>is </a:t>
            </a:r>
            <a:r>
              <a:rPr sz="2400" spc="-5" dirty="0">
                <a:latin typeface="Times New Roman"/>
                <a:cs typeface="Times New Roman"/>
              </a:rPr>
              <a:t>necessary </a:t>
            </a:r>
            <a:r>
              <a:rPr sz="2400" dirty="0">
                <a:latin typeface="Times New Roman"/>
                <a:cs typeface="Times New Roman"/>
              </a:rPr>
              <a:t>to send </a:t>
            </a:r>
            <a:r>
              <a:rPr sz="2400" spc="-5" dirty="0">
                <a:latin typeface="Times New Roman"/>
                <a:cs typeface="Times New Roman"/>
              </a:rPr>
              <a:t>several signals  between two </a:t>
            </a:r>
            <a:r>
              <a:rPr sz="2400" dirty="0">
                <a:latin typeface="Times New Roman"/>
                <a:cs typeface="Times New Roman"/>
              </a:rPr>
              <a:t>points.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02739" y="3391280"/>
            <a:ext cx="8987790" cy="314188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spcBef>
                <a:spcPts val="100"/>
              </a:spcBef>
              <a:buSzPct val="125000"/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Frequency </a:t>
            </a:r>
            <a:r>
              <a:rPr sz="2400" spc="-5" dirty="0">
                <a:latin typeface="Times New Roman"/>
                <a:cs typeface="Times New Roman"/>
              </a:rPr>
              <a:t>division multiplexing (FDM) uses </a:t>
            </a:r>
            <a:r>
              <a:rPr sz="2400" spc="-15" dirty="0">
                <a:latin typeface="Times New Roman"/>
                <a:cs typeface="Times New Roman"/>
              </a:rPr>
              <a:t>CW-modulation </a:t>
            </a:r>
            <a:r>
              <a:rPr sz="2400" dirty="0">
                <a:latin typeface="Times New Roman"/>
                <a:cs typeface="Times New Roman"/>
              </a:rPr>
              <a:t>to </a:t>
            </a:r>
            <a:r>
              <a:rPr sz="2400" spc="-5" dirty="0">
                <a:latin typeface="Times New Roman"/>
                <a:cs typeface="Times New Roman"/>
              </a:rPr>
              <a:t>put  </a:t>
            </a:r>
            <a:r>
              <a:rPr sz="2400" dirty="0">
                <a:latin typeface="Times New Roman"/>
                <a:cs typeface="Times New Roman"/>
              </a:rPr>
              <a:t>each signal on a </a:t>
            </a:r>
            <a:r>
              <a:rPr sz="2400" spc="-10" dirty="0">
                <a:latin typeface="Times New Roman"/>
                <a:cs typeface="Times New Roman"/>
              </a:rPr>
              <a:t>different </a:t>
            </a:r>
            <a:r>
              <a:rPr sz="2400" dirty="0">
                <a:latin typeface="Times New Roman"/>
                <a:cs typeface="Times New Roman"/>
              </a:rPr>
              <a:t>carrier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frequency.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spcBef>
                <a:spcPts val="1200"/>
              </a:spcBef>
              <a:buSzPct val="125000"/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400" spc="-5" dirty="0">
                <a:latin typeface="Times New Roman"/>
                <a:cs typeface="Times New Roman"/>
              </a:rPr>
              <a:t>A </a:t>
            </a:r>
            <a:r>
              <a:rPr sz="2400" dirty="0">
                <a:latin typeface="Times New Roman"/>
                <a:cs typeface="Times New Roman"/>
              </a:rPr>
              <a:t>bank of filters separates the signals at the</a:t>
            </a:r>
            <a:r>
              <a:rPr sz="2400" spc="-2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destination.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spcBef>
                <a:spcPts val="1200"/>
              </a:spcBef>
              <a:buSzPct val="125000"/>
              <a:buFont typeface="Wingdings"/>
              <a:buChar char=""/>
              <a:tabLst>
                <a:tab pos="354965" algn="l"/>
                <a:tab pos="355600" algn="l"/>
                <a:tab pos="1160145" algn="l"/>
                <a:tab pos="2315210" algn="l"/>
                <a:tab pos="4045585" algn="l"/>
                <a:tab pos="5100320" algn="l"/>
                <a:tab pos="5800090" algn="l"/>
                <a:tab pos="6617334" algn="l"/>
                <a:tab pos="8176259" algn="l"/>
                <a:tab pos="8587740" algn="l"/>
              </a:tabLst>
            </a:pPr>
            <a:r>
              <a:rPr sz="2400" spc="-90" dirty="0">
                <a:latin typeface="Times New Roman"/>
                <a:cs typeface="Times New Roman"/>
              </a:rPr>
              <a:t>T</a:t>
            </a:r>
            <a:r>
              <a:rPr sz="2400" dirty="0">
                <a:latin typeface="Times New Roman"/>
                <a:cs typeface="Times New Roman"/>
              </a:rPr>
              <a:t>i</a:t>
            </a:r>
            <a:r>
              <a:rPr sz="2400" spc="-20" dirty="0">
                <a:latin typeface="Times New Roman"/>
                <a:cs typeface="Times New Roman"/>
              </a:rPr>
              <a:t>m</a:t>
            </a:r>
            <a:r>
              <a:rPr sz="2400" dirty="0">
                <a:latin typeface="Times New Roman"/>
                <a:cs typeface="Times New Roman"/>
              </a:rPr>
              <a:t>e	di</a:t>
            </a:r>
            <a:r>
              <a:rPr sz="2400" spc="-10" dirty="0">
                <a:latin typeface="Times New Roman"/>
                <a:cs typeface="Times New Roman"/>
              </a:rPr>
              <a:t>v</a:t>
            </a:r>
            <a:r>
              <a:rPr sz="2400" dirty="0">
                <a:latin typeface="Times New Roman"/>
                <a:cs typeface="Times New Roman"/>
              </a:rPr>
              <a:t>ision	</a:t>
            </a:r>
            <a:r>
              <a:rPr sz="2400" spc="-25" dirty="0">
                <a:latin typeface="Times New Roman"/>
                <a:cs typeface="Times New Roman"/>
              </a:rPr>
              <a:t>m</a:t>
            </a:r>
            <a:r>
              <a:rPr sz="2400" dirty="0">
                <a:latin typeface="Times New Roman"/>
                <a:cs typeface="Times New Roman"/>
              </a:rPr>
              <a:t>ult</a:t>
            </a:r>
            <a:r>
              <a:rPr sz="2400" spc="5" dirty="0">
                <a:latin typeface="Times New Roman"/>
                <a:cs typeface="Times New Roman"/>
              </a:rPr>
              <a:t>i</a:t>
            </a:r>
            <a:r>
              <a:rPr sz="2400" spc="-15" dirty="0">
                <a:latin typeface="Times New Roman"/>
                <a:cs typeface="Times New Roman"/>
              </a:rPr>
              <a:t>p</a:t>
            </a:r>
            <a:r>
              <a:rPr sz="2400" dirty="0">
                <a:latin typeface="Times New Roman"/>
                <a:cs typeface="Times New Roman"/>
              </a:rPr>
              <a:t>le</a:t>
            </a:r>
            <a:r>
              <a:rPr sz="2400" spc="-10" dirty="0">
                <a:latin typeface="Times New Roman"/>
                <a:cs typeface="Times New Roman"/>
              </a:rPr>
              <a:t>x</a:t>
            </a:r>
            <a:r>
              <a:rPr sz="2400" dirty="0">
                <a:latin typeface="Times New Roman"/>
                <a:cs typeface="Times New Roman"/>
              </a:rPr>
              <a:t>ing	(TDM)	uses	pul</a:t>
            </a:r>
            <a:r>
              <a:rPr sz="2400" spc="-10" dirty="0">
                <a:latin typeface="Times New Roman"/>
                <a:cs typeface="Times New Roman"/>
              </a:rPr>
              <a:t>s</a:t>
            </a:r>
            <a:r>
              <a:rPr sz="2400" dirty="0">
                <a:latin typeface="Times New Roman"/>
                <a:cs typeface="Times New Roman"/>
              </a:rPr>
              <a:t>e	</a:t>
            </a:r>
            <a:r>
              <a:rPr sz="2400" spc="-25" dirty="0">
                <a:latin typeface="Times New Roman"/>
                <a:cs typeface="Times New Roman"/>
              </a:rPr>
              <a:t>m</a:t>
            </a:r>
            <a:r>
              <a:rPr sz="2400" dirty="0">
                <a:latin typeface="Times New Roman"/>
                <a:cs typeface="Times New Roman"/>
              </a:rPr>
              <a:t>odulati</a:t>
            </a:r>
            <a:r>
              <a:rPr sz="2400" spc="-15" dirty="0">
                <a:latin typeface="Times New Roman"/>
                <a:cs typeface="Times New Roman"/>
              </a:rPr>
              <a:t>o</a:t>
            </a:r>
            <a:r>
              <a:rPr sz="2400" dirty="0">
                <a:latin typeface="Times New Roman"/>
                <a:cs typeface="Times New Roman"/>
              </a:rPr>
              <a:t>n	to	</a:t>
            </a:r>
            <a:r>
              <a:rPr sz="2400" spc="-15" dirty="0">
                <a:latin typeface="Times New Roman"/>
                <a:cs typeface="Times New Roman"/>
              </a:rPr>
              <a:t>put</a:t>
            </a:r>
            <a:endParaRPr sz="2400">
              <a:latin typeface="Times New Roman"/>
              <a:cs typeface="Times New Roman"/>
            </a:endParaRPr>
          </a:p>
          <a:p>
            <a:pPr marL="355600"/>
            <a:r>
              <a:rPr sz="2400" spc="-5" dirty="0">
                <a:latin typeface="Times New Roman"/>
                <a:cs typeface="Times New Roman"/>
              </a:rPr>
              <a:t>samples </a:t>
            </a:r>
            <a:r>
              <a:rPr sz="2400" dirty="0">
                <a:latin typeface="Times New Roman"/>
                <a:cs typeface="Times New Roman"/>
              </a:rPr>
              <a:t>of </a:t>
            </a:r>
            <a:r>
              <a:rPr sz="2400" spc="-10" dirty="0">
                <a:latin typeface="Times New Roman"/>
                <a:cs typeface="Times New Roman"/>
              </a:rPr>
              <a:t>different </a:t>
            </a:r>
            <a:r>
              <a:rPr sz="2400" dirty="0">
                <a:latin typeface="Times New Roman"/>
                <a:cs typeface="Times New Roman"/>
              </a:rPr>
              <a:t>signals in non-overlapping </a:t>
            </a:r>
            <a:r>
              <a:rPr sz="2400" spc="-5" dirty="0">
                <a:latin typeface="Times New Roman"/>
                <a:cs typeface="Times New Roman"/>
              </a:rPr>
              <a:t>time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slots.</a:t>
            </a:r>
            <a:endParaRPr sz="2400">
              <a:latin typeface="Times New Roman"/>
              <a:cs typeface="Times New Roman"/>
            </a:endParaRPr>
          </a:p>
          <a:p>
            <a:pPr marL="355600" marR="6350" indent="-342900">
              <a:lnSpc>
                <a:spcPts val="3260"/>
              </a:lnSpc>
              <a:spcBef>
                <a:spcPts val="995"/>
              </a:spcBef>
              <a:buSzPct val="125000"/>
              <a:buFont typeface="Wingdings"/>
              <a:buChar char=""/>
              <a:tabLst>
                <a:tab pos="354965" algn="l"/>
                <a:tab pos="355600" algn="l"/>
                <a:tab pos="1789430" algn="l"/>
                <a:tab pos="2303145" algn="l"/>
                <a:tab pos="2885440" algn="l"/>
                <a:tab pos="3448050" algn="l"/>
                <a:tab pos="4062095" algn="l"/>
                <a:tab pos="5775325" algn="l"/>
                <a:tab pos="6981190" algn="l"/>
                <a:tab pos="8052434" algn="l"/>
                <a:tab pos="8719185" algn="l"/>
              </a:tabLst>
            </a:pPr>
            <a:r>
              <a:rPr sz="2400" dirty="0">
                <a:latin typeface="Times New Roman"/>
                <a:cs typeface="Times New Roman"/>
              </a:rPr>
              <a:t>Ther</a:t>
            </a:r>
            <a:r>
              <a:rPr sz="2400" spc="5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fo</a:t>
            </a:r>
            <a:r>
              <a:rPr sz="2400" spc="-15" dirty="0">
                <a:latin typeface="Times New Roman"/>
                <a:cs typeface="Times New Roman"/>
              </a:rPr>
              <a:t>r</a:t>
            </a:r>
            <a:r>
              <a:rPr sz="2400" dirty="0">
                <a:latin typeface="Times New Roman"/>
                <a:cs typeface="Times New Roman"/>
              </a:rPr>
              <a:t>e,	</a:t>
            </a:r>
            <a:r>
              <a:rPr sz="2400" spc="-10" dirty="0">
                <a:latin typeface="Times New Roman"/>
                <a:cs typeface="Times New Roman"/>
              </a:rPr>
              <a:t>w</a:t>
            </a:r>
            <a:r>
              <a:rPr sz="2400" spc="-5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	can	</a:t>
            </a:r>
            <a:r>
              <a:rPr sz="2400" spc="-15" dirty="0">
                <a:latin typeface="Times New Roman"/>
                <a:cs typeface="Times New Roman"/>
              </a:rPr>
              <a:t>s</a:t>
            </a:r>
            <a:r>
              <a:rPr sz="2400" dirty="0">
                <a:latin typeface="Times New Roman"/>
                <a:cs typeface="Times New Roman"/>
              </a:rPr>
              <a:t>ay	t</a:t>
            </a:r>
            <a:r>
              <a:rPr sz="2400" spc="-10" dirty="0">
                <a:latin typeface="Times New Roman"/>
                <a:cs typeface="Times New Roman"/>
              </a:rPr>
              <a:t>h</a:t>
            </a:r>
            <a:r>
              <a:rPr sz="2400" dirty="0">
                <a:latin typeface="Times New Roman"/>
                <a:cs typeface="Times New Roman"/>
              </a:rPr>
              <a:t>at	</a:t>
            </a:r>
            <a:r>
              <a:rPr sz="2400" spc="-20" dirty="0">
                <a:latin typeface="Times New Roman"/>
                <a:cs typeface="Times New Roman"/>
              </a:rPr>
              <a:t>m</a:t>
            </a:r>
            <a:r>
              <a:rPr sz="2400" dirty="0">
                <a:latin typeface="Times New Roman"/>
                <a:cs typeface="Times New Roman"/>
              </a:rPr>
              <a:t>ult</a:t>
            </a:r>
            <a:r>
              <a:rPr sz="2400" spc="-10" dirty="0">
                <a:latin typeface="Times New Roman"/>
                <a:cs typeface="Times New Roman"/>
              </a:rPr>
              <a:t>i</a:t>
            </a:r>
            <a:r>
              <a:rPr sz="2400" dirty="0">
                <a:latin typeface="Times New Roman"/>
                <a:cs typeface="Times New Roman"/>
              </a:rPr>
              <a:t>plexing	</a:t>
            </a:r>
            <a:r>
              <a:rPr sz="2400" spc="-15" dirty="0">
                <a:latin typeface="Times New Roman"/>
                <a:cs typeface="Times New Roman"/>
              </a:rPr>
              <a:t>p</a:t>
            </a:r>
            <a:r>
              <a:rPr sz="2400" dirty="0">
                <a:latin typeface="Times New Roman"/>
                <a:cs typeface="Times New Roman"/>
              </a:rPr>
              <a:t>rovides	an</a:t>
            </a:r>
            <a:r>
              <a:rPr sz="2400" spc="-10" dirty="0">
                <a:latin typeface="Times New Roman"/>
                <a:cs typeface="Times New Roman"/>
              </a:rPr>
              <a:t>o</a:t>
            </a:r>
            <a:r>
              <a:rPr sz="2400" dirty="0">
                <a:latin typeface="Times New Roman"/>
                <a:cs typeface="Times New Roman"/>
              </a:rPr>
              <a:t>t</a:t>
            </a:r>
            <a:r>
              <a:rPr sz="2400" spc="-10" dirty="0">
                <a:latin typeface="Times New Roman"/>
                <a:cs typeface="Times New Roman"/>
              </a:rPr>
              <a:t>h</a:t>
            </a:r>
            <a:r>
              <a:rPr sz="2400" dirty="0">
                <a:latin typeface="Times New Roman"/>
                <a:cs typeface="Times New Roman"/>
              </a:rPr>
              <a:t>er	</a:t>
            </a:r>
            <a:r>
              <a:rPr sz="2400" spc="-5" dirty="0">
                <a:latin typeface="Times New Roman"/>
                <a:cs typeface="Times New Roman"/>
              </a:rPr>
              <a:t>way</a:t>
            </a:r>
            <a:r>
              <a:rPr sz="2400" dirty="0">
                <a:latin typeface="Times New Roman"/>
                <a:cs typeface="Times New Roman"/>
              </a:rPr>
              <a:t>	of  increasing </a:t>
            </a:r>
            <a:r>
              <a:rPr sz="2400" spc="-5" dirty="0">
                <a:latin typeface="Times New Roman"/>
                <a:cs typeface="Times New Roman"/>
              </a:rPr>
              <a:t>communication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efficiency</a:t>
            </a:r>
            <a:r>
              <a:rPr sz="2800" spc="-5" dirty="0">
                <a:latin typeface="Times New Roman"/>
                <a:cs typeface="Times New Roman"/>
              </a:rPr>
              <a:t>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02739" y="19559"/>
            <a:ext cx="125349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b="1" i="1" dirty="0">
                <a:solidFill>
                  <a:srgbClr val="0000FF"/>
                </a:solidFill>
                <a:latin typeface="Times New Roman"/>
                <a:cs typeface="Times New Roman"/>
              </a:rPr>
              <a:t>Module –</a:t>
            </a:r>
            <a:r>
              <a:rPr sz="2000" b="1" i="1" spc="-10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0000FF"/>
                </a:solidFill>
                <a:latin typeface="Times New Roman"/>
                <a:cs typeface="Times New Roman"/>
              </a:rPr>
              <a:t>V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974594" y="119591"/>
            <a:ext cx="6202680" cy="1059264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Introduction </a:t>
            </a:r>
            <a:r>
              <a:rPr spc="-175" dirty="0"/>
              <a:t>To </a:t>
            </a:r>
            <a:r>
              <a:rPr dirty="0"/>
              <a:t>Modulation</a:t>
            </a:r>
            <a:r>
              <a:rPr spc="145" dirty="0"/>
              <a:t> </a:t>
            </a:r>
            <a:r>
              <a:rPr sz="2400" dirty="0"/>
              <a:t>contd.</a:t>
            </a:r>
            <a:endParaRPr sz="2400"/>
          </a:p>
        </p:txBody>
      </p:sp>
      <p:sp>
        <p:nvSpPr>
          <p:cNvPr id="9" name="object 9"/>
          <p:cNvSpPr txBox="1"/>
          <p:nvPr/>
        </p:nvSpPr>
        <p:spPr>
          <a:xfrm>
            <a:off x="9452609" y="23876"/>
            <a:ext cx="107950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b="1" i="1" spc="-55" dirty="0">
                <a:solidFill>
                  <a:srgbClr val="0000FF"/>
                </a:solidFill>
                <a:latin typeface="Times New Roman"/>
                <a:cs typeface="Times New Roman"/>
              </a:rPr>
              <a:t>Vol.</a:t>
            </a:r>
            <a:r>
              <a:rPr sz="2000" b="1" i="1" spc="-8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0000FF"/>
                </a:solidFill>
                <a:latin typeface="Times New Roman"/>
                <a:cs typeface="Times New Roman"/>
              </a:rPr>
              <a:t>No.-2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64791" y="990600"/>
            <a:ext cx="8750808" cy="152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602739" y="1242290"/>
            <a:ext cx="8987790" cy="4544695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469900" indent="-457200">
              <a:spcBef>
                <a:spcPts val="760"/>
              </a:spcBef>
              <a:buSzPct val="150000"/>
              <a:buFont typeface="Wingdings"/>
              <a:buChar char=""/>
              <a:tabLst>
                <a:tab pos="469265" algn="l"/>
                <a:tab pos="469900" algn="l"/>
              </a:tabLst>
            </a:pPr>
            <a:r>
              <a:rPr sz="2800" spc="-5" dirty="0">
                <a:solidFill>
                  <a:srgbClr val="0000FF"/>
                </a:solidFill>
                <a:latin typeface="Times New Roman"/>
                <a:cs typeface="Times New Roman"/>
              </a:rPr>
              <a:t>Modulation to reduce Noise and</a:t>
            </a:r>
            <a:r>
              <a:rPr sz="2800" spc="-4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0000FF"/>
                </a:solidFill>
                <a:latin typeface="Times New Roman"/>
                <a:cs typeface="Times New Roman"/>
              </a:rPr>
              <a:t>Interference:</a:t>
            </a:r>
            <a:endParaRPr sz="2800">
              <a:latin typeface="Times New Roman"/>
              <a:cs typeface="Times New Roman"/>
            </a:endParaRPr>
          </a:p>
          <a:p>
            <a:pPr marL="355600" marR="5715" indent="-342900" algn="just">
              <a:spcBef>
                <a:spcPts val="1315"/>
              </a:spcBef>
              <a:buSzPct val="125000"/>
              <a:buFont typeface="Wingdings"/>
              <a:buChar char=""/>
              <a:tabLst>
                <a:tab pos="355600" algn="l"/>
              </a:tabLst>
            </a:pPr>
            <a:r>
              <a:rPr sz="2400" spc="-5" dirty="0">
                <a:latin typeface="Times New Roman"/>
                <a:cs typeface="Times New Roman"/>
              </a:rPr>
              <a:t>Noise </a:t>
            </a:r>
            <a:r>
              <a:rPr sz="2400" dirty="0">
                <a:latin typeface="Times New Roman"/>
                <a:cs typeface="Times New Roman"/>
              </a:rPr>
              <a:t>and </a:t>
            </a:r>
            <a:r>
              <a:rPr sz="2400" spc="-5" dirty="0">
                <a:latin typeface="Times New Roman"/>
                <a:cs typeface="Times New Roman"/>
              </a:rPr>
              <a:t>interference </a:t>
            </a:r>
            <a:r>
              <a:rPr sz="2400" dirty="0">
                <a:latin typeface="Times New Roman"/>
                <a:cs typeface="Times New Roman"/>
              </a:rPr>
              <a:t>are </a:t>
            </a:r>
            <a:r>
              <a:rPr sz="2400" spc="-10" dirty="0">
                <a:latin typeface="Times New Roman"/>
                <a:cs typeface="Times New Roman"/>
              </a:rPr>
              <a:t>two </a:t>
            </a:r>
            <a:r>
              <a:rPr sz="2400" spc="-5" dirty="0">
                <a:latin typeface="Times New Roman"/>
                <a:cs typeface="Times New Roman"/>
              </a:rPr>
              <a:t>major limitations </a:t>
            </a:r>
            <a:r>
              <a:rPr sz="2400" dirty="0">
                <a:latin typeface="Times New Roman"/>
                <a:cs typeface="Times New Roman"/>
              </a:rPr>
              <a:t>of any  </a:t>
            </a:r>
            <a:r>
              <a:rPr sz="2400" spc="-5" dirty="0">
                <a:latin typeface="Times New Roman"/>
                <a:cs typeface="Times New Roman"/>
              </a:rPr>
              <a:t>communication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system.</a:t>
            </a:r>
            <a:endParaRPr sz="2400">
              <a:latin typeface="Times New Roman"/>
              <a:cs typeface="Times New Roman"/>
            </a:endParaRPr>
          </a:p>
          <a:p>
            <a:pPr marL="355600" marR="5080" indent="-342900" algn="just">
              <a:spcBef>
                <a:spcPts val="1440"/>
              </a:spcBef>
              <a:buSzPct val="125000"/>
              <a:buFont typeface="Wingdings"/>
              <a:buChar char="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These </a:t>
            </a:r>
            <a:r>
              <a:rPr sz="2400" spc="-10" dirty="0">
                <a:latin typeface="Times New Roman"/>
                <a:cs typeface="Times New Roman"/>
              </a:rPr>
              <a:t>effects </a:t>
            </a:r>
            <a:r>
              <a:rPr sz="2400" dirty="0">
                <a:latin typeface="Times New Roman"/>
                <a:cs typeface="Times New Roman"/>
              </a:rPr>
              <a:t>can </a:t>
            </a:r>
            <a:r>
              <a:rPr sz="2400" spc="-5" dirty="0">
                <a:latin typeface="Times New Roman"/>
                <a:cs typeface="Times New Roman"/>
              </a:rPr>
              <a:t>not </a:t>
            </a:r>
            <a:r>
              <a:rPr sz="2400" spc="-10" dirty="0">
                <a:latin typeface="Times New Roman"/>
                <a:cs typeface="Times New Roman"/>
              </a:rPr>
              <a:t>be </a:t>
            </a:r>
            <a:r>
              <a:rPr sz="2400" spc="-5" dirty="0">
                <a:latin typeface="Times New Roman"/>
                <a:cs typeface="Times New Roman"/>
              </a:rPr>
              <a:t>eliminated totally but can </a:t>
            </a:r>
            <a:r>
              <a:rPr sz="2400" dirty="0">
                <a:latin typeface="Times New Roman"/>
                <a:cs typeface="Times New Roman"/>
              </a:rPr>
              <a:t>be </a:t>
            </a:r>
            <a:r>
              <a:rPr sz="2400" spc="-5" dirty="0">
                <a:latin typeface="Times New Roman"/>
                <a:cs typeface="Times New Roman"/>
              </a:rPr>
              <a:t>suppressed </a:t>
            </a:r>
            <a:r>
              <a:rPr sz="2400" spc="5" dirty="0">
                <a:latin typeface="Times New Roman"/>
                <a:cs typeface="Times New Roman"/>
              </a:rPr>
              <a:t>to  </a:t>
            </a:r>
            <a:r>
              <a:rPr sz="2400" spc="-10" dirty="0">
                <a:latin typeface="Times New Roman"/>
                <a:cs typeface="Times New Roman"/>
              </a:rPr>
              <a:t>some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extent.</a:t>
            </a:r>
            <a:endParaRPr sz="2400">
              <a:latin typeface="Times New Roman"/>
              <a:cs typeface="Times New Roman"/>
            </a:endParaRPr>
          </a:p>
          <a:p>
            <a:pPr marL="355600" marR="6350" indent="-342900" algn="just">
              <a:spcBef>
                <a:spcPts val="1445"/>
              </a:spcBef>
              <a:buSzPct val="125000"/>
              <a:buFont typeface="Wingdings"/>
              <a:buChar char=""/>
              <a:tabLst>
                <a:tab pos="355600" algn="l"/>
              </a:tabLst>
            </a:pPr>
            <a:r>
              <a:rPr sz="2400" spc="-5" dirty="0">
                <a:latin typeface="Times New Roman"/>
                <a:cs typeface="Times New Roman"/>
              </a:rPr>
              <a:t>FM </a:t>
            </a:r>
            <a:r>
              <a:rPr sz="2400" dirty="0">
                <a:latin typeface="Times New Roman"/>
                <a:cs typeface="Times New Roman"/>
              </a:rPr>
              <a:t>and certain </a:t>
            </a:r>
            <a:r>
              <a:rPr sz="2400" spc="-5" dirty="0">
                <a:latin typeface="Times New Roman"/>
                <a:cs typeface="Times New Roman"/>
              </a:rPr>
              <a:t>types </a:t>
            </a:r>
            <a:r>
              <a:rPr sz="2400" dirty="0">
                <a:latin typeface="Times New Roman"/>
                <a:cs typeface="Times New Roman"/>
              </a:rPr>
              <a:t>of </a:t>
            </a:r>
            <a:r>
              <a:rPr sz="2400" spc="-5" dirty="0">
                <a:latin typeface="Times New Roman"/>
                <a:cs typeface="Times New Roman"/>
              </a:rPr>
              <a:t>modulation </a:t>
            </a:r>
            <a:r>
              <a:rPr sz="2400" dirty="0">
                <a:latin typeface="Times New Roman"/>
                <a:cs typeface="Times New Roman"/>
              </a:rPr>
              <a:t>have the </a:t>
            </a:r>
            <a:r>
              <a:rPr sz="2400" spc="-5" dirty="0">
                <a:latin typeface="Times New Roman"/>
                <a:cs typeface="Times New Roman"/>
              </a:rPr>
              <a:t>valuable property </a:t>
            </a:r>
            <a:r>
              <a:rPr sz="2400" dirty="0">
                <a:latin typeface="Times New Roman"/>
                <a:cs typeface="Times New Roman"/>
              </a:rPr>
              <a:t>of  suppressing both noise and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interference.</a:t>
            </a:r>
            <a:endParaRPr sz="2400">
              <a:latin typeface="Times New Roman"/>
              <a:cs typeface="Times New Roman"/>
            </a:endParaRPr>
          </a:p>
          <a:p>
            <a:pPr marL="355600" marR="5080" indent="-342900" algn="just">
              <a:spcBef>
                <a:spcPts val="1440"/>
              </a:spcBef>
              <a:buSzPct val="125000"/>
              <a:buFont typeface="Wingdings"/>
              <a:buChar char="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This </a:t>
            </a:r>
            <a:r>
              <a:rPr sz="2400" spc="-5" dirty="0">
                <a:latin typeface="Times New Roman"/>
                <a:cs typeface="Times New Roman"/>
              </a:rPr>
              <a:t>property </a:t>
            </a:r>
            <a:r>
              <a:rPr sz="2400" dirty="0">
                <a:latin typeface="Times New Roman"/>
                <a:cs typeface="Times New Roman"/>
              </a:rPr>
              <a:t>is </a:t>
            </a:r>
            <a:r>
              <a:rPr sz="2400" spc="-5" dirty="0">
                <a:latin typeface="Times New Roman"/>
                <a:cs typeface="Times New Roman"/>
              </a:rPr>
              <a:t>called </a:t>
            </a:r>
            <a:r>
              <a:rPr sz="2400" i="1" dirty="0">
                <a:latin typeface="Times New Roman"/>
                <a:cs typeface="Times New Roman"/>
              </a:rPr>
              <a:t>wideband </a:t>
            </a:r>
            <a:r>
              <a:rPr sz="2400" i="1" spc="-5" dirty="0">
                <a:latin typeface="Times New Roman"/>
                <a:cs typeface="Times New Roman"/>
              </a:rPr>
              <a:t>noise </a:t>
            </a:r>
            <a:r>
              <a:rPr sz="2400" i="1" spc="-15" dirty="0">
                <a:latin typeface="Times New Roman"/>
                <a:cs typeface="Times New Roman"/>
              </a:rPr>
              <a:t>reduction </a:t>
            </a:r>
            <a:r>
              <a:rPr sz="2400" dirty="0">
                <a:latin typeface="Times New Roman"/>
                <a:cs typeface="Times New Roman"/>
              </a:rPr>
              <a:t>because </a:t>
            </a:r>
            <a:r>
              <a:rPr sz="2400" spc="-5" dirty="0">
                <a:latin typeface="Times New Roman"/>
                <a:cs typeface="Times New Roman"/>
              </a:rPr>
              <a:t>it requires  </a:t>
            </a: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-5" dirty="0">
                <a:latin typeface="Times New Roman"/>
                <a:cs typeface="Times New Roman"/>
              </a:rPr>
              <a:t>transmission bandwidth </a:t>
            </a:r>
            <a:r>
              <a:rPr sz="2400" dirty="0">
                <a:latin typeface="Times New Roman"/>
                <a:cs typeface="Times New Roman"/>
              </a:rPr>
              <a:t>to </a:t>
            </a:r>
            <a:r>
              <a:rPr sz="2400" spc="-10" dirty="0">
                <a:latin typeface="Times New Roman"/>
                <a:cs typeface="Times New Roman"/>
              </a:rPr>
              <a:t>be </a:t>
            </a:r>
            <a:r>
              <a:rPr sz="2400" spc="-5" dirty="0">
                <a:latin typeface="Times New Roman"/>
                <a:cs typeface="Times New Roman"/>
              </a:rPr>
              <a:t>much greater </a:t>
            </a:r>
            <a:r>
              <a:rPr sz="2400" dirty="0">
                <a:latin typeface="Times New Roman"/>
                <a:cs typeface="Times New Roman"/>
              </a:rPr>
              <a:t>than the </a:t>
            </a:r>
            <a:r>
              <a:rPr sz="2400" spc="-5" dirty="0">
                <a:latin typeface="Times New Roman"/>
                <a:cs typeface="Times New Roman"/>
              </a:rPr>
              <a:t>bandwidth </a:t>
            </a:r>
            <a:r>
              <a:rPr sz="2400" dirty="0">
                <a:latin typeface="Times New Roman"/>
                <a:cs typeface="Times New Roman"/>
              </a:rPr>
              <a:t>of  the </a:t>
            </a:r>
            <a:r>
              <a:rPr sz="2400" spc="-5" dirty="0">
                <a:latin typeface="Times New Roman"/>
                <a:cs typeface="Times New Roman"/>
              </a:rPr>
              <a:t>modulating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signal.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4294967295"/>
          </p:nvPr>
        </p:nvSpPr>
        <p:spPr>
          <a:xfrm>
            <a:off x="10002139" y="6558093"/>
            <a:ext cx="281304" cy="179536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[</a:t>
            </a:r>
            <a:fld id="{81D60167-4931-47E6-BA6A-407CBD079E47}" type="slidenum">
              <a:rPr spc="-5" dirty="0"/>
              <a:pPr marL="12700">
                <a:lnSpc>
                  <a:spcPts val="1425"/>
                </a:lnSpc>
              </a:pPr>
              <a:t>57</a:t>
            </a:fld>
            <a:r>
              <a:rPr dirty="0"/>
              <a:t>]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602739" y="19559"/>
            <a:ext cx="125349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b="1" i="1" dirty="0">
                <a:solidFill>
                  <a:srgbClr val="0000FF"/>
                </a:solidFill>
                <a:latin typeface="Times New Roman"/>
                <a:cs typeface="Times New Roman"/>
              </a:rPr>
              <a:t>Module –</a:t>
            </a:r>
            <a:r>
              <a:rPr sz="2000" b="1" i="1" spc="-10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0000FF"/>
                </a:solidFill>
                <a:latin typeface="Times New Roman"/>
                <a:cs typeface="Times New Roman"/>
              </a:rPr>
              <a:t>V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974594" y="119591"/>
            <a:ext cx="6202680" cy="1059264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Introduction </a:t>
            </a:r>
            <a:r>
              <a:rPr spc="-175" dirty="0"/>
              <a:t>To </a:t>
            </a:r>
            <a:r>
              <a:rPr dirty="0"/>
              <a:t>Modulation</a:t>
            </a:r>
            <a:r>
              <a:rPr spc="145" dirty="0"/>
              <a:t> </a:t>
            </a:r>
            <a:r>
              <a:rPr sz="2400" dirty="0"/>
              <a:t>contd.</a:t>
            </a:r>
            <a:endParaRPr sz="2400"/>
          </a:p>
        </p:txBody>
      </p:sp>
      <p:sp>
        <p:nvSpPr>
          <p:cNvPr id="6" name="object 6"/>
          <p:cNvSpPr txBox="1"/>
          <p:nvPr/>
        </p:nvSpPr>
        <p:spPr>
          <a:xfrm>
            <a:off x="9452609" y="23876"/>
            <a:ext cx="107950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b="1" i="1" spc="-55" dirty="0">
                <a:solidFill>
                  <a:srgbClr val="0000FF"/>
                </a:solidFill>
                <a:latin typeface="Times New Roman"/>
                <a:cs typeface="Times New Roman"/>
              </a:rPr>
              <a:t>Vol.</a:t>
            </a:r>
            <a:r>
              <a:rPr sz="2000" b="1" i="1" spc="-8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0000FF"/>
                </a:solidFill>
                <a:latin typeface="Times New Roman"/>
                <a:cs typeface="Times New Roman"/>
              </a:rPr>
              <a:t>No.-2</a:t>
            </a:r>
            <a:endParaRPr sz="2000">
              <a:latin typeface="Times New Roman"/>
              <a:cs typeface="Times New Roman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27FD45EC-278C-4676-89AE-3E12ACFDEAD1}"/>
                  </a:ext>
                </a:extLst>
              </p14:cNvPr>
              <p14:cNvContentPartPr/>
              <p14:nvPr/>
            </p14:nvContentPartPr>
            <p14:xfrm>
              <a:off x="1829520" y="3582360"/>
              <a:ext cx="7704360" cy="24771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27FD45EC-278C-4676-89AE-3E12ACFDEAD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20160" y="3573000"/>
                <a:ext cx="7723080" cy="24958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64791" y="1143000"/>
            <a:ext cx="8750808" cy="152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70594" y="453068"/>
            <a:ext cx="10314587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Baseband Signal &amp; Baseband</a:t>
            </a:r>
            <a:r>
              <a:rPr spc="55" dirty="0"/>
              <a:t> </a:t>
            </a:r>
            <a:r>
              <a:rPr spc="-5" dirty="0"/>
              <a:t>Communication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4294967295"/>
          </p:nvPr>
        </p:nvSpPr>
        <p:spPr>
          <a:xfrm>
            <a:off x="10002139" y="6558093"/>
            <a:ext cx="281304" cy="179536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[</a:t>
            </a:r>
            <a:fld id="{81D60167-4931-47E6-BA6A-407CBD079E47}" type="slidenum">
              <a:rPr spc="-5" dirty="0"/>
              <a:pPr marL="12700">
                <a:lnSpc>
                  <a:spcPts val="1425"/>
                </a:lnSpc>
              </a:pPr>
              <a:t>58</a:t>
            </a:fld>
            <a:r>
              <a:rPr dirty="0"/>
              <a:t>]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602739" y="1338405"/>
            <a:ext cx="8987790" cy="4441190"/>
          </a:xfrm>
          <a:prstGeom prst="rect">
            <a:avLst/>
          </a:prstGeom>
        </p:spPr>
        <p:txBody>
          <a:bodyPr vert="horz" wrap="square" lIns="0" tIns="127635" rIns="0" bIns="0" rtlCol="0">
            <a:spAutoFit/>
          </a:bodyPr>
          <a:lstStyle/>
          <a:p>
            <a:pPr marL="469900" indent="-457200">
              <a:spcBef>
                <a:spcPts val="1005"/>
              </a:spcBef>
              <a:buFont typeface="Wingdings"/>
              <a:buChar char=""/>
              <a:tabLst>
                <a:tab pos="469265" algn="l"/>
                <a:tab pos="469900" algn="l"/>
              </a:tabLst>
            </a:pPr>
            <a:r>
              <a:rPr sz="2800" spc="-5" dirty="0">
                <a:solidFill>
                  <a:srgbClr val="0000FF"/>
                </a:solidFill>
                <a:latin typeface="Times New Roman"/>
                <a:cs typeface="Times New Roman"/>
              </a:rPr>
              <a:t>Baseband</a:t>
            </a:r>
            <a:r>
              <a:rPr sz="280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0000FF"/>
                </a:solidFill>
                <a:latin typeface="Times New Roman"/>
                <a:cs typeface="Times New Roman"/>
              </a:rPr>
              <a:t>Signal:</a:t>
            </a:r>
            <a:endParaRPr sz="2800" dirty="0">
              <a:latin typeface="Times New Roman"/>
              <a:cs typeface="Times New Roman"/>
            </a:endParaRPr>
          </a:p>
          <a:p>
            <a:pPr marL="355600" marR="6985" indent="-342900">
              <a:spcBef>
                <a:spcPts val="1575"/>
              </a:spcBef>
              <a:buSzPct val="125000"/>
              <a:buFont typeface="Wingdings"/>
              <a:buChar char=""/>
              <a:tabLst>
                <a:tab pos="354965" algn="l"/>
                <a:tab pos="355600" algn="l"/>
                <a:tab pos="951230" algn="l"/>
                <a:tab pos="1649095" algn="l"/>
                <a:tab pos="2957195" algn="l"/>
                <a:tab pos="3298825" algn="l"/>
                <a:tab pos="3996690" algn="l"/>
                <a:tab pos="4373245" algn="l"/>
                <a:tab pos="5638165" algn="l"/>
                <a:tab pos="6148705" algn="l"/>
                <a:tab pos="7478395" algn="l"/>
                <a:tab pos="8225155" algn="l"/>
                <a:tab pos="8601710" algn="l"/>
              </a:tabLst>
            </a:pPr>
            <a:r>
              <a:rPr sz="2400" i="1" spc="-5" dirty="0">
                <a:latin typeface="Times New Roman"/>
                <a:cs typeface="Times New Roman"/>
              </a:rPr>
              <a:t>The	te</a:t>
            </a:r>
            <a:r>
              <a:rPr sz="2400" i="1" dirty="0">
                <a:latin typeface="Times New Roman"/>
                <a:cs typeface="Times New Roman"/>
              </a:rPr>
              <a:t>r</a:t>
            </a:r>
            <a:r>
              <a:rPr sz="2400" i="1" spc="-5" dirty="0">
                <a:latin typeface="Times New Roman"/>
                <a:cs typeface="Times New Roman"/>
              </a:rPr>
              <a:t>m</a:t>
            </a:r>
            <a:r>
              <a:rPr sz="2400" i="1" dirty="0">
                <a:latin typeface="Times New Roman"/>
                <a:cs typeface="Times New Roman"/>
              </a:rPr>
              <a:t>	baseband	i</a:t>
            </a:r>
            <a:r>
              <a:rPr sz="2400" i="1" spc="-5" dirty="0">
                <a:latin typeface="Times New Roman"/>
                <a:cs typeface="Times New Roman"/>
              </a:rPr>
              <a:t>s</a:t>
            </a:r>
            <a:r>
              <a:rPr sz="2400" i="1" dirty="0">
                <a:latin typeface="Times New Roman"/>
                <a:cs typeface="Times New Roman"/>
              </a:rPr>
              <a:t>	used	</a:t>
            </a:r>
            <a:r>
              <a:rPr sz="2400" i="1" spc="5" dirty="0">
                <a:latin typeface="Times New Roman"/>
                <a:cs typeface="Times New Roman"/>
              </a:rPr>
              <a:t>t</a:t>
            </a:r>
            <a:r>
              <a:rPr sz="2400" i="1" dirty="0">
                <a:latin typeface="Times New Roman"/>
                <a:cs typeface="Times New Roman"/>
              </a:rPr>
              <a:t>o	</a:t>
            </a:r>
            <a:r>
              <a:rPr sz="2400" i="1" spc="-100" dirty="0">
                <a:latin typeface="Times New Roman"/>
                <a:cs typeface="Times New Roman"/>
              </a:rPr>
              <a:t>r</a:t>
            </a:r>
            <a:r>
              <a:rPr sz="2400" i="1" dirty="0">
                <a:latin typeface="Times New Roman"/>
                <a:cs typeface="Times New Roman"/>
              </a:rPr>
              <a:t>e</a:t>
            </a:r>
            <a:r>
              <a:rPr sz="2400" i="1" spc="-10" dirty="0">
                <a:latin typeface="Times New Roman"/>
                <a:cs typeface="Times New Roman"/>
              </a:rPr>
              <a:t>p</a:t>
            </a:r>
            <a:r>
              <a:rPr sz="2400" i="1" spc="-90" dirty="0">
                <a:latin typeface="Times New Roman"/>
                <a:cs typeface="Times New Roman"/>
              </a:rPr>
              <a:t>r</a:t>
            </a:r>
            <a:r>
              <a:rPr sz="2400" i="1" spc="-5" dirty="0">
                <a:latin typeface="Times New Roman"/>
                <a:cs typeface="Times New Roman"/>
              </a:rPr>
              <a:t>esent	the	f</a:t>
            </a:r>
            <a:r>
              <a:rPr sz="2400" i="1" spc="-95" dirty="0">
                <a:latin typeface="Times New Roman"/>
                <a:cs typeface="Times New Roman"/>
              </a:rPr>
              <a:t>r</a:t>
            </a:r>
            <a:r>
              <a:rPr sz="2400" i="1" dirty="0">
                <a:latin typeface="Times New Roman"/>
                <a:cs typeface="Times New Roman"/>
              </a:rPr>
              <a:t>eque</a:t>
            </a:r>
            <a:r>
              <a:rPr sz="2400" i="1" spc="-10" dirty="0">
                <a:latin typeface="Times New Roman"/>
                <a:cs typeface="Times New Roman"/>
              </a:rPr>
              <a:t>n</a:t>
            </a:r>
            <a:r>
              <a:rPr sz="2400" i="1" dirty="0">
                <a:latin typeface="Times New Roman"/>
                <a:cs typeface="Times New Roman"/>
              </a:rPr>
              <a:t>cy	b</a:t>
            </a:r>
            <a:r>
              <a:rPr sz="2400" i="1" spc="-15" dirty="0">
                <a:latin typeface="Times New Roman"/>
                <a:cs typeface="Times New Roman"/>
              </a:rPr>
              <a:t>a</a:t>
            </a:r>
            <a:r>
              <a:rPr sz="2400" i="1" dirty="0">
                <a:latin typeface="Times New Roman"/>
                <a:cs typeface="Times New Roman"/>
              </a:rPr>
              <a:t>nd	of	t</a:t>
            </a:r>
            <a:r>
              <a:rPr sz="2400" i="1" spc="-10" dirty="0">
                <a:latin typeface="Times New Roman"/>
                <a:cs typeface="Times New Roman"/>
              </a:rPr>
              <a:t>h</a:t>
            </a:r>
            <a:r>
              <a:rPr sz="2400" i="1" dirty="0">
                <a:latin typeface="Times New Roman"/>
                <a:cs typeface="Times New Roman"/>
              </a:rPr>
              <a:t>e  original information </a:t>
            </a:r>
            <a:r>
              <a:rPr sz="2400" i="1" spc="-5" dirty="0">
                <a:latin typeface="Times New Roman"/>
                <a:cs typeface="Times New Roman"/>
              </a:rPr>
              <a:t>or message</a:t>
            </a:r>
            <a:r>
              <a:rPr sz="2400" i="1" spc="-3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signal.</a:t>
            </a:r>
            <a:endParaRPr sz="2400" dirty="0">
              <a:latin typeface="Times New Roman"/>
              <a:cs typeface="Times New Roman"/>
            </a:endParaRPr>
          </a:p>
          <a:p>
            <a:pPr marL="355600" marR="5080" indent="-342900">
              <a:spcBef>
                <a:spcPts val="1440"/>
              </a:spcBef>
              <a:buSzPct val="125000"/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-5" dirty="0">
                <a:latin typeface="Times New Roman"/>
                <a:cs typeface="Times New Roman"/>
              </a:rPr>
              <a:t>frequencies occupied </a:t>
            </a:r>
            <a:r>
              <a:rPr sz="2400" dirty="0">
                <a:latin typeface="Times New Roman"/>
                <a:cs typeface="Times New Roman"/>
              </a:rPr>
              <a:t>by baseband </a:t>
            </a:r>
            <a:r>
              <a:rPr sz="2400" spc="-5" dirty="0">
                <a:latin typeface="Times New Roman"/>
                <a:cs typeface="Times New Roman"/>
              </a:rPr>
              <a:t>signals extend </a:t>
            </a:r>
            <a:r>
              <a:rPr sz="2400" dirty="0">
                <a:latin typeface="Times New Roman"/>
                <a:cs typeface="Times New Roman"/>
              </a:rPr>
              <a:t>to (or close </a:t>
            </a:r>
            <a:r>
              <a:rPr sz="2400" spc="-5" dirty="0">
                <a:latin typeface="Times New Roman"/>
                <a:cs typeface="Times New Roman"/>
              </a:rPr>
              <a:t>to)  </a:t>
            </a:r>
            <a:r>
              <a:rPr sz="2400" dirty="0">
                <a:latin typeface="Times New Roman"/>
                <a:cs typeface="Times New Roman"/>
              </a:rPr>
              <a:t>zero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(d.c.).</a:t>
            </a:r>
            <a:endParaRPr sz="2400" dirty="0">
              <a:latin typeface="Times New Roman"/>
              <a:cs typeface="Times New Roman"/>
            </a:endParaRPr>
          </a:p>
          <a:p>
            <a:pPr marL="355600" indent="-342900">
              <a:spcBef>
                <a:spcPts val="1445"/>
              </a:spcBef>
              <a:buSzPct val="125000"/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The baseband signal </a:t>
            </a:r>
            <a:r>
              <a:rPr sz="2400" spc="-10" dirty="0">
                <a:latin typeface="Times New Roman"/>
                <a:cs typeface="Times New Roman"/>
              </a:rPr>
              <a:t>may </a:t>
            </a:r>
            <a:r>
              <a:rPr sz="2400" dirty="0">
                <a:latin typeface="Times New Roman"/>
                <a:cs typeface="Times New Roman"/>
              </a:rPr>
              <a:t>be both analog </a:t>
            </a:r>
            <a:r>
              <a:rPr sz="2400" spc="-5" dirty="0">
                <a:latin typeface="Times New Roman"/>
                <a:cs typeface="Times New Roman"/>
              </a:rPr>
              <a:t>as </a:t>
            </a:r>
            <a:r>
              <a:rPr sz="2400" dirty="0">
                <a:latin typeface="Times New Roman"/>
                <a:cs typeface="Times New Roman"/>
              </a:rPr>
              <a:t>well as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digital.</a:t>
            </a:r>
          </a:p>
          <a:p>
            <a:pPr marL="355600" marR="5715" indent="-342900">
              <a:spcBef>
                <a:spcPts val="1440"/>
              </a:spcBef>
              <a:buSzPct val="125000"/>
              <a:buFont typeface="Wingdings"/>
              <a:buChar char=""/>
              <a:tabLst>
                <a:tab pos="354965" algn="l"/>
                <a:tab pos="355600" algn="l"/>
                <a:tab pos="974090" algn="l"/>
                <a:tab pos="1929764" algn="l"/>
                <a:tab pos="3210560" algn="l"/>
                <a:tab pos="4081779" algn="l"/>
                <a:tab pos="4766310" algn="l"/>
                <a:tab pos="6484620" algn="l"/>
                <a:tab pos="7171690" algn="l"/>
                <a:tab pos="8533130" algn="l"/>
              </a:tabLst>
            </a:pPr>
            <a:r>
              <a:rPr sz="2400" dirty="0">
                <a:latin typeface="Times New Roman"/>
                <a:cs typeface="Times New Roman"/>
              </a:rPr>
              <a:t>The	an</a:t>
            </a:r>
            <a:r>
              <a:rPr sz="2400" spc="-10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log	baseb</a:t>
            </a:r>
            <a:r>
              <a:rPr sz="2400" spc="5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nd	</a:t>
            </a:r>
            <a:r>
              <a:rPr sz="2400" spc="-15" dirty="0">
                <a:latin typeface="Times New Roman"/>
                <a:cs typeface="Times New Roman"/>
              </a:rPr>
              <a:t>s</a:t>
            </a:r>
            <a:r>
              <a:rPr sz="2400" dirty="0">
                <a:latin typeface="Times New Roman"/>
                <a:cs typeface="Times New Roman"/>
              </a:rPr>
              <a:t>ignal	v</a:t>
            </a:r>
            <a:r>
              <a:rPr sz="2400" spc="-10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ry	continuou</a:t>
            </a:r>
            <a:r>
              <a:rPr sz="2400" spc="-10" dirty="0">
                <a:latin typeface="Times New Roman"/>
                <a:cs typeface="Times New Roman"/>
              </a:rPr>
              <a:t>s</a:t>
            </a:r>
            <a:r>
              <a:rPr sz="2400" dirty="0">
                <a:latin typeface="Times New Roman"/>
                <a:cs typeface="Times New Roman"/>
              </a:rPr>
              <a:t>ly	with	a</a:t>
            </a:r>
            <a:r>
              <a:rPr sz="2400" spc="-20" dirty="0">
                <a:latin typeface="Times New Roman"/>
                <a:cs typeface="Times New Roman"/>
              </a:rPr>
              <a:t>m</a:t>
            </a:r>
            <a:r>
              <a:rPr sz="2400" dirty="0">
                <a:latin typeface="Times New Roman"/>
                <a:cs typeface="Times New Roman"/>
              </a:rPr>
              <a:t>p</a:t>
            </a:r>
            <a:r>
              <a:rPr sz="2400" spc="-10" dirty="0">
                <a:latin typeface="Times New Roman"/>
                <a:cs typeface="Times New Roman"/>
              </a:rPr>
              <a:t>l</a:t>
            </a:r>
            <a:r>
              <a:rPr sz="2400" dirty="0">
                <a:latin typeface="Times New Roman"/>
                <a:cs typeface="Times New Roman"/>
              </a:rPr>
              <a:t>i</a:t>
            </a:r>
            <a:r>
              <a:rPr sz="2400" spc="5" dirty="0">
                <a:latin typeface="Times New Roman"/>
                <a:cs typeface="Times New Roman"/>
              </a:rPr>
              <a:t>t</a:t>
            </a:r>
            <a:r>
              <a:rPr sz="2400" dirty="0">
                <a:latin typeface="Times New Roman"/>
                <a:cs typeface="Times New Roman"/>
              </a:rPr>
              <a:t>u</a:t>
            </a:r>
            <a:r>
              <a:rPr sz="2400" spc="-15" dirty="0">
                <a:latin typeface="Times New Roman"/>
                <a:cs typeface="Times New Roman"/>
              </a:rPr>
              <a:t>d</a:t>
            </a:r>
            <a:r>
              <a:rPr sz="2400" dirty="0">
                <a:latin typeface="Times New Roman"/>
                <a:cs typeface="Times New Roman"/>
              </a:rPr>
              <a:t>e	and  </a:t>
            </a:r>
            <a:r>
              <a:rPr sz="2400" spc="-5" dirty="0">
                <a:latin typeface="Times New Roman"/>
                <a:cs typeface="Times New Roman"/>
              </a:rPr>
              <a:t>time.</a:t>
            </a:r>
            <a:endParaRPr sz="2400" dirty="0">
              <a:latin typeface="Times New Roman"/>
              <a:cs typeface="Times New Roman"/>
            </a:endParaRPr>
          </a:p>
          <a:p>
            <a:pPr marL="355600" indent="-342900">
              <a:spcBef>
                <a:spcPts val="1440"/>
              </a:spcBef>
              <a:buSzPct val="125000"/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The digital baseband signal are discrete in both </a:t>
            </a:r>
            <a:r>
              <a:rPr sz="2400" spc="-5" dirty="0">
                <a:latin typeface="Times New Roman"/>
                <a:cs typeface="Times New Roman"/>
              </a:rPr>
              <a:t>amplitude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5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time.</a:t>
            </a:r>
            <a:endParaRPr sz="2400" dirty="0">
              <a:latin typeface="Times New Roman"/>
              <a:cs typeface="Times New Roman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C892CB9-C065-4E6C-8180-4A5604C37FCA}"/>
                  </a:ext>
                </a:extLst>
              </p14:cNvPr>
              <p14:cNvContentPartPr/>
              <p14:nvPr/>
            </p14:nvContentPartPr>
            <p14:xfrm>
              <a:off x="2921040" y="2533680"/>
              <a:ext cx="8910360" cy="33825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C892CB9-C065-4E6C-8180-4A5604C37FC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11680" y="2524320"/>
                <a:ext cx="8929080" cy="34012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64791" y="1219200"/>
            <a:ext cx="8750808" cy="152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602739" y="1298369"/>
            <a:ext cx="8989060" cy="4564380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469900" indent="-457200" algn="just">
              <a:spcBef>
                <a:spcPts val="835"/>
              </a:spcBef>
              <a:buFont typeface="Wingdings"/>
              <a:buChar char=""/>
              <a:tabLst>
                <a:tab pos="469900" algn="l"/>
              </a:tabLst>
            </a:pPr>
            <a:r>
              <a:rPr sz="2800" spc="-5" dirty="0">
                <a:solidFill>
                  <a:srgbClr val="0000FF"/>
                </a:solidFill>
                <a:latin typeface="Times New Roman"/>
                <a:cs typeface="Times New Roman"/>
              </a:rPr>
              <a:t>Baseband</a:t>
            </a:r>
            <a:r>
              <a:rPr sz="280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0000FF"/>
                </a:solidFill>
                <a:latin typeface="Times New Roman"/>
                <a:cs typeface="Times New Roman"/>
              </a:rPr>
              <a:t>Communication:</a:t>
            </a:r>
            <a:endParaRPr sz="2800">
              <a:latin typeface="Times New Roman"/>
              <a:cs typeface="Times New Roman"/>
            </a:endParaRPr>
          </a:p>
          <a:p>
            <a:pPr marL="355600" marR="5715" indent="-342900" algn="just">
              <a:spcBef>
                <a:spcPts val="1400"/>
              </a:spcBef>
              <a:buSzPct val="125000"/>
              <a:buFont typeface="Wingdings"/>
              <a:buChar char=""/>
              <a:tabLst>
                <a:tab pos="355600" algn="l"/>
              </a:tabLst>
            </a:pPr>
            <a:r>
              <a:rPr sz="2400" i="1" dirty="0">
                <a:latin typeface="Times New Roman"/>
                <a:cs typeface="Times New Roman"/>
              </a:rPr>
              <a:t>When the </a:t>
            </a:r>
            <a:r>
              <a:rPr sz="2400" i="1" spc="-5" dirty="0">
                <a:latin typeface="Times New Roman"/>
                <a:cs typeface="Times New Roman"/>
              </a:rPr>
              <a:t>baseband signals </a:t>
            </a:r>
            <a:r>
              <a:rPr sz="2400" i="1" spc="-30" dirty="0">
                <a:latin typeface="Times New Roman"/>
                <a:cs typeface="Times New Roman"/>
              </a:rPr>
              <a:t>are </a:t>
            </a:r>
            <a:r>
              <a:rPr sz="2400" i="1" spc="-15" dirty="0">
                <a:latin typeface="Times New Roman"/>
                <a:cs typeface="Times New Roman"/>
              </a:rPr>
              <a:t>directly </a:t>
            </a:r>
            <a:r>
              <a:rPr sz="2400" i="1" spc="-5" dirty="0">
                <a:latin typeface="Times New Roman"/>
                <a:cs typeface="Times New Roman"/>
              </a:rPr>
              <a:t>transmitted </a:t>
            </a:r>
            <a:r>
              <a:rPr sz="2400" i="1" dirty="0">
                <a:latin typeface="Times New Roman"/>
                <a:cs typeface="Times New Roman"/>
              </a:rPr>
              <a:t>using </a:t>
            </a:r>
            <a:r>
              <a:rPr sz="2400" i="1" spc="-5" dirty="0">
                <a:latin typeface="Times New Roman"/>
                <a:cs typeface="Times New Roman"/>
              </a:rPr>
              <a:t>dedicated  communication channel </a:t>
            </a:r>
            <a:r>
              <a:rPr sz="2400" i="1" dirty="0">
                <a:latin typeface="Times New Roman"/>
                <a:cs typeface="Times New Roman"/>
              </a:rPr>
              <a:t>such </a:t>
            </a:r>
            <a:r>
              <a:rPr sz="2400" i="1" spc="-5" dirty="0">
                <a:latin typeface="Times New Roman"/>
                <a:cs typeface="Times New Roman"/>
              </a:rPr>
              <a:t>as twisted pair </a:t>
            </a:r>
            <a:r>
              <a:rPr sz="2400" i="1" dirty="0">
                <a:latin typeface="Times New Roman"/>
                <a:cs typeface="Times New Roman"/>
              </a:rPr>
              <a:t>of </a:t>
            </a:r>
            <a:r>
              <a:rPr sz="2400" i="1" spc="-5" dirty="0">
                <a:latin typeface="Times New Roman"/>
                <a:cs typeface="Times New Roman"/>
              </a:rPr>
              <a:t>copper </a:t>
            </a:r>
            <a:r>
              <a:rPr sz="2400" i="1" spc="-20" dirty="0">
                <a:latin typeface="Times New Roman"/>
                <a:cs typeface="Times New Roman"/>
              </a:rPr>
              <a:t>wires </a:t>
            </a:r>
            <a:r>
              <a:rPr sz="2400" i="1" spc="-5" dirty="0">
                <a:latin typeface="Times New Roman"/>
                <a:cs typeface="Times New Roman"/>
              </a:rPr>
              <a:t>or  </a:t>
            </a:r>
            <a:r>
              <a:rPr sz="2400" i="1" dirty="0">
                <a:latin typeface="Times New Roman"/>
                <a:cs typeface="Times New Roman"/>
              </a:rPr>
              <a:t>coaxial cables, it is </a:t>
            </a:r>
            <a:r>
              <a:rPr sz="2400" i="1" spc="-25" dirty="0">
                <a:latin typeface="Times New Roman"/>
                <a:cs typeface="Times New Roman"/>
              </a:rPr>
              <a:t>referred </a:t>
            </a:r>
            <a:r>
              <a:rPr sz="2400" i="1" dirty="0">
                <a:latin typeface="Times New Roman"/>
                <a:cs typeface="Times New Roman"/>
              </a:rPr>
              <a:t>to </a:t>
            </a:r>
            <a:r>
              <a:rPr sz="2400" i="1" spc="-5" dirty="0">
                <a:latin typeface="Times New Roman"/>
                <a:cs typeface="Times New Roman"/>
              </a:rPr>
              <a:t>as </a:t>
            </a:r>
            <a:r>
              <a:rPr sz="2400" i="1" dirty="0">
                <a:latin typeface="Times New Roman"/>
                <a:cs typeface="Times New Roman"/>
              </a:rPr>
              <a:t>baseband</a:t>
            </a:r>
            <a:r>
              <a:rPr sz="2400" i="1" spc="-8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communication.</a:t>
            </a:r>
            <a:endParaRPr sz="2400">
              <a:latin typeface="Times New Roman"/>
              <a:cs typeface="Times New Roman"/>
            </a:endParaRPr>
          </a:p>
          <a:p>
            <a:pPr marL="355600" marR="5080" indent="-342900" algn="just">
              <a:spcBef>
                <a:spcPts val="1440"/>
              </a:spcBef>
              <a:buSzPct val="125000"/>
              <a:buFont typeface="Wingdings"/>
              <a:buChar char=""/>
              <a:tabLst>
                <a:tab pos="355600" algn="l"/>
              </a:tabLst>
            </a:pPr>
            <a:r>
              <a:rPr sz="2400" spc="-10" dirty="0">
                <a:latin typeface="Times New Roman"/>
                <a:cs typeface="Times New Roman"/>
              </a:rPr>
              <a:t>Transmitting </a:t>
            </a: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-5" dirty="0">
                <a:latin typeface="Times New Roman"/>
                <a:cs typeface="Times New Roman"/>
              </a:rPr>
              <a:t>baseband signals directly </a:t>
            </a:r>
            <a:r>
              <a:rPr sz="2400" dirty="0">
                <a:latin typeface="Times New Roman"/>
                <a:cs typeface="Times New Roman"/>
              </a:rPr>
              <a:t>require a </a:t>
            </a:r>
            <a:r>
              <a:rPr sz="2400" spc="-5" dirty="0">
                <a:latin typeface="Times New Roman"/>
                <a:cs typeface="Times New Roman"/>
              </a:rPr>
              <a:t>dedicated  communication channel as </a:t>
            </a:r>
            <a:r>
              <a:rPr sz="2400" dirty="0">
                <a:latin typeface="Times New Roman"/>
                <a:cs typeface="Times New Roman"/>
              </a:rPr>
              <a:t>in the case of </a:t>
            </a:r>
            <a:r>
              <a:rPr sz="2400" spc="-5" dirty="0">
                <a:latin typeface="Times New Roman"/>
                <a:cs typeface="Times New Roman"/>
              </a:rPr>
              <a:t>individual telephone </a:t>
            </a:r>
            <a:r>
              <a:rPr sz="2400" dirty="0">
                <a:latin typeface="Times New Roman"/>
                <a:cs typeface="Times New Roman"/>
              </a:rPr>
              <a:t>line  </a:t>
            </a:r>
            <a:r>
              <a:rPr sz="2400" spc="-5" dirty="0">
                <a:latin typeface="Times New Roman"/>
                <a:cs typeface="Times New Roman"/>
              </a:rPr>
              <a:t>communication.</a:t>
            </a:r>
            <a:endParaRPr sz="2400">
              <a:latin typeface="Times New Roman"/>
              <a:cs typeface="Times New Roman"/>
            </a:endParaRPr>
          </a:p>
          <a:p>
            <a:pPr marL="355600" indent="-342900" algn="just">
              <a:spcBef>
                <a:spcPts val="1440"/>
              </a:spcBef>
              <a:buSzPct val="125000"/>
              <a:buFont typeface="Wingdings"/>
              <a:buChar char=""/>
              <a:tabLst>
                <a:tab pos="355600" algn="l"/>
              </a:tabLst>
            </a:pPr>
            <a:r>
              <a:rPr sz="2400" spc="-15" dirty="0">
                <a:latin typeface="Times New Roman"/>
                <a:cs typeface="Times New Roman"/>
              </a:rPr>
              <a:t>Generally, </a:t>
            </a:r>
            <a:r>
              <a:rPr sz="2400" dirty="0">
                <a:latin typeface="Times New Roman"/>
                <a:cs typeface="Times New Roman"/>
              </a:rPr>
              <a:t>the baseband transmission is preferred at low</a:t>
            </a:r>
            <a:r>
              <a:rPr sz="2400" spc="-1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frequencies.</a:t>
            </a:r>
            <a:endParaRPr sz="2400">
              <a:latin typeface="Times New Roman"/>
              <a:cs typeface="Times New Roman"/>
            </a:endParaRPr>
          </a:p>
          <a:p>
            <a:pPr marL="355600" marR="5715" indent="-342900" algn="just">
              <a:spcBef>
                <a:spcPts val="1445"/>
              </a:spcBef>
              <a:buSzPct val="125000"/>
              <a:buFont typeface="Wingdings"/>
              <a:buChar char="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-5" dirty="0">
                <a:latin typeface="Times New Roman"/>
                <a:cs typeface="Times New Roman"/>
              </a:rPr>
              <a:t>baseband communication </a:t>
            </a:r>
            <a:r>
              <a:rPr sz="2400" dirty="0">
                <a:latin typeface="Times New Roman"/>
                <a:cs typeface="Times New Roman"/>
              </a:rPr>
              <a:t>is </a:t>
            </a:r>
            <a:r>
              <a:rPr sz="2400" spc="-5" dirty="0">
                <a:latin typeface="Times New Roman"/>
                <a:cs typeface="Times New Roman"/>
              </a:rPr>
              <a:t>suitable </a:t>
            </a:r>
            <a:r>
              <a:rPr sz="2400" dirty="0">
                <a:latin typeface="Times New Roman"/>
                <a:cs typeface="Times New Roman"/>
              </a:rPr>
              <a:t>for short </a:t>
            </a:r>
            <a:r>
              <a:rPr sz="2400" spc="-5" dirty="0">
                <a:latin typeface="Times New Roman"/>
                <a:cs typeface="Times New Roman"/>
              </a:rPr>
              <a:t>distances between </a:t>
            </a:r>
            <a:r>
              <a:rPr sz="2400" dirty="0">
                <a:latin typeface="Times New Roman"/>
                <a:cs typeface="Times New Roman"/>
              </a:rPr>
              <a:t>a  source and 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destination.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4294967295"/>
          </p:nvPr>
        </p:nvSpPr>
        <p:spPr>
          <a:xfrm>
            <a:off x="10002139" y="6558093"/>
            <a:ext cx="281304" cy="179536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[</a:t>
            </a:r>
            <a:fld id="{81D60167-4931-47E6-BA6A-407CBD079E47}" type="slidenum">
              <a:rPr spc="-5" dirty="0"/>
              <a:pPr marL="12700">
                <a:lnSpc>
                  <a:spcPts val="1425"/>
                </a:lnSpc>
              </a:pPr>
              <a:t>59</a:t>
            </a:fld>
            <a:r>
              <a:rPr dirty="0"/>
              <a:t>]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600201" y="603025"/>
            <a:ext cx="10170041" cy="83465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ts val="3910"/>
              </a:lnSpc>
              <a:spcBef>
                <a:spcPts val="100"/>
              </a:spcBef>
            </a:pPr>
            <a:r>
              <a:rPr spc="-5" dirty="0"/>
              <a:t>Baseband Signal &amp; Baseband</a:t>
            </a:r>
            <a:r>
              <a:rPr spc="55" dirty="0"/>
              <a:t> </a:t>
            </a:r>
            <a:r>
              <a:rPr spc="-5" dirty="0"/>
              <a:t>Communication</a:t>
            </a:r>
          </a:p>
          <a:p>
            <a:pPr marR="142240" algn="r">
              <a:lnSpc>
                <a:spcPts val="2470"/>
              </a:lnSpc>
            </a:pPr>
            <a:r>
              <a:rPr sz="2400" spc="-5" dirty="0"/>
              <a:t>Co</a:t>
            </a:r>
            <a:r>
              <a:rPr sz="2400" spc="-15" dirty="0"/>
              <a:t>n</a:t>
            </a:r>
            <a:r>
              <a:rPr sz="2400" spc="-5" dirty="0"/>
              <a:t>td.</a:t>
            </a:r>
            <a:endParaRPr sz="24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6367DC0-6415-44B5-BE3D-45F728717707}"/>
                  </a:ext>
                </a:extLst>
              </p14:cNvPr>
              <p14:cNvContentPartPr/>
              <p14:nvPr/>
            </p14:nvContentPartPr>
            <p14:xfrm>
              <a:off x="3452760" y="2051640"/>
              <a:ext cx="7347600" cy="34851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6367DC0-6415-44B5-BE3D-45F72871770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43400" y="2042280"/>
                <a:ext cx="7366320" cy="35038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64791" y="1219200"/>
            <a:ext cx="8750808" cy="152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602739" y="1344887"/>
            <a:ext cx="8989060" cy="4834255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469900" indent="-457200">
              <a:spcBef>
                <a:spcPts val="470"/>
              </a:spcBef>
              <a:buFont typeface="Wingdings"/>
              <a:buChar char=""/>
              <a:tabLst>
                <a:tab pos="469265" algn="l"/>
                <a:tab pos="469900" algn="l"/>
              </a:tabLst>
            </a:pPr>
            <a:r>
              <a:rPr sz="2800" spc="-5" dirty="0">
                <a:solidFill>
                  <a:srgbClr val="0000FF"/>
                </a:solidFill>
                <a:latin typeface="Times New Roman"/>
                <a:cs typeface="Times New Roman"/>
              </a:rPr>
              <a:t>Limitations of Baseband</a:t>
            </a:r>
            <a:r>
              <a:rPr sz="2800" spc="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0000FF"/>
                </a:solidFill>
                <a:latin typeface="Times New Roman"/>
                <a:cs typeface="Times New Roman"/>
              </a:rPr>
              <a:t>Communication:</a:t>
            </a:r>
            <a:endParaRPr sz="2800">
              <a:latin typeface="Times New Roman"/>
              <a:cs typeface="Times New Roman"/>
            </a:endParaRPr>
          </a:p>
          <a:p>
            <a:pPr marL="355600" marR="6350" indent="-342900" algn="just">
              <a:spcBef>
                <a:spcPts val="1005"/>
              </a:spcBef>
              <a:buSzPct val="125000"/>
              <a:buFont typeface="Wingdings"/>
              <a:buChar char="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-5" dirty="0">
                <a:latin typeface="Times New Roman"/>
                <a:cs typeface="Times New Roman"/>
              </a:rPr>
              <a:t>baseband communication </a:t>
            </a:r>
            <a:r>
              <a:rPr sz="2400" dirty="0">
                <a:latin typeface="Times New Roman"/>
                <a:cs typeface="Times New Roman"/>
              </a:rPr>
              <a:t>is </a:t>
            </a:r>
            <a:r>
              <a:rPr sz="2400" spc="-5" dirty="0">
                <a:latin typeface="Times New Roman"/>
                <a:cs typeface="Times New Roman"/>
              </a:rPr>
              <a:t>highly </a:t>
            </a:r>
            <a:r>
              <a:rPr sz="2400" spc="-10" dirty="0">
                <a:latin typeface="Times New Roman"/>
                <a:cs typeface="Times New Roman"/>
              </a:rPr>
              <a:t>inefficient </a:t>
            </a:r>
            <a:r>
              <a:rPr sz="2400" dirty="0">
                <a:latin typeface="Times New Roman"/>
                <a:cs typeface="Times New Roman"/>
              </a:rPr>
              <a:t>due </a:t>
            </a:r>
            <a:r>
              <a:rPr sz="2400" spc="-5" dirty="0">
                <a:latin typeface="Times New Roman"/>
                <a:cs typeface="Times New Roman"/>
              </a:rPr>
              <a:t>to </a:t>
            </a:r>
            <a:r>
              <a:rPr sz="2400" i="1" dirty="0">
                <a:latin typeface="Times New Roman"/>
                <a:cs typeface="Times New Roman"/>
              </a:rPr>
              <a:t>unused  channel-spectrum </a:t>
            </a:r>
            <a:r>
              <a:rPr sz="2400" dirty="0">
                <a:latin typeface="Times New Roman"/>
                <a:cs typeface="Times New Roman"/>
              </a:rPr>
              <a:t>of the </a:t>
            </a:r>
            <a:r>
              <a:rPr sz="2400" spc="-5" dirty="0">
                <a:latin typeface="Times New Roman"/>
                <a:cs typeface="Times New Roman"/>
              </a:rPr>
              <a:t>transmitting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medium.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spcBef>
                <a:spcPts val="1440"/>
              </a:spcBef>
              <a:buSzPct val="125000"/>
              <a:buFont typeface="Wingdings"/>
              <a:buChar char=""/>
              <a:tabLst>
                <a:tab pos="354965" algn="l"/>
                <a:tab pos="355600" algn="l"/>
                <a:tab pos="746760" algn="l"/>
                <a:tab pos="1156970" algn="l"/>
                <a:tab pos="1751330" algn="l"/>
                <a:tab pos="2902585" algn="l"/>
                <a:tab pos="3463290" algn="l"/>
                <a:tab pos="5208270" algn="l"/>
                <a:tab pos="5955030" algn="l"/>
                <a:tab pos="6533515" algn="l"/>
                <a:tab pos="7211695" algn="l"/>
                <a:tab pos="8093709" algn="l"/>
                <a:tab pos="8736965" algn="l"/>
              </a:tabLst>
            </a:pPr>
            <a:r>
              <a:rPr sz="2400" dirty="0">
                <a:latin typeface="Times New Roman"/>
                <a:cs typeface="Times New Roman"/>
              </a:rPr>
              <a:t>It	i</a:t>
            </a:r>
            <a:r>
              <a:rPr sz="2400" spc="-5" dirty="0">
                <a:latin typeface="Times New Roman"/>
                <a:cs typeface="Times New Roman"/>
              </a:rPr>
              <a:t>s</a:t>
            </a:r>
            <a:r>
              <a:rPr sz="2400" dirty="0">
                <a:latin typeface="Times New Roman"/>
                <a:cs typeface="Times New Roman"/>
              </a:rPr>
              <a:t>	n</a:t>
            </a:r>
            <a:r>
              <a:rPr sz="2400" spc="-15" dirty="0">
                <a:latin typeface="Times New Roman"/>
                <a:cs typeface="Times New Roman"/>
              </a:rPr>
              <a:t>o</a:t>
            </a:r>
            <a:r>
              <a:rPr sz="2400" dirty="0">
                <a:latin typeface="Times New Roman"/>
                <a:cs typeface="Times New Roman"/>
              </a:rPr>
              <a:t>t	</a:t>
            </a:r>
            <a:r>
              <a:rPr sz="2400" spc="-15" dirty="0">
                <a:latin typeface="Times New Roman"/>
                <a:cs typeface="Times New Roman"/>
              </a:rPr>
              <a:t>s</a:t>
            </a:r>
            <a:r>
              <a:rPr sz="2400" dirty="0">
                <a:latin typeface="Times New Roman"/>
                <a:cs typeface="Times New Roman"/>
              </a:rPr>
              <a:t>u</a:t>
            </a:r>
            <a:r>
              <a:rPr sz="2400" spc="-10" dirty="0">
                <a:latin typeface="Times New Roman"/>
                <a:cs typeface="Times New Roman"/>
              </a:rPr>
              <a:t>i</a:t>
            </a:r>
            <a:r>
              <a:rPr sz="2400" dirty="0">
                <a:latin typeface="Times New Roman"/>
                <a:cs typeface="Times New Roman"/>
              </a:rPr>
              <a:t>table	for	trans</a:t>
            </a:r>
            <a:r>
              <a:rPr sz="2400" spc="-20" dirty="0">
                <a:latin typeface="Times New Roman"/>
                <a:cs typeface="Times New Roman"/>
              </a:rPr>
              <a:t>m</a:t>
            </a:r>
            <a:r>
              <a:rPr sz="2400" spc="-5" dirty="0">
                <a:latin typeface="Times New Roman"/>
                <a:cs typeface="Times New Roman"/>
              </a:rPr>
              <a:t>is</a:t>
            </a:r>
            <a:r>
              <a:rPr sz="2400" dirty="0">
                <a:latin typeface="Times New Roman"/>
                <a:cs typeface="Times New Roman"/>
              </a:rPr>
              <a:t>si</a:t>
            </a:r>
            <a:r>
              <a:rPr sz="2400" spc="-10" dirty="0">
                <a:latin typeface="Times New Roman"/>
                <a:cs typeface="Times New Roman"/>
              </a:rPr>
              <a:t>o</a:t>
            </a:r>
            <a:r>
              <a:rPr sz="2400" dirty="0">
                <a:latin typeface="Times New Roman"/>
                <a:cs typeface="Times New Roman"/>
              </a:rPr>
              <a:t>n	over	t</a:t>
            </a:r>
            <a:r>
              <a:rPr sz="2400" spc="-10" dirty="0">
                <a:latin typeface="Times New Roman"/>
                <a:cs typeface="Times New Roman"/>
              </a:rPr>
              <a:t>h</a:t>
            </a:r>
            <a:r>
              <a:rPr sz="2400" dirty="0">
                <a:latin typeface="Times New Roman"/>
                <a:cs typeface="Times New Roman"/>
              </a:rPr>
              <a:t>e	free	</a:t>
            </a:r>
            <a:r>
              <a:rPr sz="2400" spc="-5" dirty="0">
                <a:latin typeface="Times New Roman"/>
                <a:cs typeface="Times New Roman"/>
              </a:rPr>
              <a:t>sp</a:t>
            </a:r>
            <a:r>
              <a:rPr sz="2400" spc="-15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ce	d</a:t>
            </a:r>
            <a:r>
              <a:rPr sz="2400" spc="-10" dirty="0">
                <a:latin typeface="Times New Roman"/>
                <a:cs typeface="Times New Roman"/>
              </a:rPr>
              <a:t>u</a:t>
            </a:r>
            <a:r>
              <a:rPr sz="2400" dirty="0">
                <a:latin typeface="Times New Roman"/>
                <a:cs typeface="Times New Roman"/>
              </a:rPr>
              <a:t>e	</a:t>
            </a:r>
            <a:r>
              <a:rPr sz="2400" spc="5" dirty="0">
                <a:latin typeface="Times New Roman"/>
                <a:cs typeface="Times New Roman"/>
              </a:rPr>
              <a:t>to</a:t>
            </a:r>
            <a:endParaRPr sz="2400">
              <a:latin typeface="Times New Roman"/>
              <a:cs typeface="Times New Roman"/>
            </a:endParaRPr>
          </a:p>
          <a:p>
            <a:pPr marL="355600"/>
            <a:r>
              <a:rPr sz="2400" i="1" dirty="0">
                <a:latin typeface="Times New Roman"/>
                <a:cs typeface="Times New Roman"/>
              </a:rPr>
              <a:t>impractical antenna dimensions </a:t>
            </a:r>
            <a:r>
              <a:rPr sz="2400" dirty="0">
                <a:latin typeface="Times New Roman"/>
                <a:cs typeface="Times New Roman"/>
              </a:rPr>
              <a:t>for </a:t>
            </a:r>
            <a:r>
              <a:rPr sz="2400" spc="-10" dirty="0">
                <a:latin typeface="Times New Roman"/>
                <a:cs typeface="Times New Roman"/>
              </a:rPr>
              <a:t>large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distances.</a:t>
            </a:r>
            <a:endParaRPr sz="2400">
              <a:latin typeface="Times New Roman"/>
              <a:cs typeface="Times New Roman"/>
            </a:endParaRPr>
          </a:p>
          <a:p>
            <a:pPr marL="355600" marR="6350" indent="-342900" algn="just">
              <a:spcBef>
                <a:spcPts val="1440"/>
              </a:spcBef>
              <a:buSzPct val="125000"/>
              <a:buFont typeface="Wingdings"/>
              <a:buChar char=""/>
              <a:tabLst>
                <a:tab pos="355600" algn="l"/>
              </a:tabLst>
            </a:pPr>
            <a:r>
              <a:rPr sz="2400" spc="-5" dirty="0">
                <a:latin typeface="Times New Roman"/>
                <a:cs typeface="Times New Roman"/>
              </a:rPr>
              <a:t>Simultaneous transmission </a:t>
            </a:r>
            <a:r>
              <a:rPr sz="2400" dirty="0">
                <a:latin typeface="Times New Roman"/>
                <a:cs typeface="Times New Roman"/>
              </a:rPr>
              <a:t>of </a:t>
            </a:r>
            <a:r>
              <a:rPr sz="2400" spc="-5" dirty="0">
                <a:latin typeface="Times New Roman"/>
                <a:cs typeface="Times New Roman"/>
              </a:rPr>
              <a:t>many </a:t>
            </a:r>
            <a:r>
              <a:rPr sz="2400" dirty="0">
                <a:latin typeface="Times New Roman"/>
                <a:cs typeface="Times New Roman"/>
              </a:rPr>
              <a:t>baseband </a:t>
            </a:r>
            <a:r>
              <a:rPr sz="2400" spc="-5" dirty="0">
                <a:latin typeface="Times New Roman"/>
                <a:cs typeface="Times New Roman"/>
              </a:rPr>
              <a:t>signals over </a:t>
            </a:r>
            <a:r>
              <a:rPr sz="2400" dirty="0">
                <a:latin typeface="Times New Roman"/>
                <a:cs typeface="Times New Roman"/>
              </a:rPr>
              <a:t>a </a:t>
            </a:r>
            <a:r>
              <a:rPr sz="2400" spc="-5" dirty="0">
                <a:latin typeface="Times New Roman"/>
                <a:cs typeface="Times New Roman"/>
              </a:rPr>
              <a:t>common  channel </a:t>
            </a:r>
            <a:r>
              <a:rPr sz="2400" spc="-10" dirty="0">
                <a:latin typeface="Times New Roman"/>
                <a:cs typeface="Times New Roman"/>
              </a:rPr>
              <a:t>will </a:t>
            </a:r>
            <a:r>
              <a:rPr sz="2400" dirty="0">
                <a:latin typeface="Times New Roman"/>
                <a:cs typeface="Times New Roman"/>
              </a:rPr>
              <a:t>result </a:t>
            </a:r>
            <a:r>
              <a:rPr sz="2400" spc="-5" dirty="0">
                <a:latin typeface="Times New Roman"/>
                <a:cs typeface="Times New Roman"/>
              </a:rPr>
              <a:t>into inseparable mixing up </a:t>
            </a:r>
            <a:r>
              <a:rPr sz="2400" spc="-10" dirty="0">
                <a:latin typeface="Times New Roman"/>
                <a:cs typeface="Times New Roman"/>
              </a:rPr>
              <a:t>of </a:t>
            </a:r>
            <a:r>
              <a:rPr sz="2400" dirty="0">
                <a:latin typeface="Times New Roman"/>
                <a:cs typeface="Times New Roman"/>
              </a:rPr>
              <a:t>signals, </a:t>
            </a:r>
            <a:r>
              <a:rPr sz="2400" spc="-5" dirty="0">
                <a:latin typeface="Times New Roman"/>
                <a:cs typeface="Times New Roman"/>
              </a:rPr>
              <a:t>leading </a:t>
            </a:r>
            <a:r>
              <a:rPr sz="2400" dirty="0">
                <a:latin typeface="Times New Roman"/>
                <a:cs typeface="Times New Roman"/>
              </a:rPr>
              <a:t>to  </a:t>
            </a:r>
            <a:r>
              <a:rPr sz="2400" i="1" spc="-5" dirty="0">
                <a:latin typeface="Times New Roman"/>
                <a:cs typeface="Times New Roman"/>
              </a:rPr>
              <a:t>unintelligible</a:t>
            </a:r>
            <a:r>
              <a:rPr sz="2400" i="1" spc="-35" dirty="0">
                <a:latin typeface="Times New Roman"/>
                <a:cs typeface="Times New Roman"/>
              </a:rPr>
              <a:t> </a:t>
            </a:r>
            <a:r>
              <a:rPr sz="2400" i="1" spc="-10" dirty="0">
                <a:latin typeface="Times New Roman"/>
                <a:cs typeface="Times New Roman"/>
              </a:rPr>
              <a:t>reception</a:t>
            </a:r>
            <a:r>
              <a:rPr sz="2400" spc="-1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355600" marR="5715" indent="-342900" algn="just">
              <a:spcBef>
                <a:spcPts val="1445"/>
              </a:spcBef>
              <a:buSzPct val="125000"/>
              <a:buFont typeface="Wingdings"/>
              <a:buChar char=""/>
              <a:tabLst>
                <a:tab pos="355600" algn="l"/>
              </a:tabLst>
            </a:pPr>
            <a:r>
              <a:rPr sz="2400" i="1" dirty="0">
                <a:latin typeface="Times New Roman"/>
                <a:cs typeface="Times New Roman"/>
              </a:rPr>
              <a:t>Mobile </a:t>
            </a:r>
            <a:r>
              <a:rPr sz="2400" i="1" spc="-5" dirty="0">
                <a:latin typeface="Times New Roman"/>
                <a:cs typeface="Times New Roman"/>
              </a:rPr>
              <a:t>communication </a:t>
            </a:r>
            <a:r>
              <a:rPr sz="2400" i="1" spc="-10" dirty="0">
                <a:latin typeface="Times New Roman"/>
                <a:cs typeface="Times New Roman"/>
              </a:rPr>
              <a:t>is </a:t>
            </a:r>
            <a:r>
              <a:rPr sz="2400" i="1" spc="-5" dirty="0">
                <a:latin typeface="Times New Roman"/>
                <a:cs typeface="Times New Roman"/>
              </a:rPr>
              <a:t>almost </a:t>
            </a:r>
            <a:r>
              <a:rPr sz="2400" i="1" dirty="0">
                <a:latin typeface="Times New Roman"/>
                <a:cs typeface="Times New Roman"/>
              </a:rPr>
              <a:t>impossible </a:t>
            </a:r>
            <a:r>
              <a:rPr sz="2400" spc="-5" dirty="0">
                <a:latin typeface="Times New Roman"/>
                <a:cs typeface="Times New Roman"/>
              </a:rPr>
              <a:t>with </a:t>
            </a:r>
            <a:r>
              <a:rPr sz="2400" dirty="0">
                <a:latin typeface="Times New Roman"/>
                <a:cs typeface="Times New Roman"/>
              </a:rPr>
              <a:t>a </a:t>
            </a:r>
            <a:r>
              <a:rPr sz="2400" spc="-5" dirty="0">
                <a:latin typeface="Times New Roman"/>
                <a:cs typeface="Times New Roman"/>
              </a:rPr>
              <a:t>wireline baseband  transmission </a:t>
            </a:r>
            <a:r>
              <a:rPr sz="2400" dirty="0">
                <a:latin typeface="Times New Roman"/>
                <a:cs typeface="Times New Roman"/>
              </a:rPr>
              <a:t>system and </a:t>
            </a:r>
            <a:r>
              <a:rPr sz="2400" spc="-10" dirty="0">
                <a:latin typeface="Times New Roman"/>
                <a:cs typeface="Times New Roman"/>
              </a:rPr>
              <a:t>difficult </a:t>
            </a:r>
            <a:r>
              <a:rPr sz="2400" dirty="0">
                <a:latin typeface="Times New Roman"/>
                <a:cs typeface="Times New Roman"/>
              </a:rPr>
              <a:t>with a </a:t>
            </a:r>
            <a:r>
              <a:rPr sz="2400" spc="-5" dirty="0">
                <a:latin typeface="Times New Roman"/>
                <a:cs typeface="Times New Roman"/>
              </a:rPr>
              <a:t>wireless </a:t>
            </a:r>
            <a:r>
              <a:rPr sz="2400" dirty="0">
                <a:latin typeface="Times New Roman"/>
                <a:cs typeface="Times New Roman"/>
              </a:rPr>
              <a:t>baseband  </a:t>
            </a:r>
            <a:r>
              <a:rPr sz="2400" spc="-5" dirty="0">
                <a:latin typeface="Times New Roman"/>
                <a:cs typeface="Times New Roman"/>
              </a:rPr>
              <a:t>communication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system.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4294967295"/>
          </p:nvPr>
        </p:nvSpPr>
        <p:spPr>
          <a:xfrm>
            <a:off x="10002139" y="6558093"/>
            <a:ext cx="281304" cy="179536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[</a:t>
            </a:r>
            <a:fld id="{81D60167-4931-47E6-BA6A-407CBD079E47}" type="slidenum">
              <a:rPr spc="-5" dirty="0"/>
              <a:pPr marL="12700">
                <a:lnSpc>
                  <a:spcPts val="1425"/>
                </a:lnSpc>
              </a:pPr>
              <a:t>60</a:t>
            </a:fld>
            <a:r>
              <a:rPr dirty="0"/>
              <a:t>]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678939" y="112640"/>
            <a:ext cx="8812530" cy="133478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ts val="3910"/>
              </a:lnSpc>
              <a:spcBef>
                <a:spcPts val="100"/>
              </a:spcBef>
            </a:pPr>
            <a:r>
              <a:rPr spc="-5" dirty="0"/>
              <a:t>Baseband Signal &amp; Baseband</a:t>
            </a:r>
            <a:r>
              <a:rPr spc="55" dirty="0"/>
              <a:t> </a:t>
            </a:r>
            <a:r>
              <a:rPr spc="-5" dirty="0"/>
              <a:t>Communication</a:t>
            </a:r>
          </a:p>
          <a:p>
            <a:pPr marR="142240" algn="r">
              <a:lnSpc>
                <a:spcPts val="2470"/>
              </a:lnSpc>
            </a:pPr>
            <a:r>
              <a:rPr sz="2400" spc="-5" dirty="0"/>
              <a:t>Co</a:t>
            </a:r>
            <a:r>
              <a:rPr sz="2400" spc="-15" dirty="0"/>
              <a:t>n</a:t>
            </a:r>
            <a:r>
              <a:rPr sz="2400" spc="-5" dirty="0"/>
              <a:t>td.</a:t>
            </a:r>
            <a:endParaRPr sz="2400"/>
          </a:p>
        </p:txBody>
      </p:sp>
      <p:sp>
        <p:nvSpPr>
          <p:cNvPr id="5" name="object 5"/>
          <p:cNvSpPr txBox="1"/>
          <p:nvPr/>
        </p:nvSpPr>
        <p:spPr>
          <a:xfrm>
            <a:off x="1602739" y="23876"/>
            <a:ext cx="892937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7861934" algn="l"/>
              </a:tabLst>
            </a:pPr>
            <a:r>
              <a:rPr sz="3000" b="1" i="1" baseline="1388" dirty="0">
                <a:solidFill>
                  <a:srgbClr val="0000FF"/>
                </a:solidFill>
                <a:latin typeface="Times New Roman"/>
                <a:cs typeface="Times New Roman"/>
              </a:rPr>
              <a:t>Module</a:t>
            </a:r>
            <a:r>
              <a:rPr sz="3000" b="1" i="1" spc="-30" baseline="1388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3000" b="1" i="1" baseline="1388" dirty="0">
                <a:solidFill>
                  <a:srgbClr val="0000FF"/>
                </a:solidFill>
                <a:latin typeface="Times New Roman"/>
                <a:cs typeface="Times New Roman"/>
              </a:rPr>
              <a:t>– V	</a:t>
            </a:r>
            <a:r>
              <a:rPr sz="2000" b="1" i="1" spc="-55" dirty="0">
                <a:solidFill>
                  <a:srgbClr val="0000FF"/>
                </a:solidFill>
                <a:latin typeface="Times New Roman"/>
                <a:cs typeface="Times New Roman"/>
              </a:rPr>
              <a:t>Vol.</a:t>
            </a:r>
            <a:r>
              <a:rPr sz="2000" b="1" i="1" spc="-8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0000FF"/>
                </a:solidFill>
                <a:latin typeface="Times New Roman"/>
                <a:cs typeface="Times New Roman"/>
              </a:rPr>
              <a:t>No.-2</a:t>
            </a:r>
            <a:endParaRPr sz="2000">
              <a:latin typeface="Times New Roman"/>
              <a:cs typeface="Times New Roman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2589393C-ACE2-4554-94A3-D81CD2562987}"/>
                  </a:ext>
                </a:extLst>
              </p14:cNvPr>
              <p14:cNvContentPartPr/>
              <p14:nvPr/>
            </p14:nvContentPartPr>
            <p14:xfrm>
              <a:off x="1896840" y="2340720"/>
              <a:ext cx="8524800" cy="263880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2589393C-ACE2-4554-94A3-D81CD256298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87480" y="2331360"/>
                <a:ext cx="8543520" cy="26575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64791" y="914400"/>
            <a:ext cx="8750808" cy="152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602739" y="1087881"/>
            <a:ext cx="8989060" cy="51168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indent="-457200" algn="just">
              <a:spcBef>
                <a:spcPts val="95"/>
              </a:spcBef>
              <a:buFont typeface="Wingdings"/>
              <a:buChar char=""/>
              <a:tabLst>
                <a:tab pos="469900" algn="l"/>
              </a:tabLst>
            </a:pPr>
            <a:r>
              <a:rPr sz="2800" spc="-5" dirty="0">
                <a:solidFill>
                  <a:srgbClr val="0000FF"/>
                </a:solidFill>
                <a:latin typeface="Times New Roman"/>
                <a:cs typeface="Times New Roman"/>
              </a:rPr>
              <a:t>Bandpass Signal &amp; Bandpass</a:t>
            </a:r>
            <a:r>
              <a:rPr sz="2800" spc="-3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0000FF"/>
                </a:solidFill>
                <a:latin typeface="Times New Roman"/>
                <a:cs typeface="Times New Roman"/>
              </a:rPr>
              <a:t>Communication:</a:t>
            </a:r>
            <a:endParaRPr sz="2800">
              <a:latin typeface="Times New Roman"/>
              <a:cs typeface="Times New Roman"/>
            </a:endParaRPr>
          </a:p>
          <a:p>
            <a:pPr marL="355600" marR="5715" indent="-342900" algn="just">
              <a:spcBef>
                <a:spcPts val="725"/>
              </a:spcBef>
              <a:buSzPct val="125000"/>
              <a:buFont typeface="Wingdings"/>
              <a:buChar char=""/>
              <a:tabLst>
                <a:tab pos="355600" algn="l"/>
              </a:tabLst>
            </a:pPr>
            <a:r>
              <a:rPr sz="2400" i="1" dirty="0">
                <a:latin typeface="Times New Roman"/>
                <a:cs typeface="Times New Roman"/>
              </a:rPr>
              <a:t>If the </a:t>
            </a:r>
            <a:r>
              <a:rPr sz="2400" i="1" spc="-10" dirty="0">
                <a:latin typeface="Times New Roman"/>
                <a:cs typeface="Times New Roman"/>
              </a:rPr>
              <a:t>low-frequency </a:t>
            </a:r>
            <a:r>
              <a:rPr sz="2400" i="1" spc="-5" dirty="0">
                <a:latin typeface="Times New Roman"/>
                <a:cs typeface="Times New Roman"/>
              </a:rPr>
              <a:t>baseband </a:t>
            </a:r>
            <a:r>
              <a:rPr sz="2400" i="1" dirty="0">
                <a:latin typeface="Times New Roman"/>
                <a:cs typeface="Times New Roman"/>
              </a:rPr>
              <a:t>signal is </a:t>
            </a:r>
            <a:r>
              <a:rPr sz="2400" i="1" spc="-10" dirty="0">
                <a:latin typeface="Times New Roman"/>
                <a:cs typeface="Times New Roman"/>
              </a:rPr>
              <a:t>impressed </a:t>
            </a:r>
            <a:r>
              <a:rPr sz="2400" i="1" dirty="0">
                <a:latin typeface="Times New Roman"/>
                <a:cs typeface="Times New Roman"/>
              </a:rPr>
              <a:t>upon a </a:t>
            </a:r>
            <a:r>
              <a:rPr sz="2400" i="1" spc="-5" dirty="0">
                <a:latin typeface="Times New Roman"/>
                <a:cs typeface="Times New Roman"/>
              </a:rPr>
              <a:t>fixed </a:t>
            </a:r>
            <a:r>
              <a:rPr sz="2400" i="1" dirty="0">
                <a:latin typeface="Times New Roman"/>
                <a:cs typeface="Times New Roman"/>
              </a:rPr>
              <a:t>high-  </a:t>
            </a:r>
            <a:r>
              <a:rPr sz="2400" i="1" spc="-10" dirty="0">
                <a:latin typeface="Times New Roman"/>
                <a:cs typeface="Times New Roman"/>
              </a:rPr>
              <a:t>frequency </a:t>
            </a:r>
            <a:r>
              <a:rPr sz="2400" i="1" spc="-5" dirty="0">
                <a:latin typeface="Times New Roman"/>
                <a:cs typeface="Times New Roman"/>
              </a:rPr>
              <a:t>analog </a:t>
            </a:r>
            <a:r>
              <a:rPr sz="2400" i="1" dirty="0">
                <a:latin typeface="Times New Roman"/>
                <a:cs typeface="Times New Roman"/>
              </a:rPr>
              <a:t>carrier signal, </a:t>
            </a:r>
            <a:r>
              <a:rPr sz="2400" i="1" spc="-5" dirty="0">
                <a:latin typeface="Times New Roman"/>
                <a:cs typeface="Times New Roman"/>
              </a:rPr>
              <a:t>the </a:t>
            </a:r>
            <a:r>
              <a:rPr sz="2400" b="1" i="1" spc="-5" dirty="0">
                <a:latin typeface="Times New Roman"/>
                <a:cs typeface="Times New Roman"/>
              </a:rPr>
              <a:t>passband signal </a:t>
            </a:r>
            <a:r>
              <a:rPr sz="2400" i="1" spc="-5" dirty="0">
                <a:latin typeface="Times New Roman"/>
                <a:cs typeface="Times New Roman"/>
              </a:rPr>
              <a:t>or </a:t>
            </a:r>
            <a:r>
              <a:rPr sz="2400" b="1" i="1" spc="-5" dirty="0">
                <a:latin typeface="Times New Roman"/>
                <a:cs typeface="Times New Roman"/>
              </a:rPr>
              <a:t>bandpass  signal </a:t>
            </a:r>
            <a:r>
              <a:rPr sz="2400" i="1" dirty="0">
                <a:latin typeface="Times New Roman"/>
                <a:cs typeface="Times New Roman"/>
              </a:rPr>
              <a:t>is</a:t>
            </a:r>
            <a:r>
              <a:rPr sz="2400" i="1" spc="-10" dirty="0">
                <a:latin typeface="Times New Roman"/>
                <a:cs typeface="Times New Roman"/>
              </a:rPr>
              <a:t> produced.</a:t>
            </a:r>
            <a:endParaRPr sz="2400">
              <a:latin typeface="Times New Roman"/>
              <a:cs typeface="Times New Roman"/>
            </a:endParaRPr>
          </a:p>
          <a:p>
            <a:pPr marL="355600" marR="6350" indent="-342900" algn="just">
              <a:spcBef>
                <a:spcPts val="1440"/>
              </a:spcBef>
              <a:buSzPct val="125000"/>
              <a:buFont typeface="Wingdings"/>
              <a:buChar char="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-5" dirty="0">
                <a:latin typeface="Times New Roman"/>
                <a:cs typeface="Times New Roman"/>
              </a:rPr>
              <a:t>bandpass transmission </a:t>
            </a:r>
            <a:r>
              <a:rPr sz="2400" dirty="0">
                <a:latin typeface="Times New Roman"/>
                <a:cs typeface="Times New Roman"/>
              </a:rPr>
              <a:t>is </a:t>
            </a:r>
            <a:r>
              <a:rPr sz="2400" spc="-5" dirty="0">
                <a:latin typeface="Times New Roman"/>
                <a:cs typeface="Times New Roman"/>
              </a:rPr>
              <a:t>generally </a:t>
            </a:r>
            <a:r>
              <a:rPr sz="2400" dirty="0">
                <a:latin typeface="Times New Roman"/>
                <a:cs typeface="Times New Roman"/>
              </a:rPr>
              <a:t>used at high </a:t>
            </a:r>
            <a:r>
              <a:rPr sz="2400" spc="-5" dirty="0">
                <a:latin typeface="Times New Roman"/>
                <a:cs typeface="Times New Roman"/>
              </a:rPr>
              <a:t>frequency  spectrum.</a:t>
            </a:r>
            <a:endParaRPr sz="2400">
              <a:latin typeface="Times New Roman"/>
              <a:cs typeface="Times New Roman"/>
            </a:endParaRPr>
          </a:p>
          <a:p>
            <a:pPr marL="355600" marR="5080" indent="-342900" algn="just">
              <a:spcBef>
                <a:spcPts val="1445"/>
              </a:spcBef>
              <a:buSzPct val="125000"/>
              <a:buFont typeface="Wingdings"/>
              <a:buChar char="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It finds </a:t>
            </a:r>
            <a:r>
              <a:rPr sz="2400" spc="-5" dirty="0">
                <a:latin typeface="Times New Roman"/>
                <a:cs typeface="Times New Roman"/>
              </a:rPr>
              <a:t>application </a:t>
            </a:r>
            <a:r>
              <a:rPr sz="2400" dirty="0">
                <a:latin typeface="Times New Roman"/>
                <a:cs typeface="Times New Roman"/>
              </a:rPr>
              <a:t>for long </a:t>
            </a:r>
            <a:r>
              <a:rPr sz="2400" spc="-5" dirty="0">
                <a:latin typeface="Times New Roman"/>
                <a:cs typeface="Times New Roman"/>
              </a:rPr>
              <a:t>distance communication </a:t>
            </a:r>
            <a:r>
              <a:rPr sz="2400" dirty="0">
                <a:latin typeface="Times New Roman"/>
                <a:cs typeface="Times New Roman"/>
              </a:rPr>
              <a:t>such </a:t>
            </a:r>
            <a:r>
              <a:rPr sz="2400" spc="-5" dirty="0">
                <a:latin typeface="Times New Roman"/>
                <a:cs typeface="Times New Roman"/>
              </a:rPr>
              <a:t>as </a:t>
            </a:r>
            <a:r>
              <a:rPr sz="2400" dirty="0">
                <a:latin typeface="Times New Roman"/>
                <a:cs typeface="Times New Roman"/>
              </a:rPr>
              <a:t>audio  and </a:t>
            </a:r>
            <a:r>
              <a:rPr sz="2400" spc="-5" dirty="0">
                <a:latin typeface="Times New Roman"/>
                <a:cs typeface="Times New Roman"/>
              </a:rPr>
              <a:t>television broadcast, microwave </a:t>
            </a:r>
            <a:r>
              <a:rPr sz="2400" dirty="0">
                <a:latin typeface="Times New Roman"/>
                <a:cs typeface="Times New Roman"/>
              </a:rPr>
              <a:t>and radar </a:t>
            </a:r>
            <a:r>
              <a:rPr sz="2400" spc="-5" dirty="0">
                <a:latin typeface="Times New Roman"/>
                <a:cs typeface="Times New Roman"/>
              </a:rPr>
              <a:t>communications,  satellite transmission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etc.</a:t>
            </a:r>
            <a:endParaRPr sz="2400">
              <a:latin typeface="Times New Roman"/>
              <a:cs typeface="Times New Roman"/>
            </a:endParaRPr>
          </a:p>
          <a:p>
            <a:pPr marL="355600" marR="5715" indent="-342900" algn="just">
              <a:spcBef>
                <a:spcPts val="1440"/>
              </a:spcBef>
              <a:buSzPct val="125000"/>
              <a:buFont typeface="Wingdings"/>
              <a:buChar char=""/>
              <a:tabLst>
                <a:tab pos="355600" algn="l"/>
              </a:tabLst>
            </a:pPr>
            <a:r>
              <a:rPr sz="2400" i="1" dirty="0">
                <a:latin typeface="Times New Roman"/>
                <a:cs typeface="Times New Roman"/>
              </a:rPr>
              <a:t>The </a:t>
            </a:r>
            <a:r>
              <a:rPr sz="2400" i="1" spc="-15" dirty="0">
                <a:latin typeface="Times New Roman"/>
                <a:cs typeface="Times New Roman"/>
              </a:rPr>
              <a:t>electronic </a:t>
            </a:r>
            <a:r>
              <a:rPr sz="2400" i="1" spc="-5" dirty="0">
                <a:latin typeface="Times New Roman"/>
                <a:cs typeface="Times New Roman"/>
              </a:rPr>
              <a:t>communication using modulation </a:t>
            </a:r>
            <a:r>
              <a:rPr sz="2400" i="1" dirty="0">
                <a:latin typeface="Times New Roman"/>
                <a:cs typeface="Times New Roman"/>
              </a:rPr>
              <a:t>to </a:t>
            </a:r>
            <a:r>
              <a:rPr sz="2400" i="1" spc="-5" dirty="0">
                <a:latin typeface="Times New Roman"/>
                <a:cs typeface="Times New Roman"/>
              </a:rPr>
              <a:t>shift the </a:t>
            </a:r>
            <a:r>
              <a:rPr sz="2400" i="1" spc="-15" dirty="0">
                <a:latin typeface="Times New Roman"/>
                <a:cs typeface="Times New Roman"/>
              </a:rPr>
              <a:t>frequency  </a:t>
            </a:r>
            <a:r>
              <a:rPr sz="2400" i="1" spc="-5" dirty="0">
                <a:latin typeface="Times New Roman"/>
                <a:cs typeface="Times New Roman"/>
              </a:rPr>
              <a:t>spectrum </a:t>
            </a:r>
            <a:r>
              <a:rPr sz="2400" i="1" dirty="0">
                <a:latin typeface="Times New Roman"/>
                <a:cs typeface="Times New Roman"/>
              </a:rPr>
              <a:t>of baseband signal to </a:t>
            </a:r>
            <a:r>
              <a:rPr sz="2400" i="1" spc="-5" dirty="0">
                <a:latin typeface="Times New Roman"/>
                <a:cs typeface="Times New Roman"/>
              </a:rPr>
              <a:t>higher </a:t>
            </a:r>
            <a:r>
              <a:rPr sz="2400" i="1" spc="-15" dirty="0">
                <a:latin typeface="Times New Roman"/>
                <a:cs typeface="Times New Roman"/>
              </a:rPr>
              <a:t>frequency </a:t>
            </a:r>
            <a:r>
              <a:rPr sz="2400" i="1" spc="-5" dirty="0">
                <a:latin typeface="Times New Roman"/>
                <a:cs typeface="Times New Roman"/>
              </a:rPr>
              <a:t>spectrum </a:t>
            </a:r>
            <a:r>
              <a:rPr sz="2400" i="1" dirty="0">
                <a:latin typeface="Times New Roman"/>
                <a:cs typeface="Times New Roman"/>
              </a:rPr>
              <a:t>is </a:t>
            </a:r>
            <a:r>
              <a:rPr sz="2400" i="1" spc="-5" dirty="0">
                <a:latin typeface="Times New Roman"/>
                <a:cs typeface="Times New Roman"/>
              </a:rPr>
              <a:t>called as  </a:t>
            </a:r>
            <a:r>
              <a:rPr sz="2400" b="1" i="1" spc="-5" dirty="0">
                <a:latin typeface="Times New Roman"/>
                <a:cs typeface="Times New Roman"/>
              </a:rPr>
              <a:t>Bandpass </a:t>
            </a:r>
            <a:r>
              <a:rPr sz="2400" b="1" i="1" dirty="0">
                <a:latin typeface="Times New Roman"/>
                <a:cs typeface="Times New Roman"/>
              </a:rPr>
              <a:t>Communication </a:t>
            </a:r>
            <a:r>
              <a:rPr sz="2400" i="1" spc="-5" dirty="0">
                <a:latin typeface="Times New Roman"/>
                <a:cs typeface="Times New Roman"/>
              </a:rPr>
              <a:t>or </a:t>
            </a:r>
            <a:r>
              <a:rPr sz="2400" b="1" i="1" spc="-5" dirty="0">
                <a:latin typeface="Times New Roman"/>
                <a:cs typeface="Times New Roman"/>
              </a:rPr>
              <a:t>Carrier</a:t>
            </a:r>
            <a:r>
              <a:rPr sz="2400" b="1" i="1" dirty="0">
                <a:latin typeface="Times New Roman"/>
                <a:cs typeface="Times New Roman"/>
              </a:rPr>
              <a:t> Communication.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4294967295"/>
          </p:nvPr>
        </p:nvSpPr>
        <p:spPr>
          <a:xfrm>
            <a:off x="10002139" y="6558093"/>
            <a:ext cx="281304" cy="179536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[</a:t>
            </a:r>
            <a:fld id="{81D60167-4931-47E6-BA6A-407CBD079E47}" type="slidenum">
              <a:rPr spc="-5" dirty="0"/>
              <a:pPr marL="12700">
                <a:lnSpc>
                  <a:spcPts val="1425"/>
                </a:lnSpc>
              </a:pPr>
              <a:t>61</a:t>
            </a:fld>
            <a:r>
              <a:rPr dirty="0"/>
              <a:t>]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723440" y="-110497"/>
            <a:ext cx="8760460" cy="1367041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Bandpass Signal </a:t>
            </a:r>
            <a:r>
              <a:rPr dirty="0"/>
              <a:t>&amp; </a:t>
            </a:r>
            <a:r>
              <a:rPr spc="-5" dirty="0"/>
              <a:t>Bandpass</a:t>
            </a:r>
            <a:r>
              <a:rPr spc="30" dirty="0"/>
              <a:t> </a:t>
            </a:r>
            <a:r>
              <a:rPr spc="-5" dirty="0"/>
              <a:t>Communication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602739" y="23876"/>
            <a:ext cx="892937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7861934" algn="l"/>
              </a:tabLst>
            </a:pPr>
            <a:r>
              <a:rPr sz="3000" b="1" i="1" baseline="1388" dirty="0">
                <a:solidFill>
                  <a:srgbClr val="0000FF"/>
                </a:solidFill>
                <a:latin typeface="Times New Roman"/>
                <a:cs typeface="Times New Roman"/>
              </a:rPr>
              <a:t>Module</a:t>
            </a:r>
            <a:r>
              <a:rPr sz="3000" b="1" i="1" spc="-30" baseline="1388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3000" b="1" i="1" baseline="1388" dirty="0">
                <a:solidFill>
                  <a:srgbClr val="0000FF"/>
                </a:solidFill>
                <a:latin typeface="Times New Roman"/>
                <a:cs typeface="Times New Roman"/>
              </a:rPr>
              <a:t>– V	</a:t>
            </a:r>
            <a:r>
              <a:rPr sz="2000" b="1" i="1" spc="-55" dirty="0">
                <a:solidFill>
                  <a:srgbClr val="0000FF"/>
                </a:solidFill>
                <a:latin typeface="Times New Roman"/>
                <a:cs typeface="Times New Roman"/>
              </a:rPr>
              <a:t>Vol.</a:t>
            </a:r>
            <a:r>
              <a:rPr sz="2000" b="1" i="1" spc="-8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0000FF"/>
                </a:solidFill>
                <a:latin typeface="Times New Roman"/>
                <a:cs typeface="Times New Roman"/>
              </a:rPr>
              <a:t>No.-2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64791" y="1143000"/>
            <a:ext cx="8750808" cy="152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517444" y="475234"/>
            <a:ext cx="73101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3600" b="1" i="1" spc="-5" dirty="0">
                <a:solidFill>
                  <a:srgbClr val="0000FF"/>
                </a:solidFill>
                <a:latin typeface="Times New Roman"/>
                <a:cs typeface="Times New Roman"/>
              </a:rPr>
              <a:t>Basic Analog Communications</a:t>
            </a:r>
            <a:r>
              <a:rPr sz="3600" b="1" i="1" spc="-10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3600" b="1" i="1" spc="-5" dirty="0">
                <a:solidFill>
                  <a:srgbClr val="0000FF"/>
                </a:solidFill>
                <a:latin typeface="Times New Roman"/>
                <a:cs typeface="Times New Roman"/>
              </a:rPr>
              <a:t>System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65195" y="6134506"/>
            <a:ext cx="4623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latin typeface="Times New Roman"/>
                <a:cs typeface="Times New Roman"/>
              </a:rPr>
              <a:t>Fig.5.2.5 </a:t>
            </a:r>
            <a:r>
              <a:rPr spc="-5" dirty="0">
                <a:latin typeface="Times New Roman"/>
                <a:cs typeface="Times New Roman"/>
              </a:rPr>
              <a:t>[A basic Analog communication</a:t>
            </a:r>
            <a:r>
              <a:rPr spc="-18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system]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581655" y="1655065"/>
            <a:ext cx="7351776" cy="397306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602739" y="23876"/>
            <a:ext cx="8929370" cy="330835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861934" algn="l"/>
              </a:tabLst>
            </a:pPr>
            <a:r>
              <a:rPr sz="3000" baseline="1388" dirty="0"/>
              <a:t>Module</a:t>
            </a:r>
            <a:r>
              <a:rPr sz="3000" spc="-30" baseline="1388" dirty="0"/>
              <a:t> </a:t>
            </a:r>
            <a:r>
              <a:rPr sz="3000" baseline="1388" dirty="0"/>
              <a:t>– V	</a:t>
            </a:r>
            <a:r>
              <a:rPr sz="2000" spc="-55" dirty="0"/>
              <a:t>Vol.</a:t>
            </a:r>
            <a:r>
              <a:rPr sz="2000" spc="-80" dirty="0"/>
              <a:t> </a:t>
            </a:r>
            <a:r>
              <a:rPr sz="2000" dirty="0"/>
              <a:t>No.-2</a:t>
            </a:r>
            <a:endParaRPr sz="200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4294967295"/>
          </p:nvPr>
        </p:nvSpPr>
        <p:spPr>
          <a:xfrm>
            <a:off x="2543963" y="6527680"/>
            <a:ext cx="7327265" cy="24263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12700">
              <a:lnSpc>
                <a:spcPts val="2065"/>
              </a:lnSpc>
            </a:pPr>
            <a:r>
              <a:rPr dirty="0"/>
              <a:t>By: S. </a:t>
            </a:r>
            <a:r>
              <a:rPr spc="-5" dirty="0"/>
              <a:t>K. DASH, Assistant </a:t>
            </a:r>
            <a:r>
              <a:rPr spc="-30" dirty="0"/>
              <a:t>Professor, </a:t>
            </a:r>
            <a:r>
              <a:rPr spc="-5" dirty="0"/>
              <a:t>Department </a:t>
            </a:r>
            <a:r>
              <a:rPr dirty="0"/>
              <a:t>of E.C.E., </a:t>
            </a:r>
            <a:r>
              <a:rPr spc="-35" dirty="0"/>
              <a:t>BIT, </a:t>
            </a:r>
            <a:r>
              <a:rPr spc="-5" dirty="0"/>
              <a:t>Mesra,</a:t>
            </a:r>
            <a:r>
              <a:rPr spc="70" dirty="0"/>
              <a:t> </a:t>
            </a:r>
            <a:r>
              <a:rPr dirty="0"/>
              <a:t>Ranchi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4294967295"/>
          </p:nvPr>
        </p:nvSpPr>
        <p:spPr>
          <a:xfrm>
            <a:off x="10002139" y="6558093"/>
            <a:ext cx="281304" cy="179536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[</a:t>
            </a:r>
            <a:fld id="{81D60167-4931-47E6-BA6A-407CBD079E47}" type="slidenum">
              <a:rPr spc="-5" dirty="0"/>
              <a:pPr marL="12700">
                <a:lnSpc>
                  <a:spcPts val="1425"/>
                </a:lnSpc>
              </a:pPr>
              <a:t>62</a:t>
            </a:fld>
            <a:r>
              <a:rPr dirty="0"/>
              <a:t>]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72D5D4DA-2AC4-45D3-A06D-A62E12F9BF3D}"/>
                  </a:ext>
                </a:extLst>
              </p14:cNvPr>
              <p14:cNvContentPartPr/>
              <p14:nvPr/>
            </p14:nvContentPartPr>
            <p14:xfrm>
              <a:off x="5718960" y="5968440"/>
              <a:ext cx="28800" cy="828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72D5D4DA-2AC4-45D3-A06D-A62E12F9BF3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709600" y="5959080"/>
                <a:ext cx="47520" cy="27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64791" y="1143000"/>
            <a:ext cx="8750808" cy="152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518054" y="456946"/>
            <a:ext cx="72504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3600" b="1" i="1" spc="-5" dirty="0">
                <a:solidFill>
                  <a:srgbClr val="0000FF"/>
                </a:solidFill>
                <a:latin typeface="Times New Roman"/>
                <a:cs typeface="Times New Roman"/>
              </a:rPr>
              <a:t>Basic Digital Communications</a:t>
            </a:r>
            <a:r>
              <a:rPr sz="3600" b="1" i="1" spc="4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3600" b="1" i="1" spc="-5" dirty="0">
                <a:solidFill>
                  <a:srgbClr val="0000FF"/>
                </a:solidFill>
                <a:latin typeface="Times New Roman"/>
                <a:cs typeface="Times New Roman"/>
              </a:rPr>
              <a:t>System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566416" y="1476756"/>
            <a:ext cx="7059168" cy="39151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965194" y="6134506"/>
            <a:ext cx="4597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latin typeface="Times New Roman"/>
                <a:cs typeface="Times New Roman"/>
              </a:rPr>
              <a:t>Fig.5.2.6 </a:t>
            </a:r>
            <a:r>
              <a:rPr spc="-5" dirty="0">
                <a:latin typeface="Times New Roman"/>
                <a:cs typeface="Times New Roman"/>
              </a:rPr>
              <a:t>[A basic </a:t>
            </a:r>
            <a:r>
              <a:rPr dirty="0">
                <a:latin typeface="Times New Roman"/>
                <a:cs typeface="Times New Roman"/>
              </a:rPr>
              <a:t>Digital </a:t>
            </a:r>
            <a:r>
              <a:rPr spc="-5" dirty="0">
                <a:latin typeface="Times New Roman"/>
                <a:cs typeface="Times New Roman"/>
              </a:rPr>
              <a:t>communication</a:t>
            </a:r>
            <a:r>
              <a:rPr spc="-12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system]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4294967295"/>
          </p:nvPr>
        </p:nvSpPr>
        <p:spPr>
          <a:xfrm>
            <a:off x="10002139" y="6558093"/>
            <a:ext cx="281304" cy="179536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[</a:t>
            </a:r>
            <a:fld id="{81D60167-4931-47E6-BA6A-407CBD079E47}" type="slidenum">
              <a:rPr spc="-5" dirty="0"/>
              <a:pPr marL="12700">
                <a:lnSpc>
                  <a:spcPts val="1425"/>
                </a:lnSpc>
              </a:pPr>
              <a:t>63</a:t>
            </a:fld>
            <a:r>
              <a:rPr dirty="0"/>
              <a:t>]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602739" y="23876"/>
            <a:ext cx="8929370" cy="330835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861934" algn="l"/>
              </a:tabLst>
            </a:pPr>
            <a:r>
              <a:rPr sz="3000" baseline="1388" dirty="0"/>
              <a:t>Module</a:t>
            </a:r>
            <a:r>
              <a:rPr sz="3000" spc="-30" baseline="1388" dirty="0"/>
              <a:t> </a:t>
            </a:r>
            <a:r>
              <a:rPr sz="3000" baseline="1388" dirty="0"/>
              <a:t>– V	</a:t>
            </a:r>
            <a:r>
              <a:rPr sz="2000" spc="-55" dirty="0"/>
              <a:t>Vol.</a:t>
            </a:r>
            <a:r>
              <a:rPr sz="2000" spc="-80" dirty="0"/>
              <a:t> </a:t>
            </a:r>
            <a:r>
              <a:rPr sz="2000" dirty="0"/>
              <a:t>No.-2</a:t>
            </a:r>
            <a:endParaRPr sz="200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64791" y="1143000"/>
            <a:ext cx="8750808" cy="152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270375" y="514603"/>
            <a:ext cx="38100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3600" b="1" i="1" dirty="0">
                <a:solidFill>
                  <a:srgbClr val="0000FF"/>
                </a:solidFill>
                <a:latin typeface="Times New Roman"/>
                <a:cs typeface="Times New Roman"/>
              </a:rPr>
              <a:t>A Brief</a:t>
            </a:r>
            <a:r>
              <a:rPr sz="3600" b="1" i="1" spc="-30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3600" b="1" i="1" dirty="0">
                <a:solidFill>
                  <a:srgbClr val="0000FF"/>
                </a:solidFill>
                <a:latin typeface="Times New Roman"/>
                <a:cs typeface="Times New Roman"/>
              </a:rPr>
              <a:t>Comparison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4294967295"/>
          </p:nvPr>
        </p:nvSpPr>
        <p:spPr>
          <a:xfrm>
            <a:off x="10002139" y="6558093"/>
            <a:ext cx="281304" cy="179536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[</a:t>
            </a:r>
            <a:fld id="{81D60167-4931-47E6-BA6A-407CBD079E47}" type="slidenum">
              <a:rPr spc="-5" dirty="0"/>
              <a:pPr marL="12700">
                <a:lnSpc>
                  <a:spcPts val="1425"/>
                </a:lnSpc>
              </a:pPr>
              <a:t>64</a:t>
            </a:fld>
            <a:r>
              <a:rPr dirty="0"/>
              <a:t>]</a:t>
            </a: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822450" y="1441450"/>
          <a:ext cx="8534400" cy="484809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1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2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2452">
                <a:tc>
                  <a:txBody>
                    <a:bodyPr/>
                    <a:lstStyle/>
                    <a:p>
                      <a:pPr marL="189865">
                        <a:lnSpc>
                          <a:spcPts val="2360"/>
                        </a:lnSpc>
                        <a:spcBef>
                          <a:spcPts val="75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Analog Communication</a:t>
                      </a:r>
                      <a:r>
                        <a:rPr sz="2000" b="1" spc="-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System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360"/>
                        </a:lnSpc>
                        <a:spcBef>
                          <a:spcPts val="75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Digital Communication</a:t>
                      </a:r>
                      <a:r>
                        <a:rPr sz="2000" b="1" spc="-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System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25446">
                <a:tc>
                  <a:txBody>
                    <a:bodyPr/>
                    <a:lstStyle/>
                    <a:p>
                      <a:pPr marL="6286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Advantages: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405765" indent="-343535">
                        <a:lnSpc>
                          <a:spcPct val="100000"/>
                        </a:lnSpc>
                        <a:spcBef>
                          <a:spcPts val="360"/>
                        </a:spcBef>
                        <a:buFont typeface="Symbol"/>
                        <a:buChar char=""/>
                        <a:tabLst>
                          <a:tab pos="405765" algn="l"/>
                          <a:tab pos="406400" algn="l"/>
                        </a:tabLst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Smaller</a:t>
                      </a:r>
                      <a:r>
                        <a:rPr sz="2000" b="1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bandwidth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405765" marR="414020" indent="-342900">
                        <a:lnSpc>
                          <a:spcPct val="114999"/>
                        </a:lnSpc>
                        <a:spcBef>
                          <a:spcPts val="5"/>
                        </a:spcBef>
                        <a:buFont typeface="Symbol"/>
                        <a:buChar char=""/>
                        <a:tabLst>
                          <a:tab pos="405765" algn="l"/>
                          <a:tab pos="406400" algn="l"/>
                        </a:tabLst>
                      </a:pPr>
                      <a:r>
                        <a:rPr sz="2000" b="1" spc="-5" dirty="0">
                          <a:latin typeface="Times New Roman"/>
                          <a:cs typeface="Times New Roman"/>
                        </a:rPr>
                        <a:t>Synchronization problem</a:t>
                      </a:r>
                      <a:r>
                        <a:rPr sz="2000" b="1" spc="-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is  </a:t>
                      </a:r>
                      <a:r>
                        <a:rPr sz="2000" b="1" spc="-5" dirty="0">
                          <a:latin typeface="Times New Roman"/>
                          <a:cs typeface="Times New Roman"/>
                        </a:rPr>
                        <a:t>relatively</a:t>
                      </a:r>
                      <a:r>
                        <a:rPr sz="200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5" dirty="0">
                          <a:latin typeface="Times New Roman"/>
                          <a:cs typeface="Times New Roman"/>
                        </a:rPr>
                        <a:t>easier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Advantages: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406400" indent="-343535">
                        <a:lnSpc>
                          <a:spcPct val="100000"/>
                        </a:lnSpc>
                        <a:spcBef>
                          <a:spcPts val="360"/>
                        </a:spcBef>
                        <a:buFont typeface="Symbol"/>
                        <a:buChar char=""/>
                        <a:tabLst>
                          <a:tab pos="406400" algn="l"/>
                          <a:tab pos="407034" algn="l"/>
                        </a:tabLst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Inexpensive digital</a:t>
                      </a:r>
                      <a:r>
                        <a:rPr sz="2000" b="1" spc="-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5" dirty="0">
                          <a:latin typeface="Times New Roman"/>
                          <a:cs typeface="Times New Roman"/>
                        </a:rPr>
                        <a:t>circuits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406400" indent="-343535">
                        <a:lnSpc>
                          <a:spcPct val="100000"/>
                        </a:lnSpc>
                        <a:spcBef>
                          <a:spcPts val="365"/>
                        </a:spcBef>
                        <a:buFont typeface="Symbol"/>
                        <a:buChar char=""/>
                        <a:tabLst>
                          <a:tab pos="406400" algn="l"/>
                          <a:tab pos="407034" algn="l"/>
                        </a:tabLst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Privacy </a:t>
                      </a:r>
                      <a:r>
                        <a:rPr sz="2000" b="1" spc="-5" dirty="0">
                          <a:latin typeface="Times New Roman"/>
                          <a:cs typeface="Times New Roman"/>
                        </a:rPr>
                        <a:t>preserved(data</a:t>
                      </a:r>
                      <a:r>
                        <a:rPr sz="2000" b="1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encryption)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406400" marR="83185" indent="-343535" algn="just">
                        <a:lnSpc>
                          <a:spcPct val="114999"/>
                        </a:lnSpc>
                        <a:buFont typeface="Symbol"/>
                        <a:buChar char=""/>
                        <a:tabLst>
                          <a:tab pos="407034" algn="l"/>
                        </a:tabLst>
                      </a:pPr>
                      <a:r>
                        <a:rPr sz="2000" b="1" spc="5" dirty="0">
                          <a:latin typeface="Times New Roman"/>
                          <a:cs typeface="Times New Roman"/>
                        </a:rPr>
                        <a:t>Can 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merge </a:t>
                      </a:r>
                      <a:r>
                        <a:rPr sz="2000" b="1" spc="-5" dirty="0">
                          <a:latin typeface="Times New Roman"/>
                          <a:cs typeface="Times New Roman"/>
                        </a:rPr>
                        <a:t>different 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data (voice, video,  and data) and transmit over a</a:t>
                      </a:r>
                      <a:r>
                        <a:rPr sz="2000" b="1" spc="-1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common  digital </a:t>
                      </a:r>
                      <a:r>
                        <a:rPr sz="2000" b="1" spc="-5" dirty="0">
                          <a:latin typeface="Times New Roman"/>
                          <a:cs typeface="Times New Roman"/>
                        </a:rPr>
                        <a:t>transmission</a:t>
                      </a:r>
                      <a:r>
                        <a:rPr sz="2000" b="1" spc="-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system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406400" indent="-343535" algn="just">
                        <a:lnSpc>
                          <a:spcPts val="2355"/>
                        </a:lnSpc>
                        <a:spcBef>
                          <a:spcPts val="360"/>
                        </a:spcBef>
                        <a:buFont typeface="Symbol"/>
                        <a:buChar char=""/>
                        <a:tabLst>
                          <a:tab pos="407034" algn="l"/>
                        </a:tabLst>
                      </a:pP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error </a:t>
                      </a:r>
                      <a:r>
                        <a:rPr sz="2000" b="1" spc="-5" dirty="0">
                          <a:latin typeface="Times New Roman"/>
                          <a:cs typeface="Times New Roman"/>
                        </a:rPr>
                        <a:t>correction 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by</a:t>
                      </a:r>
                      <a:r>
                        <a:rPr sz="2000" b="1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coding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74989">
                <a:tc>
                  <a:txBody>
                    <a:bodyPr/>
                    <a:lstStyle/>
                    <a:p>
                      <a:pPr marL="6286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Disadvantages: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405765" indent="-343535">
                        <a:lnSpc>
                          <a:spcPct val="100000"/>
                        </a:lnSpc>
                        <a:spcBef>
                          <a:spcPts val="365"/>
                        </a:spcBef>
                        <a:buFont typeface="Symbol"/>
                        <a:buChar char=""/>
                        <a:tabLst>
                          <a:tab pos="405765" algn="l"/>
                          <a:tab pos="406400" algn="l"/>
                        </a:tabLst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Expensive analog</a:t>
                      </a:r>
                      <a:r>
                        <a:rPr sz="2000" b="1" spc="-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components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405765" indent="-343535">
                        <a:lnSpc>
                          <a:spcPct val="100000"/>
                        </a:lnSpc>
                        <a:spcBef>
                          <a:spcPts val="359"/>
                        </a:spcBef>
                        <a:buFont typeface="Symbol"/>
                        <a:buChar char=""/>
                        <a:tabLst>
                          <a:tab pos="405765" algn="l"/>
                          <a:tab pos="406400" algn="l"/>
                        </a:tabLst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No</a:t>
                      </a: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privacy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405765" indent="-343535">
                        <a:lnSpc>
                          <a:spcPct val="100000"/>
                        </a:lnSpc>
                        <a:spcBef>
                          <a:spcPts val="359"/>
                        </a:spcBef>
                        <a:buFont typeface="Symbol"/>
                        <a:buChar char=""/>
                        <a:tabLst>
                          <a:tab pos="405765" algn="l"/>
                          <a:tab pos="406400" algn="l"/>
                        </a:tabLst>
                      </a:pPr>
                      <a:r>
                        <a:rPr sz="2000" b="1" spc="5" dirty="0">
                          <a:latin typeface="Times New Roman"/>
                          <a:cs typeface="Times New Roman"/>
                        </a:rPr>
                        <a:t>Cannot 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merge data</a:t>
                      </a:r>
                      <a:r>
                        <a:rPr sz="2000" b="1" spc="-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from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405765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2000" b="1" spc="-5" dirty="0">
                          <a:latin typeface="Times New Roman"/>
                          <a:cs typeface="Times New Roman"/>
                        </a:rPr>
                        <a:t>different</a:t>
                      </a:r>
                      <a:r>
                        <a:rPr sz="2000" b="1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5" dirty="0">
                          <a:latin typeface="Times New Roman"/>
                          <a:cs typeface="Times New Roman"/>
                        </a:rPr>
                        <a:t>sources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405765" indent="-343535">
                        <a:lnSpc>
                          <a:spcPts val="2350"/>
                        </a:lnSpc>
                        <a:spcBef>
                          <a:spcPts val="360"/>
                        </a:spcBef>
                        <a:buFont typeface="Symbol"/>
                        <a:buChar char=""/>
                        <a:tabLst>
                          <a:tab pos="405765" algn="l"/>
                          <a:tab pos="406400" algn="l"/>
                        </a:tabLst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No </a:t>
                      </a: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error </a:t>
                      </a:r>
                      <a:r>
                        <a:rPr sz="2000" b="1" spc="-5" dirty="0">
                          <a:latin typeface="Times New Roman"/>
                          <a:cs typeface="Times New Roman"/>
                        </a:rPr>
                        <a:t>correction</a:t>
                      </a:r>
                      <a:r>
                        <a:rPr sz="2000" b="1" spc="-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capability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Disadvantages: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406400" indent="-343535">
                        <a:lnSpc>
                          <a:spcPct val="100000"/>
                        </a:lnSpc>
                        <a:spcBef>
                          <a:spcPts val="365"/>
                        </a:spcBef>
                        <a:buFont typeface="Symbol"/>
                        <a:buChar char=""/>
                        <a:tabLst>
                          <a:tab pos="406400" algn="l"/>
                          <a:tab pos="407034" algn="l"/>
                        </a:tabLst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Larger</a:t>
                      </a:r>
                      <a:r>
                        <a:rPr sz="2000" b="1" spc="4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bandwidth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406400" marR="255904" indent="-343535">
                        <a:lnSpc>
                          <a:spcPct val="114999"/>
                        </a:lnSpc>
                        <a:buFont typeface="Symbol"/>
                        <a:buChar char=""/>
                        <a:tabLst>
                          <a:tab pos="406400" algn="l"/>
                          <a:tab pos="407034" algn="l"/>
                        </a:tabLst>
                      </a:pPr>
                      <a:r>
                        <a:rPr sz="2000" b="1" spc="-5" dirty="0">
                          <a:latin typeface="Times New Roman"/>
                          <a:cs typeface="Times New Roman"/>
                        </a:rPr>
                        <a:t>Synchronization problem 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2000" b="1" spc="-1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5" dirty="0">
                          <a:latin typeface="Times New Roman"/>
                          <a:cs typeface="Times New Roman"/>
                        </a:rPr>
                        <a:t>relatively  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difficult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602739" y="19559"/>
            <a:ext cx="1253490" cy="330835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/>
              <a:t>Module –</a:t>
            </a:r>
            <a:r>
              <a:rPr sz="2000" spc="-100" dirty="0"/>
              <a:t> </a:t>
            </a:r>
            <a:r>
              <a:rPr sz="2000" dirty="0"/>
              <a:t>V</a:t>
            </a:r>
            <a:endParaRPr sz="2000"/>
          </a:p>
        </p:txBody>
      </p:sp>
      <p:sp>
        <p:nvSpPr>
          <p:cNvPr id="6" name="object 6"/>
          <p:cNvSpPr txBox="1"/>
          <p:nvPr/>
        </p:nvSpPr>
        <p:spPr>
          <a:xfrm>
            <a:off x="9452609" y="23876"/>
            <a:ext cx="107950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b="1" i="1" spc="-55" dirty="0">
                <a:solidFill>
                  <a:srgbClr val="0000FF"/>
                </a:solidFill>
                <a:latin typeface="Times New Roman"/>
                <a:cs typeface="Times New Roman"/>
              </a:rPr>
              <a:t>Vol.</a:t>
            </a:r>
            <a:r>
              <a:rPr sz="2000" b="1" i="1" spc="-8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0000FF"/>
                </a:solidFill>
                <a:latin typeface="Times New Roman"/>
                <a:cs typeface="Times New Roman"/>
              </a:rPr>
              <a:t>No.-2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1" y="6476999"/>
            <a:ext cx="380999" cy="3809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764791" y="1143000"/>
            <a:ext cx="8750808" cy="1524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1559051" y="1618489"/>
            <a:ext cx="9107170" cy="3809365"/>
            <a:chOff x="35051" y="1618488"/>
            <a:chExt cx="9107170" cy="3809365"/>
          </a:xfrm>
        </p:grpSpPr>
        <p:sp>
          <p:nvSpPr>
            <p:cNvPr id="5" name="object 5"/>
            <p:cNvSpPr/>
            <p:nvPr/>
          </p:nvSpPr>
          <p:spPr>
            <a:xfrm>
              <a:off x="35051" y="3867911"/>
              <a:ext cx="9106662" cy="1559814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29996" y="1618488"/>
              <a:ext cx="7997190" cy="155981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930396" y="2941320"/>
              <a:ext cx="1212354" cy="1239773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792325" y="1734058"/>
            <a:ext cx="8531860" cy="318741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25805" marR="719455" algn="ctr">
              <a:spcBef>
                <a:spcPts val="95"/>
              </a:spcBef>
            </a:pPr>
            <a:r>
              <a:rPr sz="2800" spc="-10" dirty="0">
                <a:latin typeface="Times New Roman"/>
                <a:cs typeface="Times New Roman"/>
              </a:rPr>
              <a:t>An </a:t>
            </a:r>
            <a:r>
              <a:rPr sz="2800" b="1" i="1" spc="-5" dirty="0">
                <a:solidFill>
                  <a:srgbClr val="0000FF"/>
                </a:solidFill>
                <a:latin typeface="Times New Roman"/>
                <a:cs typeface="Times New Roman"/>
              </a:rPr>
              <a:t>analog communication system </a:t>
            </a:r>
            <a:r>
              <a:rPr sz="2800" spc="-5" dirty="0">
                <a:latin typeface="Times New Roman"/>
                <a:cs typeface="Times New Roman"/>
              </a:rPr>
              <a:t>should deliver  the </a:t>
            </a:r>
            <a:r>
              <a:rPr sz="2800" dirty="0">
                <a:latin typeface="Times New Roman"/>
                <a:cs typeface="Times New Roman"/>
              </a:rPr>
              <a:t>signal </a:t>
            </a:r>
            <a:r>
              <a:rPr sz="2800" spc="-5" dirty="0">
                <a:latin typeface="Times New Roman"/>
                <a:cs typeface="Times New Roman"/>
              </a:rPr>
              <a:t>with a specified </a:t>
            </a:r>
            <a:r>
              <a:rPr sz="2800" b="1" i="1" spc="-5" dirty="0">
                <a:solidFill>
                  <a:srgbClr val="0000FF"/>
                </a:solidFill>
                <a:latin typeface="Times New Roman"/>
                <a:cs typeface="Times New Roman"/>
              </a:rPr>
              <a:t>degree of</a:t>
            </a:r>
            <a:r>
              <a:rPr sz="2800" b="1" i="1" spc="-2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800" b="1" i="1" spc="-5" dirty="0">
                <a:solidFill>
                  <a:srgbClr val="0000FF"/>
                </a:solidFill>
                <a:latin typeface="Times New Roman"/>
                <a:cs typeface="Times New Roman"/>
              </a:rPr>
              <a:t>Fidelity</a:t>
            </a:r>
            <a:r>
              <a:rPr sz="2800" i="1" spc="-5" dirty="0">
                <a:latin typeface="Times New Roman"/>
                <a:cs typeface="Times New Roman"/>
              </a:rPr>
              <a:t>.</a:t>
            </a:r>
            <a:endParaRPr sz="2800">
              <a:latin typeface="Times New Roman"/>
              <a:cs typeface="Times New Roman"/>
            </a:endParaRPr>
          </a:p>
          <a:p>
            <a:pPr>
              <a:spcBef>
                <a:spcPts val="50"/>
              </a:spcBef>
            </a:pPr>
            <a:endParaRPr sz="3250">
              <a:latin typeface="Times New Roman"/>
              <a:cs typeface="Times New Roman"/>
            </a:endParaRPr>
          </a:p>
          <a:p>
            <a:pPr marR="306705" algn="ctr">
              <a:spcBef>
                <a:spcPts val="5"/>
              </a:spcBef>
            </a:pPr>
            <a:r>
              <a:rPr sz="3200" b="1" spc="5" dirty="0">
                <a:latin typeface="Times New Roman"/>
                <a:cs typeface="Times New Roman"/>
              </a:rPr>
              <a:t>&amp;</a:t>
            </a:r>
            <a:endParaRPr sz="3200">
              <a:latin typeface="Times New Roman"/>
              <a:cs typeface="Times New Roman"/>
            </a:endParaRPr>
          </a:p>
          <a:p>
            <a:pPr>
              <a:spcBef>
                <a:spcPts val="30"/>
              </a:spcBef>
            </a:pPr>
            <a:endParaRPr sz="2900">
              <a:latin typeface="Times New Roman"/>
              <a:cs typeface="Times New Roman"/>
            </a:endParaRPr>
          </a:p>
          <a:p>
            <a:pPr marL="12700" marR="5080" indent="-1270" algn="ctr"/>
            <a:r>
              <a:rPr sz="2800" spc="-5" dirty="0">
                <a:latin typeface="Times New Roman"/>
                <a:cs typeface="Times New Roman"/>
              </a:rPr>
              <a:t>A </a:t>
            </a:r>
            <a:r>
              <a:rPr sz="2800" b="1" i="1" dirty="0">
                <a:solidFill>
                  <a:srgbClr val="0000FF"/>
                </a:solidFill>
                <a:latin typeface="Times New Roman"/>
                <a:cs typeface="Times New Roman"/>
              </a:rPr>
              <a:t>digital </a:t>
            </a:r>
            <a:r>
              <a:rPr sz="2800" b="1" i="1" spc="-5" dirty="0">
                <a:solidFill>
                  <a:srgbClr val="0000FF"/>
                </a:solidFill>
                <a:latin typeface="Times New Roman"/>
                <a:cs typeface="Times New Roman"/>
              </a:rPr>
              <a:t>communication system </a:t>
            </a:r>
            <a:r>
              <a:rPr sz="2800" spc="-5" dirty="0">
                <a:latin typeface="Times New Roman"/>
                <a:cs typeface="Times New Roman"/>
              </a:rPr>
              <a:t>should deliver data with a  specified </a:t>
            </a:r>
            <a:r>
              <a:rPr sz="2800" b="1" i="1" spc="-5" dirty="0">
                <a:solidFill>
                  <a:srgbClr val="0000FF"/>
                </a:solidFill>
                <a:latin typeface="Times New Roman"/>
                <a:cs typeface="Times New Roman"/>
              </a:rPr>
              <a:t>degree of Accuracy </a:t>
            </a:r>
            <a:r>
              <a:rPr sz="2800" spc="-5" dirty="0">
                <a:latin typeface="Times New Roman"/>
                <a:cs typeface="Times New Roman"/>
              </a:rPr>
              <a:t>in a specified amount of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time</a:t>
            </a:r>
            <a:r>
              <a:rPr sz="2800" i="1" spc="-5" dirty="0">
                <a:latin typeface="Times New Roman"/>
                <a:cs typeface="Times New Roman"/>
              </a:rPr>
              <a:t>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xfrm>
            <a:off x="8478139" y="6549754"/>
            <a:ext cx="281304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1425"/>
              </a:lnSpc>
            </a:pPr>
            <a:r>
              <a:rPr lang="en-IN"/>
              <a:t>[</a:t>
            </a:r>
            <a:fld id="{81D60167-4931-47E6-BA6A-407CBD079E47}" type="slidenum">
              <a:rPr spc="-5" smtClean="0"/>
              <a:pPr marL="12700">
                <a:lnSpc>
                  <a:spcPts val="1425"/>
                </a:lnSpc>
              </a:pPr>
              <a:t>65</a:t>
            </a:fld>
            <a:r>
              <a:t>]</a:t>
            </a:r>
            <a:endParaRPr dirty="0"/>
          </a:p>
        </p:txBody>
      </p:sp>
      <p:sp>
        <p:nvSpPr>
          <p:cNvPr id="9" name="object 9"/>
          <p:cNvSpPr txBox="1"/>
          <p:nvPr/>
        </p:nvSpPr>
        <p:spPr>
          <a:xfrm>
            <a:off x="1602739" y="19559"/>
            <a:ext cx="125349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b="1" i="1" dirty="0">
                <a:solidFill>
                  <a:srgbClr val="0000FF"/>
                </a:solidFill>
                <a:latin typeface="Times New Roman"/>
                <a:cs typeface="Times New Roman"/>
              </a:rPr>
              <a:t>Module –</a:t>
            </a:r>
            <a:r>
              <a:rPr sz="2000" b="1" i="1" spc="-10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0000FF"/>
                </a:solidFill>
                <a:latin typeface="Times New Roman"/>
                <a:cs typeface="Times New Roman"/>
              </a:rPr>
              <a:t>V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452609" y="23876"/>
            <a:ext cx="107950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b="1" i="1" spc="-55" dirty="0">
                <a:solidFill>
                  <a:srgbClr val="0000FF"/>
                </a:solidFill>
                <a:latin typeface="Times New Roman"/>
                <a:cs typeface="Times New Roman"/>
              </a:rPr>
              <a:t>Vol.</a:t>
            </a:r>
            <a:r>
              <a:rPr sz="2000" b="1" i="1" spc="-8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solidFill>
                  <a:srgbClr val="0000FF"/>
                </a:solidFill>
                <a:latin typeface="Times New Roman"/>
                <a:cs typeface="Times New Roman"/>
              </a:rPr>
              <a:t>No.-2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D5A9B30095FBE4DBF87005A6F15244E" ma:contentTypeVersion="2" ma:contentTypeDescription="Create a new document." ma:contentTypeScope="" ma:versionID="394c0588db4c74b93abab7d9b09bba50">
  <xsd:schema xmlns:xsd="http://www.w3.org/2001/XMLSchema" xmlns:xs="http://www.w3.org/2001/XMLSchema" xmlns:p="http://schemas.microsoft.com/office/2006/metadata/properties" xmlns:ns2="91a3a9aa-4352-4e1d-89f7-38dd1103c51e" targetNamespace="http://schemas.microsoft.com/office/2006/metadata/properties" ma:root="true" ma:fieldsID="9a12efb6747b5efa58ef1bb966178ebf" ns2:_="">
    <xsd:import namespace="91a3a9aa-4352-4e1d-89f7-38dd1103c51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a3a9aa-4352-4e1d-89f7-38dd1103c51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31B2664-7EA6-4A08-B1EF-BBE4C531AB86}">
  <ds:schemaRefs>
    <ds:schemaRef ds:uri="http://www.w3.org/XML/1998/namespace"/>
    <ds:schemaRef ds:uri="http://schemas.microsoft.com/office/infopath/2007/PartnerControls"/>
    <ds:schemaRef ds:uri="http://purl.org/dc/dcmitype/"/>
    <ds:schemaRef ds:uri="http://schemas.openxmlformats.org/package/2006/metadata/core-properties"/>
    <ds:schemaRef ds:uri="http://purl.org/dc/elements/1.1/"/>
    <ds:schemaRef ds:uri="http://schemas.microsoft.com/office/2006/documentManagement/types"/>
    <ds:schemaRef ds:uri="http://schemas.microsoft.com/office/2006/metadata/properties"/>
    <ds:schemaRef ds:uri="0009126c-156c-4338-ac4f-ccd27535d971"/>
    <ds:schemaRef ds:uri="617f3f76-50ac-4696-9254-c233a7272d3d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068161ED-53D4-47CD-8B38-52AE80860A6F}"/>
</file>

<file path=customXml/itemProps3.xml><?xml version="1.0" encoding="utf-8"?>
<ds:datastoreItem xmlns:ds="http://schemas.openxmlformats.org/officeDocument/2006/customXml" ds:itemID="{3BA4D89D-26AC-478F-988A-0919B249D0F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10590</TotalTime>
  <Words>5922</Words>
  <Application>Microsoft Office PowerPoint</Application>
  <PresentationFormat>Widescreen</PresentationFormat>
  <Paragraphs>779</Paragraphs>
  <Slides>65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65</vt:i4>
      </vt:variant>
    </vt:vector>
  </HeadingPairs>
  <TitlesOfParts>
    <vt:vector size="75" baseType="lpstr">
      <vt:lpstr>Arial</vt:lpstr>
      <vt:lpstr>Arial Narrow</vt:lpstr>
      <vt:lpstr>Calibri</vt:lpstr>
      <vt:lpstr>Calibri Light</vt:lpstr>
      <vt:lpstr>DejaVu Sans Condensed</vt:lpstr>
      <vt:lpstr>Rockwell</vt:lpstr>
      <vt:lpstr>Symbol</vt:lpstr>
      <vt:lpstr>Times New Roman</vt:lpstr>
      <vt:lpstr>Wingdings</vt:lpstr>
      <vt:lpstr>Office Theme</vt:lpstr>
      <vt:lpstr>EC-101 Basics of Electronics &amp; Communication Engineering</vt:lpstr>
      <vt:lpstr>PowerPoint Presentation</vt:lpstr>
      <vt:lpstr>Introduction To Communication</vt:lpstr>
      <vt:lpstr>Introduction To Communication contd.</vt:lpstr>
      <vt:lpstr>Introduction To Communication contd.</vt:lpstr>
      <vt:lpstr>Introduction To Communication contd.</vt:lpstr>
      <vt:lpstr>Introduction To Communication contd.</vt:lpstr>
      <vt:lpstr>Introduction To Communication contd.</vt:lpstr>
      <vt:lpstr>Introduction To Communication contd.</vt:lpstr>
      <vt:lpstr>Introduction To Communication contd.</vt:lpstr>
      <vt:lpstr>Introduction To Communication contd.</vt:lpstr>
      <vt:lpstr>Introduction To Communication contd.</vt:lpstr>
      <vt:lpstr>Introduction To Communication contd.</vt:lpstr>
      <vt:lpstr>Introduction To Communication contd.</vt:lpstr>
      <vt:lpstr>Introduction To Communication contd.</vt:lpstr>
      <vt:lpstr>Introduction To Communication contd.</vt:lpstr>
      <vt:lpstr>Introduction To Communication contd.</vt:lpstr>
      <vt:lpstr>Introduction To Communication contd.</vt:lpstr>
      <vt:lpstr>Introduction To Communication contd.</vt:lpstr>
      <vt:lpstr>Module – V Vol. No.-1 Introduction To Communication contd.</vt:lpstr>
      <vt:lpstr>Module – IV Vol. No.-1 Introduction To Communication contd.</vt:lpstr>
      <vt:lpstr>Introduction To Communication contd.</vt:lpstr>
      <vt:lpstr>Introduction To Communication contd.</vt:lpstr>
      <vt:lpstr>Introduction To Communication contd.</vt:lpstr>
      <vt:lpstr>Introduction To Communication contd.</vt:lpstr>
      <vt:lpstr>Introduction To Communication contd.</vt:lpstr>
      <vt:lpstr>Introduction To Communication contd.</vt:lpstr>
      <vt:lpstr>Introduction To Communication contd.</vt:lpstr>
      <vt:lpstr>Introduction To Communication contd.</vt:lpstr>
      <vt:lpstr>Introduction To Communication contd.</vt:lpstr>
      <vt:lpstr>Introduction To Communication contd.</vt:lpstr>
      <vt:lpstr>Introduction To Communication contd.</vt:lpstr>
      <vt:lpstr>Introduction To Communication contd.</vt:lpstr>
      <vt:lpstr>Communication System Classification</vt:lpstr>
      <vt:lpstr>Communication System Classification</vt:lpstr>
      <vt:lpstr>Communication System Classification contd.</vt:lpstr>
      <vt:lpstr>Communication System Classification contd.</vt:lpstr>
      <vt:lpstr>Communication System Classification contd.</vt:lpstr>
      <vt:lpstr>Modes of Communication</vt:lpstr>
      <vt:lpstr>Modes of Communication contd.</vt:lpstr>
      <vt:lpstr>Modes of Communication contd.</vt:lpstr>
      <vt:lpstr>Signal radiation and propagation</vt:lpstr>
      <vt:lpstr>Signal radiation and propagation contd.</vt:lpstr>
      <vt:lpstr>Signal radiation and propagation contd.</vt:lpstr>
      <vt:lpstr>Introduction To Modulation</vt:lpstr>
      <vt:lpstr>Introduction To Modulation contd.</vt:lpstr>
      <vt:lpstr>Introduction To Modulation contd.</vt:lpstr>
      <vt:lpstr>Introduction To Modulation contd.</vt:lpstr>
      <vt:lpstr>Introduction To Modulation contd.</vt:lpstr>
      <vt:lpstr>Introduction To Modulation contd.</vt:lpstr>
      <vt:lpstr>Introduction To Modulation contd.</vt:lpstr>
      <vt:lpstr>Introduction To Modulation contd.</vt:lpstr>
      <vt:lpstr>Introduction To Modulation contd.</vt:lpstr>
      <vt:lpstr>Introduction To Modulation contd.</vt:lpstr>
      <vt:lpstr>Introduction To Modulation contd.</vt:lpstr>
      <vt:lpstr>Introduction To Modulation contd.</vt:lpstr>
      <vt:lpstr>Introduction To Modulation contd.</vt:lpstr>
      <vt:lpstr>Baseband Signal &amp; Baseband Communication</vt:lpstr>
      <vt:lpstr>Baseband Signal &amp; Baseband Communication Contd.</vt:lpstr>
      <vt:lpstr>Baseband Signal &amp; Baseband Communication Contd.</vt:lpstr>
      <vt:lpstr>Bandpass Signal &amp; Bandpass Communication</vt:lpstr>
      <vt:lpstr>Module – V Vol. No.-2</vt:lpstr>
      <vt:lpstr>Module – V Vol. No.-2</vt:lpstr>
      <vt:lpstr>Module – V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EC-518 Advanced Instrumentation System</dc:title>
  <dc:creator>Ece Mesra 4</dc:creator>
  <cp:lastModifiedBy>Priyank Saxena</cp:lastModifiedBy>
  <cp:revision>323</cp:revision>
  <dcterms:created xsi:type="dcterms:W3CDTF">2020-10-13T05:04:11Z</dcterms:created>
  <dcterms:modified xsi:type="dcterms:W3CDTF">2022-03-23T09:54:07Z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0x010100ED5A9B30095FBE4DBF87005A6F15244E</vt:lpwstr>
  </property>
</Properties>
</file>