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303" r:id="rId6"/>
    <p:sldId id="259" r:id="rId7"/>
    <p:sldId id="258"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7" r:id="rId23"/>
    <p:sldId id="274" r:id="rId24"/>
    <p:sldId id="275" r:id="rId25"/>
    <p:sldId id="276" r:id="rId26"/>
    <p:sldId id="278" r:id="rId27"/>
    <p:sldId id="279" r:id="rId28"/>
    <p:sldId id="280" r:id="rId29"/>
    <p:sldId id="281"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300" r:id="rId47"/>
    <p:sldId id="301" r:id="rId48"/>
    <p:sldId id="299" r:id="rId49"/>
    <p:sldId id="302"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4" r:id="rId70"/>
    <p:sldId id="323"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8" r:id="rId94"/>
    <p:sldId id="347" r:id="rId95"/>
    <p:sldId id="349" r:id="rId96"/>
    <p:sldId id="350" r:id="rId97"/>
    <p:sldId id="351" r:id="rId98"/>
    <p:sldId id="352" r:id="rId99"/>
    <p:sldId id="353" r:id="rId100"/>
    <p:sldId id="354" r:id="rId101"/>
    <p:sldId id="355" r:id="rId102"/>
    <p:sldId id="356" r:id="rId103"/>
    <p:sldId id="357" r:id="rId104"/>
    <p:sldId id="358" r:id="rId105"/>
    <p:sldId id="359" r:id="rId1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1C7113-A8F8-4000-9D77-B2B1BEE40472}" v="281" dt="2022-07-21T19:36:32.150"/>
    <p1510:client id="{12DF952E-918C-4722-B7ED-D91C40297471}" v="4" dt="2022-07-22T00:28:14.590"/>
    <p1510:client id="{14B1D308-C338-46CB-B190-27D29FE6C201}" v="12" dt="2022-07-21T21:08:34.234"/>
    <p1510:client id="{1A17D786-A934-43C1-BFB8-C971AB04F9DA}" v="7" dt="2022-07-21T15:15:15.647"/>
    <p1510:client id="{1B7EA512-0390-4BA5-B9BC-6915124B64BD}" v="1" dt="2022-07-03T15:33:49.513"/>
    <p1510:client id="{217DAB71-EEFD-4A52-BDAD-C4B0A2DE1F82}" v="1" dt="2022-07-21T13:32:43.761"/>
    <p1510:client id="{22252DD6-F857-4FF8-9875-852582E72D88}" v="32" dt="2022-07-21T19:30:03.845"/>
    <p1510:client id="{26C166A7-E017-4EF3-9F4A-515B75827CF5}" v="3" dt="2022-07-21T18:39:07.133"/>
    <p1510:client id="{27139E3D-17A3-48A8-8238-59F7DEACAE28}" v="5" dt="2022-07-21T16:11:13.708"/>
    <p1510:client id="{276ECF25-DC1B-443E-AC55-26083B513685}" v="3" dt="2022-07-02T23:03:47.245"/>
    <p1510:client id="{29C67F1D-99A3-43D7-9843-02F8363C3636}" v="1" dt="2022-06-28T14:30:34.197"/>
    <p1510:client id="{2D4101F4-85AB-431C-840C-7BFA5626453B}" v="1" dt="2022-05-06T02:24:46.574"/>
    <p1510:client id="{362FF9C8-0CCA-43F3-9140-A2C141704430}" v="2" dt="2022-07-11T11:26:34.150"/>
    <p1510:client id="{388744A0-1665-4573-A660-223788CBBB61}" v="5" dt="2022-07-02T06:46:57.378"/>
    <p1510:client id="{3A16B89C-C230-4DCB-9BB5-243A51D5E138}" v="300" dt="2022-07-21T20:44:25.312"/>
    <p1510:client id="{3F33AF2B-062C-4C2D-BCAE-815045E609CB}" v="33" dt="2022-07-21T17:41:20.400"/>
    <p1510:client id="{41412A84-7242-4DB6-A88C-33B59321957F}" v="3" dt="2022-07-04T04:18:46.902"/>
    <p1510:client id="{43B1D9E7-BB6B-47FF-9118-9B1924B71A9D}" v="1" dt="2022-07-02T05:09:49.479"/>
    <p1510:client id="{4CDF46DD-7110-4F1E-931C-1FF81E04E372}" v="907" dt="2022-07-21T15:07:04.435"/>
    <p1510:client id="{4FC08083-06EB-42FE-955C-9634DC0AA8CC}" v="2" dt="2022-07-22T01:40:54.515"/>
    <p1510:client id="{5A73870A-A9CC-456C-B8E8-894EE9E2EA6F}" v="1" dt="2022-04-29T20:10:14.200"/>
    <p1510:client id="{5E3AEB69-CF48-40B8-AADD-8BEACDD4B7AE}" v="1" dt="2022-05-09T12:59:42.068"/>
    <p1510:client id="{5E8E458C-BB2E-4FD8-B635-E9A546582893}" v="1" dt="2022-07-21T18:45:22.635"/>
    <p1510:client id="{5FFDAA9C-9766-7381-BC55-C9FB56819C65}" v="4" dt="2022-07-10T13:03:44.597"/>
    <p1510:client id="{62734808-4224-4531-B802-14D2A915BEFD}" v="16" dt="2022-07-21T14:58:02.114"/>
    <p1510:client id="{62F2EE2D-1B67-47D1-9977-2FB785BF901C}" v="3" dt="2022-07-21T14:25:52.942"/>
    <p1510:client id="{6C1466E2-D114-4D06-83E5-E41C060ABEC8}" v="132" dt="2022-07-21T19:24:59.430"/>
    <p1510:client id="{6E843276-02FE-4107-86D4-6A5A4492CB56}" v="8" dt="2022-07-21T16:39:29.943"/>
    <p1510:client id="{75D4E20D-A14C-4958-9B9B-0751A134B156}" v="1" dt="2022-07-21T13:36:29.144"/>
    <p1510:client id="{7CC2ADBD-1806-4837-BD84-CE007B869097}" v="7" dt="2022-07-21T12:14:50.069"/>
    <p1510:client id="{80EB60AF-B9F9-4656-91AA-4CCC2391DB16}" v="2" dt="2022-07-11T23:39:56.202"/>
    <p1510:client id="{8110B14C-0091-4681-83E5-50DF7A8C58D0}" v="37" dt="2022-07-21T21:53:45.065"/>
    <p1510:client id="{8317B103-1AC8-4C45-9530-2F7A1E5451D5}" v="1" dt="2022-07-21T16:38:34.720"/>
    <p1510:client id="{91CF4EFE-B917-41EA-9443-87F71E71FE11}" v="1" dt="2022-07-02T04:06:01.774"/>
    <p1510:client id="{9723FCA5-15E1-44FE-A1F7-BC7C4270317F}" v="1" dt="2022-07-21T20:16:05.756"/>
    <p1510:client id="{A1732319-B0C6-43C6-992A-63A7CDEA58C4}" v="3" dt="2022-07-21T23:28:20.836"/>
    <p1510:client id="{A5293B08-16FF-40BD-8A21-C4A1A7F5CC00}" v="2" dt="2022-07-04T17:01:15.888"/>
    <p1510:client id="{A898DB67-884A-4C67-9553-C24A8FA99FC6}" v="1" dt="2022-07-04T05:16:44.519"/>
    <p1510:client id="{B4EDBFEB-AEAB-4333-B843-883B0A6B18C1}" v="2" dt="2022-07-02T05:36:28.328"/>
    <p1510:client id="{BB8781D5-CA52-4A28-A81A-9F7832848422}" v="11" dt="2022-07-21T19:28:05.842"/>
    <p1510:client id="{BC96A6A0-23CE-4E21-9797-FC42BCE34E5C}" v="2" dt="2022-07-21T17:41:27.600"/>
    <p1510:client id="{C0DF9F7B-21B6-4E5B-A7C1-85C2DC9EAE58}" v="2" dt="2022-05-05T19:16:45.106"/>
    <p1510:client id="{C1002B03-A26E-462A-BCAE-1B32D34B83A7}" v="1" dt="2022-06-21T13:52:28.320"/>
    <p1510:client id="{C32B2742-6736-4D64-B4E7-71FDFC56D404}" v="1" dt="2022-07-21T14:06:14.379"/>
    <p1510:client id="{C4FEC693-A746-4185-A715-EAC820595792}" v="1" dt="2022-07-22T01:39:47.399"/>
    <p1510:client id="{D532F8F6-810D-4F29-9FE6-67E0DBD8A3F2}" v="2" dt="2022-07-01T18:57:24.995"/>
    <p1510:client id="{D77FB143-A0AC-4474-AA05-30C4E5CD4587}" v="2" dt="2022-07-21T17:56:57.760"/>
    <p1510:client id="{DA6AD6A6-D67B-4C73-BAFB-7721DCAC092F}" v="102" dt="2022-07-21T17:31:00.312"/>
    <p1510:client id="{DCA6D563-83C4-4CE9-9875-49B1CAE6C129}" v="18" dt="2022-07-06T17:20:52.108"/>
    <p1510:client id="{E0520D30-5AF1-4C2B-84CA-C798ED1B410B}" v="2" dt="2022-07-11T17:04:21.180"/>
    <p1510:client id="{E2E6B508-5FD0-45DB-BA20-AF10B46C1BCE}" v="2" dt="2022-07-03T04:36:41.039"/>
    <p1510:client id="{EB2D1949-BFB8-4992-822F-0AC17F1BB6A3}" v="270" dt="2022-07-21T17:30:26.464"/>
    <p1510:client id="{EB9AEC58-D036-45DC-AA9F-6A17D918266F}" v="76" dt="2022-07-21T19:29:33.172"/>
    <p1510:client id="{ED813767-95A0-4F15-BB9D-72D156F63B52}" v="430" dt="2022-07-21T19:29:18.612"/>
    <p1510:client id="{EDBC3C59-C9DC-486D-B16D-49F2974EFBF3}" v="189" dt="2022-07-21T19:36:40.207"/>
    <p1510:client id="{EF6DDB68-2420-47EB-BDB5-FC14DDB768A9}" v="2" dt="2022-05-16T15:32:24.761"/>
    <p1510:client id="{F173B5E1-2CA6-4B76-A23D-657C0CBC1D66}" v="1" dt="2022-07-21T19:44:56.228"/>
    <p1510:client id="{F40BDFDD-956E-4ADB-99E0-CB47901D1755}" v="4" dt="2022-07-21T13:13:27.757"/>
    <p1510:client id="{F9EB8DBF-1764-4C8E-AE8A-9C3EE4DF3CF1}" v="4" dt="2022-07-21T17:41:27.4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microsoft.com/office/2015/10/relationships/revisionInfo" Target="revisionInfo.xml"/><Relationship Id="rId16" Type="http://schemas.openxmlformats.org/officeDocument/2006/relationships/slide" Target="slides/slide12.xml"/><Relationship Id="rId107" Type="http://schemas.openxmlformats.org/officeDocument/2006/relationships/presProps" Target="presProp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viewProps" Target="view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theme" Target="theme/theme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HIL ANAND(BTECH10118.21@bitmesra.ac.in)" userId="S::btech10118.21@bitmesra.ac.in::bd69c4eb-2784-4901-8899-43ee8ef6e8ea" providerId="AD" clId="Web-{12DF952E-918C-4722-B7ED-D91C40297471}"/>
    <pc:docChg chg="modSld">
      <pc:chgData name="NIKHIL ANAND(BTECH10118.21@bitmesra.ac.in)" userId="S::btech10118.21@bitmesra.ac.in::bd69c4eb-2784-4901-8899-43ee8ef6e8ea" providerId="AD" clId="Web-{12DF952E-918C-4722-B7ED-D91C40297471}" dt="2022-07-22T00:28:14.590" v="3" actId="14100"/>
      <pc:docMkLst>
        <pc:docMk/>
      </pc:docMkLst>
      <pc:sldChg chg="modSp">
        <pc:chgData name="NIKHIL ANAND(BTECH10118.21@bitmesra.ac.in)" userId="S::btech10118.21@bitmesra.ac.in::bd69c4eb-2784-4901-8899-43ee8ef6e8ea" providerId="AD" clId="Web-{12DF952E-918C-4722-B7ED-D91C40297471}" dt="2022-07-22T00:28:14.590" v="3" actId="14100"/>
        <pc:sldMkLst>
          <pc:docMk/>
          <pc:sldMk cId="2128450173" sldId="305"/>
        </pc:sldMkLst>
        <pc:spChg chg="mod">
          <ac:chgData name="NIKHIL ANAND(BTECH10118.21@bitmesra.ac.in)" userId="S::btech10118.21@bitmesra.ac.in::bd69c4eb-2784-4901-8899-43ee8ef6e8ea" providerId="AD" clId="Web-{12DF952E-918C-4722-B7ED-D91C40297471}" dt="2022-07-22T00:28:07.074" v="1" actId="1076"/>
          <ac:spMkLst>
            <pc:docMk/>
            <pc:sldMk cId="2128450173" sldId="305"/>
            <ac:spMk id="3" creationId="{00000000-0000-0000-0000-000000000000}"/>
          </ac:spMkLst>
        </pc:spChg>
        <pc:spChg chg="mod">
          <ac:chgData name="NIKHIL ANAND(BTECH10118.21@bitmesra.ac.in)" userId="S::btech10118.21@bitmesra.ac.in::bd69c4eb-2784-4901-8899-43ee8ef6e8ea" providerId="AD" clId="Web-{12DF952E-918C-4722-B7ED-D91C40297471}" dt="2022-07-22T00:28:14.590" v="3" actId="14100"/>
          <ac:spMkLst>
            <pc:docMk/>
            <pc:sldMk cId="2128450173" sldId="305"/>
            <ac:spMk id="4" creationId="{00000000-0000-0000-0000-000000000000}"/>
          </ac:spMkLst>
        </pc:spChg>
      </pc:sldChg>
    </pc:docChg>
  </pc:docChgLst>
  <pc:docChgLst>
    <pc:chgData name="PRATHAM AGARWAL(BTECH10388.21@bitmesra.ac.in)" userId="S::btech10388.21@bitmesra.ac.in::7c51867d-4ced-4a91-9b89-a03d5db22e96" providerId="AD" clId="Web-{F173B5E1-2CA6-4B76-A23D-657C0CBC1D66}"/>
    <pc:docChg chg="modSld">
      <pc:chgData name="PRATHAM AGARWAL(BTECH10388.21@bitmesra.ac.in)" userId="S::btech10388.21@bitmesra.ac.in::7c51867d-4ced-4a91-9b89-a03d5db22e96" providerId="AD" clId="Web-{F173B5E1-2CA6-4B76-A23D-657C0CBC1D66}" dt="2022-07-21T19:44:56.228" v="0" actId="1076"/>
      <pc:docMkLst>
        <pc:docMk/>
      </pc:docMkLst>
      <pc:sldChg chg="modSp">
        <pc:chgData name="PRATHAM AGARWAL(BTECH10388.21@bitmesra.ac.in)" userId="S::btech10388.21@bitmesra.ac.in::7c51867d-4ced-4a91-9b89-a03d5db22e96" providerId="AD" clId="Web-{F173B5E1-2CA6-4B76-A23D-657C0CBC1D66}" dt="2022-07-21T19:44:56.228" v="0" actId="1076"/>
        <pc:sldMkLst>
          <pc:docMk/>
          <pc:sldMk cId="3400792908" sldId="293"/>
        </pc:sldMkLst>
        <pc:spChg chg="mod">
          <ac:chgData name="PRATHAM AGARWAL(BTECH10388.21@bitmesra.ac.in)" userId="S::btech10388.21@bitmesra.ac.in::7c51867d-4ced-4a91-9b89-a03d5db22e96" providerId="AD" clId="Web-{F173B5E1-2CA6-4B76-A23D-657C0CBC1D66}" dt="2022-07-21T19:44:56.228" v="0" actId="1076"/>
          <ac:spMkLst>
            <pc:docMk/>
            <pc:sldMk cId="3400792908" sldId="293"/>
            <ac:spMk id="3" creationId="{00000000-0000-0000-0000-000000000000}"/>
          </ac:spMkLst>
        </pc:spChg>
      </pc:sldChg>
    </pc:docChg>
  </pc:docChgLst>
  <pc:docChgLst>
    <pc:chgData name="ARPIT SINGH (BTECH10008.21@bitmesra.ac.in)" userId="S::btech10008.21@bitmesra.ac.in::88611915-c69e-4c33-bbc1-7f62f1c91c73" providerId="AD" clId="Web-{EB9AEC58-D036-45DC-AA9F-6A17D918266F}"/>
    <pc:docChg chg="modSld sldOrd">
      <pc:chgData name="ARPIT SINGH (BTECH10008.21@bitmesra.ac.in)" userId="S::btech10008.21@bitmesra.ac.in::88611915-c69e-4c33-bbc1-7f62f1c91c73" providerId="AD" clId="Web-{EB9AEC58-D036-45DC-AA9F-6A17D918266F}" dt="2022-07-21T19:29:33.172" v="74" actId="20577"/>
      <pc:docMkLst>
        <pc:docMk/>
      </pc:docMkLst>
      <pc:sldChg chg="modSp">
        <pc:chgData name="ARPIT SINGH (BTECH10008.21@bitmesra.ac.in)" userId="S::btech10008.21@bitmesra.ac.in::88611915-c69e-4c33-bbc1-7f62f1c91c73" providerId="AD" clId="Web-{EB9AEC58-D036-45DC-AA9F-6A17D918266F}" dt="2022-07-21T19:25:28.934" v="19" actId="20577"/>
        <pc:sldMkLst>
          <pc:docMk/>
          <pc:sldMk cId="2619332815" sldId="258"/>
        </pc:sldMkLst>
        <pc:spChg chg="mod">
          <ac:chgData name="ARPIT SINGH (BTECH10008.21@bitmesra.ac.in)" userId="S::btech10008.21@bitmesra.ac.in::88611915-c69e-4c33-bbc1-7f62f1c91c73" providerId="AD" clId="Web-{EB9AEC58-D036-45DC-AA9F-6A17D918266F}" dt="2022-07-21T19:25:28.934" v="19" actId="20577"/>
          <ac:spMkLst>
            <pc:docMk/>
            <pc:sldMk cId="2619332815" sldId="258"/>
            <ac:spMk id="2" creationId="{00000000-0000-0000-0000-000000000000}"/>
          </ac:spMkLst>
        </pc:spChg>
      </pc:sldChg>
      <pc:sldChg chg="modSp">
        <pc:chgData name="ARPIT SINGH (BTECH10008.21@bitmesra.ac.in)" userId="S::btech10008.21@bitmesra.ac.in::88611915-c69e-4c33-bbc1-7f62f1c91c73" providerId="AD" clId="Web-{EB9AEC58-D036-45DC-AA9F-6A17D918266F}" dt="2022-07-21T19:26:16.778" v="35" actId="20577"/>
        <pc:sldMkLst>
          <pc:docMk/>
          <pc:sldMk cId="2559157955" sldId="260"/>
        </pc:sldMkLst>
        <pc:spChg chg="mod">
          <ac:chgData name="ARPIT SINGH (BTECH10008.21@bitmesra.ac.in)" userId="S::btech10008.21@bitmesra.ac.in::88611915-c69e-4c33-bbc1-7f62f1c91c73" providerId="AD" clId="Web-{EB9AEC58-D036-45DC-AA9F-6A17D918266F}" dt="2022-07-21T19:26:16.778" v="35" actId="20577"/>
          <ac:spMkLst>
            <pc:docMk/>
            <pc:sldMk cId="2559157955" sldId="260"/>
            <ac:spMk id="2" creationId="{00000000-0000-0000-0000-000000000000}"/>
          </ac:spMkLst>
        </pc:spChg>
      </pc:sldChg>
      <pc:sldChg chg="ord">
        <pc:chgData name="ARPIT SINGH (BTECH10008.21@bitmesra.ac.in)" userId="S::btech10008.21@bitmesra.ac.in::88611915-c69e-4c33-bbc1-7f62f1c91c73" providerId="AD" clId="Web-{EB9AEC58-D036-45DC-AA9F-6A17D918266F}" dt="2022-07-21T19:27:00.185" v="37"/>
        <pc:sldMkLst>
          <pc:docMk/>
          <pc:sldMk cId="12180208" sldId="262"/>
        </pc:sldMkLst>
      </pc:sldChg>
      <pc:sldChg chg="modSp">
        <pc:chgData name="ARPIT SINGH (BTECH10008.21@bitmesra.ac.in)" userId="S::btech10008.21@bitmesra.ac.in::88611915-c69e-4c33-bbc1-7f62f1c91c73" providerId="AD" clId="Web-{EB9AEC58-D036-45DC-AA9F-6A17D918266F}" dt="2022-07-21T19:29:33.172" v="74" actId="20577"/>
        <pc:sldMkLst>
          <pc:docMk/>
          <pc:sldMk cId="3821701061" sldId="273"/>
        </pc:sldMkLst>
        <pc:spChg chg="mod">
          <ac:chgData name="ARPIT SINGH (BTECH10008.21@bitmesra.ac.in)" userId="S::btech10008.21@bitmesra.ac.in::88611915-c69e-4c33-bbc1-7f62f1c91c73" providerId="AD" clId="Web-{EB9AEC58-D036-45DC-AA9F-6A17D918266F}" dt="2022-07-21T19:29:33.172" v="74" actId="20577"/>
          <ac:spMkLst>
            <pc:docMk/>
            <pc:sldMk cId="3821701061" sldId="273"/>
            <ac:spMk id="3" creationId="{00000000-0000-0000-0000-000000000000}"/>
          </ac:spMkLst>
        </pc:spChg>
      </pc:sldChg>
      <pc:sldChg chg="ord">
        <pc:chgData name="ARPIT SINGH (BTECH10008.21@bitmesra.ac.in)" userId="S::btech10008.21@bitmesra.ac.in::88611915-c69e-4c33-bbc1-7f62f1c91c73" providerId="AD" clId="Web-{EB9AEC58-D036-45DC-AA9F-6A17D918266F}" dt="2022-07-21T19:27:16.311" v="39"/>
        <pc:sldMkLst>
          <pc:docMk/>
          <pc:sldMk cId="629222517" sldId="303"/>
        </pc:sldMkLst>
      </pc:sldChg>
    </pc:docChg>
  </pc:docChgLst>
  <pc:docChgLst>
    <pc:chgData name="DHRUV MITTAL(BTECH10387.21@bitmesra.ac.in)" userId="S::btech10387.21@bitmesra.ac.in::e5dd1ece-d596-40f5-8b10-dc012fe1c39a" providerId="AD" clId="Web-{62734808-4224-4531-B802-14D2A915BEFD}"/>
    <pc:docChg chg="modSld">
      <pc:chgData name="DHRUV MITTAL(BTECH10387.21@bitmesra.ac.in)" userId="S::btech10387.21@bitmesra.ac.in::e5dd1ece-d596-40f5-8b10-dc012fe1c39a" providerId="AD" clId="Web-{62734808-4224-4531-B802-14D2A915BEFD}" dt="2022-07-21T14:58:01.536" v="12" actId="20577"/>
      <pc:docMkLst>
        <pc:docMk/>
      </pc:docMkLst>
      <pc:sldChg chg="modSp">
        <pc:chgData name="DHRUV MITTAL(BTECH10387.21@bitmesra.ac.in)" userId="S::btech10387.21@bitmesra.ac.in::e5dd1ece-d596-40f5-8b10-dc012fe1c39a" providerId="AD" clId="Web-{62734808-4224-4531-B802-14D2A915BEFD}" dt="2022-07-21T14:58:01.536" v="12" actId="20577"/>
        <pc:sldMkLst>
          <pc:docMk/>
          <pc:sldMk cId="1612482861" sldId="276"/>
        </pc:sldMkLst>
        <pc:spChg chg="mod">
          <ac:chgData name="DHRUV MITTAL(BTECH10387.21@bitmesra.ac.in)" userId="S::btech10387.21@bitmesra.ac.in::e5dd1ece-d596-40f5-8b10-dc012fe1c39a" providerId="AD" clId="Web-{62734808-4224-4531-B802-14D2A915BEFD}" dt="2022-07-21T14:58:01.536" v="12" actId="20577"/>
          <ac:spMkLst>
            <pc:docMk/>
            <pc:sldMk cId="1612482861" sldId="276"/>
            <ac:spMk id="3" creationId="{00000000-0000-0000-0000-000000000000}"/>
          </ac:spMkLst>
        </pc:spChg>
      </pc:sldChg>
      <pc:sldChg chg="modSp">
        <pc:chgData name="DHRUV MITTAL(BTECH10387.21@bitmesra.ac.in)" userId="S::btech10387.21@bitmesra.ac.in::e5dd1ece-d596-40f5-8b10-dc012fe1c39a" providerId="AD" clId="Web-{62734808-4224-4531-B802-14D2A915BEFD}" dt="2022-07-21T14:53:43.439" v="5" actId="20577"/>
        <pc:sldMkLst>
          <pc:docMk/>
          <pc:sldMk cId="1003550097" sldId="342"/>
        </pc:sldMkLst>
        <pc:spChg chg="mod">
          <ac:chgData name="DHRUV MITTAL(BTECH10387.21@bitmesra.ac.in)" userId="S::btech10387.21@bitmesra.ac.in::e5dd1ece-d596-40f5-8b10-dc012fe1c39a" providerId="AD" clId="Web-{62734808-4224-4531-B802-14D2A915BEFD}" dt="2022-07-21T14:53:43.439" v="5" actId="20577"/>
          <ac:spMkLst>
            <pc:docMk/>
            <pc:sldMk cId="1003550097" sldId="342"/>
            <ac:spMk id="5" creationId="{00000000-0000-0000-0000-000000000000}"/>
          </ac:spMkLst>
        </pc:spChg>
      </pc:sldChg>
    </pc:docChg>
  </pc:docChgLst>
  <pc:docChgLst>
    <pc:chgData name="DHRUV MITTAL(BTECH10387.21@bitmesra.ac.in)" userId="S::btech10387.21@bitmesra.ac.in::e5dd1ece-d596-40f5-8b10-dc012fe1c39a" providerId="AD" clId="Web-{4CDF46DD-7110-4F1E-931C-1FF81E04E372}"/>
    <pc:docChg chg="modSld">
      <pc:chgData name="DHRUV MITTAL(BTECH10387.21@bitmesra.ac.in)" userId="S::btech10387.21@bitmesra.ac.in::e5dd1ece-d596-40f5-8b10-dc012fe1c39a" providerId="AD" clId="Web-{4CDF46DD-7110-4F1E-931C-1FF81E04E372}" dt="2022-07-21T15:06:56.481" v="83" actId="20577"/>
      <pc:docMkLst>
        <pc:docMk/>
      </pc:docMkLst>
      <pc:sldChg chg="addSp delSp modSp">
        <pc:chgData name="DHRUV MITTAL(BTECH10387.21@bitmesra.ac.in)" userId="S::btech10387.21@bitmesra.ac.in::e5dd1ece-d596-40f5-8b10-dc012fe1c39a" providerId="AD" clId="Web-{4CDF46DD-7110-4F1E-931C-1FF81E04E372}" dt="2022-07-21T15:06:56.481" v="83" actId="20577"/>
        <pc:sldMkLst>
          <pc:docMk/>
          <pc:sldMk cId="4096103264" sldId="257"/>
        </pc:sldMkLst>
        <pc:spChg chg="add del mod">
          <ac:chgData name="DHRUV MITTAL(BTECH10387.21@bitmesra.ac.in)" userId="S::btech10387.21@bitmesra.ac.in::e5dd1ece-d596-40f5-8b10-dc012fe1c39a" providerId="AD" clId="Web-{4CDF46DD-7110-4F1E-931C-1FF81E04E372}" dt="2022-07-21T15:06:56.481" v="83" actId="20577"/>
          <ac:spMkLst>
            <pc:docMk/>
            <pc:sldMk cId="4096103264" sldId="257"/>
            <ac:spMk id="2" creationId="{00000000-0000-0000-0000-000000000000}"/>
          </ac:spMkLst>
        </pc:spChg>
        <pc:spChg chg="add del">
          <ac:chgData name="DHRUV MITTAL(BTECH10387.21@bitmesra.ac.in)" userId="S::btech10387.21@bitmesra.ac.in::e5dd1ece-d596-40f5-8b10-dc012fe1c39a" providerId="AD" clId="Web-{4CDF46DD-7110-4F1E-931C-1FF81E04E372}" dt="2022-07-21T15:05:01.013" v="9"/>
          <ac:spMkLst>
            <pc:docMk/>
            <pc:sldMk cId="4096103264" sldId="257"/>
            <ac:spMk id="3" creationId="{00000000-0000-0000-0000-000000000000}"/>
          </ac:spMkLst>
        </pc:spChg>
        <pc:spChg chg="add del">
          <ac:chgData name="DHRUV MITTAL(BTECH10387.21@bitmesra.ac.in)" userId="S::btech10387.21@bitmesra.ac.in::e5dd1ece-d596-40f5-8b10-dc012fe1c39a" providerId="AD" clId="Web-{4CDF46DD-7110-4F1E-931C-1FF81E04E372}" dt="2022-07-21T15:05:01.013" v="10"/>
          <ac:spMkLst>
            <pc:docMk/>
            <pc:sldMk cId="4096103264" sldId="257"/>
            <ac:spMk id="4" creationId="{5FBA8736-D1F1-D537-E719-04D6B8B4B06F}"/>
          </ac:spMkLst>
        </pc:spChg>
        <pc:spChg chg="add del mod">
          <ac:chgData name="DHRUV MITTAL(BTECH10387.21@bitmesra.ac.in)" userId="S::btech10387.21@bitmesra.ac.in::e5dd1ece-d596-40f5-8b10-dc012fe1c39a" providerId="AD" clId="Web-{4CDF46DD-7110-4F1E-931C-1FF81E04E372}" dt="2022-07-21T15:05:01.013" v="9"/>
          <ac:spMkLst>
            <pc:docMk/>
            <pc:sldMk cId="4096103264" sldId="257"/>
            <ac:spMk id="6" creationId="{97AD857A-BB35-19BD-97F0-4A1D49624569}"/>
          </ac:spMkLst>
        </pc:spChg>
        <pc:spChg chg="add del mod">
          <ac:chgData name="DHRUV MITTAL(BTECH10387.21@bitmesra.ac.in)" userId="S::btech10387.21@bitmesra.ac.in::e5dd1ece-d596-40f5-8b10-dc012fe1c39a" providerId="AD" clId="Web-{4CDF46DD-7110-4F1E-931C-1FF81E04E372}" dt="2022-07-21T15:05:01.013" v="8"/>
          <ac:spMkLst>
            <pc:docMk/>
            <pc:sldMk cId="4096103264" sldId="257"/>
            <ac:spMk id="8" creationId="{900DA76B-F145-8CAF-F16E-826FDE775896}"/>
          </ac:spMkLst>
        </pc:spChg>
        <pc:spChg chg="add del">
          <ac:chgData name="DHRUV MITTAL(BTECH10387.21@bitmesra.ac.in)" userId="S::btech10387.21@bitmesra.ac.in::e5dd1ece-d596-40f5-8b10-dc012fe1c39a" providerId="AD" clId="Web-{4CDF46DD-7110-4F1E-931C-1FF81E04E372}" dt="2022-07-21T15:04:58.654" v="7"/>
          <ac:spMkLst>
            <pc:docMk/>
            <pc:sldMk cId="4096103264" sldId="257"/>
            <ac:spMk id="9" creationId="{0F965D5B-D803-9A0D-8B14-5EC90B224830}"/>
          </ac:spMkLst>
        </pc:spChg>
        <pc:spChg chg="add del">
          <ac:chgData name="DHRUV MITTAL(BTECH10387.21@bitmesra.ac.in)" userId="S::btech10387.21@bitmesra.ac.in::e5dd1ece-d596-40f5-8b10-dc012fe1c39a" providerId="AD" clId="Web-{4CDF46DD-7110-4F1E-931C-1FF81E04E372}" dt="2022-07-21T15:04:56.982" v="6"/>
          <ac:spMkLst>
            <pc:docMk/>
            <pc:sldMk cId="4096103264" sldId="257"/>
            <ac:spMk id="10" creationId="{E7143A69-8EDC-6675-DF1A-2139F641EC66}"/>
          </ac:spMkLst>
        </pc:spChg>
      </pc:sldChg>
      <pc:sldChg chg="modSp">
        <pc:chgData name="DHRUV MITTAL(BTECH10387.21@bitmesra.ac.in)" userId="S::btech10387.21@bitmesra.ac.in::e5dd1ece-d596-40f5-8b10-dc012fe1c39a" providerId="AD" clId="Web-{4CDF46DD-7110-4F1E-931C-1FF81E04E372}" dt="2022-07-21T15:05:15.388" v="23" actId="20577"/>
        <pc:sldMkLst>
          <pc:docMk/>
          <pc:sldMk cId="1612482861" sldId="276"/>
        </pc:sldMkLst>
        <pc:spChg chg="mod">
          <ac:chgData name="DHRUV MITTAL(BTECH10387.21@bitmesra.ac.in)" userId="S::btech10387.21@bitmesra.ac.in::e5dd1ece-d596-40f5-8b10-dc012fe1c39a" providerId="AD" clId="Web-{4CDF46DD-7110-4F1E-931C-1FF81E04E372}" dt="2022-07-21T15:05:15.388" v="23" actId="20577"/>
          <ac:spMkLst>
            <pc:docMk/>
            <pc:sldMk cId="1612482861" sldId="276"/>
            <ac:spMk id="3" creationId="{00000000-0000-0000-0000-000000000000}"/>
          </ac:spMkLst>
        </pc:spChg>
      </pc:sldChg>
    </pc:docChg>
  </pc:docChgLst>
  <pc:docChgLst>
    <pc:chgData name="BAIJANTI MINZ(BTECH10270.21@bitmesra.ac.in)" userId="S::btech10270.21@bitmesra.ac.in::9cc851a4-0f2a-4293-bebc-c649e5c4a82d" providerId="AD" clId="Web-{75D4E20D-A14C-4958-9B9B-0751A134B156}"/>
    <pc:docChg chg="sldOrd">
      <pc:chgData name="BAIJANTI MINZ(BTECH10270.21@bitmesra.ac.in)" userId="S::btech10270.21@bitmesra.ac.in::9cc851a4-0f2a-4293-bebc-c649e5c4a82d" providerId="AD" clId="Web-{75D4E20D-A14C-4958-9B9B-0751A134B156}" dt="2022-07-21T13:36:29.144" v="0"/>
      <pc:docMkLst>
        <pc:docMk/>
      </pc:docMkLst>
      <pc:sldChg chg="ord">
        <pc:chgData name="BAIJANTI MINZ(BTECH10270.21@bitmesra.ac.in)" userId="S::btech10270.21@bitmesra.ac.in::9cc851a4-0f2a-4293-bebc-c649e5c4a82d" providerId="AD" clId="Web-{75D4E20D-A14C-4958-9B9B-0751A134B156}" dt="2022-07-21T13:36:29.144" v="0"/>
        <pc:sldMkLst>
          <pc:docMk/>
          <pc:sldMk cId="2272942134" sldId="259"/>
        </pc:sldMkLst>
      </pc:sldChg>
    </pc:docChg>
  </pc:docChgLst>
  <pc:docChgLst>
    <pc:chgData name="AMRIT YASHASVI LAL(BTECH10110.21@bitmesra.ac.in)" userId="S::btech10110.21@bitmesra.ac.in::a7ecd7d4-55b4-41e3-87ae-c02b513c7cfc" providerId="AD" clId="Web-{D77FB143-A0AC-4474-AA05-30C4E5CD4587}"/>
    <pc:docChg chg="modSld">
      <pc:chgData name="AMRIT YASHASVI LAL(BTECH10110.21@bitmesra.ac.in)" userId="S::btech10110.21@bitmesra.ac.in::a7ecd7d4-55b4-41e3-87ae-c02b513c7cfc" providerId="AD" clId="Web-{D77FB143-A0AC-4474-AA05-30C4E5CD4587}" dt="2022-07-21T17:56:57.760" v="1" actId="20577"/>
      <pc:docMkLst>
        <pc:docMk/>
      </pc:docMkLst>
      <pc:sldChg chg="modSp">
        <pc:chgData name="AMRIT YASHASVI LAL(BTECH10110.21@bitmesra.ac.in)" userId="S::btech10110.21@bitmesra.ac.in::a7ecd7d4-55b4-41e3-87ae-c02b513c7cfc" providerId="AD" clId="Web-{D77FB143-A0AC-4474-AA05-30C4E5CD4587}" dt="2022-07-21T17:56:57.760" v="1" actId="20577"/>
        <pc:sldMkLst>
          <pc:docMk/>
          <pc:sldMk cId="2559157955" sldId="260"/>
        </pc:sldMkLst>
        <pc:spChg chg="mod">
          <ac:chgData name="AMRIT YASHASVI LAL(BTECH10110.21@bitmesra.ac.in)" userId="S::btech10110.21@bitmesra.ac.in::a7ecd7d4-55b4-41e3-87ae-c02b513c7cfc" providerId="AD" clId="Web-{D77FB143-A0AC-4474-AA05-30C4E5CD4587}" dt="2022-07-21T17:56:57.760" v="1" actId="20577"/>
          <ac:spMkLst>
            <pc:docMk/>
            <pc:sldMk cId="2559157955" sldId="260"/>
            <ac:spMk id="3" creationId="{00000000-0000-0000-0000-000000000000}"/>
          </ac:spMkLst>
        </pc:spChg>
      </pc:sldChg>
    </pc:docChg>
  </pc:docChgLst>
  <pc:docChgLst>
    <pc:chgData name="ARNAV JAIN(BTECH10065.21@bitmesra.ac.in)" userId="S::btech10065.21@bitmesra.ac.in::e25892a4-02fb-4fd6-86a6-1bd7ad43c7fd" providerId="AD" clId="Web-{BB8781D5-CA52-4A28-A81A-9F7832848422}"/>
    <pc:docChg chg="modSld">
      <pc:chgData name="ARNAV JAIN(BTECH10065.21@bitmesra.ac.in)" userId="S::btech10065.21@bitmesra.ac.in::e25892a4-02fb-4fd6-86a6-1bd7ad43c7fd" providerId="AD" clId="Web-{BB8781D5-CA52-4A28-A81A-9F7832848422}" dt="2022-07-21T19:28:02.107" v="8" actId="20577"/>
      <pc:docMkLst>
        <pc:docMk/>
      </pc:docMkLst>
      <pc:sldChg chg="modSp">
        <pc:chgData name="ARNAV JAIN(BTECH10065.21@bitmesra.ac.in)" userId="S::btech10065.21@bitmesra.ac.in::e25892a4-02fb-4fd6-86a6-1bd7ad43c7fd" providerId="AD" clId="Web-{BB8781D5-CA52-4A28-A81A-9F7832848422}" dt="2022-07-21T19:28:02.107" v="8" actId="20577"/>
        <pc:sldMkLst>
          <pc:docMk/>
          <pc:sldMk cId="3821701061" sldId="273"/>
        </pc:sldMkLst>
        <pc:spChg chg="mod">
          <ac:chgData name="ARNAV JAIN(BTECH10065.21@bitmesra.ac.in)" userId="S::btech10065.21@bitmesra.ac.in::e25892a4-02fb-4fd6-86a6-1bd7ad43c7fd" providerId="AD" clId="Web-{BB8781D5-CA52-4A28-A81A-9F7832848422}" dt="2022-07-21T19:28:02.107" v="8" actId="20577"/>
          <ac:spMkLst>
            <pc:docMk/>
            <pc:sldMk cId="3821701061" sldId="273"/>
            <ac:spMk id="3" creationId="{00000000-0000-0000-0000-000000000000}"/>
          </ac:spMkLst>
        </pc:spChg>
      </pc:sldChg>
    </pc:docChg>
  </pc:docChgLst>
  <pc:docChgLst>
    <pc:chgData name="ACHYUT SINGH(BTECH10095.21@bitmesra.ac.in)" userId="S::btech10095.21@bitmesra.ac.in::776288b4-265e-4fbc-a78e-82a5597dd2c9" providerId="AD" clId="Web-{D532F8F6-810D-4F29-9FE6-67E0DBD8A3F2}"/>
    <pc:docChg chg="modSld">
      <pc:chgData name="ACHYUT SINGH(BTECH10095.21@bitmesra.ac.in)" userId="S::btech10095.21@bitmesra.ac.in::776288b4-265e-4fbc-a78e-82a5597dd2c9" providerId="AD" clId="Web-{D532F8F6-810D-4F29-9FE6-67E0DBD8A3F2}" dt="2022-07-01T18:57:24.995" v="1" actId="1076"/>
      <pc:docMkLst>
        <pc:docMk/>
      </pc:docMkLst>
      <pc:sldChg chg="modSp">
        <pc:chgData name="ACHYUT SINGH(BTECH10095.21@bitmesra.ac.in)" userId="S::btech10095.21@bitmesra.ac.in::776288b4-265e-4fbc-a78e-82a5597dd2c9" providerId="AD" clId="Web-{D532F8F6-810D-4F29-9FE6-67E0DBD8A3F2}" dt="2022-07-01T18:55:46.212" v="0" actId="1076"/>
        <pc:sldMkLst>
          <pc:docMk/>
          <pc:sldMk cId="1028631474" sldId="281"/>
        </pc:sldMkLst>
        <pc:picChg chg="mod">
          <ac:chgData name="ACHYUT SINGH(BTECH10095.21@bitmesra.ac.in)" userId="S::btech10095.21@bitmesra.ac.in::776288b4-265e-4fbc-a78e-82a5597dd2c9" providerId="AD" clId="Web-{D532F8F6-810D-4F29-9FE6-67E0DBD8A3F2}" dt="2022-07-01T18:55:46.212" v="0" actId="1076"/>
          <ac:picMkLst>
            <pc:docMk/>
            <pc:sldMk cId="1028631474" sldId="281"/>
            <ac:picMk id="4" creationId="{00000000-0000-0000-0000-000000000000}"/>
          </ac:picMkLst>
        </pc:picChg>
      </pc:sldChg>
      <pc:sldChg chg="modSp">
        <pc:chgData name="ACHYUT SINGH(BTECH10095.21@bitmesra.ac.in)" userId="S::btech10095.21@bitmesra.ac.in::776288b4-265e-4fbc-a78e-82a5597dd2c9" providerId="AD" clId="Web-{D532F8F6-810D-4F29-9FE6-67E0DBD8A3F2}" dt="2022-07-01T18:57:24.995" v="1" actId="1076"/>
        <pc:sldMkLst>
          <pc:docMk/>
          <pc:sldMk cId="418441331" sldId="282"/>
        </pc:sldMkLst>
        <pc:spChg chg="mod">
          <ac:chgData name="ACHYUT SINGH(BTECH10095.21@bitmesra.ac.in)" userId="S::btech10095.21@bitmesra.ac.in::776288b4-265e-4fbc-a78e-82a5597dd2c9" providerId="AD" clId="Web-{D532F8F6-810D-4F29-9FE6-67E0DBD8A3F2}" dt="2022-07-01T18:57:24.995" v="1" actId="1076"/>
          <ac:spMkLst>
            <pc:docMk/>
            <pc:sldMk cId="418441331" sldId="282"/>
            <ac:spMk id="3" creationId="{00000000-0000-0000-0000-000000000000}"/>
          </ac:spMkLst>
        </pc:spChg>
      </pc:sldChg>
    </pc:docChg>
  </pc:docChgLst>
  <pc:docChgLst>
    <pc:chgData name="GAUTAM KUMAR JHA(BTECH10114.21@bitmesra.ac.in)" userId="S::btech10114.21@bitmesra.ac.in::e17de22c-d0d8-406f-8d8b-0fafb8b1b6a2" providerId="AD" clId="Web-{DCA6D563-83C4-4CE9-9875-49B1CAE6C129}"/>
    <pc:docChg chg="addSld delSld">
      <pc:chgData name="GAUTAM KUMAR JHA(BTECH10114.21@bitmesra.ac.in)" userId="S::btech10114.21@bitmesra.ac.in::e17de22c-d0d8-406f-8d8b-0fafb8b1b6a2" providerId="AD" clId="Web-{DCA6D563-83C4-4CE9-9875-49B1CAE6C129}" dt="2022-07-06T17:20:50.265" v="9"/>
      <pc:docMkLst>
        <pc:docMk/>
      </pc:docMkLst>
      <pc:sldChg chg="add del">
        <pc:chgData name="GAUTAM KUMAR JHA(BTECH10114.21@bitmesra.ac.in)" userId="S::btech10114.21@bitmesra.ac.in::e17de22c-d0d8-406f-8d8b-0fafb8b1b6a2" providerId="AD" clId="Web-{DCA6D563-83C4-4CE9-9875-49B1CAE6C129}" dt="2022-07-06T17:20:50.265" v="9"/>
        <pc:sldMkLst>
          <pc:docMk/>
          <pc:sldMk cId="629222517" sldId="303"/>
        </pc:sldMkLst>
      </pc:sldChg>
      <pc:sldChg chg="add del">
        <pc:chgData name="GAUTAM KUMAR JHA(BTECH10114.21@bitmesra.ac.in)" userId="S::btech10114.21@bitmesra.ac.in::e17de22c-d0d8-406f-8d8b-0fafb8b1b6a2" providerId="AD" clId="Web-{DCA6D563-83C4-4CE9-9875-49B1CAE6C129}" dt="2022-07-06T17:20:44.686" v="5"/>
        <pc:sldMkLst>
          <pc:docMk/>
          <pc:sldMk cId="2128450173" sldId="305"/>
        </pc:sldMkLst>
      </pc:sldChg>
      <pc:sldChg chg="new del">
        <pc:chgData name="GAUTAM KUMAR JHA(BTECH10114.21@bitmesra.ac.in)" userId="S::btech10114.21@bitmesra.ac.in::e17de22c-d0d8-406f-8d8b-0fafb8b1b6a2" providerId="AD" clId="Web-{DCA6D563-83C4-4CE9-9875-49B1CAE6C129}" dt="2022-07-06T17:20:49.249" v="8"/>
        <pc:sldMkLst>
          <pc:docMk/>
          <pc:sldMk cId="2136627397" sldId="361"/>
        </pc:sldMkLst>
      </pc:sldChg>
      <pc:sldChg chg="new add del">
        <pc:chgData name="GAUTAM KUMAR JHA(BTECH10114.21@bitmesra.ac.in)" userId="S::btech10114.21@bitmesra.ac.in::e17de22c-d0d8-406f-8d8b-0fafb8b1b6a2" providerId="AD" clId="Web-{DCA6D563-83C4-4CE9-9875-49B1CAE6C129}" dt="2022-07-06T17:20:47.936" v="7"/>
        <pc:sldMkLst>
          <pc:docMk/>
          <pc:sldMk cId="1532479879" sldId="362"/>
        </pc:sldMkLst>
      </pc:sldChg>
    </pc:docChg>
  </pc:docChgLst>
  <pc:docChgLst>
    <pc:chgData name="ACHYUT SINGH(BTECH10095.21@bitmesra.ac.in)" userId="S::btech10095.21@bitmesra.ac.in::776288b4-265e-4fbc-a78e-82a5597dd2c9" providerId="AD" clId="Web-{276ECF25-DC1B-443E-AC55-26083B513685}"/>
    <pc:docChg chg="modSld">
      <pc:chgData name="ACHYUT SINGH(BTECH10095.21@bitmesra.ac.in)" userId="S::btech10095.21@bitmesra.ac.in::776288b4-265e-4fbc-a78e-82a5597dd2c9" providerId="AD" clId="Web-{276ECF25-DC1B-443E-AC55-26083B513685}" dt="2022-07-02T23:03:47.245" v="2"/>
      <pc:docMkLst>
        <pc:docMk/>
      </pc:docMkLst>
      <pc:sldChg chg="modSp">
        <pc:chgData name="ACHYUT SINGH(BTECH10095.21@bitmesra.ac.in)" userId="S::btech10095.21@bitmesra.ac.in::776288b4-265e-4fbc-a78e-82a5597dd2c9" providerId="AD" clId="Web-{276ECF25-DC1B-443E-AC55-26083B513685}" dt="2022-07-02T22:21:11.072" v="1" actId="1076"/>
        <pc:sldMkLst>
          <pc:docMk/>
          <pc:sldMk cId="2072972763" sldId="339"/>
        </pc:sldMkLst>
        <pc:picChg chg="mod">
          <ac:chgData name="ACHYUT SINGH(BTECH10095.21@bitmesra.ac.in)" userId="S::btech10095.21@bitmesra.ac.in::776288b4-265e-4fbc-a78e-82a5597dd2c9" providerId="AD" clId="Web-{276ECF25-DC1B-443E-AC55-26083B513685}" dt="2022-07-02T22:21:11.072" v="1" actId="1076"/>
          <ac:picMkLst>
            <pc:docMk/>
            <pc:sldMk cId="2072972763" sldId="339"/>
            <ac:picMk id="4" creationId="{00000000-0000-0000-0000-000000000000}"/>
          </ac:picMkLst>
        </pc:picChg>
      </pc:sldChg>
      <pc:sldChg chg="addSp">
        <pc:chgData name="ACHYUT SINGH(BTECH10095.21@bitmesra.ac.in)" userId="S::btech10095.21@bitmesra.ac.in::776288b4-265e-4fbc-a78e-82a5597dd2c9" providerId="AD" clId="Web-{276ECF25-DC1B-443E-AC55-26083B513685}" dt="2022-07-02T23:03:47.245" v="2"/>
        <pc:sldMkLst>
          <pc:docMk/>
          <pc:sldMk cId="1233497846" sldId="358"/>
        </pc:sldMkLst>
        <pc:spChg chg="add">
          <ac:chgData name="ACHYUT SINGH(BTECH10095.21@bitmesra.ac.in)" userId="S::btech10095.21@bitmesra.ac.in::776288b4-265e-4fbc-a78e-82a5597dd2c9" providerId="AD" clId="Web-{276ECF25-DC1B-443E-AC55-26083B513685}" dt="2022-07-02T23:03:47.245" v="2"/>
          <ac:spMkLst>
            <pc:docMk/>
            <pc:sldMk cId="1233497846" sldId="358"/>
            <ac:spMk id="6" creationId="{3634B31B-8FB7-29B7-8CBE-A0F4C244210B}"/>
          </ac:spMkLst>
        </pc:spChg>
      </pc:sldChg>
    </pc:docChg>
  </pc:docChgLst>
  <pc:docChgLst>
    <pc:chgData name="VIBHUTI NARAYAN SINGH(BTECH10501.21@bitmesra.ac.in)" userId="S::btech10501.21@bitmesra.ac.in::682831d0-c3ac-4394-b7d7-ffb4e7a0f80e" providerId="AD" clId="Web-{3F33AF2B-062C-4C2D-BCAE-815045E609CB}"/>
    <pc:docChg chg="modSld">
      <pc:chgData name="VIBHUTI NARAYAN SINGH(BTECH10501.21@bitmesra.ac.in)" userId="S::btech10501.21@bitmesra.ac.in::682831d0-c3ac-4394-b7d7-ffb4e7a0f80e" providerId="AD" clId="Web-{3F33AF2B-062C-4C2D-BCAE-815045E609CB}" dt="2022-07-21T17:41:19.432" v="15" actId="20577"/>
      <pc:docMkLst>
        <pc:docMk/>
      </pc:docMkLst>
      <pc:sldChg chg="modSp">
        <pc:chgData name="VIBHUTI NARAYAN SINGH(BTECH10501.21@bitmesra.ac.in)" userId="S::btech10501.21@bitmesra.ac.in::682831d0-c3ac-4394-b7d7-ffb4e7a0f80e" providerId="AD" clId="Web-{3F33AF2B-062C-4C2D-BCAE-815045E609CB}" dt="2022-07-21T17:41:19.432" v="15" actId="20577"/>
        <pc:sldMkLst>
          <pc:docMk/>
          <pc:sldMk cId="531543504" sldId="337"/>
        </pc:sldMkLst>
        <pc:spChg chg="mod">
          <ac:chgData name="VIBHUTI NARAYAN SINGH(BTECH10501.21@bitmesra.ac.in)" userId="S::btech10501.21@bitmesra.ac.in::682831d0-c3ac-4394-b7d7-ffb4e7a0f80e" providerId="AD" clId="Web-{3F33AF2B-062C-4C2D-BCAE-815045E609CB}" dt="2022-07-21T17:41:19.432" v="15" actId="20577"/>
          <ac:spMkLst>
            <pc:docMk/>
            <pc:sldMk cId="531543504" sldId="337"/>
            <ac:spMk id="3" creationId="{00000000-0000-0000-0000-000000000000}"/>
          </ac:spMkLst>
        </pc:spChg>
      </pc:sldChg>
    </pc:docChg>
  </pc:docChgLst>
  <pc:docChgLst>
    <pc:chgData name="RISHABH RAJ(BTECH10385.21@bitmesra.ac.in)" userId="S::btech10385.21@bitmesra.ac.in::ce8df6d5-376d-4bc3-aa80-b21fdf7b476b" providerId="AD" clId="Web-{43B1D9E7-BB6B-47FF-9118-9B1924B71A9D}"/>
    <pc:docChg chg="modSld">
      <pc:chgData name="RISHABH RAJ(BTECH10385.21@bitmesra.ac.in)" userId="S::btech10385.21@bitmesra.ac.in::ce8df6d5-376d-4bc3-aa80-b21fdf7b476b" providerId="AD" clId="Web-{43B1D9E7-BB6B-47FF-9118-9B1924B71A9D}" dt="2022-07-02T05:09:49.479" v="0"/>
      <pc:docMkLst>
        <pc:docMk/>
      </pc:docMkLst>
      <pc:sldChg chg="addSp">
        <pc:chgData name="RISHABH RAJ(BTECH10385.21@bitmesra.ac.in)" userId="S::btech10385.21@bitmesra.ac.in::ce8df6d5-376d-4bc3-aa80-b21fdf7b476b" providerId="AD" clId="Web-{43B1D9E7-BB6B-47FF-9118-9B1924B71A9D}" dt="2022-07-02T05:09:49.479" v="0"/>
        <pc:sldMkLst>
          <pc:docMk/>
          <pc:sldMk cId="2272942134" sldId="259"/>
        </pc:sldMkLst>
        <pc:spChg chg="add">
          <ac:chgData name="RISHABH RAJ(BTECH10385.21@bitmesra.ac.in)" userId="S::btech10385.21@bitmesra.ac.in::ce8df6d5-376d-4bc3-aa80-b21fdf7b476b" providerId="AD" clId="Web-{43B1D9E7-BB6B-47FF-9118-9B1924B71A9D}" dt="2022-07-02T05:09:49.479" v="0"/>
          <ac:spMkLst>
            <pc:docMk/>
            <pc:sldMk cId="2272942134" sldId="259"/>
            <ac:spMk id="3" creationId="{C73B2CBE-6AF7-AF37-0FFB-924E49D78C45}"/>
          </ac:spMkLst>
        </pc:spChg>
      </pc:sldChg>
    </pc:docChg>
  </pc:docChgLst>
  <pc:docChgLst>
    <pc:chgData name="SHIVAM SHARMA(BTECH10193.21@bitmesra.ac.in)" userId="S::btech10193.21@bitmesra.ac.in::eba7c897-202f-4a55-9f60-9e15682e06d6" providerId="AD" clId="Web-{EF6DDB68-2420-47EB-BDB5-FC14DDB768A9}"/>
    <pc:docChg chg="modSld">
      <pc:chgData name="SHIVAM SHARMA(BTECH10193.21@bitmesra.ac.in)" userId="S::btech10193.21@bitmesra.ac.in::eba7c897-202f-4a55-9f60-9e15682e06d6" providerId="AD" clId="Web-{EF6DDB68-2420-47EB-BDB5-FC14DDB768A9}" dt="2022-05-16T15:32:24.761" v="1" actId="1076"/>
      <pc:docMkLst>
        <pc:docMk/>
      </pc:docMkLst>
      <pc:sldChg chg="modSp">
        <pc:chgData name="SHIVAM SHARMA(BTECH10193.21@bitmesra.ac.in)" userId="S::btech10193.21@bitmesra.ac.in::eba7c897-202f-4a55-9f60-9e15682e06d6" providerId="AD" clId="Web-{EF6DDB68-2420-47EB-BDB5-FC14DDB768A9}" dt="2022-05-16T15:32:24.761" v="1" actId="1076"/>
        <pc:sldMkLst>
          <pc:docMk/>
          <pc:sldMk cId="4250451365" sldId="331"/>
        </pc:sldMkLst>
        <pc:spChg chg="mod">
          <ac:chgData name="SHIVAM SHARMA(BTECH10193.21@bitmesra.ac.in)" userId="S::btech10193.21@bitmesra.ac.in::eba7c897-202f-4a55-9f60-9e15682e06d6" providerId="AD" clId="Web-{EF6DDB68-2420-47EB-BDB5-FC14DDB768A9}" dt="2022-05-16T15:32:24.761" v="1" actId="1076"/>
          <ac:spMkLst>
            <pc:docMk/>
            <pc:sldMk cId="4250451365" sldId="331"/>
            <ac:spMk id="2" creationId="{00000000-0000-0000-0000-000000000000}"/>
          </ac:spMkLst>
        </pc:spChg>
      </pc:sldChg>
    </pc:docChg>
  </pc:docChgLst>
  <pc:docChgLst>
    <pc:chgData name="POTNURU GAYATHRI(BTECH10273.21@bitmesra.ac.in)" userId="S::btech10273.21@bitmesra.ac.in::9a3746fb-4391-4dbb-a976-36627a751efc" providerId="AD" clId="Web-{C32B2742-6736-4D64-B4E7-71FDFC56D404}"/>
    <pc:docChg chg="modSld">
      <pc:chgData name="POTNURU GAYATHRI(BTECH10273.21@bitmesra.ac.in)" userId="S::btech10273.21@bitmesra.ac.in::9a3746fb-4391-4dbb-a976-36627a751efc" providerId="AD" clId="Web-{C32B2742-6736-4D64-B4E7-71FDFC56D404}" dt="2022-07-21T14:06:14.379" v="0" actId="1076"/>
      <pc:docMkLst>
        <pc:docMk/>
      </pc:docMkLst>
      <pc:sldChg chg="modSp">
        <pc:chgData name="POTNURU GAYATHRI(BTECH10273.21@bitmesra.ac.in)" userId="S::btech10273.21@bitmesra.ac.in::9a3746fb-4391-4dbb-a976-36627a751efc" providerId="AD" clId="Web-{C32B2742-6736-4D64-B4E7-71FDFC56D404}" dt="2022-07-21T14:06:14.379" v="0" actId="1076"/>
        <pc:sldMkLst>
          <pc:docMk/>
          <pc:sldMk cId="3955660948" sldId="292"/>
        </pc:sldMkLst>
        <pc:picChg chg="mod">
          <ac:chgData name="POTNURU GAYATHRI(BTECH10273.21@bitmesra.ac.in)" userId="S::btech10273.21@bitmesra.ac.in::9a3746fb-4391-4dbb-a976-36627a751efc" providerId="AD" clId="Web-{C32B2742-6736-4D64-B4E7-71FDFC56D404}" dt="2022-07-21T14:06:14.379" v="0" actId="1076"/>
          <ac:picMkLst>
            <pc:docMk/>
            <pc:sldMk cId="3955660948" sldId="292"/>
            <ac:picMk id="4" creationId="{00000000-0000-0000-0000-000000000000}"/>
          </ac:picMkLst>
        </pc:picChg>
      </pc:sldChg>
    </pc:docChg>
  </pc:docChgLst>
  <pc:docChgLst>
    <pc:chgData name="RISHAV RAJ(BTECH10087.21@bitmesra.ac.in)" userId="S::btech10087.21@bitmesra.ac.in::1f93d754-2fbc-4193-89e9-fa5346f46968" providerId="AD" clId="Web-{E2E6B508-5FD0-45DB-BA20-AF10B46C1BCE}"/>
    <pc:docChg chg="addSld delSld">
      <pc:chgData name="RISHAV RAJ(BTECH10087.21@bitmesra.ac.in)" userId="S::btech10087.21@bitmesra.ac.in::1f93d754-2fbc-4193-89e9-fa5346f46968" providerId="AD" clId="Web-{E2E6B508-5FD0-45DB-BA20-AF10B46C1BCE}" dt="2022-07-03T04:36:41.039" v="1"/>
      <pc:docMkLst>
        <pc:docMk/>
      </pc:docMkLst>
      <pc:sldChg chg="del">
        <pc:chgData name="RISHAV RAJ(BTECH10087.21@bitmesra.ac.in)" userId="S::btech10087.21@bitmesra.ac.in::1f93d754-2fbc-4193-89e9-fa5346f46968" providerId="AD" clId="Web-{E2E6B508-5FD0-45DB-BA20-AF10B46C1BCE}" dt="2022-07-03T04:36:40.414" v="0"/>
        <pc:sldMkLst>
          <pc:docMk/>
          <pc:sldMk cId="418441331" sldId="282"/>
        </pc:sldMkLst>
      </pc:sldChg>
      <pc:sldChg chg="new">
        <pc:chgData name="RISHAV RAJ(BTECH10087.21@bitmesra.ac.in)" userId="S::btech10087.21@bitmesra.ac.in::1f93d754-2fbc-4193-89e9-fa5346f46968" providerId="AD" clId="Web-{E2E6B508-5FD0-45DB-BA20-AF10B46C1BCE}" dt="2022-07-03T04:36:41.039" v="1"/>
        <pc:sldMkLst>
          <pc:docMk/>
          <pc:sldMk cId="3813903502" sldId="360"/>
        </pc:sldMkLst>
      </pc:sldChg>
    </pc:docChg>
  </pc:docChgLst>
  <pc:docChgLst>
    <pc:chgData name="APOORV SHARMA(BTECH10395.21@bitmesra.ac.in)" userId="S::btech10395.21@bitmesra.ac.in::ca935646-2fba-4e84-92a0-d9c85258d4b1" providerId="AD" clId="Web-{F40BDFDD-956E-4ADB-99E0-CB47901D1755}"/>
    <pc:docChg chg="modSld">
      <pc:chgData name="APOORV SHARMA(BTECH10395.21@bitmesra.ac.in)" userId="S::btech10395.21@bitmesra.ac.in::ca935646-2fba-4e84-92a0-d9c85258d4b1" providerId="AD" clId="Web-{F40BDFDD-956E-4ADB-99E0-CB47901D1755}" dt="2022-07-21T13:13:27.757" v="3"/>
      <pc:docMkLst>
        <pc:docMk/>
      </pc:docMkLst>
      <pc:sldChg chg="addSp modSp">
        <pc:chgData name="APOORV SHARMA(BTECH10395.21@bitmesra.ac.in)" userId="S::btech10395.21@bitmesra.ac.in::ca935646-2fba-4e84-92a0-d9c85258d4b1" providerId="AD" clId="Web-{F40BDFDD-956E-4ADB-99E0-CB47901D1755}" dt="2022-07-21T13:08:48.706" v="1" actId="1076"/>
        <pc:sldMkLst>
          <pc:docMk/>
          <pc:sldMk cId="2559157955" sldId="260"/>
        </pc:sldMkLst>
        <pc:spChg chg="add mod">
          <ac:chgData name="APOORV SHARMA(BTECH10395.21@bitmesra.ac.in)" userId="S::btech10395.21@bitmesra.ac.in::ca935646-2fba-4e84-92a0-d9c85258d4b1" providerId="AD" clId="Web-{F40BDFDD-956E-4ADB-99E0-CB47901D1755}" dt="2022-07-21T13:08:48.706" v="1" actId="1076"/>
          <ac:spMkLst>
            <pc:docMk/>
            <pc:sldMk cId="2559157955" sldId="260"/>
            <ac:spMk id="4" creationId="{C8327B9A-8615-C7C9-450A-080E3D941520}"/>
          </ac:spMkLst>
        </pc:spChg>
      </pc:sldChg>
      <pc:sldChg chg="addSp">
        <pc:chgData name="APOORV SHARMA(BTECH10395.21@bitmesra.ac.in)" userId="S::btech10395.21@bitmesra.ac.in::ca935646-2fba-4e84-92a0-d9c85258d4b1" providerId="AD" clId="Web-{F40BDFDD-956E-4ADB-99E0-CB47901D1755}" dt="2022-07-21T13:13:27.757" v="3"/>
        <pc:sldMkLst>
          <pc:docMk/>
          <pc:sldMk cId="1440358586" sldId="263"/>
        </pc:sldMkLst>
        <pc:spChg chg="add">
          <ac:chgData name="APOORV SHARMA(BTECH10395.21@bitmesra.ac.in)" userId="S::btech10395.21@bitmesra.ac.in::ca935646-2fba-4e84-92a0-d9c85258d4b1" providerId="AD" clId="Web-{F40BDFDD-956E-4ADB-99E0-CB47901D1755}" dt="2022-07-21T13:11:29.662" v="2"/>
          <ac:spMkLst>
            <pc:docMk/>
            <pc:sldMk cId="1440358586" sldId="263"/>
            <ac:spMk id="4" creationId="{23A692A6-1781-4D4A-F5D1-CCC9BC2D923B}"/>
          </ac:spMkLst>
        </pc:spChg>
        <pc:spChg chg="add">
          <ac:chgData name="APOORV SHARMA(BTECH10395.21@bitmesra.ac.in)" userId="S::btech10395.21@bitmesra.ac.in::ca935646-2fba-4e84-92a0-d9c85258d4b1" providerId="AD" clId="Web-{F40BDFDD-956E-4ADB-99E0-CB47901D1755}" dt="2022-07-21T13:13:27.757" v="3"/>
          <ac:spMkLst>
            <pc:docMk/>
            <pc:sldMk cId="1440358586" sldId="263"/>
            <ac:spMk id="5" creationId="{DB706926-DFDF-3788-5B58-1F1C740AE0D3}"/>
          </ac:spMkLst>
        </pc:spChg>
      </pc:sldChg>
    </pc:docChg>
  </pc:docChgLst>
  <pc:docChgLst>
    <pc:chgData name="ANISH KUMAR SINGH(BTECH10076.21@bitmesra.ac.in)" userId="S::btech10076.21@bitmesra.ac.in::2e013991-8e12-4250-a9cd-7bec41f27776" providerId="AD" clId="Web-{6C1466E2-D114-4D06-83E5-E41C060ABEC8}"/>
    <pc:docChg chg="delSld modSld">
      <pc:chgData name="ANISH KUMAR SINGH(BTECH10076.21@bitmesra.ac.in)" userId="S::btech10076.21@bitmesra.ac.in::2e013991-8e12-4250-a9cd-7bec41f27776" providerId="AD" clId="Web-{6C1466E2-D114-4D06-83E5-E41C060ABEC8}" dt="2022-07-21T19:24:58.962" v="75" actId="20577"/>
      <pc:docMkLst>
        <pc:docMk/>
      </pc:docMkLst>
      <pc:sldChg chg="modSp">
        <pc:chgData name="ANISH KUMAR SINGH(BTECH10076.21@bitmesra.ac.in)" userId="S::btech10076.21@bitmesra.ac.in::2e013991-8e12-4250-a9cd-7bec41f27776" providerId="AD" clId="Web-{6C1466E2-D114-4D06-83E5-E41C060ABEC8}" dt="2022-07-21T19:15:07.446" v="2" actId="1076"/>
        <pc:sldMkLst>
          <pc:docMk/>
          <pc:sldMk cId="3719221321" sldId="270"/>
        </pc:sldMkLst>
        <pc:spChg chg="mod">
          <ac:chgData name="ANISH KUMAR SINGH(BTECH10076.21@bitmesra.ac.in)" userId="S::btech10076.21@bitmesra.ac.in::2e013991-8e12-4250-a9cd-7bec41f27776" providerId="AD" clId="Web-{6C1466E2-D114-4D06-83E5-E41C060ABEC8}" dt="2022-07-21T19:15:07.446" v="2" actId="1076"/>
          <ac:spMkLst>
            <pc:docMk/>
            <pc:sldMk cId="3719221321" sldId="270"/>
            <ac:spMk id="3" creationId="{00000000-0000-0000-0000-000000000000}"/>
          </ac:spMkLst>
        </pc:spChg>
      </pc:sldChg>
      <pc:sldChg chg="modSp">
        <pc:chgData name="ANISH KUMAR SINGH(BTECH10076.21@bitmesra.ac.in)" userId="S::btech10076.21@bitmesra.ac.in::2e013991-8e12-4250-a9cd-7bec41f27776" providerId="AD" clId="Web-{6C1466E2-D114-4D06-83E5-E41C060ABEC8}" dt="2022-07-21T19:21:08.862" v="7" actId="1076"/>
        <pc:sldMkLst>
          <pc:docMk/>
          <pc:sldMk cId="3955660948" sldId="292"/>
        </pc:sldMkLst>
        <pc:picChg chg="mod">
          <ac:chgData name="ANISH KUMAR SINGH(BTECH10076.21@bitmesra.ac.in)" userId="S::btech10076.21@bitmesra.ac.in::2e013991-8e12-4250-a9cd-7bec41f27776" providerId="AD" clId="Web-{6C1466E2-D114-4D06-83E5-E41C060ABEC8}" dt="2022-07-21T19:21:08.862" v="7" actId="1076"/>
          <ac:picMkLst>
            <pc:docMk/>
            <pc:sldMk cId="3955660948" sldId="292"/>
            <ac:picMk id="4" creationId="{00000000-0000-0000-0000-000000000000}"/>
          </ac:picMkLst>
        </pc:picChg>
      </pc:sldChg>
      <pc:sldChg chg="modSp">
        <pc:chgData name="ANISH KUMAR SINGH(BTECH10076.21@bitmesra.ac.in)" userId="S::btech10076.21@bitmesra.ac.in::2e013991-8e12-4250-a9cd-7bec41f27776" providerId="AD" clId="Web-{6C1466E2-D114-4D06-83E5-E41C060ABEC8}" dt="2022-07-21T19:21:12.565" v="8" actId="14100"/>
        <pc:sldMkLst>
          <pc:docMk/>
          <pc:sldMk cId="3400792908" sldId="293"/>
        </pc:sldMkLst>
        <pc:spChg chg="mod">
          <ac:chgData name="ANISH KUMAR SINGH(BTECH10076.21@bitmesra.ac.in)" userId="S::btech10076.21@bitmesra.ac.in::2e013991-8e12-4250-a9cd-7bec41f27776" providerId="AD" clId="Web-{6C1466E2-D114-4D06-83E5-E41C060ABEC8}" dt="2022-07-21T19:21:12.565" v="8" actId="14100"/>
          <ac:spMkLst>
            <pc:docMk/>
            <pc:sldMk cId="3400792908" sldId="293"/>
            <ac:spMk id="3" creationId="{00000000-0000-0000-0000-000000000000}"/>
          </ac:spMkLst>
        </pc:spChg>
      </pc:sldChg>
      <pc:sldChg chg="modSp">
        <pc:chgData name="ANISH KUMAR SINGH(BTECH10076.21@bitmesra.ac.in)" userId="S::btech10076.21@bitmesra.ac.in::2e013991-8e12-4250-a9cd-7bec41f27776" providerId="AD" clId="Web-{6C1466E2-D114-4D06-83E5-E41C060ABEC8}" dt="2022-07-21T19:22:01.238" v="9" actId="1076"/>
        <pc:sldMkLst>
          <pc:docMk/>
          <pc:sldMk cId="918656391" sldId="297"/>
        </pc:sldMkLst>
        <pc:picChg chg="mod">
          <ac:chgData name="ANISH KUMAR SINGH(BTECH10076.21@bitmesra.ac.in)" userId="S::btech10076.21@bitmesra.ac.in::2e013991-8e12-4250-a9cd-7bec41f27776" providerId="AD" clId="Web-{6C1466E2-D114-4D06-83E5-E41C060ABEC8}" dt="2022-07-21T19:22:01.238" v="9" actId="1076"/>
          <ac:picMkLst>
            <pc:docMk/>
            <pc:sldMk cId="918656391" sldId="297"/>
            <ac:picMk id="4" creationId="{00000000-0000-0000-0000-000000000000}"/>
          </ac:picMkLst>
        </pc:picChg>
      </pc:sldChg>
      <pc:sldChg chg="addSp delSp modSp del">
        <pc:chgData name="ANISH KUMAR SINGH(BTECH10076.21@bitmesra.ac.in)" userId="S::btech10076.21@bitmesra.ac.in::2e013991-8e12-4250-a9cd-7bec41f27776" providerId="AD" clId="Web-{6C1466E2-D114-4D06-83E5-E41C060ABEC8}" dt="2022-07-21T19:24:58.962" v="75" actId="20577"/>
        <pc:sldMkLst>
          <pc:docMk/>
          <pc:sldMk cId="1991928076" sldId="316"/>
        </pc:sldMkLst>
        <pc:spChg chg="mod">
          <ac:chgData name="ANISH KUMAR SINGH(BTECH10076.21@bitmesra.ac.in)" userId="S::btech10076.21@bitmesra.ac.in::2e013991-8e12-4250-a9cd-7bec41f27776" providerId="AD" clId="Web-{6C1466E2-D114-4D06-83E5-E41C060ABEC8}" dt="2022-07-21T19:23:52.710" v="53" actId="20577"/>
          <ac:spMkLst>
            <pc:docMk/>
            <pc:sldMk cId="1991928076" sldId="316"/>
            <ac:spMk id="3" creationId="{00000000-0000-0000-0000-000000000000}"/>
          </ac:spMkLst>
        </pc:spChg>
        <pc:spChg chg="add del mod">
          <ac:chgData name="ANISH KUMAR SINGH(BTECH10076.21@bitmesra.ac.in)" userId="S::btech10076.21@bitmesra.ac.in::2e013991-8e12-4250-a9cd-7bec41f27776" providerId="AD" clId="Web-{6C1466E2-D114-4D06-83E5-E41C060ABEC8}" dt="2022-07-21T19:24:58.962" v="75" actId="20577"/>
          <ac:spMkLst>
            <pc:docMk/>
            <pc:sldMk cId="1991928076" sldId="316"/>
            <ac:spMk id="4" creationId="{298F86E2-7311-D750-7978-922AB3CFEF86}"/>
          </ac:spMkLst>
        </pc:spChg>
      </pc:sldChg>
    </pc:docChg>
  </pc:docChgLst>
  <pc:docChgLst>
    <pc:chgData name="SOUMYADITYA SAHA(BTECH10099.21@bitmesra.ac.in)" userId="S::btech10099.21@bitmesra.ac.in::5e9c4661-3e85-4891-8c07-44555748f763" providerId="AD" clId="Web-{ED813767-95A0-4F15-BB9D-72D156F63B52}"/>
    <pc:docChg chg="modSld">
      <pc:chgData name="SOUMYADITYA SAHA(BTECH10099.21@bitmesra.ac.in)" userId="S::btech10099.21@bitmesra.ac.in::5e9c4661-3e85-4891-8c07-44555748f763" providerId="AD" clId="Web-{ED813767-95A0-4F15-BB9D-72D156F63B52}" dt="2022-07-21T19:29:18.612" v="369"/>
      <pc:docMkLst>
        <pc:docMk/>
      </pc:docMkLst>
      <pc:sldChg chg="modSp">
        <pc:chgData name="SOUMYADITYA SAHA(BTECH10099.21@bitmesra.ac.in)" userId="S::btech10099.21@bitmesra.ac.in::5e9c4661-3e85-4891-8c07-44555748f763" providerId="AD" clId="Web-{ED813767-95A0-4F15-BB9D-72D156F63B52}" dt="2022-07-21T19:25:57.265" v="203" actId="20577"/>
        <pc:sldMkLst>
          <pc:docMk/>
          <pc:sldMk cId="2619332815" sldId="258"/>
        </pc:sldMkLst>
        <pc:spChg chg="mod">
          <ac:chgData name="SOUMYADITYA SAHA(BTECH10099.21@bitmesra.ac.in)" userId="S::btech10099.21@bitmesra.ac.in::5e9c4661-3e85-4891-8c07-44555748f763" providerId="AD" clId="Web-{ED813767-95A0-4F15-BB9D-72D156F63B52}" dt="2022-07-21T19:25:57.265" v="203" actId="20577"/>
          <ac:spMkLst>
            <pc:docMk/>
            <pc:sldMk cId="2619332815" sldId="258"/>
            <ac:spMk id="2" creationId="{00000000-0000-0000-0000-000000000000}"/>
          </ac:spMkLst>
        </pc:spChg>
        <pc:spChg chg="mod">
          <ac:chgData name="SOUMYADITYA SAHA(BTECH10099.21@bitmesra.ac.in)" userId="S::btech10099.21@bitmesra.ac.in::5e9c4661-3e85-4891-8c07-44555748f763" providerId="AD" clId="Web-{ED813767-95A0-4F15-BB9D-72D156F63B52}" dt="2022-07-21T19:25:28.091" v="176" actId="20577"/>
          <ac:spMkLst>
            <pc:docMk/>
            <pc:sldMk cId="2619332815" sldId="258"/>
            <ac:spMk id="3" creationId="{00000000-0000-0000-0000-000000000000}"/>
          </ac:spMkLst>
        </pc:spChg>
      </pc:sldChg>
      <pc:sldChg chg="addSp modSp">
        <pc:chgData name="SOUMYADITYA SAHA(BTECH10099.21@bitmesra.ac.in)" userId="S::btech10099.21@bitmesra.ac.in::5e9c4661-3e85-4891-8c07-44555748f763" providerId="AD" clId="Web-{ED813767-95A0-4F15-BB9D-72D156F63B52}" dt="2022-07-21T19:25:11.825" v="141" actId="20577"/>
        <pc:sldMkLst>
          <pc:docMk/>
          <pc:sldMk cId="2272942134" sldId="259"/>
        </pc:sldMkLst>
        <pc:spChg chg="mod">
          <ac:chgData name="SOUMYADITYA SAHA(BTECH10099.21@bitmesra.ac.in)" userId="S::btech10099.21@bitmesra.ac.in::5e9c4661-3e85-4891-8c07-44555748f763" providerId="AD" clId="Web-{ED813767-95A0-4F15-BB9D-72D156F63B52}" dt="2022-07-21T19:25:11.825" v="141" actId="20577"/>
          <ac:spMkLst>
            <pc:docMk/>
            <pc:sldMk cId="2272942134" sldId="259"/>
            <ac:spMk id="2" creationId="{00000000-0000-0000-0000-000000000000}"/>
          </ac:spMkLst>
        </pc:spChg>
        <pc:spChg chg="add">
          <ac:chgData name="SOUMYADITYA SAHA(BTECH10099.21@bitmesra.ac.in)" userId="S::btech10099.21@bitmesra.ac.in::5e9c4661-3e85-4891-8c07-44555748f763" providerId="AD" clId="Web-{ED813767-95A0-4F15-BB9D-72D156F63B52}" dt="2022-07-21T19:24:39.934" v="83"/>
          <ac:spMkLst>
            <pc:docMk/>
            <pc:sldMk cId="2272942134" sldId="259"/>
            <ac:spMk id="5" creationId="{CF3F1247-83EA-CAA8-8C08-5CFA4968B239}"/>
          </ac:spMkLst>
        </pc:spChg>
      </pc:sldChg>
      <pc:sldChg chg="addSp delSp modSp">
        <pc:chgData name="SOUMYADITYA SAHA(BTECH10099.21@bitmesra.ac.in)" userId="S::btech10099.21@bitmesra.ac.in::5e9c4661-3e85-4891-8c07-44555748f763" providerId="AD" clId="Web-{ED813767-95A0-4F15-BB9D-72D156F63B52}" dt="2022-07-21T19:27:02.344" v="277"/>
        <pc:sldMkLst>
          <pc:docMk/>
          <pc:sldMk cId="2559157955" sldId="260"/>
        </pc:sldMkLst>
        <pc:spChg chg="mod">
          <ac:chgData name="SOUMYADITYA SAHA(BTECH10099.21@bitmesra.ac.in)" userId="S::btech10099.21@bitmesra.ac.in::5e9c4661-3e85-4891-8c07-44555748f763" providerId="AD" clId="Web-{ED813767-95A0-4F15-BB9D-72D156F63B52}" dt="2022-07-21T19:26:51.594" v="270" actId="20577"/>
          <ac:spMkLst>
            <pc:docMk/>
            <pc:sldMk cId="2559157955" sldId="260"/>
            <ac:spMk id="3" creationId="{00000000-0000-0000-0000-000000000000}"/>
          </ac:spMkLst>
        </pc:spChg>
        <pc:spChg chg="add del">
          <ac:chgData name="SOUMYADITYA SAHA(BTECH10099.21@bitmesra.ac.in)" userId="S::btech10099.21@bitmesra.ac.in::5e9c4661-3e85-4891-8c07-44555748f763" providerId="AD" clId="Web-{ED813767-95A0-4F15-BB9D-72D156F63B52}" dt="2022-07-21T19:27:02.344" v="277"/>
          <ac:spMkLst>
            <pc:docMk/>
            <pc:sldMk cId="2559157955" sldId="260"/>
            <ac:spMk id="5" creationId="{066EBFDB-8D39-9C6D-A38F-9913C51CFA02}"/>
          </ac:spMkLst>
        </pc:spChg>
        <pc:spChg chg="add del">
          <ac:chgData name="SOUMYADITYA SAHA(BTECH10099.21@bitmesra.ac.in)" userId="S::btech10099.21@bitmesra.ac.in::5e9c4661-3e85-4891-8c07-44555748f763" providerId="AD" clId="Web-{ED813767-95A0-4F15-BB9D-72D156F63B52}" dt="2022-07-21T19:27:01.766" v="276"/>
          <ac:spMkLst>
            <pc:docMk/>
            <pc:sldMk cId="2559157955" sldId="260"/>
            <ac:spMk id="6" creationId="{C5B85BF7-1C1E-99AF-5D9B-DDC99EC04568}"/>
          </ac:spMkLst>
        </pc:spChg>
        <pc:spChg chg="add del">
          <ac:chgData name="SOUMYADITYA SAHA(BTECH10099.21@bitmesra.ac.in)" userId="S::btech10099.21@bitmesra.ac.in::5e9c4661-3e85-4891-8c07-44555748f763" providerId="AD" clId="Web-{ED813767-95A0-4F15-BB9D-72D156F63B52}" dt="2022-07-21T19:27:01.031" v="275"/>
          <ac:spMkLst>
            <pc:docMk/>
            <pc:sldMk cId="2559157955" sldId="260"/>
            <ac:spMk id="7" creationId="{72A9CD4E-FBB4-1E09-2D24-B672E7BEFF3D}"/>
          </ac:spMkLst>
        </pc:spChg>
        <pc:spChg chg="add del mod">
          <ac:chgData name="SOUMYADITYA SAHA(BTECH10099.21@bitmesra.ac.in)" userId="S::btech10099.21@bitmesra.ac.in::5e9c4661-3e85-4891-8c07-44555748f763" providerId="AD" clId="Web-{ED813767-95A0-4F15-BB9D-72D156F63B52}" dt="2022-07-21T19:27:00.094" v="274"/>
          <ac:spMkLst>
            <pc:docMk/>
            <pc:sldMk cId="2559157955" sldId="260"/>
            <ac:spMk id="8" creationId="{58DA8D2A-0814-FC59-F9F8-2E711C83CA8A}"/>
          </ac:spMkLst>
        </pc:spChg>
        <pc:spChg chg="add del">
          <ac:chgData name="SOUMYADITYA SAHA(BTECH10099.21@bitmesra.ac.in)" userId="S::btech10099.21@bitmesra.ac.in::5e9c4661-3e85-4891-8c07-44555748f763" providerId="AD" clId="Web-{ED813767-95A0-4F15-BB9D-72D156F63B52}" dt="2022-07-21T19:26:57.500" v="272"/>
          <ac:spMkLst>
            <pc:docMk/>
            <pc:sldMk cId="2559157955" sldId="260"/>
            <ac:spMk id="9" creationId="{37F99B1B-65EF-59C6-CB69-0DEFD99F3258}"/>
          </ac:spMkLst>
        </pc:spChg>
        <pc:inkChg chg="del">
          <ac:chgData name="SOUMYADITYA SAHA(BTECH10099.21@bitmesra.ac.in)" userId="S::btech10099.21@bitmesra.ac.in::5e9c4661-3e85-4891-8c07-44555748f763" providerId="AD" clId="Web-{ED813767-95A0-4F15-BB9D-72D156F63B52}" dt="2022-07-21T19:26:52.906" v="271"/>
          <ac:inkMkLst>
            <pc:docMk/>
            <pc:sldMk cId="2559157955" sldId="260"/>
            <ac:inkMk id="10" creationId="{EF009321-562C-E174-67FD-B884061D451A}"/>
          </ac:inkMkLst>
        </pc:inkChg>
      </pc:sldChg>
      <pc:sldChg chg="modSp">
        <pc:chgData name="SOUMYADITYA SAHA(BTECH10099.21@bitmesra.ac.in)" userId="S::btech10099.21@bitmesra.ac.in::5e9c4661-3e85-4891-8c07-44555748f763" providerId="AD" clId="Web-{ED813767-95A0-4F15-BB9D-72D156F63B52}" dt="2022-07-21T15:18:16.383" v="2" actId="20577"/>
        <pc:sldMkLst>
          <pc:docMk/>
          <pc:sldMk cId="3719221321" sldId="270"/>
        </pc:sldMkLst>
        <pc:spChg chg="mod">
          <ac:chgData name="SOUMYADITYA SAHA(BTECH10099.21@bitmesra.ac.in)" userId="S::btech10099.21@bitmesra.ac.in::5e9c4661-3e85-4891-8c07-44555748f763" providerId="AD" clId="Web-{ED813767-95A0-4F15-BB9D-72D156F63B52}" dt="2022-07-21T15:18:16.383" v="2" actId="20577"/>
          <ac:spMkLst>
            <pc:docMk/>
            <pc:sldMk cId="3719221321" sldId="270"/>
            <ac:spMk id="3" creationId="{00000000-0000-0000-0000-000000000000}"/>
          </ac:spMkLst>
        </pc:spChg>
      </pc:sldChg>
      <pc:sldChg chg="addSp delSp modSp">
        <pc:chgData name="SOUMYADITYA SAHA(BTECH10099.21@bitmesra.ac.in)" userId="S::btech10099.21@bitmesra.ac.in::5e9c4661-3e85-4891-8c07-44555748f763" providerId="AD" clId="Web-{ED813767-95A0-4F15-BB9D-72D156F63B52}" dt="2022-07-21T19:29:18.612" v="369"/>
        <pc:sldMkLst>
          <pc:docMk/>
          <pc:sldMk cId="3821701061" sldId="273"/>
        </pc:sldMkLst>
        <pc:spChg chg="mod">
          <ac:chgData name="SOUMYADITYA SAHA(BTECH10099.21@bitmesra.ac.in)" userId="S::btech10099.21@bitmesra.ac.in::5e9c4661-3e85-4891-8c07-44555748f763" providerId="AD" clId="Web-{ED813767-95A0-4F15-BB9D-72D156F63B52}" dt="2022-07-21T19:28:13.204" v="341" actId="20577"/>
          <ac:spMkLst>
            <pc:docMk/>
            <pc:sldMk cId="3821701061" sldId="273"/>
            <ac:spMk id="3" creationId="{00000000-0000-0000-0000-000000000000}"/>
          </ac:spMkLst>
        </pc:spChg>
        <pc:inkChg chg="del">
          <ac:chgData name="SOUMYADITYA SAHA(BTECH10099.21@bitmesra.ac.in)" userId="S::btech10099.21@bitmesra.ac.in::5e9c4661-3e85-4891-8c07-44555748f763" providerId="AD" clId="Web-{ED813767-95A0-4F15-BB9D-72D156F63B52}" dt="2022-07-21T19:28:54.814" v="352"/>
          <ac:inkMkLst>
            <pc:docMk/>
            <pc:sldMk cId="3821701061" sldId="273"/>
            <ac:inkMk id="5" creationId="{512A2EA8-4ACB-6C57-3AFE-3D449BA23E15}"/>
          </ac:inkMkLst>
        </pc:inkChg>
        <pc:inkChg chg="add del">
          <ac:chgData name="SOUMYADITYA SAHA(BTECH10099.21@bitmesra.ac.in)" userId="S::btech10099.21@bitmesra.ac.in::5e9c4661-3e85-4891-8c07-44555748f763" providerId="AD" clId="Web-{ED813767-95A0-4F15-BB9D-72D156F63B52}" dt="2022-07-21T19:29:16.424" v="367"/>
          <ac:inkMkLst>
            <pc:docMk/>
            <pc:sldMk cId="3821701061" sldId="273"/>
            <ac:inkMk id="5" creationId="{9AF73580-0D57-2592-F841-793FEF47C757}"/>
          </ac:inkMkLst>
        </pc:inkChg>
        <pc:inkChg chg="add del">
          <ac:chgData name="SOUMYADITYA SAHA(BTECH10099.21@bitmesra.ac.in)" userId="S::btech10099.21@bitmesra.ac.in::5e9c4661-3e85-4891-8c07-44555748f763" providerId="AD" clId="Web-{ED813767-95A0-4F15-BB9D-72D156F63B52}" dt="2022-07-21T19:29:17.409" v="368"/>
          <ac:inkMkLst>
            <pc:docMk/>
            <pc:sldMk cId="3821701061" sldId="273"/>
            <ac:inkMk id="6" creationId="{ACF95CFD-368B-C5E9-BCC2-9CF4FFD2EFCF}"/>
          </ac:inkMkLst>
        </pc:inkChg>
        <pc:inkChg chg="add del">
          <ac:chgData name="SOUMYADITYA SAHA(BTECH10099.21@bitmesra.ac.in)" userId="S::btech10099.21@bitmesra.ac.in::5e9c4661-3e85-4891-8c07-44555748f763" providerId="AD" clId="Web-{ED813767-95A0-4F15-BB9D-72D156F63B52}" dt="2022-07-21T19:28:54.111" v="351"/>
          <ac:inkMkLst>
            <pc:docMk/>
            <pc:sldMk cId="3821701061" sldId="273"/>
            <ac:inkMk id="6" creationId="{F7F8B1E1-305B-6358-4A33-9D2693CBC6E8}"/>
          </ac:inkMkLst>
        </pc:inkChg>
        <pc:inkChg chg="add del">
          <ac:chgData name="SOUMYADITYA SAHA(BTECH10099.21@bitmesra.ac.in)" userId="S::btech10099.21@bitmesra.ac.in::5e9c4661-3e85-4891-8c07-44555748f763" providerId="AD" clId="Web-{ED813767-95A0-4F15-BB9D-72D156F63B52}" dt="2022-07-21T19:28:53.408" v="350"/>
          <ac:inkMkLst>
            <pc:docMk/>
            <pc:sldMk cId="3821701061" sldId="273"/>
            <ac:inkMk id="7" creationId="{31F231A7-7518-569E-AAAE-8F4381CB0E20}"/>
          </ac:inkMkLst>
        </pc:inkChg>
        <pc:inkChg chg="add del">
          <ac:chgData name="SOUMYADITYA SAHA(BTECH10099.21@bitmesra.ac.in)" userId="S::btech10099.21@bitmesra.ac.in::5e9c4661-3e85-4891-8c07-44555748f763" providerId="AD" clId="Web-{ED813767-95A0-4F15-BB9D-72D156F63B52}" dt="2022-07-21T19:29:18.612" v="369"/>
          <ac:inkMkLst>
            <pc:docMk/>
            <pc:sldMk cId="3821701061" sldId="273"/>
            <ac:inkMk id="7" creationId="{790B2B10-0BC6-0E8F-FE31-7B11123BFC9B}"/>
          </ac:inkMkLst>
        </pc:inkChg>
        <pc:inkChg chg="del">
          <ac:chgData name="SOUMYADITYA SAHA(BTECH10099.21@bitmesra.ac.in)" userId="S::btech10099.21@bitmesra.ac.in::5e9c4661-3e85-4891-8c07-44555748f763" providerId="AD" clId="Web-{ED813767-95A0-4F15-BB9D-72D156F63B52}" dt="2022-07-21T19:28:34.142" v="343"/>
          <ac:inkMkLst>
            <pc:docMk/>
            <pc:sldMk cId="3821701061" sldId="273"/>
            <ac:inkMk id="8" creationId="{B809CAFF-0449-5BE6-37C7-6D014ABAFF48}"/>
          </ac:inkMkLst>
        </pc:inkChg>
        <pc:inkChg chg="add del">
          <ac:chgData name="SOUMYADITYA SAHA(BTECH10099.21@bitmesra.ac.in)" userId="S::btech10099.21@bitmesra.ac.in::5e9c4661-3e85-4891-8c07-44555748f763" providerId="AD" clId="Web-{ED813767-95A0-4F15-BB9D-72D156F63B52}" dt="2022-07-21T19:29:16.018" v="366"/>
          <ac:inkMkLst>
            <pc:docMk/>
            <pc:sldMk cId="3821701061" sldId="273"/>
            <ac:inkMk id="8" creationId="{BACD7C48-2A2E-6F36-2ED6-4B1E7A206161}"/>
          </ac:inkMkLst>
        </pc:inkChg>
        <pc:inkChg chg="add del">
          <ac:chgData name="SOUMYADITYA SAHA(BTECH10099.21@bitmesra.ac.in)" userId="S::btech10099.21@bitmesra.ac.in::5e9c4661-3e85-4891-8c07-44555748f763" providerId="AD" clId="Web-{ED813767-95A0-4F15-BB9D-72D156F63B52}" dt="2022-07-21T19:29:14.690" v="365"/>
          <ac:inkMkLst>
            <pc:docMk/>
            <pc:sldMk cId="3821701061" sldId="273"/>
            <ac:inkMk id="9" creationId="{D1402708-7E6C-A4D8-5BA2-699C6FE761E0}"/>
          </ac:inkMkLst>
        </pc:inkChg>
        <pc:inkChg chg="del">
          <ac:chgData name="SOUMYADITYA SAHA(BTECH10099.21@bitmesra.ac.in)" userId="S::btech10099.21@bitmesra.ac.in::5e9c4661-3e85-4891-8c07-44555748f763" providerId="AD" clId="Web-{ED813767-95A0-4F15-BB9D-72D156F63B52}" dt="2022-07-21T19:28:31.892" v="342"/>
          <ac:inkMkLst>
            <pc:docMk/>
            <pc:sldMk cId="3821701061" sldId="273"/>
            <ac:inkMk id="9" creationId="{FF32EE0A-929C-BB36-24AB-B4EB8D6BFFB5}"/>
          </ac:inkMkLst>
        </pc:inkChg>
        <pc:inkChg chg="add">
          <ac:chgData name="SOUMYADITYA SAHA(BTECH10099.21@bitmesra.ac.in)" userId="S::btech10099.21@bitmesra.ac.in::5e9c4661-3e85-4891-8c07-44555748f763" providerId="AD" clId="Web-{ED813767-95A0-4F15-BB9D-72D156F63B52}" dt="2022-07-21T19:28:47.549" v="347"/>
          <ac:inkMkLst>
            <pc:docMk/>
            <pc:sldMk cId="3821701061" sldId="273"/>
            <ac:inkMk id="15" creationId="{512A2EA8-4ACB-6C57-3AFE-3D449BA23E15}"/>
          </ac:inkMkLst>
        </pc:inkChg>
        <pc:inkChg chg="add del">
          <ac:chgData name="SOUMYADITYA SAHA(BTECH10099.21@bitmesra.ac.in)" userId="S::btech10099.21@bitmesra.ac.in::5e9c4661-3e85-4891-8c07-44555748f763" providerId="AD" clId="Web-{ED813767-95A0-4F15-BB9D-72D156F63B52}" dt="2022-07-21T19:29:13.987" v="364"/>
          <ac:inkMkLst>
            <pc:docMk/>
            <pc:sldMk cId="3821701061" sldId="273"/>
            <ac:inkMk id="17" creationId="{360C336C-69E6-E89D-743B-BA33C5B0C5E7}"/>
          </ac:inkMkLst>
        </pc:inkChg>
        <pc:inkChg chg="add del">
          <ac:chgData name="SOUMYADITYA SAHA(BTECH10099.21@bitmesra.ac.in)" userId="S::btech10099.21@bitmesra.ac.in::5e9c4661-3e85-4891-8c07-44555748f763" providerId="AD" clId="Web-{ED813767-95A0-4F15-BB9D-72D156F63B52}" dt="2022-07-21T19:29:13.299" v="363"/>
          <ac:inkMkLst>
            <pc:docMk/>
            <pc:sldMk cId="3821701061" sldId="273"/>
            <ac:inkMk id="18" creationId="{0B7648D1-99F0-840C-0DF9-24F0C5758AB0}"/>
          </ac:inkMkLst>
        </pc:inkChg>
        <pc:inkChg chg="add del">
          <ac:chgData name="SOUMYADITYA SAHA(BTECH10099.21@bitmesra.ac.in)" userId="S::btech10099.21@bitmesra.ac.in::5e9c4661-3e85-4891-8c07-44555748f763" providerId="AD" clId="Web-{ED813767-95A0-4F15-BB9D-72D156F63B52}" dt="2022-07-21T19:29:12.596" v="362"/>
          <ac:inkMkLst>
            <pc:docMk/>
            <pc:sldMk cId="3821701061" sldId="273"/>
            <ac:inkMk id="19" creationId="{87ADDFAE-BADA-59F7-0753-7100058E47E9}"/>
          </ac:inkMkLst>
        </pc:inkChg>
        <pc:inkChg chg="add del">
          <ac:chgData name="SOUMYADITYA SAHA(BTECH10099.21@bitmesra.ac.in)" userId="S::btech10099.21@bitmesra.ac.in::5e9c4661-3e85-4891-8c07-44555748f763" providerId="AD" clId="Web-{ED813767-95A0-4F15-BB9D-72D156F63B52}" dt="2022-07-21T19:29:11.909" v="361"/>
          <ac:inkMkLst>
            <pc:docMk/>
            <pc:sldMk cId="3821701061" sldId="273"/>
            <ac:inkMk id="20" creationId="{CAD053E6-2845-CE9C-AE11-A02AA4D53BCC}"/>
          </ac:inkMkLst>
        </pc:inkChg>
        <pc:inkChg chg="add del">
          <ac:chgData name="SOUMYADITYA SAHA(BTECH10099.21@bitmesra.ac.in)" userId="S::btech10099.21@bitmesra.ac.in::5e9c4661-3e85-4891-8c07-44555748f763" providerId="AD" clId="Web-{ED813767-95A0-4F15-BB9D-72D156F63B52}" dt="2022-07-21T19:29:11.221" v="360"/>
          <ac:inkMkLst>
            <pc:docMk/>
            <pc:sldMk cId="3821701061" sldId="273"/>
            <ac:inkMk id="21" creationId="{DC3E668C-B16C-605B-22F3-F81DB05F8B9D}"/>
          </ac:inkMkLst>
        </pc:inkChg>
      </pc:sldChg>
      <pc:sldChg chg="modSp">
        <pc:chgData name="SOUMYADITYA SAHA(BTECH10099.21@bitmesra.ac.in)" userId="S::btech10099.21@bitmesra.ac.in::5e9c4661-3e85-4891-8c07-44555748f763" providerId="AD" clId="Web-{ED813767-95A0-4F15-BB9D-72D156F63B52}" dt="2022-07-21T15:45:03.510" v="5" actId="20577"/>
        <pc:sldMkLst>
          <pc:docMk/>
          <pc:sldMk cId="1612482861" sldId="276"/>
        </pc:sldMkLst>
        <pc:spChg chg="mod">
          <ac:chgData name="SOUMYADITYA SAHA(BTECH10099.21@bitmesra.ac.in)" userId="S::btech10099.21@bitmesra.ac.in::5e9c4661-3e85-4891-8c07-44555748f763" providerId="AD" clId="Web-{ED813767-95A0-4F15-BB9D-72D156F63B52}" dt="2022-07-21T15:45:03.510" v="5" actId="20577"/>
          <ac:spMkLst>
            <pc:docMk/>
            <pc:sldMk cId="1612482861" sldId="276"/>
            <ac:spMk id="3" creationId="{00000000-0000-0000-0000-000000000000}"/>
          </ac:spMkLst>
        </pc:spChg>
      </pc:sldChg>
      <pc:sldChg chg="modSp">
        <pc:chgData name="SOUMYADITYA SAHA(BTECH10099.21@bitmesra.ac.in)" userId="S::btech10099.21@bitmesra.ac.in::5e9c4661-3e85-4891-8c07-44555748f763" providerId="AD" clId="Web-{ED813767-95A0-4F15-BB9D-72D156F63B52}" dt="2022-07-21T19:20:56.383" v="6" actId="1076"/>
        <pc:sldMkLst>
          <pc:docMk/>
          <pc:sldMk cId="3955660948" sldId="292"/>
        </pc:sldMkLst>
        <pc:picChg chg="mod">
          <ac:chgData name="SOUMYADITYA SAHA(BTECH10099.21@bitmesra.ac.in)" userId="S::btech10099.21@bitmesra.ac.in::5e9c4661-3e85-4891-8c07-44555748f763" providerId="AD" clId="Web-{ED813767-95A0-4F15-BB9D-72D156F63B52}" dt="2022-07-21T19:20:56.383" v="6" actId="1076"/>
          <ac:picMkLst>
            <pc:docMk/>
            <pc:sldMk cId="3955660948" sldId="292"/>
            <ac:picMk id="4" creationId="{00000000-0000-0000-0000-000000000000}"/>
          </ac:picMkLst>
        </pc:picChg>
      </pc:sldChg>
      <pc:sldChg chg="modSp">
        <pc:chgData name="SOUMYADITYA SAHA(BTECH10099.21@bitmesra.ac.in)" userId="S::btech10099.21@bitmesra.ac.in::5e9c4661-3e85-4891-8c07-44555748f763" providerId="AD" clId="Web-{ED813767-95A0-4F15-BB9D-72D156F63B52}" dt="2022-07-21T19:21:52.025" v="10" actId="20577"/>
        <pc:sldMkLst>
          <pc:docMk/>
          <pc:sldMk cId="1895281972" sldId="296"/>
        </pc:sldMkLst>
        <pc:spChg chg="mod">
          <ac:chgData name="SOUMYADITYA SAHA(BTECH10099.21@bitmesra.ac.in)" userId="S::btech10099.21@bitmesra.ac.in::5e9c4661-3e85-4891-8c07-44555748f763" providerId="AD" clId="Web-{ED813767-95A0-4F15-BB9D-72D156F63B52}" dt="2022-07-21T19:21:52.025" v="10" actId="20577"/>
          <ac:spMkLst>
            <pc:docMk/>
            <pc:sldMk cId="1895281972" sldId="296"/>
            <ac:spMk id="3" creationId="{00000000-0000-0000-0000-000000000000}"/>
          </ac:spMkLst>
        </pc:spChg>
      </pc:sldChg>
      <pc:sldChg chg="modSp">
        <pc:chgData name="SOUMYADITYA SAHA(BTECH10099.21@bitmesra.ac.in)" userId="S::btech10099.21@bitmesra.ac.in::5e9c4661-3e85-4891-8c07-44555748f763" providerId="AD" clId="Web-{ED813767-95A0-4F15-BB9D-72D156F63B52}" dt="2022-07-21T19:24:16.543" v="82" actId="20577"/>
        <pc:sldMkLst>
          <pc:docMk/>
          <pc:sldMk cId="1991928076" sldId="316"/>
        </pc:sldMkLst>
        <pc:spChg chg="mod">
          <ac:chgData name="SOUMYADITYA SAHA(BTECH10099.21@bitmesra.ac.in)" userId="S::btech10099.21@bitmesra.ac.in::5e9c4661-3e85-4891-8c07-44555748f763" providerId="AD" clId="Web-{ED813767-95A0-4F15-BB9D-72D156F63B52}" dt="2022-07-21T19:22:44.698" v="39" actId="20577"/>
          <ac:spMkLst>
            <pc:docMk/>
            <pc:sldMk cId="1991928076" sldId="316"/>
            <ac:spMk id="3" creationId="{00000000-0000-0000-0000-000000000000}"/>
          </ac:spMkLst>
        </pc:spChg>
        <pc:spChg chg="mod">
          <ac:chgData name="SOUMYADITYA SAHA(BTECH10099.21@bitmesra.ac.in)" userId="S::btech10099.21@bitmesra.ac.in::5e9c4661-3e85-4891-8c07-44555748f763" providerId="AD" clId="Web-{ED813767-95A0-4F15-BB9D-72D156F63B52}" dt="2022-07-21T19:24:16.543" v="82" actId="20577"/>
          <ac:spMkLst>
            <pc:docMk/>
            <pc:sldMk cId="1991928076" sldId="316"/>
            <ac:spMk id="4" creationId="{298F86E2-7311-D750-7978-922AB3CFEF86}"/>
          </ac:spMkLst>
        </pc:spChg>
      </pc:sldChg>
    </pc:docChg>
  </pc:docChgLst>
  <pc:docChgLst>
    <pc:chgData name="ANISH KUMAR SINGH(BTECH10076.21@bitmesra.ac.in)" userId="S::btech10076.21@bitmesra.ac.in::2e013991-8e12-4250-a9cd-7bec41f27776" providerId="AD" clId="Web-{0C1C7113-A8F8-4000-9D77-B2B1BEE40472}"/>
    <pc:docChg chg="modSld">
      <pc:chgData name="ANISH KUMAR SINGH(BTECH10076.21@bitmesra.ac.in)" userId="S::btech10076.21@bitmesra.ac.in::2e013991-8e12-4250-a9cd-7bec41f27776" providerId="AD" clId="Web-{0C1C7113-A8F8-4000-9D77-B2B1BEE40472}" dt="2022-07-21T19:36:32.150" v="145"/>
      <pc:docMkLst>
        <pc:docMk/>
      </pc:docMkLst>
      <pc:sldChg chg="delSp modSp">
        <pc:chgData name="ANISH KUMAR SINGH(BTECH10076.21@bitmesra.ac.in)" userId="S::btech10076.21@bitmesra.ac.in::2e013991-8e12-4250-a9cd-7bec41f27776" providerId="AD" clId="Web-{0C1C7113-A8F8-4000-9D77-B2B1BEE40472}" dt="2022-07-21T19:36:32.150" v="145"/>
        <pc:sldMkLst>
          <pc:docMk/>
          <pc:sldMk cId="1440358586" sldId="263"/>
        </pc:sldMkLst>
        <pc:spChg chg="mod">
          <ac:chgData name="ANISH KUMAR SINGH(BTECH10076.21@bitmesra.ac.in)" userId="S::btech10076.21@bitmesra.ac.in::2e013991-8e12-4250-a9cd-7bec41f27776" providerId="AD" clId="Web-{0C1C7113-A8F8-4000-9D77-B2B1BEE40472}" dt="2022-07-21T19:34:26.928" v="11" actId="1076"/>
          <ac:spMkLst>
            <pc:docMk/>
            <pc:sldMk cId="1440358586" sldId="263"/>
            <ac:spMk id="3" creationId="{00000000-0000-0000-0000-000000000000}"/>
          </ac:spMkLst>
        </pc:spChg>
        <pc:spChg chg="mod">
          <ac:chgData name="ANISH KUMAR SINGH(BTECH10076.21@bitmesra.ac.in)" userId="S::btech10076.21@bitmesra.ac.in::2e013991-8e12-4250-a9cd-7bec41f27776" providerId="AD" clId="Web-{0C1C7113-A8F8-4000-9D77-B2B1BEE40472}" dt="2022-07-21T19:36:21.337" v="144" actId="20577"/>
          <ac:spMkLst>
            <pc:docMk/>
            <pc:sldMk cId="1440358586" sldId="263"/>
            <ac:spMk id="5" creationId="{DB706926-DFDF-3788-5B58-1F1C740AE0D3}"/>
          </ac:spMkLst>
        </pc:spChg>
        <pc:spChg chg="del">
          <ac:chgData name="ANISH KUMAR SINGH(BTECH10076.21@bitmesra.ac.in)" userId="S::btech10076.21@bitmesra.ac.in::2e013991-8e12-4250-a9cd-7bec41f27776" providerId="AD" clId="Web-{0C1C7113-A8F8-4000-9D77-B2B1BEE40472}" dt="2022-07-21T19:36:32.150" v="145"/>
          <ac:spMkLst>
            <pc:docMk/>
            <pc:sldMk cId="1440358586" sldId="263"/>
            <ac:spMk id="6" creationId="{297CC682-7665-E751-827F-5C0021DDF76E}"/>
          </ac:spMkLst>
        </pc:spChg>
      </pc:sldChg>
    </pc:docChg>
  </pc:docChgLst>
  <pc:docChgLst>
    <pc:chgData name="DEBTONU ROY CHOWDHURY(BTECH10001.21@bitmesra.ac.in)" userId="S::btech10001.21@bitmesra.ac.in::e40d9c6b-7fa9-4da9-8db8-5daea53c2e47" providerId="AD" clId="Web-{9723FCA5-15E1-44FE-A1F7-BC7C4270317F}"/>
    <pc:docChg chg="modSld">
      <pc:chgData name="DEBTONU ROY CHOWDHURY(BTECH10001.21@bitmesra.ac.in)" userId="S::btech10001.21@bitmesra.ac.in::e40d9c6b-7fa9-4da9-8db8-5daea53c2e47" providerId="AD" clId="Web-{9723FCA5-15E1-44FE-A1F7-BC7C4270317F}" dt="2022-07-21T20:16:05.756" v="0" actId="1076"/>
      <pc:docMkLst>
        <pc:docMk/>
      </pc:docMkLst>
      <pc:sldChg chg="modSp">
        <pc:chgData name="DEBTONU ROY CHOWDHURY(BTECH10001.21@bitmesra.ac.in)" userId="S::btech10001.21@bitmesra.ac.in::e40d9c6b-7fa9-4da9-8db8-5daea53c2e47" providerId="AD" clId="Web-{9723FCA5-15E1-44FE-A1F7-BC7C4270317F}" dt="2022-07-21T20:16:05.756" v="0" actId="1076"/>
        <pc:sldMkLst>
          <pc:docMk/>
          <pc:sldMk cId="3955660948" sldId="292"/>
        </pc:sldMkLst>
        <pc:picChg chg="mod">
          <ac:chgData name="DEBTONU ROY CHOWDHURY(BTECH10001.21@bitmesra.ac.in)" userId="S::btech10001.21@bitmesra.ac.in::e40d9c6b-7fa9-4da9-8db8-5daea53c2e47" providerId="AD" clId="Web-{9723FCA5-15E1-44FE-A1F7-BC7C4270317F}" dt="2022-07-21T20:16:05.756" v="0" actId="1076"/>
          <ac:picMkLst>
            <pc:docMk/>
            <pc:sldMk cId="3955660948" sldId="292"/>
            <ac:picMk id="4" creationId="{00000000-0000-0000-0000-000000000000}"/>
          </ac:picMkLst>
        </pc:picChg>
      </pc:sldChg>
    </pc:docChg>
  </pc:docChgLst>
  <pc:docChgLst>
    <pc:chgData name="SHIVAM SHARMA(BTECH10193.21@bitmesra.ac.in)" userId="S::btech10193.21@bitmesra.ac.in::eba7c897-202f-4a55-9f60-9e15682e06d6" providerId="AD" clId="Web-{2D4101F4-85AB-431C-840C-7BFA5626453B}"/>
    <pc:docChg chg="modSld">
      <pc:chgData name="SHIVAM SHARMA(BTECH10193.21@bitmesra.ac.in)" userId="S::btech10193.21@bitmesra.ac.in::eba7c897-202f-4a55-9f60-9e15682e06d6" providerId="AD" clId="Web-{2D4101F4-85AB-431C-840C-7BFA5626453B}" dt="2022-05-06T02:24:46.574" v="0"/>
      <pc:docMkLst>
        <pc:docMk/>
      </pc:docMkLst>
      <pc:sldChg chg="addSp">
        <pc:chgData name="SHIVAM SHARMA(BTECH10193.21@bitmesra.ac.in)" userId="S::btech10193.21@bitmesra.ac.in::eba7c897-202f-4a55-9f60-9e15682e06d6" providerId="AD" clId="Web-{2D4101F4-85AB-431C-840C-7BFA5626453B}" dt="2022-05-06T02:24:46.574" v="0"/>
        <pc:sldMkLst>
          <pc:docMk/>
          <pc:sldMk cId="4096103264" sldId="257"/>
        </pc:sldMkLst>
        <pc:spChg chg="add">
          <ac:chgData name="SHIVAM SHARMA(BTECH10193.21@bitmesra.ac.in)" userId="S::btech10193.21@bitmesra.ac.in::eba7c897-202f-4a55-9f60-9e15682e06d6" providerId="AD" clId="Web-{2D4101F4-85AB-431C-840C-7BFA5626453B}" dt="2022-05-06T02:24:46.574" v="0"/>
          <ac:spMkLst>
            <pc:docMk/>
            <pc:sldMk cId="4096103264" sldId="257"/>
            <ac:spMk id="4" creationId="{5628BCE2-6AD1-5AED-5ED1-74901C3353DA}"/>
          </ac:spMkLst>
        </pc:spChg>
      </pc:sldChg>
    </pc:docChg>
  </pc:docChgLst>
  <pc:docChgLst>
    <pc:chgData name="CHANDAN KUMAR CHATTERJEE(BTECH10400.21@bitmesra.ac.in)" userId="S::btech10400.21@bitmesra.ac.in::2c01e5d6-4e2d-444d-89eb-8f1b8c8a40f6" providerId="AD" clId="Web-{14B1D308-C338-46CB-B190-27D29FE6C201}"/>
    <pc:docChg chg="modSld">
      <pc:chgData name="CHANDAN KUMAR CHATTERJEE(BTECH10400.21@bitmesra.ac.in)" userId="S::btech10400.21@bitmesra.ac.in::2c01e5d6-4e2d-444d-89eb-8f1b8c8a40f6" providerId="AD" clId="Web-{14B1D308-C338-46CB-B190-27D29FE6C201}" dt="2022-07-21T21:08:33.687" v="10" actId="20577"/>
      <pc:docMkLst>
        <pc:docMk/>
      </pc:docMkLst>
      <pc:sldChg chg="modSp">
        <pc:chgData name="CHANDAN KUMAR CHATTERJEE(BTECH10400.21@bitmesra.ac.in)" userId="S::btech10400.21@bitmesra.ac.in::2c01e5d6-4e2d-444d-89eb-8f1b8c8a40f6" providerId="AD" clId="Web-{14B1D308-C338-46CB-B190-27D29FE6C201}" dt="2022-07-21T21:08:33.687" v="10" actId="20577"/>
        <pc:sldMkLst>
          <pc:docMk/>
          <pc:sldMk cId="1731725011" sldId="289"/>
        </pc:sldMkLst>
        <pc:spChg chg="mod">
          <ac:chgData name="CHANDAN KUMAR CHATTERJEE(BTECH10400.21@bitmesra.ac.in)" userId="S::btech10400.21@bitmesra.ac.in::2c01e5d6-4e2d-444d-89eb-8f1b8c8a40f6" providerId="AD" clId="Web-{14B1D308-C338-46CB-B190-27D29FE6C201}" dt="2022-07-21T21:08:33.687" v="10" actId="20577"/>
          <ac:spMkLst>
            <pc:docMk/>
            <pc:sldMk cId="1731725011" sldId="289"/>
            <ac:spMk id="3" creationId="{00000000-0000-0000-0000-000000000000}"/>
          </ac:spMkLst>
        </pc:spChg>
      </pc:sldChg>
    </pc:docChg>
  </pc:docChgLst>
  <pc:docChgLst>
    <pc:chgData name="SHUBHAM PRIYANSHU(BTECH10274.21@bitmesra.ac.in)" userId="S::btech10274.21@bitmesra.ac.in::4529918e-f5f2-40cc-9dac-2014143f2ba0" providerId="AD" clId="Web-{6E843276-02FE-4107-86D4-6A5A4492CB56}"/>
    <pc:docChg chg="modSld">
      <pc:chgData name="SHUBHAM PRIYANSHU(BTECH10274.21@bitmesra.ac.in)" userId="S::btech10274.21@bitmesra.ac.in::4529918e-f5f2-40cc-9dac-2014143f2ba0" providerId="AD" clId="Web-{6E843276-02FE-4107-86D4-6A5A4492CB56}" dt="2022-07-21T16:39:26.397" v="1" actId="20577"/>
      <pc:docMkLst>
        <pc:docMk/>
      </pc:docMkLst>
      <pc:sldChg chg="modSp">
        <pc:chgData name="SHUBHAM PRIYANSHU(BTECH10274.21@bitmesra.ac.in)" userId="S::btech10274.21@bitmesra.ac.in::4529918e-f5f2-40cc-9dac-2014143f2ba0" providerId="AD" clId="Web-{6E843276-02FE-4107-86D4-6A5A4492CB56}" dt="2022-07-21T16:39:26.397" v="1" actId="20577"/>
        <pc:sldMkLst>
          <pc:docMk/>
          <pc:sldMk cId="4096103264" sldId="257"/>
        </pc:sldMkLst>
        <pc:spChg chg="mod">
          <ac:chgData name="SHUBHAM PRIYANSHU(BTECH10274.21@bitmesra.ac.in)" userId="S::btech10274.21@bitmesra.ac.in::4529918e-f5f2-40cc-9dac-2014143f2ba0" providerId="AD" clId="Web-{6E843276-02FE-4107-86D4-6A5A4492CB56}" dt="2022-07-21T16:39:26.397" v="1" actId="20577"/>
          <ac:spMkLst>
            <pc:docMk/>
            <pc:sldMk cId="4096103264" sldId="257"/>
            <ac:spMk id="4" creationId="{5FBA8736-D1F1-D537-E719-04D6B8B4B06F}"/>
          </ac:spMkLst>
        </pc:spChg>
      </pc:sldChg>
    </pc:docChg>
  </pc:docChgLst>
  <pc:docChgLst>
    <pc:chgData name="ACHYUT SINGH(BTECH10095.21@bitmesra.ac.in)" userId="S::btech10095.21@bitmesra.ac.in::776288b4-265e-4fbc-a78e-82a5597dd2c9" providerId="AD" clId="Web-{B4EDBFEB-AEAB-4333-B843-883B0A6B18C1}"/>
    <pc:docChg chg="modSld">
      <pc:chgData name="ACHYUT SINGH(BTECH10095.21@bitmesra.ac.in)" userId="S::btech10095.21@bitmesra.ac.in::776288b4-265e-4fbc-a78e-82a5597dd2c9" providerId="AD" clId="Web-{B4EDBFEB-AEAB-4333-B843-883B0A6B18C1}" dt="2022-07-02T05:36:28.328" v="1" actId="1076"/>
      <pc:docMkLst>
        <pc:docMk/>
      </pc:docMkLst>
      <pc:sldChg chg="modSp">
        <pc:chgData name="ACHYUT SINGH(BTECH10095.21@bitmesra.ac.in)" userId="S::btech10095.21@bitmesra.ac.in::776288b4-265e-4fbc-a78e-82a5597dd2c9" providerId="AD" clId="Web-{B4EDBFEB-AEAB-4333-B843-883B0A6B18C1}" dt="2022-07-02T05:36:28.328" v="1" actId="1076"/>
        <pc:sldMkLst>
          <pc:docMk/>
          <pc:sldMk cId="3910982860" sldId="287"/>
        </pc:sldMkLst>
        <pc:picChg chg="mod">
          <ac:chgData name="ACHYUT SINGH(BTECH10095.21@bitmesra.ac.in)" userId="S::btech10095.21@bitmesra.ac.in::776288b4-265e-4fbc-a78e-82a5597dd2c9" providerId="AD" clId="Web-{B4EDBFEB-AEAB-4333-B843-883B0A6B18C1}" dt="2022-07-02T05:36:28.328" v="1" actId="1076"/>
          <ac:picMkLst>
            <pc:docMk/>
            <pc:sldMk cId="3910982860" sldId="287"/>
            <ac:picMk id="4" creationId="{00000000-0000-0000-0000-000000000000}"/>
          </ac:picMkLst>
        </pc:picChg>
      </pc:sldChg>
    </pc:docChg>
  </pc:docChgLst>
  <pc:docChgLst>
    <pc:chgData name="VINAYAK BARA(BTECH10200.21@bitmesra.ac.in)" userId="S::btech10200.21@bitmesra.ac.in::20336d3b-a040-485a-a53f-10aa975477e9" providerId="AD" clId="Web-{8317B103-1AC8-4C45-9530-2F7A1E5451D5}"/>
    <pc:docChg chg="modSld">
      <pc:chgData name="VINAYAK BARA(BTECH10200.21@bitmesra.ac.in)" userId="S::btech10200.21@bitmesra.ac.in::20336d3b-a040-485a-a53f-10aa975477e9" providerId="AD" clId="Web-{8317B103-1AC8-4C45-9530-2F7A1E5451D5}" dt="2022-07-21T16:38:34.720" v="0" actId="1076"/>
      <pc:docMkLst>
        <pc:docMk/>
      </pc:docMkLst>
      <pc:sldChg chg="modSp">
        <pc:chgData name="VINAYAK BARA(BTECH10200.21@bitmesra.ac.in)" userId="S::btech10200.21@bitmesra.ac.in::20336d3b-a040-485a-a53f-10aa975477e9" providerId="AD" clId="Web-{8317B103-1AC8-4C45-9530-2F7A1E5451D5}" dt="2022-07-21T16:38:34.720" v="0" actId="1076"/>
        <pc:sldMkLst>
          <pc:docMk/>
          <pc:sldMk cId="4096103264" sldId="257"/>
        </pc:sldMkLst>
        <pc:spChg chg="mod">
          <ac:chgData name="VINAYAK BARA(BTECH10200.21@bitmesra.ac.in)" userId="S::btech10200.21@bitmesra.ac.in::20336d3b-a040-485a-a53f-10aa975477e9" providerId="AD" clId="Web-{8317B103-1AC8-4C45-9530-2F7A1E5451D5}" dt="2022-07-21T16:38:34.720" v="0" actId="1076"/>
          <ac:spMkLst>
            <pc:docMk/>
            <pc:sldMk cId="4096103264" sldId="257"/>
            <ac:spMk id="3" creationId="{00000000-0000-0000-0000-000000000000}"/>
          </ac:spMkLst>
        </pc:spChg>
      </pc:sldChg>
    </pc:docChg>
  </pc:docChgLst>
  <pc:docChgLst>
    <pc:chgData name="CHANDAN KUMAR CHATTERJEE(BTECH10400.21@bitmesra.ac.in)" userId="S::btech10400.21@bitmesra.ac.in::2c01e5d6-4e2d-444d-89eb-8f1b8c8a40f6" providerId="AD" clId="Web-{217DAB71-EEFD-4A52-BDAD-C4B0A2DE1F82}"/>
    <pc:docChg chg="sldOrd">
      <pc:chgData name="CHANDAN KUMAR CHATTERJEE(BTECH10400.21@bitmesra.ac.in)" userId="S::btech10400.21@bitmesra.ac.in::2c01e5d6-4e2d-444d-89eb-8f1b8c8a40f6" providerId="AD" clId="Web-{217DAB71-EEFD-4A52-BDAD-C4B0A2DE1F82}" dt="2022-07-21T13:32:43.761" v="0"/>
      <pc:docMkLst>
        <pc:docMk/>
      </pc:docMkLst>
      <pc:sldChg chg="ord">
        <pc:chgData name="CHANDAN KUMAR CHATTERJEE(BTECH10400.21@bitmesra.ac.in)" userId="S::btech10400.21@bitmesra.ac.in::2c01e5d6-4e2d-444d-89eb-8f1b8c8a40f6" providerId="AD" clId="Web-{217DAB71-EEFD-4A52-BDAD-C4B0A2DE1F82}" dt="2022-07-21T13:32:43.761" v="0"/>
        <pc:sldMkLst>
          <pc:docMk/>
          <pc:sldMk cId="2502627525" sldId="277"/>
        </pc:sldMkLst>
      </pc:sldChg>
    </pc:docChg>
  </pc:docChgLst>
  <pc:docChgLst>
    <pc:chgData name="PRANTESH SINHA(BTECH10396.21@bitmesra.ac.in)" userId="S::btech10396.21@bitmesra.ac.in::77243324-2d65-4898-ba03-472a6252d308" providerId="AD" clId="Web-{41412A84-7242-4DB6-A88C-33B59321957F}"/>
    <pc:docChg chg="modSld">
      <pc:chgData name="PRANTESH SINHA(BTECH10396.21@bitmesra.ac.in)" userId="S::btech10396.21@bitmesra.ac.in::77243324-2d65-4898-ba03-472a6252d308" providerId="AD" clId="Web-{41412A84-7242-4DB6-A88C-33B59321957F}" dt="2022-07-04T04:18:46.902" v="2" actId="688"/>
      <pc:docMkLst>
        <pc:docMk/>
      </pc:docMkLst>
      <pc:sldChg chg="modSp">
        <pc:chgData name="PRANTESH SINHA(BTECH10396.21@bitmesra.ac.in)" userId="S::btech10396.21@bitmesra.ac.in::77243324-2d65-4898-ba03-472a6252d308" providerId="AD" clId="Web-{41412A84-7242-4DB6-A88C-33B59321957F}" dt="2022-07-04T04:18:46.902" v="2" actId="688"/>
        <pc:sldMkLst>
          <pc:docMk/>
          <pc:sldMk cId="4096103264" sldId="257"/>
        </pc:sldMkLst>
        <pc:spChg chg="mod">
          <ac:chgData name="PRANTESH SINHA(BTECH10396.21@bitmesra.ac.in)" userId="S::btech10396.21@bitmesra.ac.in::77243324-2d65-4898-ba03-472a6252d308" providerId="AD" clId="Web-{41412A84-7242-4DB6-A88C-33B59321957F}" dt="2022-07-04T04:18:46.902" v="2" actId="688"/>
          <ac:spMkLst>
            <pc:docMk/>
            <pc:sldMk cId="4096103264" sldId="257"/>
            <ac:spMk id="5" creationId="{4B8002FC-EF00-35F6-C326-82C6CE67AB75}"/>
          </ac:spMkLst>
        </pc:spChg>
      </pc:sldChg>
    </pc:docChg>
  </pc:docChgLst>
  <pc:docChgLst>
    <pc:chgData name="PRANSHU PRANJAL(BTECH10113.21@bitmesra.ac.in)" userId="S::btech10113.21@bitmesra.ac.in::9d1f1a17-5849-4975-bcd9-53175ce2b5d6" providerId="AD" clId="Web-{BC96A6A0-23CE-4E21-9797-FC42BCE34E5C}"/>
    <pc:docChg chg="modSld">
      <pc:chgData name="PRANSHU PRANJAL(BTECH10113.21@bitmesra.ac.in)" userId="S::btech10113.21@bitmesra.ac.in::9d1f1a17-5849-4975-bcd9-53175ce2b5d6" providerId="AD" clId="Web-{BC96A6A0-23CE-4E21-9797-FC42BCE34E5C}" dt="2022-07-21T17:41:27.600" v="1" actId="1076"/>
      <pc:docMkLst>
        <pc:docMk/>
      </pc:docMkLst>
      <pc:sldChg chg="modSp">
        <pc:chgData name="PRANSHU PRANJAL(BTECH10113.21@bitmesra.ac.in)" userId="S::btech10113.21@bitmesra.ac.in::9d1f1a17-5849-4975-bcd9-53175ce2b5d6" providerId="AD" clId="Web-{BC96A6A0-23CE-4E21-9797-FC42BCE34E5C}" dt="2022-07-21T17:41:27.600" v="1" actId="1076"/>
        <pc:sldMkLst>
          <pc:docMk/>
          <pc:sldMk cId="3955660948" sldId="292"/>
        </pc:sldMkLst>
        <pc:picChg chg="mod">
          <ac:chgData name="PRANSHU PRANJAL(BTECH10113.21@bitmesra.ac.in)" userId="S::btech10113.21@bitmesra.ac.in::9d1f1a17-5849-4975-bcd9-53175ce2b5d6" providerId="AD" clId="Web-{BC96A6A0-23CE-4E21-9797-FC42BCE34E5C}" dt="2022-07-21T17:41:27.600" v="1" actId="1076"/>
          <ac:picMkLst>
            <pc:docMk/>
            <pc:sldMk cId="3955660948" sldId="292"/>
            <ac:picMk id="4" creationId="{00000000-0000-0000-0000-000000000000}"/>
          </ac:picMkLst>
        </pc:picChg>
      </pc:sldChg>
    </pc:docChg>
  </pc:docChgLst>
  <pc:docChgLst>
    <pc:chgData name="SOUMYADITYA SAHA(BTECH10099.21@bitmesra.ac.in)" userId="S::btech10099.21@bitmesra.ac.in::5e9c4661-3e85-4891-8c07-44555748f763" providerId="AD" clId="Web-{3A16B89C-C230-4DCB-9BB5-243A51D5E138}"/>
    <pc:docChg chg="modSld">
      <pc:chgData name="SOUMYADITYA SAHA(BTECH10099.21@bitmesra.ac.in)" userId="S::btech10099.21@bitmesra.ac.in::5e9c4661-3e85-4891-8c07-44555748f763" providerId="AD" clId="Web-{3A16B89C-C230-4DCB-9BB5-243A51D5E138}" dt="2022-07-21T20:44:25.312" v="200" actId="20577"/>
      <pc:docMkLst>
        <pc:docMk/>
      </pc:docMkLst>
      <pc:sldChg chg="addSp modSp">
        <pc:chgData name="SOUMYADITYA SAHA(BTECH10099.21@bitmesra.ac.in)" userId="S::btech10099.21@bitmesra.ac.in::5e9c4661-3e85-4891-8c07-44555748f763" providerId="AD" clId="Web-{3A16B89C-C230-4DCB-9BB5-243A51D5E138}" dt="2022-07-21T19:36:32.519" v="63" actId="20577"/>
        <pc:sldMkLst>
          <pc:docMk/>
          <pc:sldMk cId="1440358586" sldId="263"/>
        </pc:sldMkLst>
        <pc:spChg chg="add mod">
          <ac:chgData name="SOUMYADITYA SAHA(BTECH10099.21@bitmesra.ac.in)" userId="S::btech10099.21@bitmesra.ac.in::5e9c4661-3e85-4891-8c07-44555748f763" providerId="AD" clId="Web-{3A16B89C-C230-4DCB-9BB5-243A51D5E138}" dt="2022-07-21T19:36:32.519" v="63" actId="20577"/>
          <ac:spMkLst>
            <pc:docMk/>
            <pc:sldMk cId="1440358586" sldId="263"/>
            <ac:spMk id="6" creationId="{297CC682-7665-E751-827F-5C0021DDF76E}"/>
          </ac:spMkLst>
        </pc:spChg>
      </pc:sldChg>
      <pc:sldChg chg="modSp">
        <pc:chgData name="SOUMYADITYA SAHA(BTECH10099.21@bitmesra.ac.in)" userId="S::btech10099.21@bitmesra.ac.in::5e9c4661-3e85-4891-8c07-44555748f763" providerId="AD" clId="Web-{3A16B89C-C230-4DCB-9BB5-243A51D5E138}" dt="2022-07-21T20:42:25.982" v="148" actId="20577"/>
        <pc:sldMkLst>
          <pc:docMk/>
          <pc:sldMk cId="2502627525" sldId="277"/>
        </pc:sldMkLst>
        <pc:spChg chg="mod">
          <ac:chgData name="SOUMYADITYA SAHA(BTECH10099.21@bitmesra.ac.in)" userId="S::btech10099.21@bitmesra.ac.in::5e9c4661-3e85-4891-8c07-44555748f763" providerId="AD" clId="Web-{3A16B89C-C230-4DCB-9BB5-243A51D5E138}" dt="2022-07-21T20:42:25.982" v="148" actId="20577"/>
          <ac:spMkLst>
            <pc:docMk/>
            <pc:sldMk cId="2502627525" sldId="277"/>
            <ac:spMk id="2" creationId="{00000000-0000-0000-0000-000000000000}"/>
          </ac:spMkLst>
        </pc:spChg>
      </pc:sldChg>
      <pc:sldChg chg="modSp">
        <pc:chgData name="SOUMYADITYA SAHA(BTECH10099.21@bitmesra.ac.in)" userId="S::btech10099.21@bitmesra.ac.in::5e9c4661-3e85-4891-8c07-44555748f763" providerId="AD" clId="Web-{3A16B89C-C230-4DCB-9BB5-243A51D5E138}" dt="2022-07-21T20:44:25.312" v="200" actId="20577"/>
        <pc:sldMkLst>
          <pc:docMk/>
          <pc:sldMk cId="2424571444" sldId="338"/>
        </pc:sldMkLst>
        <pc:spChg chg="mod">
          <ac:chgData name="SOUMYADITYA SAHA(BTECH10099.21@bitmesra.ac.in)" userId="S::btech10099.21@bitmesra.ac.in::5e9c4661-3e85-4891-8c07-44555748f763" providerId="AD" clId="Web-{3A16B89C-C230-4DCB-9BB5-243A51D5E138}" dt="2022-07-21T20:44:25.312" v="200" actId="20577"/>
          <ac:spMkLst>
            <pc:docMk/>
            <pc:sldMk cId="2424571444" sldId="338"/>
            <ac:spMk id="2" creationId="{00000000-0000-0000-0000-000000000000}"/>
          </ac:spMkLst>
        </pc:spChg>
      </pc:sldChg>
    </pc:docChg>
  </pc:docChgLst>
  <pc:docChgLst>
    <pc:chgData name="ARYAN SAKET(BTECH10276.21@bitmesra.ac.in)" userId="S::btech10276.21@bitmesra.ac.in::f92af62a-76d7-4ba4-a310-8ebd7a0bd63f" providerId="AD" clId="Web-{1B7EA512-0390-4BA5-B9BC-6915124B64BD}"/>
    <pc:docChg chg="modSld">
      <pc:chgData name="ARYAN SAKET(BTECH10276.21@bitmesra.ac.in)" userId="S::btech10276.21@bitmesra.ac.in::f92af62a-76d7-4ba4-a310-8ebd7a0bd63f" providerId="AD" clId="Web-{1B7EA512-0390-4BA5-B9BC-6915124B64BD}" dt="2022-07-03T15:33:49.513" v="0" actId="1076"/>
      <pc:docMkLst>
        <pc:docMk/>
      </pc:docMkLst>
      <pc:sldChg chg="modSp">
        <pc:chgData name="ARYAN SAKET(BTECH10276.21@bitmesra.ac.in)" userId="S::btech10276.21@bitmesra.ac.in::f92af62a-76d7-4ba4-a310-8ebd7a0bd63f" providerId="AD" clId="Web-{1B7EA512-0390-4BA5-B9BC-6915124B64BD}" dt="2022-07-03T15:33:49.513" v="0" actId="1076"/>
        <pc:sldMkLst>
          <pc:docMk/>
          <pc:sldMk cId="4096103264" sldId="257"/>
        </pc:sldMkLst>
        <pc:spChg chg="mod">
          <ac:chgData name="ARYAN SAKET(BTECH10276.21@bitmesra.ac.in)" userId="S::btech10276.21@bitmesra.ac.in::f92af62a-76d7-4ba4-a310-8ebd7a0bd63f" providerId="AD" clId="Web-{1B7EA512-0390-4BA5-B9BC-6915124B64BD}" dt="2022-07-03T15:33:49.513" v="0" actId="1076"/>
          <ac:spMkLst>
            <pc:docMk/>
            <pc:sldMk cId="4096103264" sldId="257"/>
            <ac:spMk id="5" creationId="{4B8002FC-EF00-35F6-C326-82C6CE67AB75}"/>
          </ac:spMkLst>
        </pc:spChg>
      </pc:sldChg>
    </pc:docChg>
  </pc:docChgLst>
  <pc:docChgLst>
    <pc:chgData name="CHANDRA SHEKHAR DAN(BTECH10060.21@bitmesra.ac.in)" userId="S::btech10060.21@bitmesra.ac.in::0cecde62-e286-419c-b87f-29727de14050" providerId="AD" clId="Web-{F9EB8DBF-1764-4C8E-AE8A-9C3EE4DF3CF1}"/>
    <pc:docChg chg="modSld">
      <pc:chgData name="CHANDRA SHEKHAR DAN(BTECH10060.21@bitmesra.ac.in)" userId="S::btech10060.21@bitmesra.ac.in::0cecde62-e286-419c-b87f-29727de14050" providerId="AD" clId="Web-{F9EB8DBF-1764-4C8E-AE8A-9C3EE4DF3CF1}" dt="2022-07-21T17:41:27.440" v="3" actId="1076"/>
      <pc:docMkLst>
        <pc:docMk/>
      </pc:docMkLst>
      <pc:sldChg chg="addSp modSp">
        <pc:chgData name="CHANDRA SHEKHAR DAN(BTECH10060.21@bitmesra.ac.in)" userId="S::btech10060.21@bitmesra.ac.in::0cecde62-e286-419c-b87f-29727de14050" providerId="AD" clId="Web-{F9EB8DBF-1764-4C8E-AE8A-9C3EE4DF3CF1}" dt="2022-07-21T17:41:27.440" v="3" actId="1076"/>
        <pc:sldMkLst>
          <pc:docMk/>
          <pc:sldMk cId="1612482861" sldId="276"/>
        </pc:sldMkLst>
        <pc:spChg chg="add mod">
          <ac:chgData name="CHANDRA SHEKHAR DAN(BTECH10060.21@bitmesra.ac.in)" userId="S::btech10060.21@bitmesra.ac.in::0cecde62-e286-419c-b87f-29727de14050" providerId="AD" clId="Web-{F9EB8DBF-1764-4C8E-AE8A-9C3EE4DF3CF1}" dt="2022-07-21T17:41:27.440" v="3" actId="1076"/>
          <ac:spMkLst>
            <pc:docMk/>
            <pc:sldMk cId="1612482861" sldId="276"/>
            <ac:spMk id="4" creationId="{2C1CAD93-DA05-2610-0A82-C1A9B2A3352D}"/>
          </ac:spMkLst>
        </pc:spChg>
        <pc:spChg chg="add mod">
          <ac:chgData name="CHANDRA SHEKHAR DAN(BTECH10060.21@bitmesra.ac.in)" userId="S::btech10060.21@bitmesra.ac.in::0cecde62-e286-419c-b87f-29727de14050" providerId="AD" clId="Web-{F9EB8DBF-1764-4C8E-AE8A-9C3EE4DF3CF1}" dt="2022-07-21T17:41:24.971" v="2" actId="1076"/>
          <ac:spMkLst>
            <pc:docMk/>
            <pc:sldMk cId="1612482861" sldId="276"/>
            <ac:spMk id="5" creationId="{77990E59-B4D4-9D0C-831F-CDD10C82A2B1}"/>
          </ac:spMkLst>
        </pc:spChg>
      </pc:sldChg>
    </pc:docChg>
  </pc:docChgLst>
  <pc:docChgLst>
    <pc:chgData name="RISHABH RAJ(BTECH10385.21@bitmesra.ac.in)" userId="S::btech10385.21@bitmesra.ac.in::ce8df6d5-376d-4bc3-aa80-b21fdf7b476b" providerId="AD" clId="Web-{C1002B03-A26E-462A-BCAE-1B32D34B83A7}"/>
    <pc:docChg chg="modSld">
      <pc:chgData name="RISHABH RAJ(BTECH10385.21@bitmesra.ac.in)" userId="S::btech10385.21@bitmesra.ac.in::ce8df6d5-376d-4bc3-aa80-b21fdf7b476b" providerId="AD" clId="Web-{C1002B03-A26E-462A-BCAE-1B32D34B83A7}" dt="2022-06-21T13:52:28.320" v="0" actId="14100"/>
      <pc:docMkLst>
        <pc:docMk/>
      </pc:docMkLst>
      <pc:sldChg chg="modSp">
        <pc:chgData name="RISHABH RAJ(BTECH10385.21@bitmesra.ac.in)" userId="S::btech10385.21@bitmesra.ac.in::ce8df6d5-376d-4bc3-aa80-b21fdf7b476b" providerId="AD" clId="Web-{C1002B03-A26E-462A-BCAE-1B32D34B83A7}" dt="2022-06-21T13:52:28.320" v="0" actId="14100"/>
        <pc:sldMkLst>
          <pc:docMk/>
          <pc:sldMk cId="4096103264" sldId="257"/>
        </pc:sldMkLst>
        <pc:spChg chg="mod">
          <ac:chgData name="RISHABH RAJ(BTECH10385.21@bitmesra.ac.in)" userId="S::btech10385.21@bitmesra.ac.in::ce8df6d5-376d-4bc3-aa80-b21fdf7b476b" providerId="AD" clId="Web-{C1002B03-A26E-462A-BCAE-1B32D34B83A7}" dt="2022-06-21T13:52:28.320" v="0" actId="14100"/>
          <ac:spMkLst>
            <pc:docMk/>
            <pc:sldMk cId="4096103264" sldId="257"/>
            <ac:spMk id="2" creationId="{00000000-0000-0000-0000-000000000000}"/>
          </ac:spMkLst>
        </pc:spChg>
      </pc:sldChg>
    </pc:docChg>
  </pc:docChgLst>
  <pc:docChgLst>
    <pc:chgData name="PRANTESH SINHA(BTECH10396.21@bitmesra.ac.in)" userId="S::btech10396.21@bitmesra.ac.in::77243324-2d65-4898-ba03-472a6252d308" providerId="AD" clId="Web-{A898DB67-884A-4C67-9553-C24A8FA99FC6}"/>
    <pc:docChg chg="modSld">
      <pc:chgData name="PRANTESH SINHA(BTECH10396.21@bitmesra.ac.in)" userId="S::btech10396.21@bitmesra.ac.in::77243324-2d65-4898-ba03-472a6252d308" providerId="AD" clId="Web-{A898DB67-884A-4C67-9553-C24A8FA99FC6}" dt="2022-07-04T05:16:44.519" v="0" actId="1076"/>
      <pc:docMkLst>
        <pc:docMk/>
      </pc:docMkLst>
      <pc:sldChg chg="modSp">
        <pc:chgData name="PRANTESH SINHA(BTECH10396.21@bitmesra.ac.in)" userId="S::btech10396.21@bitmesra.ac.in::77243324-2d65-4898-ba03-472a6252d308" providerId="AD" clId="Web-{A898DB67-884A-4C67-9553-C24A8FA99FC6}" dt="2022-07-04T05:16:44.519" v="0" actId="1076"/>
        <pc:sldMkLst>
          <pc:docMk/>
          <pc:sldMk cId="1588173266" sldId="318"/>
        </pc:sldMkLst>
        <pc:picChg chg="mod">
          <ac:chgData name="PRANTESH SINHA(BTECH10396.21@bitmesra.ac.in)" userId="S::btech10396.21@bitmesra.ac.in::77243324-2d65-4898-ba03-472a6252d308" providerId="AD" clId="Web-{A898DB67-884A-4C67-9553-C24A8FA99FC6}" dt="2022-07-04T05:16:44.519" v="0" actId="1076"/>
          <ac:picMkLst>
            <pc:docMk/>
            <pc:sldMk cId="1588173266" sldId="318"/>
            <ac:picMk id="3" creationId="{00000000-0000-0000-0000-000000000000}"/>
          </ac:picMkLst>
        </pc:picChg>
      </pc:sldChg>
    </pc:docChg>
  </pc:docChgLst>
  <pc:docChgLst>
    <pc:chgData name="ARYAN MISHRA(BTECH10107.21@bitmesra.ac.in)" userId="S::btech10107.21@bitmesra.ac.in::9ecbef50-bc36-4989-a0e6-b905c205ac8f" providerId="AD" clId="Web-{22252DD6-F857-4FF8-9875-852582E72D88}"/>
    <pc:docChg chg="modSld">
      <pc:chgData name="ARYAN MISHRA(BTECH10107.21@bitmesra.ac.in)" userId="S::btech10107.21@bitmesra.ac.in::9ecbef50-bc36-4989-a0e6-b905c205ac8f" providerId="AD" clId="Web-{22252DD6-F857-4FF8-9875-852582E72D88}" dt="2022-07-21T19:30:03.845" v="31"/>
      <pc:docMkLst>
        <pc:docMk/>
      </pc:docMkLst>
      <pc:sldChg chg="addSp delSp modSp">
        <pc:chgData name="ARYAN MISHRA(BTECH10107.21@bitmesra.ac.in)" userId="S::btech10107.21@bitmesra.ac.in::9ecbef50-bc36-4989-a0e6-b905c205ac8f" providerId="AD" clId="Web-{22252DD6-F857-4FF8-9875-852582E72D88}" dt="2022-07-21T19:27:16.074" v="5"/>
        <pc:sldMkLst>
          <pc:docMk/>
          <pc:sldMk cId="2559157955" sldId="260"/>
        </pc:sldMkLst>
        <pc:spChg chg="add del mod">
          <ac:chgData name="ARYAN MISHRA(BTECH10107.21@bitmesra.ac.in)" userId="S::btech10107.21@bitmesra.ac.in::9ecbef50-bc36-4989-a0e6-b905c205ac8f" providerId="AD" clId="Web-{22252DD6-F857-4FF8-9875-852582E72D88}" dt="2022-07-21T19:27:16.074" v="5"/>
          <ac:spMkLst>
            <pc:docMk/>
            <pc:sldMk cId="2559157955" sldId="260"/>
            <ac:spMk id="12" creationId="{675C364D-90F1-80CA-F6D7-0ED638FD673C}"/>
          </ac:spMkLst>
        </pc:spChg>
        <pc:inkChg chg="add">
          <ac:chgData name="ARYAN MISHRA(BTECH10107.21@bitmesra.ac.in)" userId="S::btech10107.21@bitmesra.ac.in::9ecbef50-bc36-4989-a0e6-b905c205ac8f" providerId="AD" clId="Web-{22252DD6-F857-4FF8-9875-852582E72D88}" dt="2022-07-21T19:26:27.384" v="0"/>
          <ac:inkMkLst>
            <pc:docMk/>
            <pc:sldMk cId="2559157955" sldId="260"/>
            <ac:inkMk id="10" creationId="{EF009321-562C-E174-67FD-B884061D451A}"/>
          </ac:inkMkLst>
        </pc:inkChg>
        <pc:inkChg chg="add del">
          <ac:chgData name="ARYAN MISHRA(BTECH10107.21@bitmesra.ac.in)" userId="S::btech10107.21@bitmesra.ac.in::9ecbef50-bc36-4989-a0e6-b905c205ac8f" providerId="AD" clId="Web-{22252DD6-F857-4FF8-9875-852582E72D88}" dt="2022-07-21T19:26:54.088" v="2"/>
          <ac:inkMkLst>
            <pc:docMk/>
            <pc:sldMk cId="2559157955" sldId="260"/>
            <ac:inkMk id="11" creationId="{5B286F80-4C50-17D4-6128-419699A027AA}"/>
          </ac:inkMkLst>
        </pc:inkChg>
      </pc:sldChg>
      <pc:sldChg chg="addSp delSp">
        <pc:chgData name="ARYAN MISHRA(BTECH10107.21@bitmesra.ac.in)" userId="S::btech10107.21@bitmesra.ac.in::9ecbef50-bc36-4989-a0e6-b905c205ac8f" providerId="AD" clId="Web-{22252DD6-F857-4FF8-9875-852582E72D88}" dt="2022-07-21T19:30:03.845" v="31"/>
        <pc:sldMkLst>
          <pc:docMk/>
          <pc:sldMk cId="3821701061" sldId="273"/>
        </pc:sldMkLst>
        <pc:spChg chg="add del">
          <ac:chgData name="ARYAN MISHRA(BTECH10107.21@bitmesra.ac.in)" userId="S::btech10107.21@bitmesra.ac.in::9ecbef50-bc36-4989-a0e6-b905c205ac8f" providerId="AD" clId="Web-{22252DD6-F857-4FF8-9875-852582E72D88}" dt="2022-07-21T19:27:52.294" v="7"/>
          <ac:spMkLst>
            <pc:docMk/>
            <pc:sldMk cId="3821701061" sldId="273"/>
            <ac:spMk id="4" creationId="{34EF6A20-7CED-7797-C37D-FDDCD3B14A16}"/>
          </ac:spMkLst>
        </pc:spChg>
        <pc:inkChg chg="add del">
          <ac:chgData name="ARYAN MISHRA(BTECH10107.21@bitmesra.ac.in)" userId="S::btech10107.21@bitmesra.ac.in::9ecbef50-bc36-4989-a0e6-b905c205ac8f" providerId="AD" clId="Web-{22252DD6-F857-4FF8-9875-852582E72D88}" dt="2022-07-21T19:30:03.845" v="25"/>
          <ac:inkMkLst>
            <pc:docMk/>
            <pc:sldMk cId="3821701061" sldId="273"/>
            <ac:inkMk id="4" creationId="{053C80A6-7C3F-90BC-4041-3C9F98D05F02}"/>
          </ac:inkMkLst>
        </pc:inkChg>
        <pc:inkChg chg="add del">
          <ac:chgData name="ARYAN MISHRA(BTECH10107.21@bitmesra.ac.in)" userId="S::btech10107.21@bitmesra.ac.in::9ecbef50-bc36-4989-a0e6-b905c205ac8f" providerId="AD" clId="Web-{22252DD6-F857-4FF8-9875-852582E72D88}" dt="2022-07-21T19:30:03.845" v="31"/>
          <ac:inkMkLst>
            <pc:docMk/>
            <pc:sldMk cId="3821701061" sldId="273"/>
            <ac:inkMk id="5" creationId="{9AF73580-0D57-2592-F841-793FEF47C757}"/>
          </ac:inkMkLst>
        </pc:inkChg>
        <pc:inkChg chg="add del">
          <ac:chgData name="ARYAN MISHRA(BTECH10107.21@bitmesra.ac.in)" userId="S::btech10107.21@bitmesra.ac.in::9ecbef50-bc36-4989-a0e6-b905c205ac8f" providerId="AD" clId="Web-{22252DD6-F857-4FF8-9875-852582E72D88}" dt="2022-07-21T19:30:03.845" v="30"/>
          <ac:inkMkLst>
            <pc:docMk/>
            <pc:sldMk cId="3821701061" sldId="273"/>
            <ac:inkMk id="6" creationId="{ACF95CFD-368B-C5E9-BCC2-9CF4FFD2EFCF}"/>
          </ac:inkMkLst>
        </pc:inkChg>
        <pc:inkChg chg="add del">
          <ac:chgData name="ARYAN MISHRA(BTECH10107.21@bitmesra.ac.in)" userId="S::btech10107.21@bitmesra.ac.in::9ecbef50-bc36-4989-a0e6-b905c205ac8f" providerId="AD" clId="Web-{22252DD6-F857-4FF8-9875-852582E72D88}" dt="2022-07-21T19:30:03.845" v="29"/>
          <ac:inkMkLst>
            <pc:docMk/>
            <pc:sldMk cId="3821701061" sldId="273"/>
            <ac:inkMk id="7" creationId="{790B2B10-0BC6-0E8F-FE31-7B11123BFC9B}"/>
          </ac:inkMkLst>
        </pc:inkChg>
        <pc:inkChg chg="add">
          <ac:chgData name="ARYAN MISHRA(BTECH10107.21@bitmesra.ac.in)" userId="S::btech10107.21@bitmesra.ac.in::9ecbef50-bc36-4989-a0e6-b905c205ac8f" providerId="AD" clId="Web-{22252DD6-F857-4FF8-9875-852582E72D88}" dt="2022-07-21T19:28:15.669" v="11"/>
          <ac:inkMkLst>
            <pc:docMk/>
            <pc:sldMk cId="3821701061" sldId="273"/>
            <ac:inkMk id="8" creationId="{B809CAFF-0449-5BE6-37C7-6D014ABAFF48}"/>
          </ac:inkMkLst>
        </pc:inkChg>
        <pc:inkChg chg="add">
          <ac:chgData name="ARYAN MISHRA(BTECH10107.21@bitmesra.ac.in)" userId="S::btech10107.21@bitmesra.ac.in::9ecbef50-bc36-4989-a0e6-b905c205ac8f" providerId="AD" clId="Web-{22252DD6-F857-4FF8-9875-852582E72D88}" dt="2022-07-21T19:28:19.388" v="12"/>
          <ac:inkMkLst>
            <pc:docMk/>
            <pc:sldMk cId="3821701061" sldId="273"/>
            <ac:inkMk id="9" creationId="{FF32EE0A-929C-BB36-24AB-B4EB8D6BFFB5}"/>
          </ac:inkMkLst>
        </pc:inkChg>
        <pc:inkChg chg="add del">
          <ac:chgData name="ARYAN MISHRA(BTECH10107.21@bitmesra.ac.in)" userId="S::btech10107.21@bitmesra.ac.in::9ecbef50-bc36-4989-a0e6-b905c205ac8f" providerId="AD" clId="Web-{22252DD6-F857-4FF8-9875-852582E72D88}" dt="2022-07-21T19:30:03.845" v="28"/>
          <ac:inkMkLst>
            <pc:docMk/>
            <pc:sldMk cId="3821701061" sldId="273"/>
            <ac:inkMk id="10" creationId="{4A837A99-F230-3803-83ED-4DF8D22909C5}"/>
          </ac:inkMkLst>
        </pc:inkChg>
        <pc:inkChg chg="add del">
          <ac:chgData name="ARYAN MISHRA(BTECH10107.21@bitmesra.ac.in)" userId="S::btech10107.21@bitmesra.ac.in::9ecbef50-bc36-4989-a0e6-b905c205ac8f" providerId="AD" clId="Web-{22252DD6-F857-4FF8-9875-852582E72D88}" dt="2022-07-21T19:30:03.845" v="27"/>
          <ac:inkMkLst>
            <pc:docMk/>
            <pc:sldMk cId="3821701061" sldId="273"/>
            <ac:inkMk id="11" creationId="{031559A1-BDAE-29F0-BBBC-28B708D25516}"/>
          </ac:inkMkLst>
        </pc:inkChg>
        <pc:inkChg chg="add del">
          <ac:chgData name="ARYAN MISHRA(BTECH10107.21@bitmesra.ac.in)" userId="S::btech10107.21@bitmesra.ac.in::9ecbef50-bc36-4989-a0e6-b905c205ac8f" providerId="AD" clId="Web-{22252DD6-F857-4FF8-9875-852582E72D88}" dt="2022-07-21T19:30:03.845" v="26"/>
          <ac:inkMkLst>
            <pc:docMk/>
            <pc:sldMk cId="3821701061" sldId="273"/>
            <ac:inkMk id="12" creationId="{30A969AD-E4F8-8C93-4775-92DC52B48903}"/>
          </ac:inkMkLst>
        </pc:inkChg>
        <pc:inkChg chg="add del">
          <ac:chgData name="ARYAN MISHRA(BTECH10107.21@bitmesra.ac.in)" userId="S::btech10107.21@bitmesra.ac.in::9ecbef50-bc36-4989-a0e6-b905c205ac8f" providerId="AD" clId="Web-{22252DD6-F857-4FF8-9875-852582E72D88}" dt="2022-07-21T19:30:03.845" v="24"/>
          <ac:inkMkLst>
            <pc:docMk/>
            <pc:sldMk cId="3821701061" sldId="273"/>
            <ac:inkMk id="13" creationId="{AD6B4F77-13DA-BB02-BDA3-CF46D1A16094}"/>
          </ac:inkMkLst>
        </pc:inkChg>
        <pc:inkChg chg="add del">
          <ac:chgData name="ARYAN MISHRA(BTECH10107.21@bitmesra.ac.in)" userId="S::btech10107.21@bitmesra.ac.in::9ecbef50-bc36-4989-a0e6-b905c205ac8f" providerId="AD" clId="Web-{22252DD6-F857-4FF8-9875-852582E72D88}" dt="2022-07-21T19:30:03.845" v="23"/>
          <ac:inkMkLst>
            <pc:docMk/>
            <pc:sldMk cId="3821701061" sldId="273"/>
            <ac:inkMk id="14" creationId="{993DB357-7DD6-A85E-9AD0-0B48E805F77C}"/>
          </ac:inkMkLst>
        </pc:inkChg>
        <pc:inkChg chg="add del">
          <ac:chgData name="ARYAN MISHRA(BTECH10107.21@bitmesra.ac.in)" userId="S::btech10107.21@bitmesra.ac.in::9ecbef50-bc36-4989-a0e6-b905c205ac8f" providerId="AD" clId="Web-{22252DD6-F857-4FF8-9875-852582E72D88}" dt="2022-07-21T19:30:03.845" v="22"/>
          <ac:inkMkLst>
            <pc:docMk/>
            <pc:sldMk cId="3821701061" sldId="273"/>
            <ac:inkMk id="15" creationId="{73398B18-9C97-3A27-87BE-E704AE5AEDC1}"/>
          </ac:inkMkLst>
        </pc:inkChg>
        <pc:inkChg chg="add del">
          <ac:chgData name="ARYAN MISHRA(BTECH10107.21@bitmesra.ac.in)" userId="S::btech10107.21@bitmesra.ac.in::9ecbef50-bc36-4989-a0e6-b905c205ac8f" providerId="AD" clId="Web-{22252DD6-F857-4FF8-9875-852582E72D88}" dt="2022-07-21T19:30:03.845" v="21"/>
          <ac:inkMkLst>
            <pc:docMk/>
            <pc:sldMk cId="3821701061" sldId="273"/>
            <ac:inkMk id="16" creationId="{9CFA4A3C-CDE0-2527-3BF9-A649BDC0A0C3}"/>
          </ac:inkMkLst>
        </pc:inkChg>
      </pc:sldChg>
    </pc:docChg>
  </pc:docChgLst>
  <pc:docChgLst>
    <pc:chgData name="SHIVAM KUMAR(BTECH10086.21@bitmesra.ac.in)" userId="S::btech10086.21@bitmesra.ac.in::c97d2852-076b-49d2-93a1-21c93c41ae99" providerId="AD" clId="Web-{91CF4EFE-B917-41EA-9443-87F71E71FE11}"/>
    <pc:docChg chg="modSld">
      <pc:chgData name="SHIVAM KUMAR(BTECH10086.21@bitmesra.ac.in)" userId="S::btech10086.21@bitmesra.ac.in::c97d2852-076b-49d2-93a1-21c93c41ae99" providerId="AD" clId="Web-{91CF4EFE-B917-41EA-9443-87F71E71FE11}" dt="2022-07-02T04:06:01.774" v="0"/>
      <pc:docMkLst>
        <pc:docMk/>
      </pc:docMkLst>
      <pc:sldChg chg="addSp">
        <pc:chgData name="SHIVAM KUMAR(BTECH10086.21@bitmesra.ac.in)" userId="S::btech10086.21@bitmesra.ac.in::c97d2852-076b-49d2-93a1-21c93c41ae99" providerId="AD" clId="Web-{91CF4EFE-B917-41EA-9443-87F71E71FE11}" dt="2022-07-02T04:06:01.774" v="0"/>
        <pc:sldMkLst>
          <pc:docMk/>
          <pc:sldMk cId="4096103264" sldId="257"/>
        </pc:sldMkLst>
        <pc:spChg chg="add">
          <ac:chgData name="SHIVAM KUMAR(BTECH10086.21@bitmesra.ac.in)" userId="S::btech10086.21@bitmesra.ac.in::c97d2852-076b-49d2-93a1-21c93c41ae99" providerId="AD" clId="Web-{91CF4EFE-B917-41EA-9443-87F71E71FE11}" dt="2022-07-02T04:06:01.774" v="0"/>
          <ac:spMkLst>
            <pc:docMk/>
            <pc:sldMk cId="4096103264" sldId="257"/>
            <ac:spMk id="5" creationId="{4B8002FC-EF00-35F6-C326-82C6CE67AB75}"/>
          </ac:spMkLst>
        </pc:spChg>
      </pc:sldChg>
    </pc:docChg>
  </pc:docChgLst>
  <pc:docChgLst>
    <pc:chgData name="SUMIT AGARWAL(BTECH10067.21@bitmesra.ac.in)" userId="S::btech10067.21@bitmesra.ac.in::276f6ef2-67bb-402b-9abb-9f4eea953946" providerId="AD" clId="Web-{29C67F1D-99A3-43D7-9843-02F8363C3636}"/>
    <pc:docChg chg="delSld">
      <pc:chgData name="SUMIT AGARWAL(BTECH10067.21@bitmesra.ac.in)" userId="S::btech10067.21@bitmesra.ac.in::276f6ef2-67bb-402b-9abb-9f4eea953946" providerId="AD" clId="Web-{29C67F1D-99A3-43D7-9843-02F8363C3636}" dt="2022-06-28T14:30:34.197" v="0"/>
      <pc:docMkLst>
        <pc:docMk/>
      </pc:docMkLst>
      <pc:sldChg chg="del">
        <pc:chgData name="SUMIT AGARWAL(BTECH10067.21@bitmesra.ac.in)" userId="S::btech10067.21@bitmesra.ac.in::276f6ef2-67bb-402b-9abb-9f4eea953946" providerId="AD" clId="Web-{29C67F1D-99A3-43D7-9843-02F8363C3636}" dt="2022-06-28T14:30:34.197" v="0"/>
        <pc:sldMkLst>
          <pc:docMk/>
          <pc:sldMk cId="2907489583" sldId="256"/>
        </pc:sldMkLst>
      </pc:sldChg>
    </pc:docChg>
  </pc:docChgLst>
  <pc:docChgLst>
    <pc:chgData name="VIBHUTI NARAYAN SINGH(BTECH10501.21@bitmesra.ac.in)" userId="S::btech10501.21@bitmesra.ac.in::682831d0-c3ac-4394-b7d7-ffb4e7a0f80e" providerId="AD" clId="Web-{EB2D1949-BFB8-4992-822F-0AC17F1BB6A3}"/>
    <pc:docChg chg="modSld">
      <pc:chgData name="VIBHUTI NARAYAN SINGH(BTECH10501.21@bitmesra.ac.in)" userId="S::btech10501.21@bitmesra.ac.in::682831d0-c3ac-4394-b7d7-ffb4e7a0f80e" providerId="AD" clId="Web-{EB2D1949-BFB8-4992-822F-0AC17F1BB6A3}" dt="2022-07-21T17:30:26.136" v="247"/>
      <pc:docMkLst>
        <pc:docMk/>
      </pc:docMkLst>
      <pc:sldChg chg="modSp">
        <pc:chgData name="VIBHUTI NARAYAN SINGH(BTECH10501.21@bitmesra.ac.in)" userId="S::btech10501.21@bitmesra.ac.in::682831d0-c3ac-4394-b7d7-ffb4e7a0f80e" providerId="AD" clId="Web-{EB2D1949-BFB8-4992-822F-0AC17F1BB6A3}" dt="2022-07-21T17:30:26.136" v="247"/>
        <pc:sldMkLst>
          <pc:docMk/>
          <pc:sldMk cId="2341174923" sldId="348"/>
        </pc:sldMkLst>
        <pc:graphicFrameChg chg="mod modGraphic">
          <ac:chgData name="VIBHUTI NARAYAN SINGH(BTECH10501.21@bitmesra.ac.in)" userId="S::btech10501.21@bitmesra.ac.in::682831d0-c3ac-4394-b7d7-ffb4e7a0f80e" providerId="AD" clId="Web-{EB2D1949-BFB8-4992-822F-0AC17F1BB6A3}" dt="2022-07-21T17:30:26.136" v="247"/>
          <ac:graphicFrameMkLst>
            <pc:docMk/>
            <pc:sldMk cId="2341174923" sldId="348"/>
            <ac:graphicFrameMk id="4" creationId="{00000000-0000-0000-0000-000000000000}"/>
          </ac:graphicFrameMkLst>
        </pc:graphicFrameChg>
      </pc:sldChg>
    </pc:docChg>
  </pc:docChgLst>
  <pc:docChgLst>
    <pc:chgData name="SUMIT AGARWAL(BTECH10067.21@bitmesra.ac.in)" userId="S::btech10067.21@bitmesra.ac.in::276f6ef2-67bb-402b-9abb-9f4eea953946" providerId="AD" clId="Web-{362FF9C8-0CCA-43F3-9140-A2C141704430}"/>
    <pc:docChg chg="delSld modSld">
      <pc:chgData name="SUMIT AGARWAL(BTECH10067.21@bitmesra.ac.in)" userId="S::btech10067.21@bitmesra.ac.in::276f6ef2-67bb-402b-9abb-9f4eea953946" providerId="AD" clId="Web-{362FF9C8-0CCA-43F3-9140-A2C141704430}" dt="2022-07-11T11:26:34.150" v="1" actId="1076"/>
      <pc:docMkLst>
        <pc:docMk/>
      </pc:docMkLst>
      <pc:sldChg chg="modSp">
        <pc:chgData name="SUMIT AGARWAL(BTECH10067.21@bitmesra.ac.in)" userId="S::btech10067.21@bitmesra.ac.in::276f6ef2-67bb-402b-9abb-9f4eea953946" providerId="AD" clId="Web-{362FF9C8-0CCA-43F3-9140-A2C141704430}" dt="2022-07-11T11:26:34.150" v="1" actId="1076"/>
        <pc:sldMkLst>
          <pc:docMk/>
          <pc:sldMk cId="3536586314" sldId="325"/>
        </pc:sldMkLst>
        <pc:picChg chg="mod">
          <ac:chgData name="SUMIT AGARWAL(BTECH10067.21@bitmesra.ac.in)" userId="S::btech10067.21@bitmesra.ac.in::276f6ef2-67bb-402b-9abb-9f4eea953946" providerId="AD" clId="Web-{362FF9C8-0CCA-43F3-9140-A2C141704430}" dt="2022-07-11T11:26:34.150" v="1" actId="1076"/>
          <ac:picMkLst>
            <pc:docMk/>
            <pc:sldMk cId="3536586314" sldId="325"/>
            <ac:picMk id="67" creationId="{00000000-0000-0000-0000-000000000000}"/>
          </ac:picMkLst>
        </pc:picChg>
      </pc:sldChg>
      <pc:sldChg chg="del">
        <pc:chgData name="SUMIT AGARWAL(BTECH10067.21@bitmesra.ac.in)" userId="S::btech10067.21@bitmesra.ac.in::276f6ef2-67bb-402b-9abb-9f4eea953946" providerId="AD" clId="Web-{362FF9C8-0CCA-43F3-9140-A2C141704430}" dt="2022-07-11T11:11:41.072" v="0"/>
        <pc:sldMkLst>
          <pc:docMk/>
          <pc:sldMk cId="3813903502" sldId="360"/>
        </pc:sldMkLst>
      </pc:sldChg>
    </pc:docChg>
  </pc:docChgLst>
  <pc:docChgLst>
    <pc:chgData name="AGRAWAL ADITYA SHAILESH(BTECH10537.21@bitmesra.ac.in)" userId="S::btech10537.21@bitmesra.ac.in::60435923-3a37-422d-a500-ab92df04bff1" providerId="AD" clId="Web-{62F2EE2D-1B67-47D1-9977-2FB785BF901C}"/>
    <pc:docChg chg="modSld">
      <pc:chgData name="AGRAWAL ADITYA SHAILESH(BTECH10537.21@bitmesra.ac.in)" userId="S::btech10537.21@bitmesra.ac.in::60435923-3a37-422d-a500-ab92df04bff1" providerId="AD" clId="Web-{62F2EE2D-1B67-47D1-9977-2FB785BF901C}" dt="2022-07-21T14:25:52.942" v="2" actId="14100"/>
      <pc:docMkLst>
        <pc:docMk/>
      </pc:docMkLst>
      <pc:sldChg chg="modSp">
        <pc:chgData name="AGRAWAL ADITYA SHAILESH(BTECH10537.21@bitmesra.ac.in)" userId="S::btech10537.21@bitmesra.ac.in::60435923-3a37-422d-a500-ab92df04bff1" providerId="AD" clId="Web-{62F2EE2D-1B67-47D1-9977-2FB785BF901C}" dt="2022-07-21T14:25:52.942" v="2" actId="14100"/>
        <pc:sldMkLst>
          <pc:docMk/>
          <pc:sldMk cId="2559157955" sldId="260"/>
        </pc:sldMkLst>
        <pc:spChg chg="mod">
          <ac:chgData name="AGRAWAL ADITYA SHAILESH(BTECH10537.21@bitmesra.ac.in)" userId="S::btech10537.21@bitmesra.ac.in::60435923-3a37-422d-a500-ab92df04bff1" providerId="AD" clId="Web-{62F2EE2D-1B67-47D1-9977-2FB785BF901C}" dt="2022-07-21T14:25:52.942" v="2" actId="14100"/>
          <ac:spMkLst>
            <pc:docMk/>
            <pc:sldMk cId="2559157955" sldId="260"/>
            <ac:spMk id="4" creationId="{C8327B9A-8615-C7C9-450A-080E3D941520}"/>
          </ac:spMkLst>
        </pc:spChg>
      </pc:sldChg>
    </pc:docChg>
  </pc:docChgLst>
  <pc:docChgLst>
    <pc:chgData name="RISHAV RAJ(BTECH10087.21@bitmesra.ac.in)" userId="S::btech10087.21@bitmesra.ac.in::1f93d754-2fbc-4193-89e9-fa5346f46968" providerId="AD" clId="Web-{5A73870A-A9CC-456C-B8E8-894EE9E2EA6F}"/>
    <pc:docChg chg="modSld">
      <pc:chgData name="RISHAV RAJ(BTECH10087.21@bitmesra.ac.in)" userId="S::btech10087.21@bitmesra.ac.in::1f93d754-2fbc-4193-89e9-fa5346f46968" providerId="AD" clId="Web-{5A73870A-A9CC-456C-B8E8-894EE9E2EA6F}" dt="2022-04-29T20:10:14.200" v="0"/>
      <pc:docMkLst>
        <pc:docMk/>
      </pc:docMkLst>
      <pc:sldChg chg="addSp">
        <pc:chgData name="RISHAV RAJ(BTECH10087.21@bitmesra.ac.in)" userId="S::btech10087.21@bitmesra.ac.in::1f93d754-2fbc-4193-89e9-fa5346f46968" providerId="AD" clId="Web-{5A73870A-A9CC-456C-B8E8-894EE9E2EA6F}" dt="2022-04-29T20:10:14.200" v="0"/>
        <pc:sldMkLst>
          <pc:docMk/>
          <pc:sldMk cId="216118931" sldId="350"/>
        </pc:sldMkLst>
        <pc:spChg chg="add">
          <ac:chgData name="RISHAV RAJ(BTECH10087.21@bitmesra.ac.in)" userId="S::btech10087.21@bitmesra.ac.in::1f93d754-2fbc-4193-89e9-fa5346f46968" providerId="AD" clId="Web-{5A73870A-A9CC-456C-B8E8-894EE9E2EA6F}" dt="2022-04-29T20:10:14.200" v="0"/>
          <ac:spMkLst>
            <pc:docMk/>
            <pc:sldMk cId="216118931" sldId="350"/>
            <ac:spMk id="5" creationId="{75877202-80AA-9393-73FF-C52C6BCE8E48}"/>
          </ac:spMkLst>
        </pc:spChg>
      </pc:sldChg>
    </pc:docChg>
  </pc:docChgLst>
  <pc:docChgLst>
    <pc:chgData name="DIVJOT SINGH(BTECH10115.21@bitmesra.ac.in)" userId="S::btech10115.21@bitmesra.ac.in::65017790-e5d6-4ab5-8500-3d9e597d107a" providerId="AD" clId="Web-{1A17D786-A934-43C1-BFB8-C971AB04F9DA}"/>
    <pc:docChg chg="modSld">
      <pc:chgData name="DIVJOT SINGH(BTECH10115.21@bitmesra.ac.in)" userId="S::btech10115.21@bitmesra.ac.in::65017790-e5d6-4ab5-8500-3d9e597d107a" providerId="AD" clId="Web-{1A17D786-A934-43C1-BFB8-C971AB04F9DA}" dt="2022-07-21T15:15:14.616" v="7" actId="20577"/>
      <pc:docMkLst>
        <pc:docMk/>
      </pc:docMkLst>
      <pc:sldChg chg="modSp">
        <pc:chgData name="DIVJOT SINGH(BTECH10115.21@bitmesra.ac.in)" userId="S::btech10115.21@bitmesra.ac.in::65017790-e5d6-4ab5-8500-3d9e597d107a" providerId="AD" clId="Web-{1A17D786-A934-43C1-BFB8-C971AB04F9DA}" dt="2022-07-21T15:08:44.110" v="2" actId="1076"/>
        <pc:sldMkLst>
          <pc:docMk/>
          <pc:sldMk cId="1392726032" sldId="279"/>
        </pc:sldMkLst>
        <pc:picChg chg="mod">
          <ac:chgData name="DIVJOT SINGH(BTECH10115.21@bitmesra.ac.in)" userId="S::btech10115.21@bitmesra.ac.in::65017790-e5d6-4ab5-8500-3d9e597d107a" providerId="AD" clId="Web-{1A17D786-A934-43C1-BFB8-C971AB04F9DA}" dt="2022-07-21T15:08:44.110" v="2" actId="1076"/>
          <ac:picMkLst>
            <pc:docMk/>
            <pc:sldMk cId="1392726032" sldId="279"/>
            <ac:picMk id="4" creationId="{00000000-0000-0000-0000-000000000000}"/>
          </ac:picMkLst>
        </pc:picChg>
      </pc:sldChg>
      <pc:sldChg chg="modSp">
        <pc:chgData name="DIVJOT SINGH(BTECH10115.21@bitmesra.ac.in)" userId="S::btech10115.21@bitmesra.ac.in::65017790-e5d6-4ab5-8500-3d9e597d107a" providerId="AD" clId="Web-{1A17D786-A934-43C1-BFB8-C971AB04F9DA}" dt="2022-07-21T15:15:14.616" v="7" actId="20577"/>
        <pc:sldMkLst>
          <pc:docMk/>
          <pc:sldMk cId="2500860066" sldId="284"/>
        </pc:sldMkLst>
        <pc:spChg chg="mod">
          <ac:chgData name="DIVJOT SINGH(BTECH10115.21@bitmesra.ac.in)" userId="S::btech10115.21@bitmesra.ac.in::65017790-e5d6-4ab5-8500-3d9e597d107a" providerId="AD" clId="Web-{1A17D786-A934-43C1-BFB8-C971AB04F9DA}" dt="2022-07-21T15:15:14.616" v="7" actId="20577"/>
          <ac:spMkLst>
            <pc:docMk/>
            <pc:sldMk cId="2500860066" sldId="284"/>
            <ac:spMk id="3" creationId="{00000000-0000-0000-0000-000000000000}"/>
          </ac:spMkLst>
        </pc:spChg>
      </pc:sldChg>
    </pc:docChg>
  </pc:docChgLst>
  <pc:docChgLst>
    <pc:chgData name="AMRIT YASHASVI LAL(BTECH10110.21@bitmesra.ac.in)" userId="S::btech10110.21@bitmesra.ac.in::a7ecd7d4-55b4-41e3-87ae-c02b513c7cfc" providerId="AD" clId="Web-{EDBC3C59-C9DC-486D-B16D-49F2974EFBF3}"/>
    <pc:docChg chg="modSld">
      <pc:chgData name="AMRIT YASHASVI LAL(BTECH10110.21@bitmesra.ac.in)" userId="S::btech10110.21@bitmesra.ac.in::a7ecd7d4-55b4-41e3-87ae-c02b513c7cfc" providerId="AD" clId="Web-{EDBC3C59-C9DC-486D-B16D-49F2974EFBF3}" dt="2022-07-21T19:36:36.941" v="187" actId="20577"/>
      <pc:docMkLst>
        <pc:docMk/>
      </pc:docMkLst>
      <pc:sldChg chg="modSp">
        <pc:chgData name="AMRIT YASHASVI LAL(BTECH10110.21@bitmesra.ac.in)" userId="S::btech10110.21@bitmesra.ac.in::a7ecd7d4-55b4-41e3-87ae-c02b513c7cfc" providerId="AD" clId="Web-{EDBC3C59-C9DC-486D-B16D-49F2974EFBF3}" dt="2022-07-21T19:36:36.941" v="187" actId="20577"/>
        <pc:sldMkLst>
          <pc:docMk/>
          <pc:sldMk cId="1440358586" sldId="263"/>
        </pc:sldMkLst>
        <pc:spChg chg="mod">
          <ac:chgData name="AMRIT YASHASVI LAL(BTECH10110.21@bitmesra.ac.in)" userId="S::btech10110.21@bitmesra.ac.in::a7ecd7d4-55b4-41e3-87ae-c02b513c7cfc" providerId="AD" clId="Web-{EDBC3C59-C9DC-486D-B16D-49F2974EFBF3}" dt="2022-07-21T19:36:36.941" v="187" actId="20577"/>
          <ac:spMkLst>
            <pc:docMk/>
            <pc:sldMk cId="1440358586" sldId="263"/>
            <ac:spMk id="2" creationId="{00000000-0000-0000-0000-000000000000}"/>
          </ac:spMkLst>
        </pc:spChg>
      </pc:sldChg>
    </pc:docChg>
  </pc:docChgLst>
  <pc:docChgLst>
    <pc:chgData name="GADDE ANURAG SREEVASTAV(BTECH10576.21@bitmesra.ac.in)" userId="S::btech10576.21@bitmesra.ac.in::ff8b274c-3e33-4a31-9163-1ed1f1c387ca" providerId="AD" clId="Web-{5FFDAA9C-9766-7381-BC55-C9FB56819C65}"/>
    <pc:docChg chg="modSld">
      <pc:chgData name="GADDE ANURAG SREEVASTAV(BTECH10576.21@bitmesra.ac.in)" userId="S::btech10576.21@bitmesra.ac.in::ff8b274c-3e33-4a31-9163-1ed1f1c387ca" providerId="AD" clId="Web-{5FFDAA9C-9766-7381-BC55-C9FB56819C65}" dt="2022-07-10T13:03:44.597" v="3"/>
      <pc:docMkLst>
        <pc:docMk/>
      </pc:docMkLst>
      <pc:sldChg chg="delSp modSp">
        <pc:chgData name="GADDE ANURAG SREEVASTAV(BTECH10576.21@bitmesra.ac.in)" userId="S::btech10576.21@bitmesra.ac.in::ff8b274c-3e33-4a31-9163-1ed1f1c387ca" providerId="AD" clId="Web-{5FFDAA9C-9766-7381-BC55-C9FB56819C65}" dt="2022-07-10T13:03:44.597" v="3"/>
        <pc:sldMkLst>
          <pc:docMk/>
          <pc:sldMk cId="4096103264" sldId="257"/>
        </pc:sldMkLst>
        <pc:spChg chg="del mod">
          <ac:chgData name="GADDE ANURAG SREEVASTAV(BTECH10576.21@bitmesra.ac.in)" userId="S::btech10576.21@bitmesra.ac.in::ff8b274c-3e33-4a31-9163-1ed1f1c387ca" providerId="AD" clId="Web-{5FFDAA9C-9766-7381-BC55-C9FB56819C65}" dt="2022-07-10T13:03:44.597" v="3"/>
          <ac:spMkLst>
            <pc:docMk/>
            <pc:sldMk cId="4096103264" sldId="257"/>
            <ac:spMk id="4" creationId="{5628BCE2-6AD1-5AED-5ED1-74901C3353DA}"/>
          </ac:spMkLst>
        </pc:spChg>
        <pc:spChg chg="del">
          <ac:chgData name="GADDE ANURAG SREEVASTAV(BTECH10576.21@bitmesra.ac.in)" userId="S::btech10576.21@bitmesra.ac.in::ff8b274c-3e33-4a31-9163-1ed1f1c387ca" providerId="AD" clId="Web-{5FFDAA9C-9766-7381-BC55-C9FB56819C65}" dt="2022-07-10T13:03:28.878" v="0"/>
          <ac:spMkLst>
            <pc:docMk/>
            <pc:sldMk cId="4096103264" sldId="257"/>
            <ac:spMk id="5" creationId="{4B8002FC-EF00-35F6-C326-82C6CE67AB75}"/>
          </ac:spMkLst>
        </pc:spChg>
        <pc:spChg chg="del">
          <ac:chgData name="GADDE ANURAG SREEVASTAV(BTECH10576.21@bitmesra.ac.in)" userId="S::btech10576.21@bitmesra.ac.in::ff8b274c-3e33-4a31-9163-1ed1f1c387ca" providerId="AD" clId="Web-{5FFDAA9C-9766-7381-BC55-C9FB56819C65}" dt="2022-07-10T13:03:33.519" v="1"/>
          <ac:spMkLst>
            <pc:docMk/>
            <pc:sldMk cId="4096103264" sldId="257"/>
            <ac:spMk id="6" creationId="{BE41A471-888A-D664-A540-1E1C41302D89}"/>
          </ac:spMkLst>
        </pc:spChg>
      </pc:sldChg>
    </pc:docChg>
  </pc:docChgLst>
  <pc:docChgLst>
    <pc:chgData name="SUMIT AGARWAL(BTECH10067.21@bitmesra.ac.in)" userId="S::btech10067.21@bitmesra.ac.in::276f6ef2-67bb-402b-9abb-9f4eea953946" providerId="AD" clId="Web-{C4FEC693-A746-4185-A715-EAC820595792}"/>
    <pc:docChg chg="modSld">
      <pc:chgData name="SUMIT AGARWAL(BTECH10067.21@bitmesra.ac.in)" userId="S::btech10067.21@bitmesra.ac.in::276f6ef2-67bb-402b-9abb-9f4eea953946" providerId="AD" clId="Web-{C4FEC693-A746-4185-A715-EAC820595792}" dt="2022-07-22T01:39:47.399" v="0" actId="1076"/>
      <pc:docMkLst>
        <pc:docMk/>
      </pc:docMkLst>
      <pc:sldChg chg="modSp">
        <pc:chgData name="SUMIT AGARWAL(BTECH10067.21@bitmesra.ac.in)" userId="S::btech10067.21@bitmesra.ac.in::276f6ef2-67bb-402b-9abb-9f4eea953946" providerId="AD" clId="Web-{C4FEC693-A746-4185-A715-EAC820595792}" dt="2022-07-22T01:39:47.399" v="0" actId="1076"/>
        <pc:sldMkLst>
          <pc:docMk/>
          <pc:sldMk cId="3955660948" sldId="292"/>
        </pc:sldMkLst>
        <pc:picChg chg="mod">
          <ac:chgData name="SUMIT AGARWAL(BTECH10067.21@bitmesra.ac.in)" userId="S::btech10067.21@bitmesra.ac.in::276f6ef2-67bb-402b-9abb-9f4eea953946" providerId="AD" clId="Web-{C4FEC693-A746-4185-A715-EAC820595792}" dt="2022-07-22T01:39:47.399" v="0" actId="1076"/>
          <ac:picMkLst>
            <pc:docMk/>
            <pc:sldMk cId="3955660948" sldId="292"/>
            <ac:picMk id="4" creationId="{00000000-0000-0000-0000-000000000000}"/>
          </ac:picMkLst>
        </pc:picChg>
      </pc:sldChg>
    </pc:docChg>
  </pc:docChgLst>
  <pc:docChgLst>
    <pc:chgData name="PRATEEK KRISHNA(BTECH10105.21@bitmesra.ac.in)" userId="S::btech10105.21@bitmesra.ac.in::30784f16-851a-46b3-a8d1-ebd50e0731c8" providerId="AD" clId="Web-{A1732319-B0C6-43C6-992A-63A7CDEA58C4}"/>
    <pc:docChg chg="sldOrd">
      <pc:chgData name="PRATEEK KRISHNA(BTECH10105.21@bitmesra.ac.in)" userId="S::btech10105.21@bitmesra.ac.in::30784f16-851a-46b3-a8d1-ebd50e0731c8" providerId="AD" clId="Web-{A1732319-B0C6-43C6-992A-63A7CDEA58C4}" dt="2022-07-21T23:28:20.836" v="2"/>
      <pc:docMkLst>
        <pc:docMk/>
      </pc:docMkLst>
      <pc:sldChg chg="ord">
        <pc:chgData name="PRATEEK KRISHNA(BTECH10105.21@bitmesra.ac.in)" userId="S::btech10105.21@bitmesra.ac.in::30784f16-851a-46b3-a8d1-ebd50e0731c8" providerId="AD" clId="Web-{A1732319-B0C6-43C6-992A-63A7CDEA58C4}" dt="2022-07-21T23:25:40.471" v="1"/>
        <pc:sldMkLst>
          <pc:docMk/>
          <pc:sldMk cId="2147989866" sldId="295"/>
        </pc:sldMkLst>
      </pc:sldChg>
      <pc:sldChg chg="ord">
        <pc:chgData name="PRATEEK KRISHNA(BTECH10105.21@bitmesra.ac.in)" userId="S::btech10105.21@bitmesra.ac.in::30784f16-851a-46b3-a8d1-ebd50e0731c8" providerId="AD" clId="Web-{A1732319-B0C6-43C6-992A-63A7CDEA58C4}" dt="2022-07-21T23:28:20.836" v="2"/>
        <pc:sldMkLst>
          <pc:docMk/>
          <pc:sldMk cId="2002492281" sldId="301"/>
        </pc:sldMkLst>
      </pc:sldChg>
    </pc:docChg>
  </pc:docChgLst>
  <pc:docChgLst>
    <pc:chgData name="SHIVAM SHARMA(BTECH10193.21@bitmesra.ac.in)" userId="S::btech10193.21@bitmesra.ac.in::eba7c897-202f-4a55-9f60-9e15682e06d6" providerId="AD" clId="Web-{C0DF9F7B-21B6-4E5B-A7C1-85C2DC9EAE58}"/>
    <pc:docChg chg="modSld sldOrd">
      <pc:chgData name="SHIVAM SHARMA(BTECH10193.21@bitmesra.ac.in)" userId="S::btech10193.21@bitmesra.ac.in::eba7c897-202f-4a55-9f60-9e15682e06d6" providerId="AD" clId="Web-{C0DF9F7B-21B6-4E5B-A7C1-85C2DC9EAE58}" dt="2022-05-05T19:16:45.106" v="1"/>
      <pc:docMkLst>
        <pc:docMk/>
      </pc:docMkLst>
      <pc:sldChg chg="addSp">
        <pc:chgData name="SHIVAM SHARMA(BTECH10193.21@bitmesra.ac.in)" userId="S::btech10193.21@bitmesra.ac.in::eba7c897-202f-4a55-9f60-9e15682e06d6" providerId="AD" clId="Web-{C0DF9F7B-21B6-4E5B-A7C1-85C2DC9EAE58}" dt="2022-05-05T18:48:44.546" v="0"/>
        <pc:sldMkLst>
          <pc:docMk/>
          <pc:sldMk cId="12180208" sldId="262"/>
        </pc:sldMkLst>
        <pc:spChg chg="add">
          <ac:chgData name="SHIVAM SHARMA(BTECH10193.21@bitmesra.ac.in)" userId="S::btech10193.21@bitmesra.ac.in::eba7c897-202f-4a55-9f60-9e15682e06d6" providerId="AD" clId="Web-{C0DF9F7B-21B6-4E5B-A7C1-85C2DC9EAE58}" dt="2022-05-05T18:48:44.546" v="0"/>
          <ac:spMkLst>
            <pc:docMk/>
            <pc:sldMk cId="12180208" sldId="262"/>
            <ac:spMk id="4" creationId="{A5F2BF91-8714-AB30-7DF2-AC90ADFC2615}"/>
          </ac:spMkLst>
        </pc:spChg>
      </pc:sldChg>
      <pc:sldChg chg="ord">
        <pc:chgData name="SHIVAM SHARMA(BTECH10193.21@bitmesra.ac.in)" userId="S::btech10193.21@bitmesra.ac.in::eba7c897-202f-4a55-9f60-9e15682e06d6" providerId="AD" clId="Web-{C0DF9F7B-21B6-4E5B-A7C1-85C2DC9EAE58}" dt="2022-05-05T19:16:45.106" v="1"/>
        <pc:sldMkLst>
          <pc:docMk/>
          <pc:sldMk cId="2341174923" sldId="348"/>
        </pc:sldMkLst>
      </pc:sldChg>
    </pc:docChg>
  </pc:docChgLst>
  <pc:docChgLst>
    <pc:chgData name="SHIVAM SHARMA(BTECH10193.21@bitmesra.ac.in)" userId="S::btech10193.21@bitmesra.ac.in::eba7c897-202f-4a55-9f60-9e15682e06d6" providerId="AD" clId="Web-{5E3AEB69-CF48-40B8-AADD-8BEACDD4B7AE}"/>
    <pc:docChg chg="sldOrd">
      <pc:chgData name="SHIVAM SHARMA(BTECH10193.21@bitmesra.ac.in)" userId="S::btech10193.21@bitmesra.ac.in::eba7c897-202f-4a55-9f60-9e15682e06d6" providerId="AD" clId="Web-{5E3AEB69-CF48-40B8-AADD-8BEACDD4B7AE}" dt="2022-05-09T12:59:42.068" v="0"/>
      <pc:docMkLst>
        <pc:docMk/>
      </pc:docMkLst>
      <pc:sldChg chg="ord">
        <pc:chgData name="SHIVAM SHARMA(BTECH10193.21@bitmesra.ac.in)" userId="S::btech10193.21@bitmesra.ac.in::eba7c897-202f-4a55-9f60-9e15682e06d6" providerId="AD" clId="Web-{5E3AEB69-CF48-40B8-AADD-8BEACDD4B7AE}" dt="2022-05-09T12:59:42.068" v="0"/>
        <pc:sldMkLst>
          <pc:docMk/>
          <pc:sldMk cId="4204741606" sldId="300"/>
        </pc:sldMkLst>
      </pc:sldChg>
    </pc:docChg>
  </pc:docChgLst>
  <pc:docChgLst>
    <pc:chgData name="PRATEEK KRISHNA(BTECH10105.21@bitmesra.ac.in)" userId="S::btech10105.21@bitmesra.ac.in::30784f16-851a-46b3-a8d1-ebd50e0731c8" providerId="AD" clId="Web-{8110B14C-0091-4681-83E5-50DF7A8C58D0}"/>
    <pc:docChg chg="modSld">
      <pc:chgData name="PRATEEK KRISHNA(BTECH10105.21@bitmesra.ac.in)" userId="S::btech10105.21@bitmesra.ac.in::30784f16-851a-46b3-a8d1-ebd50e0731c8" providerId="AD" clId="Web-{8110B14C-0091-4681-83E5-50DF7A8C58D0}" dt="2022-07-21T21:53:45.065" v="18" actId="14100"/>
      <pc:docMkLst>
        <pc:docMk/>
      </pc:docMkLst>
      <pc:sldChg chg="modSp">
        <pc:chgData name="PRATEEK KRISHNA(BTECH10105.21@bitmesra.ac.in)" userId="S::btech10105.21@bitmesra.ac.in::30784f16-851a-46b3-a8d1-ebd50e0731c8" providerId="AD" clId="Web-{8110B14C-0091-4681-83E5-50DF7A8C58D0}" dt="2022-07-21T21:51:37.623" v="16" actId="20577"/>
        <pc:sldMkLst>
          <pc:docMk/>
          <pc:sldMk cId="4096103264" sldId="257"/>
        </pc:sldMkLst>
        <pc:spChg chg="mod">
          <ac:chgData name="PRATEEK KRISHNA(BTECH10105.21@bitmesra.ac.in)" userId="S::btech10105.21@bitmesra.ac.in::30784f16-851a-46b3-a8d1-ebd50e0731c8" providerId="AD" clId="Web-{8110B14C-0091-4681-83E5-50DF7A8C58D0}" dt="2022-07-21T21:51:37.623" v="16" actId="20577"/>
          <ac:spMkLst>
            <pc:docMk/>
            <pc:sldMk cId="4096103264" sldId="257"/>
            <ac:spMk id="4" creationId="{5FBA8736-D1F1-D537-E719-04D6B8B4B06F}"/>
          </ac:spMkLst>
        </pc:spChg>
      </pc:sldChg>
      <pc:sldChg chg="modSp">
        <pc:chgData name="PRATEEK KRISHNA(BTECH10105.21@bitmesra.ac.in)" userId="S::btech10105.21@bitmesra.ac.in::30784f16-851a-46b3-a8d1-ebd50e0731c8" providerId="AD" clId="Web-{8110B14C-0091-4681-83E5-50DF7A8C58D0}" dt="2022-07-21T21:53:45.065" v="18" actId="14100"/>
        <pc:sldMkLst>
          <pc:docMk/>
          <pc:sldMk cId="2272942134" sldId="259"/>
        </pc:sldMkLst>
        <pc:spChg chg="mod">
          <ac:chgData name="PRATEEK KRISHNA(BTECH10105.21@bitmesra.ac.in)" userId="S::btech10105.21@bitmesra.ac.in::30784f16-851a-46b3-a8d1-ebd50e0731c8" providerId="AD" clId="Web-{8110B14C-0091-4681-83E5-50DF7A8C58D0}" dt="2022-07-21T21:53:45.065" v="18" actId="14100"/>
          <ac:spMkLst>
            <pc:docMk/>
            <pc:sldMk cId="2272942134" sldId="259"/>
            <ac:spMk id="5" creationId="{CF3F1247-83EA-CAA8-8C08-5CFA4968B239}"/>
          </ac:spMkLst>
        </pc:spChg>
      </pc:sldChg>
    </pc:docChg>
  </pc:docChgLst>
  <pc:docChgLst>
    <pc:chgData name="ABHIRAJ RANA(BTECH10059.21@bitmesra.ac.in)" userId="S::btech10059.21@bitmesra.ac.in::3e306c63-a1c4-4166-a024-ac58affdb474" providerId="AD" clId="Web-{26C166A7-E017-4EF3-9F4A-515B75827CF5}"/>
    <pc:docChg chg="modSld">
      <pc:chgData name="ABHIRAJ RANA(BTECH10059.21@bitmesra.ac.in)" userId="S::btech10059.21@bitmesra.ac.in::3e306c63-a1c4-4166-a024-ac58affdb474" providerId="AD" clId="Web-{26C166A7-E017-4EF3-9F4A-515B75827CF5}" dt="2022-07-21T18:39:07.133" v="2" actId="14100"/>
      <pc:docMkLst>
        <pc:docMk/>
      </pc:docMkLst>
      <pc:sldChg chg="modSp">
        <pc:chgData name="ABHIRAJ RANA(BTECH10059.21@bitmesra.ac.in)" userId="S::btech10059.21@bitmesra.ac.in::3e306c63-a1c4-4166-a024-ac58affdb474" providerId="AD" clId="Web-{26C166A7-E017-4EF3-9F4A-515B75827CF5}" dt="2022-07-21T18:39:07.133" v="2" actId="14100"/>
        <pc:sldMkLst>
          <pc:docMk/>
          <pc:sldMk cId="2128450173" sldId="305"/>
        </pc:sldMkLst>
        <pc:spChg chg="mod">
          <ac:chgData name="ABHIRAJ RANA(BTECH10059.21@bitmesra.ac.in)" userId="S::btech10059.21@bitmesra.ac.in::3e306c63-a1c4-4166-a024-ac58affdb474" providerId="AD" clId="Web-{26C166A7-E017-4EF3-9F4A-515B75827CF5}" dt="2022-07-21T18:39:07.133" v="2" actId="14100"/>
          <ac:spMkLst>
            <pc:docMk/>
            <pc:sldMk cId="2128450173" sldId="305"/>
            <ac:spMk id="3" creationId="{00000000-0000-0000-0000-000000000000}"/>
          </ac:spMkLst>
        </pc:spChg>
      </pc:sldChg>
    </pc:docChg>
  </pc:docChgLst>
  <pc:docChgLst>
    <pc:chgData name="ACHYUT SINGH(BTECH10095.21@bitmesra.ac.in)" userId="S::btech10095.21@bitmesra.ac.in::776288b4-265e-4fbc-a78e-82a5597dd2c9" providerId="AD" clId="Web-{388744A0-1665-4573-A660-223788CBBB61}"/>
    <pc:docChg chg="modSld">
      <pc:chgData name="ACHYUT SINGH(BTECH10095.21@bitmesra.ac.in)" userId="S::btech10095.21@bitmesra.ac.in::776288b4-265e-4fbc-a78e-82a5597dd2c9" providerId="AD" clId="Web-{388744A0-1665-4573-A660-223788CBBB61}" dt="2022-07-02T06:46:57.378" v="4" actId="1076"/>
      <pc:docMkLst>
        <pc:docMk/>
      </pc:docMkLst>
      <pc:sldChg chg="modSp">
        <pc:chgData name="ACHYUT SINGH(BTECH10095.21@bitmesra.ac.in)" userId="S::btech10095.21@bitmesra.ac.in::776288b4-265e-4fbc-a78e-82a5597dd2c9" providerId="AD" clId="Web-{388744A0-1665-4573-A660-223788CBBB61}" dt="2022-07-02T06:35:29.747" v="1" actId="14100"/>
        <pc:sldMkLst>
          <pc:docMk/>
          <pc:sldMk cId="1588173266" sldId="318"/>
        </pc:sldMkLst>
        <pc:picChg chg="mod">
          <ac:chgData name="ACHYUT SINGH(BTECH10095.21@bitmesra.ac.in)" userId="S::btech10095.21@bitmesra.ac.in::776288b4-265e-4fbc-a78e-82a5597dd2c9" providerId="AD" clId="Web-{388744A0-1665-4573-A660-223788CBBB61}" dt="2022-07-02T06:35:29.747" v="1" actId="14100"/>
          <ac:picMkLst>
            <pc:docMk/>
            <pc:sldMk cId="1588173266" sldId="318"/>
            <ac:picMk id="3" creationId="{00000000-0000-0000-0000-000000000000}"/>
          </ac:picMkLst>
        </pc:picChg>
      </pc:sldChg>
      <pc:sldChg chg="modSp">
        <pc:chgData name="ACHYUT SINGH(BTECH10095.21@bitmesra.ac.in)" userId="S::btech10095.21@bitmesra.ac.in::776288b4-265e-4fbc-a78e-82a5597dd2c9" providerId="AD" clId="Web-{388744A0-1665-4573-A660-223788CBBB61}" dt="2022-07-02T06:46:57.378" v="4" actId="1076"/>
        <pc:sldMkLst>
          <pc:docMk/>
          <pc:sldMk cId="3536586314" sldId="325"/>
        </pc:sldMkLst>
        <pc:picChg chg="mod">
          <ac:chgData name="ACHYUT SINGH(BTECH10095.21@bitmesra.ac.in)" userId="S::btech10095.21@bitmesra.ac.in::776288b4-265e-4fbc-a78e-82a5597dd2c9" providerId="AD" clId="Web-{388744A0-1665-4573-A660-223788CBBB61}" dt="2022-07-02T06:46:57.378" v="4" actId="1076"/>
          <ac:picMkLst>
            <pc:docMk/>
            <pc:sldMk cId="3536586314" sldId="325"/>
            <ac:picMk id="67" creationId="{00000000-0000-0000-0000-000000000000}"/>
          </ac:picMkLst>
        </pc:picChg>
      </pc:sldChg>
    </pc:docChg>
  </pc:docChgLst>
  <pc:docChgLst>
    <pc:chgData name="RAGHUNANDAN GUPTA(BTECH10021.21@bitmesra.ac.in)" userId="S::btech10021.21@bitmesra.ac.in::356602b6-4f1d-413c-8e2d-4dab3878389d" providerId="AD" clId="Web-{4FC08083-06EB-42FE-955C-9634DC0AA8CC}"/>
    <pc:docChg chg="sldOrd">
      <pc:chgData name="RAGHUNANDAN GUPTA(BTECH10021.21@bitmesra.ac.in)" userId="S::btech10021.21@bitmesra.ac.in::356602b6-4f1d-413c-8e2d-4dab3878389d" providerId="AD" clId="Web-{4FC08083-06EB-42FE-955C-9634DC0AA8CC}" dt="2022-07-22T01:40:54.515" v="1"/>
      <pc:docMkLst>
        <pc:docMk/>
      </pc:docMkLst>
      <pc:sldChg chg="ord">
        <pc:chgData name="RAGHUNANDAN GUPTA(BTECH10021.21@bitmesra.ac.in)" userId="S::btech10021.21@bitmesra.ac.in::356602b6-4f1d-413c-8e2d-4dab3878389d" providerId="AD" clId="Web-{4FC08083-06EB-42FE-955C-9634DC0AA8CC}" dt="2022-07-22T01:40:54.515" v="1"/>
        <pc:sldMkLst>
          <pc:docMk/>
          <pc:sldMk cId="1895281972" sldId="296"/>
        </pc:sldMkLst>
      </pc:sldChg>
    </pc:docChg>
  </pc:docChgLst>
  <pc:docChgLst>
    <pc:chgData name="SANIDHYA JAISWAL(BTECH10131.21@bitmesra.ac.in)" userId="S::btech10131.21@bitmesra.ac.in::320874d9-d3fe-41be-a40b-7c486a65bff7" providerId="AD" clId="Web-{80EB60AF-B9F9-4656-91AA-4CCC2391DB16}"/>
    <pc:docChg chg="sldOrd">
      <pc:chgData name="SANIDHYA JAISWAL(BTECH10131.21@bitmesra.ac.in)" userId="S::btech10131.21@bitmesra.ac.in::320874d9-d3fe-41be-a40b-7c486a65bff7" providerId="AD" clId="Web-{80EB60AF-B9F9-4656-91AA-4CCC2391DB16}" dt="2022-07-11T23:39:56.202" v="1"/>
      <pc:docMkLst>
        <pc:docMk/>
      </pc:docMkLst>
      <pc:sldChg chg="ord">
        <pc:chgData name="SANIDHYA JAISWAL(BTECH10131.21@bitmesra.ac.in)" userId="S::btech10131.21@bitmesra.ac.in::320874d9-d3fe-41be-a40b-7c486a65bff7" providerId="AD" clId="Web-{80EB60AF-B9F9-4656-91AA-4CCC2391DB16}" dt="2022-07-11T23:39:56.202" v="1"/>
        <pc:sldMkLst>
          <pc:docMk/>
          <pc:sldMk cId="2865915868" sldId="285"/>
        </pc:sldMkLst>
      </pc:sldChg>
    </pc:docChg>
  </pc:docChgLst>
  <pc:docChgLst>
    <pc:chgData name="AMITESH KUMAR SINHA(BTECH10268.21@bitmesra.ac.in)" userId="S::btech10268.21@bitmesra.ac.in::1380aae9-0830-4d93-a999-52ab4b1140a6" providerId="AD" clId="Web-{E0520D30-5AF1-4C2B-84CA-C798ED1B410B}"/>
    <pc:docChg chg="modSld">
      <pc:chgData name="AMITESH KUMAR SINHA(BTECH10268.21@bitmesra.ac.in)" userId="S::btech10268.21@bitmesra.ac.in::1380aae9-0830-4d93-a999-52ab4b1140a6" providerId="AD" clId="Web-{E0520D30-5AF1-4C2B-84CA-C798ED1B410B}" dt="2022-07-11T17:04:21.180" v="1" actId="1076"/>
      <pc:docMkLst>
        <pc:docMk/>
      </pc:docMkLst>
      <pc:sldChg chg="modSp">
        <pc:chgData name="AMITESH KUMAR SINHA(BTECH10268.21@bitmesra.ac.in)" userId="S::btech10268.21@bitmesra.ac.in::1380aae9-0830-4d93-a999-52ab4b1140a6" providerId="AD" clId="Web-{E0520D30-5AF1-4C2B-84CA-C798ED1B410B}" dt="2022-07-11T17:04:21.180" v="1" actId="1076"/>
        <pc:sldMkLst>
          <pc:docMk/>
          <pc:sldMk cId="1102086916" sldId="298"/>
        </pc:sldMkLst>
        <pc:picChg chg="mod">
          <ac:chgData name="AMITESH KUMAR SINHA(BTECH10268.21@bitmesra.ac.in)" userId="S::btech10268.21@bitmesra.ac.in::1380aae9-0830-4d93-a999-52ab4b1140a6" providerId="AD" clId="Web-{E0520D30-5AF1-4C2B-84CA-C798ED1B410B}" dt="2022-07-11T17:04:21.180" v="1" actId="1076"/>
          <ac:picMkLst>
            <pc:docMk/>
            <pc:sldMk cId="1102086916" sldId="298"/>
            <ac:picMk id="5" creationId="{00000000-0000-0000-0000-000000000000}"/>
          </ac:picMkLst>
        </pc:picChg>
      </pc:sldChg>
    </pc:docChg>
  </pc:docChgLst>
  <pc:docChgLst>
    <pc:chgData name="GAJENDRA AGARWAL(BTECH10307.21@bitmesra.ac.in)" userId="S::btech10307.21@bitmesra.ac.in::8b878f5a-8ef0-46dc-8d3f-2f07f155ffa2" providerId="AD" clId="Web-{5E8E458C-BB2E-4FD8-B635-E9A546582893}"/>
    <pc:docChg chg="sldOrd">
      <pc:chgData name="GAJENDRA AGARWAL(BTECH10307.21@bitmesra.ac.in)" userId="S::btech10307.21@bitmesra.ac.in::8b878f5a-8ef0-46dc-8d3f-2f07f155ffa2" providerId="AD" clId="Web-{5E8E458C-BB2E-4FD8-B635-E9A546582893}" dt="2022-07-21T18:45:22.635" v="0"/>
      <pc:docMkLst>
        <pc:docMk/>
      </pc:docMkLst>
      <pc:sldChg chg="ord">
        <pc:chgData name="GAJENDRA AGARWAL(BTECH10307.21@bitmesra.ac.in)" userId="S::btech10307.21@bitmesra.ac.in::8b878f5a-8ef0-46dc-8d3f-2f07f155ffa2" providerId="AD" clId="Web-{5E8E458C-BB2E-4FD8-B635-E9A546582893}" dt="2022-07-21T18:45:22.635" v="0"/>
        <pc:sldMkLst>
          <pc:docMk/>
          <pc:sldMk cId="2191603967" sldId="323"/>
        </pc:sldMkLst>
      </pc:sldChg>
    </pc:docChg>
  </pc:docChgLst>
  <pc:docChgLst>
    <pc:chgData name="SUMIT AGARWAL(BTECH10067.21@bitmesra.ac.in)" userId="S::btech10067.21@bitmesra.ac.in::276f6ef2-67bb-402b-9abb-9f4eea953946" providerId="AD" clId="Web-{7CC2ADBD-1806-4837-BD84-CE007B869097}"/>
    <pc:docChg chg="modSld">
      <pc:chgData name="SUMIT AGARWAL(BTECH10067.21@bitmesra.ac.in)" userId="S::btech10067.21@bitmesra.ac.in::276f6ef2-67bb-402b-9abb-9f4eea953946" providerId="AD" clId="Web-{7CC2ADBD-1806-4837-BD84-CE007B869097}" dt="2022-07-21T12:14:50.053" v="3" actId="20577"/>
      <pc:docMkLst>
        <pc:docMk/>
      </pc:docMkLst>
      <pc:sldChg chg="modSp">
        <pc:chgData name="SUMIT AGARWAL(BTECH10067.21@bitmesra.ac.in)" userId="S::btech10067.21@bitmesra.ac.in::276f6ef2-67bb-402b-9abb-9f4eea953946" providerId="AD" clId="Web-{7CC2ADBD-1806-4837-BD84-CE007B869097}" dt="2022-07-21T12:13:20.474" v="0" actId="1076"/>
        <pc:sldMkLst>
          <pc:docMk/>
          <pc:sldMk cId="3536586314" sldId="325"/>
        </pc:sldMkLst>
        <pc:picChg chg="mod">
          <ac:chgData name="SUMIT AGARWAL(BTECH10067.21@bitmesra.ac.in)" userId="S::btech10067.21@bitmesra.ac.in::276f6ef2-67bb-402b-9abb-9f4eea953946" providerId="AD" clId="Web-{7CC2ADBD-1806-4837-BD84-CE007B869097}" dt="2022-07-21T12:13:20.474" v="0" actId="1076"/>
          <ac:picMkLst>
            <pc:docMk/>
            <pc:sldMk cId="3536586314" sldId="325"/>
            <ac:picMk id="67" creationId="{00000000-0000-0000-0000-000000000000}"/>
          </ac:picMkLst>
        </pc:picChg>
      </pc:sldChg>
      <pc:sldChg chg="modSp">
        <pc:chgData name="SUMIT AGARWAL(BTECH10067.21@bitmesra.ac.in)" userId="S::btech10067.21@bitmesra.ac.in::276f6ef2-67bb-402b-9abb-9f4eea953946" providerId="AD" clId="Web-{7CC2ADBD-1806-4837-BD84-CE007B869097}" dt="2022-07-21T12:14:50.053" v="3" actId="20577"/>
        <pc:sldMkLst>
          <pc:docMk/>
          <pc:sldMk cId="4221503913" sldId="335"/>
        </pc:sldMkLst>
        <pc:spChg chg="mod">
          <ac:chgData name="SUMIT AGARWAL(BTECH10067.21@bitmesra.ac.in)" userId="S::btech10067.21@bitmesra.ac.in::276f6ef2-67bb-402b-9abb-9f4eea953946" providerId="AD" clId="Web-{7CC2ADBD-1806-4837-BD84-CE007B869097}" dt="2022-07-21T12:14:50.053" v="3" actId="20577"/>
          <ac:spMkLst>
            <pc:docMk/>
            <pc:sldMk cId="4221503913" sldId="335"/>
            <ac:spMk id="3" creationId="{00000000-0000-0000-0000-000000000000}"/>
          </ac:spMkLst>
        </pc:spChg>
      </pc:sldChg>
    </pc:docChg>
  </pc:docChgLst>
  <pc:docChgLst>
    <pc:chgData name="RAMAN KUMAR(BTECH10500.21@bitmesra.ac.in)" userId="S::btech10500.21@bitmesra.ac.in::489451fd-c06c-4003-a04c-5f0ecc44c60c" providerId="AD" clId="Web-{DA6AD6A6-D67B-4C73-BAFB-7721DCAC092F}"/>
    <pc:docChg chg="modSld">
      <pc:chgData name="RAMAN KUMAR(BTECH10500.21@bitmesra.ac.in)" userId="S::btech10500.21@bitmesra.ac.in::489451fd-c06c-4003-a04c-5f0ecc44c60c" providerId="AD" clId="Web-{DA6AD6A6-D67B-4C73-BAFB-7721DCAC092F}" dt="2022-07-21T17:31:00.312" v="94" actId="1076"/>
      <pc:docMkLst>
        <pc:docMk/>
      </pc:docMkLst>
      <pc:sldChg chg="modSp">
        <pc:chgData name="RAMAN KUMAR(BTECH10500.21@bitmesra.ac.in)" userId="S::btech10500.21@bitmesra.ac.in::489451fd-c06c-4003-a04c-5f0ecc44c60c" providerId="AD" clId="Web-{DA6AD6A6-D67B-4C73-BAFB-7721DCAC092F}" dt="2022-07-21T17:31:00.312" v="94" actId="1076"/>
        <pc:sldMkLst>
          <pc:docMk/>
          <pc:sldMk cId="36776740" sldId="347"/>
        </pc:sldMkLst>
        <pc:graphicFrameChg chg="mod">
          <ac:chgData name="RAMAN KUMAR(BTECH10500.21@bitmesra.ac.in)" userId="S::btech10500.21@bitmesra.ac.in::489451fd-c06c-4003-a04c-5f0ecc44c60c" providerId="AD" clId="Web-{DA6AD6A6-D67B-4C73-BAFB-7721DCAC092F}" dt="2022-07-21T17:31:00.312" v="94" actId="1076"/>
          <ac:graphicFrameMkLst>
            <pc:docMk/>
            <pc:sldMk cId="36776740" sldId="347"/>
            <ac:graphicFrameMk id="5" creationId="{00000000-0000-0000-0000-000000000000}"/>
          </ac:graphicFrameMkLst>
        </pc:graphicFrameChg>
      </pc:sldChg>
      <pc:sldChg chg="modSp">
        <pc:chgData name="RAMAN KUMAR(BTECH10500.21@bitmesra.ac.in)" userId="S::btech10500.21@bitmesra.ac.in::489451fd-c06c-4003-a04c-5f0ecc44c60c" providerId="AD" clId="Web-{DA6AD6A6-D67B-4C73-BAFB-7721DCAC092F}" dt="2022-07-21T17:29:28.982" v="93"/>
        <pc:sldMkLst>
          <pc:docMk/>
          <pc:sldMk cId="2341174923" sldId="348"/>
        </pc:sldMkLst>
        <pc:graphicFrameChg chg="mod modGraphic">
          <ac:chgData name="RAMAN KUMAR(BTECH10500.21@bitmesra.ac.in)" userId="S::btech10500.21@bitmesra.ac.in::489451fd-c06c-4003-a04c-5f0ecc44c60c" providerId="AD" clId="Web-{DA6AD6A6-D67B-4C73-BAFB-7721DCAC092F}" dt="2022-07-21T17:29:28.982" v="93"/>
          <ac:graphicFrameMkLst>
            <pc:docMk/>
            <pc:sldMk cId="2341174923" sldId="348"/>
            <ac:graphicFrameMk id="4" creationId="{00000000-0000-0000-0000-000000000000}"/>
          </ac:graphicFrameMkLst>
        </pc:graphicFrameChg>
      </pc:sldChg>
    </pc:docChg>
  </pc:docChgLst>
  <pc:docChgLst>
    <pc:chgData name="RISHABH RAJ(BTECH10385.21@bitmesra.ac.in)" userId="S::btech10385.21@bitmesra.ac.in::ce8df6d5-376d-4bc3-aa80-b21fdf7b476b" providerId="AD" clId="Web-{A5293B08-16FF-40BD-8A21-C4A1A7F5CC00}"/>
    <pc:docChg chg="modSld">
      <pc:chgData name="RISHABH RAJ(BTECH10385.21@bitmesra.ac.in)" userId="S::btech10385.21@bitmesra.ac.in::ce8df6d5-376d-4bc3-aa80-b21fdf7b476b" providerId="AD" clId="Web-{A5293B08-16FF-40BD-8A21-C4A1A7F5CC00}" dt="2022-07-04T17:01:15.888" v="1" actId="1076"/>
      <pc:docMkLst>
        <pc:docMk/>
      </pc:docMkLst>
      <pc:sldChg chg="addSp modSp">
        <pc:chgData name="RISHABH RAJ(BTECH10385.21@bitmesra.ac.in)" userId="S::btech10385.21@bitmesra.ac.in::ce8df6d5-376d-4bc3-aa80-b21fdf7b476b" providerId="AD" clId="Web-{A5293B08-16FF-40BD-8A21-C4A1A7F5CC00}" dt="2022-07-04T17:01:15.888" v="1" actId="1076"/>
        <pc:sldMkLst>
          <pc:docMk/>
          <pc:sldMk cId="4096103264" sldId="257"/>
        </pc:sldMkLst>
        <pc:spChg chg="add mod">
          <ac:chgData name="RISHABH RAJ(BTECH10385.21@bitmesra.ac.in)" userId="S::btech10385.21@bitmesra.ac.in::ce8df6d5-376d-4bc3-aa80-b21fdf7b476b" providerId="AD" clId="Web-{A5293B08-16FF-40BD-8A21-C4A1A7F5CC00}" dt="2022-07-04T17:01:15.888" v="1" actId="1076"/>
          <ac:spMkLst>
            <pc:docMk/>
            <pc:sldMk cId="4096103264" sldId="257"/>
            <ac:spMk id="6" creationId="{BE41A471-888A-D664-A540-1E1C41302D89}"/>
          </ac:spMkLst>
        </pc:spChg>
      </pc:sldChg>
    </pc:docChg>
  </pc:docChgLst>
  <pc:docChgLst>
    <pc:chgData name="VIBHUTI NARAYAN SINGH(BTECH10501.21@bitmesra.ac.in)" userId="S::btech10501.21@bitmesra.ac.in::682831d0-c3ac-4394-b7d7-ffb4e7a0f80e" providerId="AD" clId="Web-{27139E3D-17A3-48A8-8238-59F7DEACAE28}"/>
    <pc:docChg chg="modSld">
      <pc:chgData name="VIBHUTI NARAYAN SINGH(BTECH10501.21@bitmesra.ac.in)" userId="S::btech10501.21@bitmesra.ac.in::682831d0-c3ac-4394-b7d7-ffb4e7a0f80e" providerId="AD" clId="Web-{27139E3D-17A3-48A8-8238-59F7DEACAE28}" dt="2022-07-21T16:11:13.708" v="3" actId="1076"/>
      <pc:docMkLst>
        <pc:docMk/>
      </pc:docMkLst>
      <pc:sldChg chg="modSp">
        <pc:chgData name="VIBHUTI NARAYAN SINGH(BTECH10501.21@bitmesra.ac.in)" userId="S::btech10501.21@bitmesra.ac.in::682831d0-c3ac-4394-b7d7-ffb4e7a0f80e" providerId="AD" clId="Web-{27139E3D-17A3-48A8-8238-59F7DEACAE28}" dt="2022-07-21T16:04:32.764" v="1" actId="20577"/>
        <pc:sldMkLst>
          <pc:docMk/>
          <pc:sldMk cId="3475240490" sldId="261"/>
        </pc:sldMkLst>
        <pc:spChg chg="mod">
          <ac:chgData name="VIBHUTI NARAYAN SINGH(BTECH10501.21@bitmesra.ac.in)" userId="S::btech10501.21@bitmesra.ac.in::682831d0-c3ac-4394-b7d7-ffb4e7a0f80e" providerId="AD" clId="Web-{27139E3D-17A3-48A8-8238-59F7DEACAE28}" dt="2022-07-21T16:04:32.764" v="1" actId="20577"/>
          <ac:spMkLst>
            <pc:docMk/>
            <pc:sldMk cId="3475240490" sldId="261"/>
            <ac:spMk id="2" creationId="{00000000-0000-0000-0000-000000000000}"/>
          </ac:spMkLst>
        </pc:spChg>
      </pc:sldChg>
      <pc:sldChg chg="addSp modSp">
        <pc:chgData name="VIBHUTI NARAYAN SINGH(BTECH10501.21@bitmesra.ac.in)" userId="S::btech10501.21@bitmesra.ac.in::682831d0-c3ac-4394-b7d7-ffb4e7a0f80e" providerId="AD" clId="Web-{27139E3D-17A3-48A8-8238-59F7DEACAE28}" dt="2022-07-21T16:11:13.708" v="3" actId="1076"/>
        <pc:sldMkLst>
          <pc:docMk/>
          <pc:sldMk cId="2502627525" sldId="277"/>
        </pc:sldMkLst>
        <pc:spChg chg="add mod">
          <ac:chgData name="VIBHUTI NARAYAN SINGH(BTECH10501.21@bitmesra.ac.in)" userId="S::btech10501.21@bitmesra.ac.in::682831d0-c3ac-4394-b7d7-ffb4e7a0f80e" providerId="AD" clId="Web-{27139E3D-17A3-48A8-8238-59F7DEACAE28}" dt="2022-07-21T16:11:13.708" v="3" actId="1076"/>
          <ac:spMkLst>
            <pc:docMk/>
            <pc:sldMk cId="2502627525" sldId="277"/>
            <ac:spMk id="4" creationId="{86AA31AB-BF29-82A7-6445-1EFEBEA740B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C31F73D-0C09-41FC-B12A-2206CFEB6508}"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3074087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31F73D-0C09-41FC-B12A-2206CFEB6508}"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244440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31F73D-0C09-41FC-B12A-2206CFEB6508}"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210540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C31F73D-0C09-41FC-B12A-2206CFEB6508}"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2802460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C31F73D-0C09-41FC-B12A-2206CFEB6508}" type="datetimeFigureOut">
              <a:rPr lang="en-US" smtClean="0"/>
              <a:t>7/21/2022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3989307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31F73D-0C09-41FC-B12A-2206CFEB6508}" type="datetimeFigureOut">
              <a:rPr lang="en-US" smtClean="0"/>
              <a:t>7/21/2022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3220389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31F73D-0C09-41FC-B12A-2206CFEB6508}" type="datetimeFigureOut">
              <a:rPr lang="en-US" smtClean="0"/>
              <a:t>7/21/2022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3789016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C31F73D-0C09-41FC-B12A-2206CFEB6508}"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3936253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C31F73D-0C09-41FC-B12A-2206CFEB6508}"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198136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31F73D-0C09-41FC-B12A-2206CFEB6508}"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421758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31F73D-0C09-41FC-B12A-2206CFEB6508}"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836689-8B32-43B8-8BEC-B4F10EC8EC7B}" type="slidenum">
              <a:rPr lang="en-US" smtClean="0"/>
              <a:t>‹#›</a:t>
            </a:fld>
            <a:endParaRPr lang="en-US"/>
          </a:p>
        </p:txBody>
      </p:sp>
    </p:spTree>
    <p:extLst>
      <p:ext uri="{BB962C8B-B14F-4D97-AF65-F5344CB8AC3E}">
        <p14:creationId xmlns:p14="http://schemas.microsoft.com/office/powerpoint/2010/main" val="2748312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31F73D-0C09-41FC-B12A-2206CFEB6508}" type="datetimeFigureOut">
              <a:rPr lang="en-US" smtClean="0"/>
              <a:t>7/21/2022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836689-8B32-43B8-8BEC-B4F10EC8EC7B}" type="slidenum">
              <a:rPr lang="en-US" smtClean="0"/>
              <a:t>‹#›</a:t>
            </a:fld>
            <a:endParaRPr lang="en-US"/>
          </a:p>
        </p:txBody>
      </p:sp>
    </p:spTree>
    <p:extLst>
      <p:ext uri="{BB962C8B-B14F-4D97-AF65-F5344CB8AC3E}">
        <p14:creationId xmlns:p14="http://schemas.microsoft.com/office/powerpoint/2010/main" val="1751203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www.programiz.com/c-programming/c-variables-constants"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68.xml.rels><?xml version="1.0" encoding="UTF-8" standalone="yes"?>
<Relationships xmlns="http://schemas.openxmlformats.org/package/2006/relationships"><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9" Type="http://schemas.openxmlformats.org/officeDocument/2006/relationships/image" Target="../media/image69.png"/><Relationship Id="rId21" Type="http://schemas.openxmlformats.org/officeDocument/2006/relationships/image" Target="../media/image51.png"/><Relationship Id="rId34" Type="http://schemas.openxmlformats.org/officeDocument/2006/relationships/image" Target="../media/image64.png"/><Relationship Id="rId42" Type="http://schemas.openxmlformats.org/officeDocument/2006/relationships/image" Target="../media/image72.png"/><Relationship Id="rId47" Type="http://schemas.openxmlformats.org/officeDocument/2006/relationships/image" Target="../media/image77.png"/><Relationship Id="rId50" Type="http://schemas.openxmlformats.org/officeDocument/2006/relationships/image" Target="../media/image80.png"/><Relationship Id="rId55" Type="http://schemas.openxmlformats.org/officeDocument/2006/relationships/image" Target="../media/image85.png"/><Relationship Id="rId7" Type="http://schemas.openxmlformats.org/officeDocument/2006/relationships/image" Target="../media/image37.png"/><Relationship Id="rId2" Type="http://schemas.openxmlformats.org/officeDocument/2006/relationships/image" Target="../media/image32.png"/><Relationship Id="rId16" Type="http://schemas.openxmlformats.org/officeDocument/2006/relationships/image" Target="../media/image46.png"/><Relationship Id="rId29" Type="http://schemas.openxmlformats.org/officeDocument/2006/relationships/image" Target="../media/image59.png"/><Relationship Id="rId11" Type="http://schemas.openxmlformats.org/officeDocument/2006/relationships/image" Target="../media/image41.png"/><Relationship Id="rId24" Type="http://schemas.openxmlformats.org/officeDocument/2006/relationships/image" Target="../media/image54.png"/><Relationship Id="rId32" Type="http://schemas.openxmlformats.org/officeDocument/2006/relationships/image" Target="../media/image62.png"/><Relationship Id="rId37" Type="http://schemas.openxmlformats.org/officeDocument/2006/relationships/image" Target="../media/image67.png"/><Relationship Id="rId40" Type="http://schemas.openxmlformats.org/officeDocument/2006/relationships/image" Target="../media/image70.png"/><Relationship Id="rId45" Type="http://schemas.openxmlformats.org/officeDocument/2006/relationships/image" Target="../media/image75.png"/><Relationship Id="rId53" Type="http://schemas.openxmlformats.org/officeDocument/2006/relationships/image" Target="../media/image83.png"/><Relationship Id="rId5" Type="http://schemas.openxmlformats.org/officeDocument/2006/relationships/image" Target="../media/image35.png"/><Relationship Id="rId19" Type="http://schemas.openxmlformats.org/officeDocument/2006/relationships/image" Target="../media/image49.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 Id="rId35" Type="http://schemas.openxmlformats.org/officeDocument/2006/relationships/image" Target="../media/image65.png"/><Relationship Id="rId43" Type="http://schemas.openxmlformats.org/officeDocument/2006/relationships/image" Target="../media/image73.png"/><Relationship Id="rId48" Type="http://schemas.openxmlformats.org/officeDocument/2006/relationships/image" Target="../media/image78.png"/><Relationship Id="rId56" Type="http://schemas.openxmlformats.org/officeDocument/2006/relationships/image" Target="../media/image86.png"/><Relationship Id="rId8" Type="http://schemas.openxmlformats.org/officeDocument/2006/relationships/image" Target="../media/image38.png"/><Relationship Id="rId51" Type="http://schemas.openxmlformats.org/officeDocument/2006/relationships/image" Target="../media/image81.png"/><Relationship Id="rId3" Type="http://schemas.openxmlformats.org/officeDocument/2006/relationships/image" Target="../media/image33.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33" Type="http://schemas.openxmlformats.org/officeDocument/2006/relationships/image" Target="../media/image63.png"/><Relationship Id="rId38" Type="http://schemas.openxmlformats.org/officeDocument/2006/relationships/image" Target="../media/image68.png"/><Relationship Id="rId46" Type="http://schemas.openxmlformats.org/officeDocument/2006/relationships/image" Target="../media/image76.png"/><Relationship Id="rId20" Type="http://schemas.openxmlformats.org/officeDocument/2006/relationships/image" Target="../media/image50.png"/><Relationship Id="rId41" Type="http://schemas.openxmlformats.org/officeDocument/2006/relationships/image" Target="../media/image71.png"/><Relationship Id="rId54"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36" Type="http://schemas.openxmlformats.org/officeDocument/2006/relationships/image" Target="../media/image66.png"/><Relationship Id="rId49" Type="http://schemas.openxmlformats.org/officeDocument/2006/relationships/image" Target="../media/image79.png"/><Relationship Id="rId57" Type="http://schemas.openxmlformats.org/officeDocument/2006/relationships/image" Target="../media/image87.jpg"/><Relationship Id="rId10" Type="http://schemas.openxmlformats.org/officeDocument/2006/relationships/image" Target="../media/image40.png"/><Relationship Id="rId31" Type="http://schemas.openxmlformats.org/officeDocument/2006/relationships/image" Target="../media/image61.png"/><Relationship Id="rId44" Type="http://schemas.openxmlformats.org/officeDocument/2006/relationships/image" Target="../media/image74.png"/><Relationship Id="rId52" Type="http://schemas.openxmlformats.org/officeDocument/2006/relationships/image" Target="../media/image82.png"/></Relationships>
</file>

<file path=ppt/slides/_rels/slide6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96.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46.png"/><Relationship Id="rId4" Type="http://schemas.openxmlformats.org/officeDocument/2006/relationships/image" Target="../media/image94.png"/></Relationships>
</file>

<file path=ppt/slides/_rels/slide8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163" y="268670"/>
            <a:ext cx="10650637" cy="1441309"/>
          </a:xfrm>
        </p:spPr>
        <p:txBody>
          <a:bodyPr/>
          <a:lstStyle/>
          <a:p>
            <a:r>
              <a:rPr lang="en-US" b="1">
                <a:cs typeface="Calibri Light"/>
              </a:rPr>
              <a:t>Elements of a computer</a:t>
            </a:r>
            <a:endParaRPr lang="en-US">
              <a:cs typeface="Calibri Light"/>
            </a:endParaRPr>
          </a:p>
        </p:txBody>
      </p:sp>
      <p:sp>
        <p:nvSpPr>
          <p:cNvPr id="3" name="Content Placeholder 2"/>
          <p:cNvSpPr>
            <a:spLocks noGrp="1"/>
          </p:cNvSpPr>
          <p:nvPr>
            <p:ph idx="1"/>
          </p:nvPr>
        </p:nvSpPr>
        <p:spPr>
          <a:xfrm>
            <a:off x="511728" y="1874263"/>
            <a:ext cx="11056690" cy="4351338"/>
          </a:xfrm>
        </p:spPr>
        <p:txBody>
          <a:bodyPr/>
          <a:lstStyle/>
          <a:p>
            <a:pPr marL="0" indent="0" algn="just">
              <a:buNone/>
            </a:pPr>
            <a:r>
              <a:rPr lang="en-US"/>
              <a:t>The elements of a computer system fall into two major categories: </a:t>
            </a:r>
            <a:r>
              <a:rPr lang="en-US" b="1"/>
              <a:t>hardware and software.</a:t>
            </a:r>
          </a:p>
          <a:p>
            <a:pPr marL="0" indent="0" algn="just">
              <a:buNone/>
            </a:pPr>
            <a:r>
              <a:rPr lang="en-US"/>
              <a:t> </a:t>
            </a:r>
            <a:r>
              <a:rPr lang="en-US" b="1"/>
              <a:t>Hardware </a:t>
            </a:r>
            <a:r>
              <a:rPr lang="en-US"/>
              <a:t>is the </a:t>
            </a:r>
            <a:r>
              <a:rPr lang="en-US" b="1"/>
              <a:t>equipment</a:t>
            </a:r>
            <a:r>
              <a:rPr lang="en-US"/>
              <a:t> used to perform the necessary computations and includes the central processing unit (CPU), monitor, keyboard, mouse, printer, and speakers. </a:t>
            </a:r>
          </a:p>
          <a:p>
            <a:pPr marL="0" indent="0" algn="just">
              <a:buNone/>
            </a:pPr>
            <a:r>
              <a:rPr lang="en-US" b="1"/>
              <a:t>Software</a:t>
            </a:r>
            <a:r>
              <a:rPr lang="en-US"/>
              <a:t> consists of the </a:t>
            </a:r>
            <a:r>
              <a:rPr lang="en-US" b="1"/>
              <a:t>programs </a:t>
            </a:r>
            <a:r>
              <a:rPr lang="en-US"/>
              <a:t>that enable us to solve problems with a computer by providing it with lists of instructions to perform. </a:t>
            </a:r>
          </a:p>
        </p:txBody>
      </p:sp>
      <p:sp>
        <p:nvSpPr>
          <p:cNvPr id="4" name="TextBox 3">
            <a:extLst>
              <a:ext uri="{FF2B5EF4-FFF2-40B4-BE49-F238E27FC236}">
                <a16:creationId xmlns:a16="http://schemas.microsoft.com/office/drawing/2014/main" id="{5FBA8736-D1F1-D537-E719-04D6B8B4B06F}"/>
              </a:ext>
            </a:extLst>
          </p:cNvPr>
          <p:cNvSpPr txBox="1"/>
          <p:nvPr/>
        </p:nvSpPr>
        <p:spPr>
          <a:xfrm>
            <a:off x="4724400" y="3200400"/>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cs typeface="Calibri"/>
            </a:endParaRPr>
          </a:p>
          <a:p>
            <a:endParaRPr lang="en-US">
              <a:cs typeface="Calibri"/>
            </a:endParaRPr>
          </a:p>
        </p:txBody>
      </p:sp>
    </p:spTree>
    <p:extLst>
      <p:ext uri="{BB962C8B-B14F-4D97-AF65-F5344CB8AC3E}">
        <p14:creationId xmlns:p14="http://schemas.microsoft.com/office/powerpoint/2010/main" val="409610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Algorithms</a:t>
            </a:r>
            <a:br>
              <a:rPr lang="en-US"/>
            </a:br>
            <a:endParaRPr lang="en-US"/>
          </a:p>
        </p:txBody>
      </p:sp>
      <p:sp>
        <p:nvSpPr>
          <p:cNvPr id="3" name="Content Placeholder 2"/>
          <p:cNvSpPr>
            <a:spLocks noGrp="1"/>
          </p:cNvSpPr>
          <p:nvPr>
            <p:ph idx="1"/>
          </p:nvPr>
        </p:nvSpPr>
        <p:spPr>
          <a:xfrm>
            <a:off x="352338" y="1342239"/>
            <a:ext cx="11001462" cy="4834724"/>
          </a:xfrm>
        </p:spPr>
        <p:txBody>
          <a:bodyPr>
            <a:normAutofit/>
          </a:bodyPr>
          <a:lstStyle/>
          <a:p>
            <a:pPr marL="0" lvl="0" indent="0">
              <a:buNone/>
            </a:pPr>
            <a:endParaRPr lang="en-US"/>
          </a:p>
          <a:p>
            <a:pPr marL="0" indent="0">
              <a:buNone/>
            </a:pPr>
            <a:endParaRPr lang="en-US"/>
          </a:p>
        </p:txBody>
      </p:sp>
      <p:pic>
        <p:nvPicPr>
          <p:cNvPr id="4" name="Picture 3"/>
          <p:cNvPicPr>
            <a:picLocks noChangeAspect="1"/>
          </p:cNvPicPr>
          <p:nvPr/>
        </p:nvPicPr>
        <p:blipFill>
          <a:blip r:embed="rId2"/>
          <a:stretch>
            <a:fillRect/>
          </a:stretch>
        </p:blipFill>
        <p:spPr>
          <a:xfrm>
            <a:off x="922789" y="1238250"/>
            <a:ext cx="9583286" cy="4793434"/>
          </a:xfrm>
          <a:prstGeom prst="rect">
            <a:avLst/>
          </a:prstGeom>
        </p:spPr>
      </p:pic>
    </p:spTree>
    <p:extLst>
      <p:ext uri="{BB962C8B-B14F-4D97-AF65-F5344CB8AC3E}">
        <p14:creationId xmlns:p14="http://schemas.microsoft.com/office/powerpoint/2010/main" val="629222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Computer Hardware </a:t>
            </a:r>
            <a:endParaRPr lang="en-US" b="1">
              <a:cs typeface="Calibri Light"/>
            </a:endParaRPr>
          </a:p>
        </p:txBody>
      </p:sp>
      <p:pic>
        <p:nvPicPr>
          <p:cNvPr id="4" name="Content Placeholder 3"/>
          <p:cNvPicPr>
            <a:picLocks noGrp="1" noChangeAspect="1"/>
          </p:cNvPicPr>
          <p:nvPr>
            <p:ph idx="1"/>
          </p:nvPr>
        </p:nvPicPr>
        <p:blipFill>
          <a:blip r:embed="rId2"/>
          <a:stretch>
            <a:fillRect/>
          </a:stretch>
        </p:blipFill>
        <p:spPr>
          <a:xfrm>
            <a:off x="922789" y="1825625"/>
            <a:ext cx="10142289" cy="4351338"/>
          </a:xfrm>
          <a:prstGeom prst="rect">
            <a:avLst/>
          </a:prstGeom>
        </p:spPr>
      </p:pic>
      <p:sp>
        <p:nvSpPr>
          <p:cNvPr id="3" name="TextBox 2">
            <a:extLst>
              <a:ext uri="{FF2B5EF4-FFF2-40B4-BE49-F238E27FC236}">
                <a16:creationId xmlns:a16="http://schemas.microsoft.com/office/drawing/2014/main" id="{C73B2CBE-6AF7-AF37-0FFB-924E49D78C45}"/>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Click to add text</a:t>
            </a:r>
          </a:p>
        </p:txBody>
      </p:sp>
      <p:sp>
        <p:nvSpPr>
          <p:cNvPr id="5" name="TextBox 4">
            <a:extLst>
              <a:ext uri="{FF2B5EF4-FFF2-40B4-BE49-F238E27FC236}">
                <a16:creationId xmlns:a16="http://schemas.microsoft.com/office/drawing/2014/main" id="{CF3F1247-83EA-CAA8-8C08-5CFA4968B239}"/>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cs typeface="Calibri"/>
            </a:endParaRPr>
          </a:p>
        </p:txBody>
      </p:sp>
    </p:spTree>
    <p:extLst>
      <p:ext uri="{BB962C8B-B14F-4D97-AF65-F5344CB8AC3E}">
        <p14:creationId xmlns:p14="http://schemas.microsoft.com/office/powerpoint/2010/main" val="2272942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Computer Hardware  </a:t>
            </a: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a:t>Most Computer consist of the following components:</a:t>
            </a:r>
          </a:p>
          <a:p>
            <a:pPr marL="0" indent="0">
              <a:buNone/>
            </a:pPr>
            <a:r>
              <a:rPr lang="en-US"/>
              <a:t> ■ Main memory </a:t>
            </a:r>
            <a:endParaRPr lang="en-US">
              <a:cs typeface="Calibri"/>
            </a:endParaRPr>
          </a:p>
          <a:p>
            <a:pPr marL="0" indent="0">
              <a:buNone/>
            </a:pPr>
            <a:r>
              <a:rPr lang="en-US"/>
              <a:t>■ Secondary memory, which includes storage devices such as hard disks, CDs, DVDs, and flash drives  t</a:t>
            </a:r>
          </a:p>
          <a:p>
            <a:pPr marL="0" indent="0">
              <a:buNone/>
            </a:pPr>
            <a:r>
              <a:rPr lang="en-US"/>
              <a:t>■ Central processing unit </a:t>
            </a:r>
            <a:endParaRPr lang="en-US">
              <a:cs typeface="Calibri"/>
            </a:endParaRPr>
          </a:p>
          <a:p>
            <a:pPr marL="0" indent="0">
              <a:buNone/>
            </a:pPr>
            <a:r>
              <a:rPr lang="en-US"/>
              <a:t>■ Input devices, such as keyboards, mouses, touch pads, scanners, joysticks</a:t>
            </a:r>
            <a:endParaRPr lang="en-US">
              <a:cs typeface="Calibri"/>
            </a:endParaRPr>
          </a:p>
          <a:p>
            <a:pPr marL="0" indent="0">
              <a:buNone/>
            </a:pPr>
            <a:r>
              <a:rPr lang="en-US"/>
              <a:t> ■ Output devices, such as monitors, printers, and speakers</a:t>
            </a:r>
            <a:endParaRPr lang="en-US">
              <a:cs typeface="Calibri"/>
            </a:endParaRPr>
          </a:p>
        </p:txBody>
      </p:sp>
    </p:spTree>
    <p:extLst>
      <p:ext uri="{BB962C8B-B14F-4D97-AF65-F5344CB8AC3E}">
        <p14:creationId xmlns:p14="http://schemas.microsoft.com/office/powerpoint/2010/main" val="2619332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Computer Hardware </a:t>
            </a:r>
          </a:p>
        </p:txBody>
      </p:sp>
      <p:sp>
        <p:nvSpPr>
          <p:cNvPr id="3" name="Content Placeholder 2"/>
          <p:cNvSpPr>
            <a:spLocks noGrp="1"/>
          </p:cNvSpPr>
          <p:nvPr>
            <p:ph idx="1"/>
          </p:nvPr>
        </p:nvSpPr>
        <p:spPr>
          <a:xfrm>
            <a:off x="453006" y="1468073"/>
            <a:ext cx="10900794" cy="4708890"/>
          </a:xfrm>
        </p:spPr>
        <p:txBody>
          <a:bodyPr vert="horz" lIns="91440" tIns="45720" rIns="91440" bIns="45720" rtlCol="0" anchor="t">
            <a:normAutofit/>
          </a:bodyPr>
          <a:lstStyle/>
          <a:p>
            <a:pPr marL="0" indent="0" algn="just">
              <a:buNone/>
            </a:pPr>
            <a:endParaRPr lang="en-US">
              <a:cs typeface="Calibri"/>
            </a:endParaRPr>
          </a:p>
          <a:p>
            <a:pPr marL="0" indent="0" algn="just">
              <a:buNone/>
            </a:pPr>
            <a:r>
              <a:rPr lang="en-US"/>
              <a:t>Normally the person using a program (the program user ) must supply some data to be processed.</a:t>
            </a:r>
            <a:endParaRPr lang="en-US">
              <a:cs typeface="Calibri"/>
            </a:endParaRPr>
          </a:p>
          <a:p>
            <a:pPr marL="0" indent="0" algn="just">
              <a:buNone/>
            </a:pPr>
            <a:r>
              <a:rPr lang="en-US"/>
              <a:t>These data are entered through an input device and are stored in the computer’s main memory, where they can be accessed and manipulated by the central processing unit. </a:t>
            </a:r>
            <a:endParaRPr lang="en-US">
              <a:cs typeface="Calibri"/>
            </a:endParaRPr>
          </a:p>
          <a:p>
            <a:pPr marL="0" indent="0" algn="just">
              <a:buNone/>
            </a:pPr>
            <a:r>
              <a:rPr lang="en-US"/>
              <a:t>The results of this manipulation are then stored back in main memory. Finally, the information in main memory can be displayed through an output device</a:t>
            </a:r>
          </a:p>
          <a:p>
            <a:pPr marL="0" indent="0" algn="just">
              <a:buNone/>
            </a:pPr>
            <a:endParaRPr lang="en-US">
              <a:cs typeface="Calibri"/>
            </a:endParaRPr>
          </a:p>
          <a:p>
            <a:pPr marL="0" indent="0" algn="just">
              <a:buNone/>
            </a:pPr>
            <a:endParaRPr lang="en-US">
              <a:cs typeface="Calibri"/>
            </a:endParaRPr>
          </a:p>
        </p:txBody>
      </p:sp>
      <p:sp>
        <p:nvSpPr>
          <p:cNvPr id="4" name="TextBox 3">
            <a:extLst>
              <a:ext uri="{FF2B5EF4-FFF2-40B4-BE49-F238E27FC236}">
                <a16:creationId xmlns:a16="http://schemas.microsoft.com/office/drawing/2014/main" id="{C8327B9A-8615-C7C9-450A-080E3D941520}"/>
              </a:ext>
            </a:extLst>
          </p:cNvPr>
          <p:cNvSpPr txBox="1"/>
          <p:nvPr/>
        </p:nvSpPr>
        <p:spPr>
          <a:xfrm>
            <a:off x="7168375" y="-42017"/>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2559157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Memory</a:t>
            </a:r>
          </a:p>
        </p:txBody>
      </p:sp>
      <p:sp>
        <p:nvSpPr>
          <p:cNvPr id="3" name="Content Placeholder 2"/>
          <p:cNvSpPr>
            <a:spLocks noGrp="1"/>
          </p:cNvSpPr>
          <p:nvPr>
            <p:ph idx="1"/>
          </p:nvPr>
        </p:nvSpPr>
        <p:spPr>
          <a:xfrm>
            <a:off x="453006" y="1468073"/>
            <a:ext cx="10900794" cy="4708890"/>
          </a:xfrm>
        </p:spPr>
        <p:txBody>
          <a:bodyPr/>
          <a:lstStyle/>
          <a:p>
            <a:pPr marL="0" indent="0" algn="just">
              <a:buNone/>
            </a:pPr>
            <a:r>
              <a:rPr lang="en-US"/>
              <a:t>Memory is an essential component in any computer.</a:t>
            </a:r>
          </a:p>
          <a:p>
            <a:pPr marL="0" indent="0" algn="just">
              <a:buNone/>
            </a:pPr>
            <a:endParaRPr lang="en-US"/>
          </a:p>
        </p:txBody>
      </p:sp>
      <p:pic>
        <p:nvPicPr>
          <p:cNvPr id="4" name="Picture 3"/>
          <p:cNvPicPr>
            <a:picLocks noChangeAspect="1"/>
          </p:cNvPicPr>
          <p:nvPr/>
        </p:nvPicPr>
        <p:blipFill>
          <a:blip r:embed="rId2"/>
          <a:stretch>
            <a:fillRect/>
          </a:stretch>
        </p:blipFill>
        <p:spPr>
          <a:xfrm>
            <a:off x="453006" y="2172749"/>
            <a:ext cx="10410736" cy="4441971"/>
          </a:xfrm>
          <a:prstGeom prst="rect">
            <a:avLst/>
          </a:prstGeom>
        </p:spPr>
      </p:pic>
    </p:spTree>
    <p:extLst>
      <p:ext uri="{BB962C8B-B14F-4D97-AF65-F5344CB8AC3E}">
        <p14:creationId xmlns:p14="http://schemas.microsoft.com/office/powerpoint/2010/main" val="3475240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Memory</a:t>
            </a:r>
          </a:p>
        </p:txBody>
      </p:sp>
      <p:sp>
        <p:nvSpPr>
          <p:cNvPr id="3" name="Content Placeholder 2"/>
          <p:cNvSpPr>
            <a:spLocks noGrp="1"/>
          </p:cNvSpPr>
          <p:nvPr>
            <p:ph idx="1"/>
          </p:nvPr>
        </p:nvSpPr>
        <p:spPr>
          <a:xfrm>
            <a:off x="176169" y="1350627"/>
            <a:ext cx="11110519" cy="5830349"/>
          </a:xfrm>
        </p:spPr>
        <p:txBody>
          <a:bodyPr>
            <a:normAutofit/>
          </a:bodyPr>
          <a:lstStyle/>
          <a:p>
            <a:pPr marL="0" indent="0" algn="just">
              <a:buNone/>
            </a:pPr>
            <a:r>
              <a:rPr lang="en-US"/>
              <a:t>each memory cell has a unique address that indicates its relative position in memory. </a:t>
            </a:r>
          </a:p>
          <a:p>
            <a:pPr marL="0" indent="0" algn="just">
              <a:buNone/>
            </a:pPr>
            <a:r>
              <a:rPr lang="en-US"/>
              <a:t>Figure 1.4 shows a computer memory consisting of 1000 memory cells with addresses 0 through 999. </a:t>
            </a:r>
          </a:p>
          <a:p>
            <a:pPr marL="0" indent="0" algn="just">
              <a:buNone/>
            </a:pPr>
            <a:r>
              <a:rPr lang="en-US"/>
              <a:t>Most computers, however, have millions of individual memory cells, each with its own address.</a:t>
            </a:r>
          </a:p>
          <a:p>
            <a:pPr marL="0" indent="0" algn="just">
              <a:buNone/>
            </a:pPr>
            <a:r>
              <a:rPr lang="en-US"/>
              <a:t>The data stored in a memory cell are called the contents of the cell. </a:t>
            </a:r>
          </a:p>
          <a:p>
            <a:pPr marL="0" indent="0" algn="just">
              <a:buNone/>
            </a:pPr>
            <a:r>
              <a:rPr lang="en-US"/>
              <a:t>In Fig. 1.4 , the contents of memory cell 3 are the number 26 and the contents of memory cell 4 are the letter H.</a:t>
            </a:r>
          </a:p>
        </p:txBody>
      </p:sp>
      <p:sp>
        <p:nvSpPr>
          <p:cNvPr id="4" name="TextBox 3">
            <a:extLst>
              <a:ext uri="{FF2B5EF4-FFF2-40B4-BE49-F238E27FC236}">
                <a16:creationId xmlns:a16="http://schemas.microsoft.com/office/drawing/2014/main" id="{A5F2BF91-8714-AB30-7DF2-AC90ADFC2615}"/>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12180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Memory</a:t>
            </a:r>
            <a:endParaRPr lang="en-US" b="1">
              <a:cs typeface="Calibri Light"/>
            </a:endParaRPr>
          </a:p>
        </p:txBody>
      </p:sp>
      <p:sp>
        <p:nvSpPr>
          <p:cNvPr id="3" name="Content Placeholder 2"/>
          <p:cNvSpPr>
            <a:spLocks noGrp="1"/>
          </p:cNvSpPr>
          <p:nvPr>
            <p:ph idx="1"/>
          </p:nvPr>
        </p:nvSpPr>
        <p:spPr>
          <a:xfrm>
            <a:off x="540235" y="1714693"/>
            <a:ext cx="11685864" cy="5741799"/>
          </a:xfrm>
        </p:spPr>
        <p:txBody>
          <a:bodyPr>
            <a:normAutofit/>
          </a:bodyPr>
          <a:lstStyle/>
          <a:p>
            <a:pPr marL="0" indent="0" algn="just">
              <a:buNone/>
            </a:pPr>
            <a:r>
              <a:rPr lang="en-US"/>
              <a:t>a memory cell can also contain a program instruction.</a:t>
            </a:r>
          </a:p>
          <a:p>
            <a:pPr marL="0" indent="0" algn="just">
              <a:buNone/>
            </a:pPr>
            <a:r>
              <a:rPr lang="en-US"/>
              <a:t>The ability to store programs as well as data is called the stored program concept : </a:t>
            </a:r>
          </a:p>
          <a:p>
            <a:pPr marL="0" indent="0" algn="just">
              <a:buNone/>
            </a:pPr>
            <a:r>
              <a:rPr lang="en-US"/>
              <a:t>A program’s instructions must be stored in main memory before they can be executed</a:t>
            </a:r>
          </a:p>
          <a:p>
            <a:pPr marL="0" indent="0" algn="just">
              <a:buNone/>
            </a:pPr>
            <a:r>
              <a:rPr lang="en-US" b="1"/>
              <a:t>Bytes and Bits</a:t>
            </a:r>
          </a:p>
          <a:p>
            <a:pPr marL="0" indent="0" algn="just">
              <a:buNone/>
            </a:pPr>
            <a:r>
              <a:rPr lang="en-US"/>
              <a:t> A memory cell is actually a grouping of smaller units called bytes. </a:t>
            </a:r>
          </a:p>
          <a:p>
            <a:pPr marL="0" indent="0" algn="just">
              <a:buNone/>
            </a:pPr>
            <a:r>
              <a:rPr lang="en-US"/>
              <a:t>A byte is the amount of storage required to store a single character, such as the letter H in memory cell 4 of Fig. 1.4 . </a:t>
            </a:r>
          </a:p>
          <a:p>
            <a:pPr marL="0" indent="0" algn="just">
              <a:buNone/>
            </a:pPr>
            <a:r>
              <a:rPr lang="en-US"/>
              <a:t>The number of bytes a memory cell can contain varies from computer to computer.</a:t>
            </a:r>
          </a:p>
        </p:txBody>
      </p:sp>
      <p:sp>
        <p:nvSpPr>
          <p:cNvPr id="4" name="TextBox 3">
            <a:extLst>
              <a:ext uri="{FF2B5EF4-FFF2-40B4-BE49-F238E27FC236}">
                <a16:creationId xmlns:a16="http://schemas.microsoft.com/office/drawing/2014/main" id="{23A692A6-1781-4D4A-F5D1-CCC9BC2D923B}"/>
              </a:ext>
            </a:extLst>
          </p:cNvPr>
          <p:cNvSpPr txBox="1"/>
          <p:nvPr/>
        </p:nvSpPr>
        <p:spPr>
          <a:xfrm>
            <a:off x="4724400" y="3200399"/>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
        <p:nvSpPr>
          <p:cNvPr id="5" name="TextBox 4">
            <a:extLst>
              <a:ext uri="{FF2B5EF4-FFF2-40B4-BE49-F238E27FC236}">
                <a16:creationId xmlns:a16="http://schemas.microsoft.com/office/drawing/2014/main" id="{DB706926-DFDF-3788-5B58-1F1C740AE0D3}"/>
              </a:ext>
            </a:extLst>
          </p:cNvPr>
          <p:cNvSpPr txBox="1"/>
          <p:nvPr/>
        </p:nvSpPr>
        <p:spPr>
          <a:xfrm>
            <a:off x="7551208" y="591608"/>
            <a:ext cx="30310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cs typeface="Calibri"/>
            </a:endParaRPr>
          </a:p>
        </p:txBody>
      </p:sp>
    </p:spTree>
    <p:extLst>
      <p:ext uri="{BB962C8B-B14F-4D97-AF65-F5344CB8AC3E}">
        <p14:creationId xmlns:p14="http://schemas.microsoft.com/office/powerpoint/2010/main" val="1440358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Memory</a:t>
            </a:r>
          </a:p>
        </p:txBody>
      </p:sp>
      <p:sp>
        <p:nvSpPr>
          <p:cNvPr id="3" name="Content Placeholder 2"/>
          <p:cNvSpPr>
            <a:spLocks noGrp="1"/>
          </p:cNvSpPr>
          <p:nvPr>
            <p:ph idx="1"/>
          </p:nvPr>
        </p:nvSpPr>
        <p:spPr>
          <a:xfrm>
            <a:off x="176169" y="1350627"/>
            <a:ext cx="11685864" cy="5335399"/>
          </a:xfrm>
        </p:spPr>
        <p:txBody>
          <a:bodyPr>
            <a:normAutofit/>
          </a:bodyPr>
          <a:lstStyle/>
          <a:p>
            <a:pPr marL="0" indent="0" algn="just">
              <a:buNone/>
            </a:pPr>
            <a:r>
              <a:rPr lang="en-US"/>
              <a:t>A byte is composed of even smaller units of storage called bits ( Fig. 1.5 ). </a:t>
            </a:r>
          </a:p>
          <a:p>
            <a:pPr marL="0" indent="0" algn="just">
              <a:buNone/>
            </a:pPr>
            <a:r>
              <a:rPr lang="en-US"/>
              <a:t>The term bit , derived from the words binary digit , is the smallest element a computer can deal with. </a:t>
            </a:r>
          </a:p>
          <a:p>
            <a:pPr marL="0" indent="0" algn="just">
              <a:buNone/>
            </a:pPr>
            <a:r>
              <a:rPr lang="en-US"/>
              <a:t>Binary refers to a number system based on two numbers, 0 and 1, so a bit is either a 0 or a 1. </a:t>
            </a:r>
          </a:p>
          <a:p>
            <a:pPr marL="0" indent="0" algn="just">
              <a:buNone/>
            </a:pPr>
            <a:r>
              <a:rPr lang="en-US"/>
              <a:t>Generally, there are 8 bits to a byte. </a:t>
            </a:r>
          </a:p>
        </p:txBody>
      </p:sp>
    </p:spTree>
    <p:extLst>
      <p:ext uri="{BB962C8B-B14F-4D97-AF65-F5344CB8AC3E}">
        <p14:creationId xmlns:p14="http://schemas.microsoft.com/office/powerpoint/2010/main" val="949534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Storage and Retrieval of Information in Memory </a:t>
            </a:r>
          </a:p>
        </p:txBody>
      </p:sp>
      <p:sp>
        <p:nvSpPr>
          <p:cNvPr id="3" name="Content Placeholder 2"/>
          <p:cNvSpPr>
            <a:spLocks noGrp="1"/>
          </p:cNvSpPr>
          <p:nvPr>
            <p:ph idx="1"/>
          </p:nvPr>
        </p:nvSpPr>
        <p:spPr>
          <a:xfrm>
            <a:off x="176169" y="1350627"/>
            <a:ext cx="11903978" cy="5335399"/>
          </a:xfrm>
        </p:spPr>
        <p:txBody>
          <a:bodyPr>
            <a:normAutofit/>
          </a:bodyPr>
          <a:lstStyle/>
          <a:p>
            <a:pPr marL="0" indent="0" algn="just">
              <a:buNone/>
            </a:pPr>
            <a:r>
              <a:rPr lang="en-US"/>
              <a:t>Each value in memory is represented by a particular pattern of 0s and 1s. </a:t>
            </a:r>
          </a:p>
          <a:p>
            <a:pPr marL="0" indent="0" algn="just">
              <a:buNone/>
            </a:pPr>
            <a:r>
              <a:rPr lang="en-US"/>
              <a:t>A computer can either store a value or retrieve a value. </a:t>
            </a:r>
          </a:p>
          <a:p>
            <a:pPr marL="0" indent="0" algn="just">
              <a:buNone/>
            </a:pPr>
            <a:r>
              <a:rPr lang="en-US"/>
              <a:t>To store a value, the computer sets each bit of a selected memory cell to either 0 or 1, destroying the previous contents of the cell in the process. </a:t>
            </a:r>
          </a:p>
          <a:p>
            <a:pPr marL="0" indent="0" algn="just">
              <a:buNone/>
            </a:pPr>
            <a:r>
              <a:rPr lang="en-US"/>
              <a:t>To retrieve a value from a memory cell, the computer copies the pattern of 0s and 1s stored in that cell to another storage area for processing;</a:t>
            </a:r>
          </a:p>
          <a:p>
            <a:pPr marL="0" indent="0" algn="just">
              <a:buNone/>
            </a:pPr>
            <a:r>
              <a:rPr lang="en-US"/>
              <a:t> the copy operation does not destroy the contents of the cell whose value is retrieved. </a:t>
            </a:r>
          </a:p>
          <a:p>
            <a:pPr marL="0" indent="0" algn="just">
              <a:buNone/>
            </a:pPr>
            <a:r>
              <a:rPr lang="en-US"/>
              <a:t>This process is the same regardless of the kind of information—character, number, or program instruction—to be stored or retrieved.</a:t>
            </a:r>
          </a:p>
        </p:txBody>
      </p:sp>
    </p:spTree>
    <p:extLst>
      <p:ext uri="{BB962C8B-B14F-4D97-AF65-F5344CB8AC3E}">
        <p14:creationId xmlns:p14="http://schemas.microsoft.com/office/powerpoint/2010/main" val="1346972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Main Memory</a:t>
            </a:r>
          </a:p>
        </p:txBody>
      </p:sp>
      <p:sp>
        <p:nvSpPr>
          <p:cNvPr id="3" name="Content Placeholder 2"/>
          <p:cNvSpPr>
            <a:spLocks noGrp="1"/>
          </p:cNvSpPr>
          <p:nvPr>
            <p:ph idx="1"/>
          </p:nvPr>
        </p:nvSpPr>
        <p:spPr>
          <a:xfrm>
            <a:off x="176169" y="1350627"/>
            <a:ext cx="11685864" cy="5335399"/>
          </a:xfrm>
        </p:spPr>
        <p:txBody>
          <a:bodyPr>
            <a:normAutofit/>
          </a:bodyPr>
          <a:lstStyle/>
          <a:p>
            <a:pPr marL="0" indent="0" algn="just">
              <a:buNone/>
            </a:pPr>
            <a:r>
              <a:rPr lang="en-US"/>
              <a:t>Main memory stores programs, data, and results. </a:t>
            </a:r>
          </a:p>
          <a:p>
            <a:pPr marL="0" indent="0" algn="just">
              <a:buNone/>
            </a:pPr>
            <a:r>
              <a:rPr lang="en-US"/>
              <a:t>Most computers have two types of main memory:</a:t>
            </a:r>
          </a:p>
          <a:p>
            <a:pPr marL="0" indent="0" algn="just">
              <a:buNone/>
            </a:pPr>
            <a:r>
              <a:rPr lang="en-US"/>
              <a:t> </a:t>
            </a:r>
            <a:r>
              <a:rPr lang="en-US" b="1"/>
              <a:t>random access memory (RAM) </a:t>
            </a:r>
            <a:r>
              <a:rPr lang="en-US"/>
              <a:t>, which offers </a:t>
            </a:r>
            <a:r>
              <a:rPr lang="en-US" b="1"/>
              <a:t>temporary </a:t>
            </a:r>
            <a:r>
              <a:rPr lang="en-US"/>
              <a:t>storage of programs and data, </a:t>
            </a:r>
          </a:p>
          <a:p>
            <a:pPr marL="0" indent="0" algn="just">
              <a:buNone/>
            </a:pPr>
            <a:r>
              <a:rPr lang="en-US"/>
              <a:t>and </a:t>
            </a:r>
            <a:r>
              <a:rPr lang="en-US" b="1"/>
              <a:t>read-only memory (ROM) , </a:t>
            </a:r>
            <a:r>
              <a:rPr lang="en-US"/>
              <a:t>which stores programs or data </a:t>
            </a:r>
            <a:r>
              <a:rPr lang="en-US" b="1"/>
              <a:t>permanently</a:t>
            </a:r>
          </a:p>
          <a:p>
            <a:pPr marL="0" indent="0" algn="just">
              <a:buNone/>
            </a:pPr>
            <a:endParaRPr lang="en-US"/>
          </a:p>
        </p:txBody>
      </p:sp>
    </p:spTree>
    <p:extLst>
      <p:ext uri="{BB962C8B-B14F-4D97-AF65-F5344CB8AC3E}">
        <p14:creationId xmlns:p14="http://schemas.microsoft.com/office/powerpoint/2010/main" val="1942887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Main Memory</a:t>
            </a:r>
          </a:p>
        </p:txBody>
      </p:sp>
      <p:sp>
        <p:nvSpPr>
          <p:cNvPr id="3" name="Content Placeholder 2"/>
          <p:cNvSpPr>
            <a:spLocks noGrp="1"/>
          </p:cNvSpPr>
          <p:nvPr>
            <p:ph idx="1"/>
          </p:nvPr>
        </p:nvSpPr>
        <p:spPr>
          <a:xfrm>
            <a:off x="176169" y="1350627"/>
            <a:ext cx="11685864" cy="5335399"/>
          </a:xfrm>
        </p:spPr>
        <p:txBody>
          <a:bodyPr>
            <a:normAutofit/>
          </a:bodyPr>
          <a:lstStyle/>
          <a:p>
            <a:pPr marL="0" indent="0" algn="just">
              <a:buNone/>
            </a:pPr>
            <a:r>
              <a:rPr lang="en-US"/>
              <a:t>RAM temporarily stores programs while they are being executed (carried out) by the computer. </a:t>
            </a:r>
          </a:p>
          <a:p>
            <a:pPr marL="0" indent="0" algn="just">
              <a:buNone/>
            </a:pPr>
            <a:r>
              <a:rPr lang="en-US"/>
              <a:t>It also temporarily stores such data as numbers, names, and even pictures while a program is manipulating them.</a:t>
            </a:r>
          </a:p>
          <a:p>
            <a:pPr marL="0" indent="0" algn="just">
              <a:buNone/>
            </a:pPr>
            <a:r>
              <a:rPr lang="en-US"/>
              <a:t> RAM is usually </a:t>
            </a:r>
            <a:r>
              <a:rPr lang="en-US" b="1"/>
              <a:t>volatile memory </a:t>
            </a:r>
            <a:r>
              <a:rPr lang="en-US"/>
              <a:t>, which means that everything in RAM will be </a:t>
            </a:r>
            <a:r>
              <a:rPr lang="en-US" b="1"/>
              <a:t>lost when the computer is switched off</a:t>
            </a:r>
            <a:r>
              <a:rPr lang="en-US"/>
              <a:t>.</a:t>
            </a:r>
          </a:p>
        </p:txBody>
      </p:sp>
    </p:spTree>
    <p:extLst>
      <p:ext uri="{BB962C8B-B14F-4D97-AF65-F5344CB8AC3E}">
        <p14:creationId xmlns:p14="http://schemas.microsoft.com/office/powerpoint/2010/main" val="579764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Main Memory</a:t>
            </a:r>
          </a:p>
        </p:txBody>
      </p:sp>
      <p:sp>
        <p:nvSpPr>
          <p:cNvPr id="3" name="Content Placeholder 2"/>
          <p:cNvSpPr>
            <a:spLocks noGrp="1"/>
          </p:cNvSpPr>
          <p:nvPr>
            <p:ph idx="1"/>
          </p:nvPr>
        </p:nvSpPr>
        <p:spPr>
          <a:xfrm>
            <a:off x="176169" y="1350627"/>
            <a:ext cx="11685864" cy="5335399"/>
          </a:xfrm>
        </p:spPr>
        <p:txBody>
          <a:bodyPr>
            <a:normAutofit/>
          </a:bodyPr>
          <a:lstStyle/>
          <a:p>
            <a:pPr marL="0" indent="0" algn="just">
              <a:buNone/>
            </a:pPr>
            <a:r>
              <a:rPr lang="en-US"/>
              <a:t>ROM, on the other hand, </a:t>
            </a:r>
            <a:r>
              <a:rPr lang="en-US" b="1"/>
              <a:t>stores information permanently </a:t>
            </a:r>
            <a:r>
              <a:rPr lang="en-US"/>
              <a:t>within the computer. </a:t>
            </a:r>
          </a:p>
          <a:p>
            <a:pPr marL="0" indent="0" algn="just">
              <a:buNone/>
            </a:pPr>
            <a:r>
              <a:rPr lang="en-US"/>
              <a:t>The computer can retrieve (or read), but cannot store (or write) information in ROM, hence its name, read-only. </a:t>
            </a:r>
          </a:p>
          <a:p>
            <a:pPr marL="0" indent="0" algn="just">
              <a:buNone/>
            </a:pPr>
            <a:r>
              <a:rPr lang="en-US"/>
              <a:t>Because ROM is </a:t>
            </a:r>
            <a:r>
              <a:rPr lang="en-US" b="1"/>
              <a:t>not volatile, </a:t>
            </a:r>
            <a:r>
              <a:rPr lang="en-US"/>
              <a:t>the data stored there </a:t>
            </a:r>
            <a:r>
              <a:rPr lang="en-US" b="1"/>
              <a:t>do not disappear when the computer is switched off. </a:t>
            </a:r>
          </a:p>
          <a:p>
            <a:pPr marL="0" indent="0" algn="just">
              <a:buNone/>
            </a:pPr>
            <a:r>
              <a:rPr lang="en-US"/>
              <a:t>Start-up instructions and other critical instructions are burned into ROM chips at the factory. </a:t>
            </a:r>
          </a:p>
          <a:p>
            <a:pPr marL="0" indent="0" algn="just">
              <a:buNone/>
            </a:pPr>
            <a:r>
              <a:rPr lang="en-US"/>
              <a:t>When we refer to main memory in this text, we mean RAM because that is the part of main memory that is normally accessible to the programmer. </a:t>
            </a:r>
          </a:p>
        </p:txBody>
      </p:sp>
    </p:spTree>
    <p:extLst>
      <p:ext uri="{BB962C8B-B14F-4D97-AF65-F5344CB8AC3E}">
        <p14:creationId xmlns:p14="http://schemas.microsoft.com/office/powerpoint/2010/main" val="1983665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Secondary Storage Devices </a:t>
            </a:r>
          </a:p>
        </p:txBody>
      </p:sp>
      <p:sp>
        <p:nvSpPr>
          <p:cNvPr id="3" name="Content Placeholder 2"/>
          <p:cNvSpPr>
            <a:spLocks noGrp="1"/>
          </p:cNvSpPr>
          <p:nvPr>
            <p:ph idx="1"/>
          </p:nvPr>
        </p:nvSpPr>
        <p:spPr>
          <a:xfrm>
            <a:off x="176169" y="1350627"/>
            <a:ext cx="11685864" cy="5335399"/>
          </a:xfrm>
        </p:spPr>
        <p:txBody>
          <a:bodyPr>
            <a:normAutofit/>
          </a:bodyPr>
          <a:lstStyle/>
          <a:p>
            <a:pPr marL="0" indent="0" algn="just">
              <a:buNone/>
            </a:pPr>
            <a:r>
              <a:rPr lang="en-US"/>
              <a:t>Computer systems provide storage in addition to main memory for two reasons. </a:t>
            </a:r>
          </a:p>
          <a:p>
            <a:pPr marL="0" indent="0" algn="just">
              <a:buNone/>
            </a:pPr>
            <a:r>
              <a:rPr lang="en-US"/>
              <a:t>First, computers need storage that is permanent or </a:t>
            </a:r>
            <a:r>
              <a:rPr lang="en-US" err="1"/>
              <a:t>semipermanent</a:t>
            </a:r>
            <a:r>
              <a:rPr lang="en-US"/>
              <a:t> so that information can be </a:t>
            </a:r>
            <a:r>
              <a:rPr lang="en-US" b="1"/>
              <a:t>retained during a power loss or when the computer is turned off. </a:t>
            </a:r>
          </a:p>
          <a:p>
            <a:pPr marL="0" indent="0" algn="just">
              <a:buNone/>
            </a:pPr>
            <a:r>
              <a:rPr lang="en-US"/>
              <a:t>Second, systems typically </a:t>
            </a:r>
            <a:r>
              <a:rPr lang="en-US" b="1"/>
              <a:t>store more information </a:t>
            </a:r>
            <a:r>
              <a:rPr lang="en-US"/>
              <a:t>than will fit in memory.</a:t>
            </a:r>
          </a:p>
          <a:p>
            <a:pPr marL="0" indent="0" algn="just">
              <a:buNone/>
            </a:pPr>
            <a:r>
              <a:rPr lang="en-US"/>
              <a:t>Most personal computers use two types of disk drives as their secondary storage devices—</a:t>
            </a:r>
            <a:r>
              <a:rPr lang="en-US" b="1"/>
              <a:t>hard drives and optical drives</a:t>
            </a:r>
            <a:r>
              <a:rPr lang="en-US"/>
              <a:t>.</a:t>
            </a:r>
          </a:p>
          <a:p>
            <a:pPr marL="0" indent="0" algn="just">
              <a:buNone/>
            </a:pPr>
            <a:r>
              <a:rPr lang="en-US" b="1"/>
              <a:t>Hard disks </a:t>
            </a:r>
            <a:r>
              <a:rPr lang="en-US"/>
              <a:t>are attached to their disk drives and are coated with a magnetic material</a:t>
            </a:r>
          </a:p>
        </p:txBody>
      </p:sp>
    </p:spTree>
    <p:extLst>
      <p:ext uri="{BB962C8B-B14F-4D97-AF65-F5344CB8AC3E}">
        <p14:creationId xmlns:p14="http://schemas.microsoft.com/office/powerpoint/2010/main" val="4249499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Secondary Storage Devices </a:t>
            </a:r>
          </a:p>
        </p:txBody>
      </p:sp>
      <p:sp>
        <p:nvSpPr>
          <p:cNvPr id="3" name="Content Placeholder 2"/>
          <p:cNvSpPr>
            <a:spLocks noGrp="1"/>
          </p:cNvSpPr>
          <p:nvPr>
            <p:ph idx="1"/>
          </p:nvPr>
        </p:nvSpPr>
        <p:spPr>
          <a:xfrm>
            <a:off x="116903" y="1232093"/>
            <a:ext cx="11685864" cy="5301533"/>
          </a:xfrm>
        </p:spPr>
        <p:txBody>
          <a:bodyPr vert="horz" lIns="91440" tIns="45720" rIns="91440" bIns="45720" rtlCol="0" anchor="t">
            <a:normAutofit/>
          </a:bodyPr>
          <a:lstStyle/>
          <a:p>
            <a:pPr marL="0" indent="0" algn="just">
              <a:buNone/>
            </a:pPr>
            <a:r>
              <a:rPr lang="en-US"/>
              <a:t>Most of today’s personal computers are equipped with </a:t>
            </a:r>
            <a:r>
              <a:rPr lang="en-US" b="1"/>
              <a:t>optical drives </a:t>
            </a:r>
            <a:r>
              <a:rPr lang="en-US"/>
              <a:t>for storing and retrieving data on compact disks (CDs) or digital versatile disks (DVDs) that can be removed from the drive.</a:t>
            </a:r>
          </a:p>
          <a:p>
            <a:pPr marL="0" indent="0" algn="just">
              <a:buNone/>
            </a:pPr>
            <a:r>
              <a:rPr lang="en-US"/>
              <a:t>A CD is a silvery plastic platter on which a laser records data as a sequence of tiny pits in a spiral track on one side of the disk. </a:t>
            </a:r>
            <a:endParaRPr lang="en-US">
              <a:cs typeface="Calibri"/>
            </a:endParaRPr>
          </a:p>
          <a:p>
            <a:pPr marL="0" indent="0" algn="just">
              <a:buNone/>
            </a:pPr>
            <a:r>
              <a:rPr lang="en-US"/>
              <a:t>One CD can hold</a:t>
            </a:r>
            <a:r>
              <a:rPr lang="en-US">
                <a:highlight>
                  <a:srgbClr val="FFFF00"/>
                </a:highlight>
              </a:rPr>
              <a:t> 680 M</a:t>
            </a:r>
            <a:r>
              <a:rPr lang="en-US"/>
              <a:t>B of data. </a:t>
            </a:r>
            <a:endParaRPr lang="en-US">
              <a:cs typeface="Calibri"/>
            </a:endParaRPr>
          </a:p>
          <a:p>
            <a:pPr marL="0" indent="0" algn="just">
              <a:buNone/>
            </a:pPr>
            <a:r>
              <a:rPr lang="en-US"/>
              <a:t>A DVD uses smaller pits packed in a tighter spiral, allowing storage of </a:t>
            </a:r>
            <a:r>
              <a:rPr lang="en-US">
                <a:highlight>
                  <a:srgbClr val="FFFF00"/>
                </a:highlight>
              </a:rPr>
              <a:t>4.7 G</a:t>
            </a:r>
            <a:r>
              <a:rPr lang="en-US"/>
              <a:t>B of data on one layer. </a:t>
            </a:r>
            <a:endParaRPr lang="en-US">
              <a:cs typeface="Calibri" panose="020F0502020204030204"/>
            </a:endParaRPr>
          </a:p>
          <a:p>
            <a:pPr marL="0" indent="0" algn="just">
              <a:buNone/>
            </a:pPr>
            <a:r>
              <a:rPr lang="en-US"/>
              <a:t>Some DVDs can hold four layers of data—two on each side—for a total capacity of 17 GB,</a:t>
            </a:r>
            <a:endParaRPr lang="en-US">
              <a:cs typeface="Calibri" panose="020F0502020204030204"/>
            </a:endParaRPr>
          </a:p>
        </p:txBody>
      </p:sp>
    </p:spTree>
    <p:extLst>
      <p:ext uri="{BB962C8B-B14F-4D97-AF65-F5344CB8AC3E}">
        <p14:creationId xmlns:p14="http://schemas.microsoft.com/office/powerpoint/2010/main" val="3719221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Secondary Storage Devices </a:t>
            </a:r>
          </a:p>
        </p:txBody>
      </p:sp>
      <p:pic>
        <p:nvPicPr>
          <p:cNvPr id="4" name="Content Placeholder 3"/>
          <p:cNvPicPr>
            <a:picLocks noGrp="1" noChangeAspect="1"/>
          </p:cNvPicPr>
          <p:nvPr>
            <p:ph idx="1"/>
          </p:nvPr>
        </p:nvPicPr>
        <p:blipFill>
          <a:blip r:embed="rId2"/>
          <a:stretch>
            <a:fillRect/>
          </a:stretch>
        </p:blipFill>
        <p:spPr>
          <a:xfrm>
            <a:off x="117446" y="1283420"/>
            <a:ext cx="11620500" cy="2400300"/>
          </a:xfrm>
          <a:prstGeom prst="rect">
            <a:avLst/>
          </a:prstGeom>
        </p:spPr>
      </p:pic>
      <p:pic>
        <p:nvPicPr>
          <p:cNvPr id="5" name="Picture 4"/>
          <p:cNvPicPr>
            <a:picLocks noChangeAspect="1"/>
          </p:cNvPicPr>
          <p:nvPr/>
        </p:nvPicPr>
        <p:blipFill>
          <a:blip r:embed="rId3"/>
          <a:stretch>
            <a:fillRect/>
          </a:stretch>
        </p:blipFill>
        <p:spPr>
          <a:xfrm>
            <a:off x="117446" y="3565321"/>
            <a:ext cx="11400638" cy="2828838"/>
          </a:xfrm>
          <a:prstGeom prst="rect">
            <a:avLst/>
          </a:prstGeom>
        </p:spPr>
      </p:pic>
    </p:spTree>
    <p:extLst>
      <p:ext uri="{BB962C8B-B14F-4D97-AF65-F5344CB8AC3E}">
        <p14:creationId xmlns:p14="http://schemas.microsoft.com/office/powerpoint/2010/main" val="1790642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Secondary Storage Devices </a:t>
            </a:r>
          </a:p>
        </p:txBody>
      </p:sp>
      <p:sp>
        <p:nvSpPr>
          <p:cNvPr id="3" name="Content Placeholder 2"/>
          <p:cNvSpPr>
            <a:spLocks noGrp="1"/>
          </p:cNvSpPr>
          <p:nvPr>
            <p:ph idx="1"/>
          </p:nvPr>
        </p:nvSpPr>
        <p:spPr/>
        <p:txBody>
          <a:bodyPr>
            <a:normAutofit lnSpcReduction="10000"/>
          </a:bodyPr>
          <a:lstStyle/>
          <a:p>
            <a:r>
              <a:rPr lang="en-US"/>
              <a:t>flash drive device that plugs into USB port and stores data bits as trapped electrons . Typical USB flash drives store 1 to several GB of data, but 64-GB drives are also available.</a:t>
            </a:r>
          </a:p>
          <a:p>
            <a:r>
              <a:rPr lang="en-US"/>
              <a:t>Information stored on a disk is organized into separate collections called files . </a:t>
            </a:r>
          </a:p>
          <a:p>
            <a:r>
              <a:rPr lang="en-US"/>
              <a:t>One file may contain a C program. </a:t>
            </a:r>
          </a:p>
          <a:p>
            <a:r>
              <a:rPr lang="en-US"/>
              <a:t>Another file may contain the data to be processed by that program (a data file ). </a:t>
            </a:r>
          </a:p>
          <a:p>
            <a:r>
              <a:rPr lang="en-US"/>
              <a:t>A third file could contain the results generated by a program (an output file ). </a:t>
            </a:r>
          </a:p>
        </p:txBody>
      </p:sp>
    </p:spTree>
    <p:extLst>
      <p:ext uri="{BB962C8B-B14F-4D97-AF65-F5344CB8AC3E}">
        <p14:creationId xmlns:p14="http://schemas.microsoft.com/office/powerpoint/2010/main" val="2053992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Secondary Storage Devices </a:t>
            </a: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a:t>The names of all files stored on a disk are listed in the disk’s directory . This directory may be broken into one or more levels of subdirectories or folders, </a:t>
            </a:r>
          </a:p>
          <a:p>
            <a:pPr marL="0" indent="0">
              <a:buNone/>
            </a:pPr>
            <a:r>
              <a:rPr lang="en-US"/>
              <a:t>where each subdirectory stores the names of files that relate to the same general topic</a:t>
            </a:r>
            <a:r>
              <a:rPr lang="en-US">
                <a:ea typeface="+mn-lt"/>
                <a:cs typeface="+mn-lt"/>
              </a:rPr>
              <a:t>           </a:t>
            </a:r>
            <a:r>
              <a:rPr lang="en-US" altLang="ja-JP">
                <a:ea typeface="+mn-lt"/>
                <a:cs typeface="+mn-lt"/>
              </a:rPr>
              <a:t> </a:t>
            </a:r>
            <a:endParaRPr lang="ja-JP" altLang="en-US">
              <a:cs typeface="Calibri"/>
            </a:endParaRPr>
          </a:p>
        </p:txBody>
      </p:sp>
    </p:spTree>
    <p:extLst>
      <p:ext uri="{BB962C8B-B14F-4D97-AF65-F5344CB8AC3E}">
        <p14:creationId xmlns:p14="http://schemas.microsoft.com/office/powerpoint/2010/main" val="3821701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Input/Output Devices </a:t>
            </a:r>
            <a:endParaRPr lang="en-US" b="1">
              <a:cs typeface="Calibri Light"/>
            </a:endParaRPr>
          </a:p>
        </p:txBody>
      </p:sp>
      <p:sp>
        <p:nvSpPr>
          <p:cNvPr id="3" name="Content Placeholder 2"/>
          <p:cNvSpPr>
            <a:spLocks noGrp="1"/>
          </p:cNvSpPr>
          <p:nvPr>
            <p:ph idx="1"/>
          </p:nvPr>
        </p:nvSpPr>
        <p:spPr>
          <a:xfrm>
            <a:off x="318782" y="1825625"/>
            <a:ext cx="11035018" cy="4351338"/>
          </a:xfrm>
        </p:spPr>
        <p:txBody>
          <a:bodyPr>
            <a:normAutofit lnSpcReduction="10000"/>
          </a:bodyPr>
          <a:lstStyle/>
          <a:p>
            <a:pPr marL="0" indent="0" algn="just">
              <a:buNone/>
            </a:pPr>
            <a:r>
              <a:rPr lang="en-US"/>
              <a:t>We use input/output (I/O) devices to communicate with the computer. They allow us to enter data for a computation and to observe the results of that computation.</a:t>
            </a:r>
          </a:p>
          <a:p>
            <a:pPr marL="0" indent="0" algn="just">
              <a:buNone/>
            </a:pPr>
            <a:r>
              <a:rPr lang="en-US"/>
              <a:t>You will be using a keyboard as an input device and a monitor (display screen) as an output device.</a:t>
            </a:r>
          </a:p>
          <a:p>
            <a:pPr marL="0" indent="0" algn="just">
              <a:buNone/>
            </a:pPr>
            <a:r>
              <a:rPr lang="en-US"/>
              <a:t> When you press a letter or digit key on a keyboard, that character is sent to main memory and is also displayed on the monitor at the position of the cursor </a:t>
            </a:r>
          </a:p>
          <a:p>
            <a:pPr marL="0" indent="0" algn="just">
              <a:buNone/>
            </a:pPr>
            <a:r>
              <a:rPr lang="en-US"/>
              <a:t>A computer keyboard has keys for letters, numbers, and punctuation marks plus some extra keys for performing special functions. The twelve function keys along the top row of the keyboard are labeled F1 through F12</a:t>
            </a:r>
          </a:p>
          <a:p>
            <a:pPr marL="0" indent="0" algn="just">
              <a:buNone/>
            </a:pPr>
            <a:endParaRPr lang="en-US"/>
          </a:p>
        </p:txBody>
      </p:sp>
      <p:sp>
        <p:nvSpPr>
          <p:cNvPr id="4" name="TextBox 3">
            <a:extLst>
              <a:ext uri="{FF2B5EF4-FFF2-40B4-BE49-F238E27FC236}">
                <a16:creationId xmlns:a16="http://schemas.microsoft.com/office/drawing/2014/main" id="{86AA31AB-BF29-82A7-6445-1EFEBEA740B7}"/>
              </a:ext>
            </a:extLst>
          </p:cNvPr>
          <p:cNvSpPr txBox="1"/>
          <p:nvPr/>
        </p:nvSpPr>
        <p:spPr>
          <a:xfrm>
            <a:off x="4724400" y="32639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Click to add text</a:t>
            </a:r>
          </a:p>
        </p:txBody>
      </p:sp>
    </p:spTree>
    <p:extLst>
      <p:ext uri="{BB962C8B-B14F-4D97-AF65-F5344CB8AC3E}">
        <p14:creationId xmlns:p14="http://schemas.microsoft.com/office/powerpoint/2010/main" val="2502627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Central Processing Unit</a:t>
            </a:r>
          </a:p>
        </p:txBody>
      </p:sp>
      <p:sp>
        <p:nvSpPr>
          <p:cNvPr id="3" name="Content Placeholder 2"/>
          <p:cNvSpPr>
            <a:spLocks noGrp="1"/>
          </p:cNvSpPr>
          <p:nvPr>
            <p:ph idx="1"/>
          </p:nvPr>
        </p:nvSpPr>
        <p:spPr>
          <a:xfrm>
            <a:off x="201335" y="1825625"/>
            <a:ext cx="11990665" cy="4351338"/>
          </a:xfrm>
        </p:spPr>
        <p:txBody>
          <a:bodyPr/>
          <a:lstStyle/>
          <a:p>
            <a:pPr marL="0" indent="0">
              <a:buNone/>
            </a:pPr>
            <a:r>
              <a:rPr lang="en-US"/>
              <a:t>The central processing unit (CPU) has two roles: </a:t>
            </a:r>
          </a:p>
          <a:p>
            <a:pPr marL="0" indent="0">
              <a:buNone/>
            </a:pPr>
            <a:r>
              <a:rPr lang="en-US"/>
              <a:t>coordinating all computer operations and performing arithmetic and logical operations on data.</a:t>
            </a:r>
          </a:p>
          <a:p>
            <a:pPr marL="0" indent="0">
              <a:buNone/>
            </a:pPr>
            <a:r>
              <a:rPr lang="en-US"/>
              <a:t>The CPU follows the instructions contained in a computer program to determine which operations should be carried out and in what order.</a:t>
            </a:r>
          </a:p>
          <a:p>
            <a:pPr marL="0" indent="0">
              <a:buNone/>
            </a:pPr>
            <a:r>
              <a:rPr lang="en-US"/>
              <a:t>It then transmits coordinating control signals to the other computer components.</a:t>
            </a:r>
          </a:p>
          <a:p>
            <a:pPr marL="0" indent="0">
              <a:buNone/>
            </a:pPr>
            <a:r>
              <a:rPr lang="en-US"/>
              <a:t> For example, if the instruction requires scanning a data item, the CPU sends the necessary control signals to the input device</a:t>
            </a:r>
          </a:p>
        </p:txBody>
      </p:sp>
    </p:spTree>
    <p:extLst>
      <p:ext uri="{BB962C8B-B14F-4D97-AF65-F5344CB8AC3E}">
        <p14:creationId xmlns:p14="http://schemas.microsoft.com/office/powerpoint/2010/main" val="471572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Central Processing Unit</a:t>
            </a:r>
          </a:p>
        </p:txBody>
      </p:sp>
      <p:sp>
        <p:nvSpPr>
          <p:cNvPr id="3" name="Content Placeholder 2"/>
          <p:cNvSpPr>
            <a:spLocks noGrp="1"/>
          </p:cNvSpPr>
          <p:nvPr>
            <p:ph idx="1"/>
          </p:nvPr>
        </p:nvSpPr>
        <p:spPr>
          <a:xfrm>
            <a:off x="318782" y="1825624"/>
            <a:ext cx="11035018" cy="4860401"/>
          </a:xfrm>
        </p:spPr>
        <p:txBody>
          <a:bodyPr>
            <a:normAutofit/>
          </a:bodyPr>
          <a:lstStyle/>
          <a:p>
            <a:pPr marL="0" indent="0" algn="just">
              <a:buNone/>
            </a:pPr>
            <a:r>
              <a:rPr lang="en-US"/>
              <a:t>To process a program stored in main memory, the CPU retrieves each instruction in sequence (called fetching an instruction ), interprets the instruction to determine what should be done, and then retrieves any data needed to carry out that instruction. </a:t>
            </a:r>
          </a:p>
          <a:p>
            <a:pPr marL="0" indent="0" algn="just">
              <a:buNone/>
            </a:pPr>
            <a:r>
              <a:rPr lang="en-US"/>
              <a:t>Next, the CPU performs the actual manipulation, or processing, of the data it retrieved. </a:t>
            </a:r>
          </a:p>
          <a:p>
            <a:pPr marL="0" indent="0" algn="just">
              <a:buNone/>
            </a:pPr>
            <a:r>
              <a:rPr lang="en-US"/>
              <a:t>The CPU stores the results in main memory.</a:t>
            </a:r>
          </a:p>
          <a:p>
            <a:pPr marL="0" indent="0" algn="just">
              <a:buNone/>
            </a:pPr>
            <a:r>
              <a:rPr lang="en-US"/>
              <a:t>The CPU can perform such arithmetic operations as addition, subtraction, multiplication, and division.</a:t>
            </a:r>
          </a:p>
          <a:p>
            <a:pPr marL="0" indent="0" algn="just">
              <a:buNone/>
            </a:pPr>
            <a:r>
              <a:rPr lang="en-US"/>
              <a:t> The CPU can also compare the contents of two memory cells </a:t>
            </a:r>
          </a:p>
        </p:txBody>
      </p:sp>
    </p:spTree>
    <p:extLst>
      <p:ext uri="{BB962C8B-B14F-4D97-AF65-F5344CB8AC3E}">
        <p14:creationId xmlns:p14="http://schemas.microsoft.com/office/powerpoint/2010/main" val="84777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Central Processing Unit</a:t>
            </a:r>
          </a:p>
        </p:txBody>
      </p:sp>
      <p:sp>
        <p:nvSpPr>
          <p:cNvPr id="3" name="Content Placeholder 2"/>
          <p:cNvSpPr>
            <a:spLocks noGrp="1"/>
          </p:cNvSpPr>
          <p:nvPr>
            <p:ph idx="1"/>
          </p:nvPr>
        </p:nvSpPr>
        <p:spPr>
          <a:xfrm>
            <a:off x="318781" y="1434517"/>
            <a:ext cx="11593585" cy="4742446"/>
          </a:xfrm>
        </p:spPr>
        <p:txBody>
          <a:bodyPr vert="horz" lIns="91440" tIns="45720" rIns="91440" bIns="45720" rtlCol="0" anchor="t">
            <a:normAutofit/>
          </a:bodyPr>
          <a:lstStyle/>
          <a:p>
            <a:pPr marL="0" indent="0" algn="just">
              <a:buNone/>
            </a:pPr>
            <a:r>
              <a:rPr lang="en-US"/>
              <a:t>The circuitry of a modern CPU is housed in a single integrated circuit or chip, millions of miniature circuits manufactured in a sliver of silicon.</a:t>
            </a:r>
          </a:p>
          <a:p>
            <a:pPr marL="0" indent="0" algn="just">
              <a:buNone/>
            </a:pPr>
            <a:r>
              <a:rPr lang="en-US"/>
              <a:t>An integrated circuit (IC) that is a full central processing unit is called a microprocessor. </a:t>
            </a:r>
            <a:endParaRPr lang="en-US">
              <a:cs typeface="Calibri"/>
            </a:endParaRPr>
          </a:p>
          <a:p>
            <a:pPr marL="0" indent="0" algn="just">
              <a:buNone/>
            </a:pPr>
            <a:r>
              <a:rPr lang="en-US"/>
              <a:t>A CPU’s current instruction and data values are stored temporarily inside the CPU in special high-speed memory locations called </a:t>
            </a:r>
            <a:r>
              <a:rPr lang="en-US" b="1"/>
              <a:t>registers </a:t>
            </a:r>
            <a:endParaRPr lang="en-US" b="1">
              <a:cs typeface="Calibri"/>
            </a:endParaRPr>
          </a:p>
          <a:p>
            <a:pPr marL="0" indent="0" algn="just">
              <a:buNone/>
            </a:pPr>
            <a:r>
              <a:rPr lang="en-US"/>
              <a:t>Some computers have multiple CPUs ( multiprocessors ) or a multi-core CPU. </a:t>
            </a:r>
            <a:endParaRPr lang="en-US">
              <a:cs typeface="Calibri"/>
            </a:endParaRPr>
          </a:p>
          <a:p>
            <a:pPr marL="0" indent="0" algn="just">
              <a:buNone/>
            </a:pPr>
            <a:r>
              <a:rPr lang="en-US"/>
              <a:t>These computers are capable of faster speeds because they can process different sets of instructions at the same time. </a:t>
            </a:r>
            <a:endParaRPr lang="en-US">
              <a:cs typeface="Calibri"/>
            </a:endParaRPr>
          </a:p>
          <a:p>
            <a:pPr marL="0" indent="0" algn="just">
              <a:buNone/>
            </a:pPr>
            <a:endParaRPr lang="en-US">
              <a:cs typeface="Calibri"/>
            </a:endParaRPr>
          </a:p>
          <a:p>
            <a:pPr marL="0" indent="0" algn="just">
              <a:buNone/>
            </a:pPr>
            <a:endParaRPr lang="en-US">
              <a:cs typeface="Calibri"/>
            </a:endParaRPr>
          </a:p>
        </p:txBody>
      </p:sp>
      <p:sp>
        <p:nvSpPr>
          <p:cNvPr id="4" name="TextBox 3">
            <a:extLst>
              <a:ext uri="{FF2B5EF4-FFF2-40B4-BE49-F238E27FC236}">
                <a16:creationId xmlns:a16="http://schemas.microsoft.com/office/drawing/2014/main" id="{2C1CAD93-DA05-2610-0A82-C1A9B2A3352D}"/>
              </a:ext>
            </a:extLst>
          </p:cNvPr>
          <p:cNvSpPr txBox="1"/>
          <p:nvPr/>
        </p:nvSpPr>
        <p:spPr>
          <a:xfrm>
            <a:off x="3048000" y="64008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
        <p:nvSpPr>
          <p:cNvPr id="5" name="TextBox 4">
            <a:extLst>
              <a:ext uri="{FF2B5EF4-FFF2-40B4-BE49-F238E27FC236}">
                <a16:creationId xmlns:a16="http://schemas.microsoft.com/office/drawing/2014/main" id="{77990E59-B4D4-9D0C-831F-CDD10C82A2B1}"/>
              </a:ext>
            </a:extLst>
          </p:cNvPr>
          <p:cNvSpPr txBox="1"/>
          <p:nvPr/>
        </p:nvSpPr>
        <p:spPr>
          <a:xfrm>
            <a:off x="6492875" y="618807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1612482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err="1"/>
              <a:t>Input/Output</a:t>
            </a:r>
            <a:r>
              <a:rPr lang="en-US" b="1"/>
              <a:t> Devices</a:t>
            </a:r>
          </a:p>
        </p:txBody>
      </p:sp>
      <p:sp>
        <p:nvSpPr>
          <p:cNvPr id="3" name="Content Placeholder 2"/>
          <p:cNvSpPr>
            <a:spLocks noGrp="1"/>
          </p:cNvSpPr>
          <p:nvPr>
            <p:ph idx="1"/>
          </p:nvPr>
        </p:nvSpPr>
        <p:spPr>
          <a:xfrm>
            <a:off x="318782" y="1825625"/>
            <a:ext cx="11035018" cy="4351338"/>
          </a:xfrm>
        </p:spPr>
        <p:txBody>
          <a:bodyPr>
            <a:normAutofit/>
          </a:bodyPr>
          <a:lstStyle/>
          <a:p>
            <a:pPr marL="0" indent="0" algn="just">
              <a:buNone/>
            </a:pPr>
            <a:r>
              <a:rPr lang="en-US"/>
              <a:t>A mouse is a handheld device used to select an operation. Moving the mouse around on your desktop moves the mouse cursor (normally a small rectangle or an arrow) displayed on the monitor’s screen. </a:t>
            </a:r>
          </a:p>
          <a:p>
            <a:pPr marL="0" indent="0" algn="just">
              <a:buNone/>
            </a:pPr>
            <a:r>
              <a:rPr lang="en-US"/>
              <a:t>A monitor provides a temporary display of the information that appears on its screen.</a:t>
            </a:r>
          </a:p>
          <a:p>
            <a:pPr marL="0" indent="0" algn="just">
              <a:buNone/>
            </a:pPr>
            <a:r>
              <a:rPr lang="en-US"/>
              <a:t> If you want hard copy (a printed version) of some information, you must send that information to an output device called a printer</a:t>
            </a:r>
          </a:p>
        </p:txBody>
      </p:sp>
    </p:spTree>
    <p:extLst>
      <p:ext uri="{BB962C8B-B14F-4D97-AF65-F5344CB8AC3E}">
        <p14:creationId xmlns:p14="http://schemas.microsoft.com/office/powerpoint/2010/main" val="1712971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Networks</a:t>
            </a:r>
          </a:p>
        </p:txBody>
      </p:sp>
      <p:sp>
        <p:nvSpPr>
          <p:cNvPr id="3" name="Content Placeholder 2"/>
          <p:cNvSpPr>
            <a:spLocks noGrp="1"/>
          </p:cNvSpPr>
          <p:nvPr>
            <p:ph idx="1"/>
          </p:nvPr>
        </p:nvSpPr>
        <p:spPr>
          <a:xfrm>
            <a:off x="318782" y="1825625"/>
            <a:ext cx="11035018" cy="4351338"/>
          </a:xfrm>
        </p:spPr>
        <p:txBody>
          <a:bodyPr>
            <a:normAutofit/>
          </a:bodyPr>
          <a:lstStyle/>
          <a:p>
            <a:pPr marL="0" indent="0" algn="just">
              <a:buNone/>
            </a:pPr>
            <a:r>
              <a:rPr lang="en-US"/>
              <a:t>local area network (LAN) computers, printers, scanners, and storage devices connected by cables for intercommunication.</a:t>
            </a:r>
          </a:p>
          <a:p>
            <a:pPr marL="0" indent="0" algn="just">
              <a:buNone/>
            </a:pPr>
            <a:endParaRPr lang="en-US"/>
          </a:p>
        </p:txBody>
      </p:sp>
      <p:pic>
        <p:nvPicPr>
          <p:cNvPr id="4" name="Picture 3"/>
          <p:cNvPicPr>
            <a:picLocks noChangeAspect="1"/>
          </p:cNvPicPr>
          <p:nvPr/>
        </p:nvPicPr>
        <p:blipFill>
          <a:blip r:embed="rId2"/>
          <a:stretch>
            <a:fillRect/>
          </a:stretch>
        </p:blipFill>
        <p:spPr>
          <a:xfrm>
            <a:off x="851736" y="3049306"/>
            <a:ext cx="10648950" cy="3305874"/>
          </a:xfrm>
          <a:prstGeom prst="rect">
            <a:avLst/>
          </a:prstGeom>
        </p:spPr>
      </p:pic>
    </p:spTree>
    <p:extLst>
      <p:ext uri="{BB962C8B-B14F-4D97-AF65-F5344CB8AC3E}">
        <p14:creationId xmlns:p14="http://schemas.microsoft.com/office/powerpoint/2010/main" val="1392726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Networks</a:t>
            </a:r>
          </a:p>
        </p:txBody>
      </p:sp>
      <p:sp>
        <p:nvSpPr>
          <p:cNvPr id="3" name="Content Placeholder 2"/>
          <p:cNvSpPr>
            <a:spLocks noGrp="1"/>
          </p:cNvSpPr>
          <p:nvPr>
            <p:ph idx="1"/>
          </p:nvPr>
        </p:nvSpPr>
        <p:spPr>
          <a:xfrm>
            <a:off x="117446" y="1825625"/>
            <a:ext cx="11236354" cy="4351338"/>
          </a:xfrm>
        </p:spPr>
        <p:txBody>
          <a:bodyPr>
            <a:normAutofit/>
          </a:bodyPr>
          <a:lstStyle/>
          <a:p>
            <a:pPr marL="0" indent="0" algn="just">
              <a:buNone/>
            </a:pPr>
            <a:r>
              <a:rPr lang="en-US"/>
              <a:t>Local area networks can be connected to other LANs using the same technology as telephone networks. </a:t>
            </a:r>
          </a:p>
          <a:p>
            <a:pPr marL="0" indent="0" algn="just">
              <a:buNone/>
            </a:pPr>
            <a:r>
              <a:rPr lang="en-US"/>
              <a:t>Communications over intermediate distances use phone lines, fiber-optics cables or wireless technology, and long-range communications use either phone lines or microwave signals that may be relayed by satellite ( Fig. 1.8 ).</a:t>
            </a:r>
          </a:p>
        </p:txBody>
      </p:sp>
    </p:spTree>
    <p:extLst>
      <p:ext uri="{BB962C8B-B14F-4D97-AF65-F5344CB8AC3E}">
        <p14:creationId xmlns:p14="http://schemas.microsoft.com/office/powerpoint/2010/main" val="1092070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Networks</a:t>
            </a:r>
          </a:p>
        </p:txBody>
      </p:sp>
      <p:pic>
        <p:nvPicPr>
          <p:cNvPr id="4" name="Content Placeholder 3"/>
          <p:cNvPicPr>
            <a:picLocks noGrp="1" noChangeAspect="1"/>
          </p:cNvPicPr>
          <p:nvPr>
            <p:ph idx="1"/>
          </p:nvPr>
        </p:nvPicPr>
        <p:blipFill>
          <a:blip r:embed="rId2"/>
          <a:stretch>
            <a:fillRect/>
          </a:stretch>
        </p:blipFill>
        <p:spPr>
          <a:xfrm>
            <a:off x="268651" y="1444358"/>
            <a:ext cx="11165747" cy="4784391"/>
          </a:xfrm>
          <a:prstGeom prst="rect">
            <a:avLst/>
          </a:prstGeom>
        </p:spPr>
      </p:pic>
    </p:spTree>
    <p:extLst>
      <p:ext uri="{BB962C8B-B14F-4D97-AF65-F5344CB8AC3E}">
        <p14:creationId xmlns:p14="http://schemas.microsoft.com/office/powerpoint/2010/main" val="1028631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Networks</a:t>
            </a:r>
          </a:p>
        </p:txBody>
      </p:sp>
      <p:sp>
        <p:nvSpPr>
          <p:cNvPr id="3" name="Content Placeholder 2"/>
          <p:cNvSpPr>
            <a:spLocks noGrp="1"/>
          </p:cNvSpPr>
          <p:nvPr>
            <p:ph idx="1"/>
          </p:nvPr>
        </p:nvSpPr>
        <p:spPr/>
        <p:txBody>
          <a:bodyPr/>
          <a:lstStyle/>
          <a:p>
            <a:pPr marL="0" indent="0" algn="just">
              <a:buNone/>
            </a:pPr>
            <a:r>
              <a:rPr lang="en-US"/>
              <a:t>If you have a computer with a modem, you can connect to the information superhighway through a telephone line, television or fiber-optic cable, or through wireless or satellite communications. </a:t>
            </a:r>
          </a:p>
          <a:p>
            <a:pPr marL="0" indent="0" algn="just">
              <a:buNone/>
            </a:pPr>
            <a:r>
              <a:rPr lang="en-US"/>
              <a:t>A modem ( </a:t>
            </a:r>
            <a:r>
              <a:rPr lang="en-US" b="1"/>
              <a:t>mo</a:t>
            </a:r>
            <a:r>
              <a:rPr lang="en-US"/>
              <a:t>dulator/ </a:t>
            </a:r>
            <a:r>
              <a:rPr lang="en-US" b="1"/>
              <a:t>dem</a:t>
            </a:r>
            <a:r>
              <a:rPr lang="en-US"/>
              <a:t>odulator) converts binary computer data into audio tones that can be transmitted to another computer over a normal telephone circuit. </a:t>
            </a:r>
          </a:p>
          <a:p>
            <a:pPr marL="0" indent="0" algn="just">
              <a:buNone/>
            </a:pPr>
            <a:r>
              <a:rPr lang="en-US"/>
              <a:t>At the computer on the receiving end, another modem converts the audio tones back to binary data. </a:t>
            </a:r>
          </a:p>
        </p:txBody>
      </p:sp>
    </p:spTree>
    <p:extLst>
      <p:ext uri="{BB962C8B-B14F-4D97-AF65-F5344CB8AC3E}">
        <p14:creationId xmlns:p14="http://schemas.microsoft.com/office/powerpoint/2010/main" val="32885235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a:t>
            </a:r>
            <a:r>
              <a:rPr lang="en-US" b="1" err="1"/>
              <a:t>Softwares</a:t>
            </a:r>
            <a:endParaRPr lang="en-US" b="1"/>
          </a:p>
        </p:txBody>
      </p:sp>
      <p:sp>
        <p:nvSpPr>
          <p:cNvPr id="3" name="Content Placeholder 2"/>
          <p:cNvSpPr>
            <a:spLocks noGrp="1"/>
          </p:cNvSpPr>
          <p:nvPr>
            <p:ph idx="1"/>
          </p:nvPr>
        </p:nvSpPr>
        <p:spPr>
          <a:xfrm>
            <a:off x="612396" y="1825625"/>
            <a:ext cx="10741404" cy="4351338"/>
          </a:xfrm>
        </p:spPr>
        <p:txBody>
          <a:bodyPr vert="horz" lIns="91440" tIns="45720" rIns="91440" bIns="45720" rtlCol="0" anchor="t">
            <a:normAutofit/>
          </a:bodyPr>
          <a:lstStyle/>
          <a:p>
            <a:pPr marL="0" indent="0" algn="just">
              <a:buNone/>
            </a:pPr>
            <a:r>
              <a:rPr lang="en-US"/>
              <a:t>software that makes the hardware friendly to the user. </a:t>
            </a:r>
          </a:p>
          <a:p>
            <a:pPr marL="0" indent="0" algn="just">
              <a:buNone/>
            </a:pPr>
            <a:r>
              <a:rPr lang="en-US" b="1"/>
              <a:t>Operating System</a:t>
            </a:r>
            <a:endParaRPr lang="en-US" b="1">
              <a:cs typeface="Calibri"/>
            </a:endParaRPr>
          </a:p>
          <a:p>
            <a:pPr marL="0" indent="0" algn="just">
              <a:buNone/>
            </a:pPr>
            <a:r>
              <a:rPr lang="en-US"/>
              <a:t>The collection of computer programs that control the interaction of the user and the computer hardware is called the operating system (OS) . The operating system of a computer is often compared to the conductor of an orchestra, for </a:t>
            </a:r>
            <a:r>
              <a:rPr lang="en-US" b="1"/>
              <a:t>it is the software </a:t>
            </a:r>
            <a:r>
              <a:rPr lang="en-US"/>
              <a:t>that is responsible for </a:t>
            </a:r>
            <a:r>
              <a:rPr lang="en-US" b="1"/>
              <a:t>directing all computer operations and managing all computer resources</a:t>
            </a:r>
            <a:r>
              <a:rPr lang="en-US"/>
              <a:t>.</a:t>
            </a:r>
            <a:endParaRPr lang="en-US">
              <a:cs typeface="Calibri"/>
            </a:endParaRPr>
          </a:p>
          <a:p>
            <a:pPr marL="0" indent="0" algn="just">
              <a:buNone/>
            </a:pPr>
            <a:r>
              <a:rPr lang="en-US"/>
              <a:t>Usually part of the operating system is stored permanently in a read-only memory (ROM) chip so that it is available as soon as the computer is turned on. </a:t>
            </a:r>
            <a:endParaRPr lang="en-US">
              <a:cs typeface="Calibri"/>
            </a:endParaRPr>
          </a:p>
        </p:txBody>
      </p:sp>
    </p:spTree>
    <p:extLst>
      <p:ext uri="{BB962C8B-B14F-4D97-AF65-F5344CB8AC3E}">
        <p14:creationId xmlns:p14="http://schemas.microsoft.com/office/powerpoint/2010/main" val="2500860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a:t>
            </a:r>
            <a:r>
              <a:rPr lang="en-US" b="1" err="1"/>
              <a:t>Softwares</a:t>
            </a:r>
            <a:endParaRPr lang="en-US" b="1"/>
          </a:p>
        </p:txBody>
      </p:sp>
      <p:sp>
        <p:nvSpPr>
          <p:cNvPr id="3" name="Content Placeholder 2"/>
          <p:cNvSpPr>
            <a:spLocks noGrp="1"/>
          </p:cNvSpPr>
          <p:nvPr>
            <p:ph idx="1"/>
          </p:nvPr>
        </p:nvSpPr>
        <p:spPr>
          <a:xfrm>
            <a:off x="0" y="1610686"/>
            <a:ext cx="11353800" cy="4566277"/>
          </a:xfrm>
        </p:spPr>
        <p:txBody>
          <a:bodyPr>
            <a:normAutofit/>
          </a:bodyPr>
          <a:lstStyle/>
          <a:p>
            <a:pPr marL="0" indent="0" algn="just">
              <a:buNone/>
            </a:pPr>
            <a:r>
              <a:rPr lang="en-US"/>
              <a:t>The ROM-based portion of the OS contains the instructions necessary for loading into memory the rest of the operating system code, which typically resides on a disk.</a:t>
            </a:r>
          </a:p>
          <a:p>
            <a:pPr marL="0" indent="0" algn="just">
              <a:buNone/>
            </a:pPr>
            <a:r>
              <a:rPr lang="en-US"/>
              <a:t> Loading the operating system into memory is called booting the computer .</a:t>
            </a:r>
          </a:p>
          <a:p>
            <a:pPr marL="0" indent="0" algn="just">
              <a:buNone/>
            </a:pPr>
            <a:r>
              <a:rPr lang="en-US"/>
              <a:t>Here is a list of some of the operating system’s many responsibilities: </a:t>
            </a:r>
          </a:p>
          <a:p>
            <a:pPr marL="514350" indent="-514350" algn="just">
              <a:buAutoNum type="arabicPeriod"/>
            </a:pPr>
            <a:r>
              <a:rPr lang="en-US"/>
              <a:t>Communicating with the computer user: receiving commands and carrying them out or rejecting them with an error message. </a:t>
            </a:r>
          </a:p>
          <a:p>
            <a:pPr marL="514350" indent="-514350" algn="just">
              <a:buAutoNum type="arabicPeriod"/>
            </a:pPr>
            <a:r>
              <a:rPr lang="en-US"/>
              <a:t>Managing allocation of memory, of processor time, and of other resources for various tasks.</a:t>
            </a:r>
          </a:p>
        </p:txBody>
      </p:sp>
    </p:spTree>
    <p:extLst>
      <p:ext uri="{BB962C8B-B14F-4D97-AF65-F5344CB8AC3E}">
        <p14:creationId xmlns:p14="http://schemas.microsoft.com/office/powerpoint/2010/main" val="2865915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a:t>
            </a:r>
            <a:r>
              <a:rPr lang="en-US" b="1" err="1"/>
              <a:t>Softwares</a:t>
            </a:r>
            <a:endParaRPr lang="en-US" b="1"/>
          </a:p>
        </p:txBody>
      </p:sp>
      <p:sp>
        <p:nvSpPr>
          <p:cNvPr id="3" name="Content Placeholder 2"/>
          <p:cNvSpPr>
            <a:spLocks noGrp="1"/>
          </p:cNvSpPr>
          <p:nvPr>
            <p:ph idx="1"/>
          </p:nvPr>
        </p:nvSpPr>
        <p:spPr>
          <a:xfrm>
            <a:off x="0" y="1610686"/>
            <a:ext cx="11353800" cy="4566277"/>
          </a:xfrm>
        </p:spPr>
        <p:txBody>
          <a:bodyPr>
            <a:normAutofit/>
          </a:bodyPr>
          <a:lstStyle/>
          <a:p>
            <a:pPr marL="0" indent="0" algn="just">
              <a:buNone/>
            </a:pPr>
            <a:r>
              <a:rPr lang="en-US"/>
              <a:t>3. Collecting input from the keyboard, mouse, and other input devices, and providing this data to the currently running program. </a:t>
            </a:r>
          </a:p>
          <a:p>
            <a:pPr marL="0" indent="0" algn="just">
              <a:buNone/>
            </a:pPr>
            <a:r>
              <a:rPr lang="en-US"/>
              <a:t>4. Conveying program output to the screen, printer, or other output device. 5. Accessing data from secondary storage. </a:t>
            </a:r>
          </a:p>
          <a:p>
            <a:pPr marL="0" indent="0" algn="just">
              <a:buNone/>
            </a:pPr>
            <a:r>
              <a:rPr lang="en-US"/>
              <a:t>6. Writing data to secondary storage.</a:t>
            </a:r>
          </a:p>
        </p:txBody>
      </p:sp>
    </p:spTree>
    <p:extLst>
      <p:ext uri="{BB962C8B-B14F-4D97-AF65-F5344CB8AC3E}">
        <p14:creationId xmlns:p14="http://schemas.microsoft.com/office/powerpoint/2010/main" val="3084029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a:t>
            </a:r>
            <a:r>
              <a:rPr lang="en-US" b="1" err="1"/>
              <a:t>Softwares</a:t>
            </a:r>
            <a:endParaRPr lang="en-US" b="1"/>
          </a:p>
        </p:txBody>
      </p:sp>
      <p:pic>
        <p:nvPicPr>
          <p:cNvPr id="4" name="Content Placeholder 3"/>
          <p:cNvPicPr>
            <a:picLocks noGrp="1" noChangeAspect="1"/>
          </p:cNvPicPr>
          <p:nvPr>
            <p:ph idx="1"/>
          </p:nvPr>
        </p:nvPicPr>
        <p:blipFill>
          <a:blip r:embed="rId2"/>
          <a:stretch>
            <a:fillRect/>
          </a:stretch>
        </p:blipFill>
        <p:spPr>
          <a:xfrm>
            <a:off x="1868934" y="2369444"/>
            <a:ext cx="7734300" cy="3286125"/>
          </a:xfrm>
          <a:prstGeom prst="rect">
            <a:avLst/>
          </a:prstGeom>
        </p:spPr>
      </p:pic>
    </p:spTree>
    <p:extLst>
      <p:ext uri="{BB962C8B-B14F-4D97-AF65-F5344CB8AC3E}">
        <p14:creationId xmlns:p14="http://schemas.microsoft.com/office/powerpoint/2010/main" val="3910982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Application Software </a:t>
            </a:r>
          </a:p>
        </p:txBody>
      </p:sp>
      <p:sp>
        <p:nvSpPr>
          <p:cNvPr id="3" name="Content Placeholder 2"/>
          <p:cNvSpPr>
            <a:spLocks noGrp="1"/>
          </p:cNvSpPr>
          <p:nvPr>
            <p:ph idx="1"/>
          </p:nvPr>
        </p:nvSpPr>
        <p:spPr>
          <a:xfrm>
            <a:off x="562062" y="1825625"/>
            <a:ext cx="10791738" cy="4351338"/>
          </a:xfrm>
        </p:spPr>
        <p:txBody>
          <a:bodyPr/>
          <a:lstStyle/>
          <a:p>
            <a:pPr marL="0" indent="0">
              <a:buNone/>
            </a:pPr>
            <a:r>
              <a:rPr lang="en-US"/>
              <a:t>Application programs are developed to assist a computer user in accomplishing specific tasks. </a:t>
            </a:r>
          </a:p>
          <a:p>
            <a:pPr marL="0" indent="0">
              <a:buNone/>
            </a:pPr>
            <a:r>
              <a:rPr lang="en-US"/>
              <a:t>For example, a word-processing application such as Microsoft Word or OpenOffice.org Writer helps to create a document, a spreadsheet application such as Microsoft Office Excel helps to automate tedious numerical calculations and to generate charts that depict data, and a database management application such as Microsoft Office Access or </a:t>
            </a:r>
            <a:r>
              <a:rPr lang="en-US" err="1"/>
              <a:t>dBASE</a:t>
            </a:r>
            <a:r>
              <a:rPr lang="en-US"/>
              <a:t> assists in data storage and quick keyword-based access to large collections of records. </a:t>
            </a:r>
          </a:p>
        </p:txBody>
      </p:sp>
    </p:spTree>
    <p:extLst>
      <p:ext uri="{BB962C8B-B14F-4D97-AF65-F5344CB8AC3E}">
        <p14:creationId xmlns:p14="http://schemas.microsoft.com/office/powerpoint/2010/main" val="3085709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Languages</a:t>
            </a:r>
          </a:p>
        </p:txBody>
      </p:sp>
      <p:sp>
        <p:nvSpPr>
          <p:cNvPr id="3" name="Content Placeholder 2"/>
          <p:cNvSpPr>
            <a:spLocks noGrp="1"/>
          </p:cNvSpPr>
          <p:nvPr>
            <p:ph idx="1"/>
          </p:nvPr>
        </p:nvSpPr>
        <p:spPr>
          <a:xfrm>
            <a:off x="327171" y="1825625"/>
            <a:ext cx="11026629" cy="4351338"/>
          </a:xfrm>
        </p:spPr>
        <p:txBody>
          <a:bodyPr vert="horz" lIns="91440" tIns="45720" rIns="91440" bIns="45720" rtlCol="0" anchor="t">
            <a:normAutofit lnSpcReduction="10000"/>
          </a:bodyPr>
          <a:lstStyle/>
          <a:p>
            <a:pPr marL="0" indent="0" algn="just">
              <a:buNone/>
            </a:pPr>
            <a:r>
              <a:rPr lang="en-US"/>
              <a:t>Developing new software requires writing lists of instructions for a computer to execute. </a:t>
            </a:r>
          </a:p>
          <a:p>
            <a:pPr marL="0" indent="0" algn="just">
              <a:buNone/>
            </a:pPr>
            <a:r>
              <a:rPr lang="en-US"/>
              <a:t>However, software developers rarely write in the language directly understood by a computer, since this machine language is a collection of binary numbers. </a:t>
            </a:r>
            <a:endParaRPr lang="en-US">
              <a:cs typeface="Calibri"/>
            </a:endParaRPr>
          </a:p>
          <a:p>
            <a:pPr marL="0" indent="0" algn="just">
              <a:buNone/>
            </a:pPr>
            <a:r>
              <a:rPr lang="en-US"/>
              <a:t>Another drawback of machine language is that it is not standardized: There is a different machine language for every type of CPU.</a:t>
            </a:r>
            <a:endParaRPr lang="en-US">
              <a:cs typeface="Calibri"/>
            </a:endParaRPr>
          </a:p>
          <a:p>
            <a:pPr marL="0" indent="0" algn="just">
              <a:buNone/>
            </a:pPr>
            <a:r>
              <a:rPr lang="en-US"/>
              <a:t>This same drawback also applies to assembly language , a language in which computer operations are represented by mnemonic codes rather than binary numbers and variables can be given names rather than binary memory addresses </a:t>
            </a:r>
            <a:endParaRPr lang="en-US">
              <a:cs typeface="Calibri"/>
            </a:endParaRPr>
          </a:p>
        </p:txBody>
      </p:sp>
    </p:spTree>
    <p:extLst>
      <p:ext uri="{BB962C8B-B14F-4D97-AF65-F5344CB8AC3E}">
        <p14:creationId xmlns:p14="http://schemas.microsoft.com/office/powerpoint/2010/main" val="1731725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Languages</a:t>
            </a:r>
          </a:p>
        </p:txBody>
      </p:sp>
      <p:pic>
        <p:nvPicPr>
          <p:cNvPr id="4" name="Content Placeholder 3"/>
          <p:cNvPicPr>
            <a:picLocks noGrp="1" noChangeAspect="1"/>
          </p:cNvPicPr>
          <p:nvPr>
            <p:ph idx="1"/>
          </p:nvPr>
        </p:nvPicPr>
        <p:blipFill>
          <a:blip r:embed="rId2"/>
          <a:stretch>
            <a:fillRect/>
          </a:stretch>
        </p:blipFill>
        <p:spPr>
          <a:xfrm>
            <a:off x="444618" y="1468073"/>
            <a:ext cx="10570286" cy="3777712"/>
          </a:xfrm>
          <a:prstGeom prst="rect">
            <a:avLst/>
          </a:prstGeom>
        </p:spPr>
      </p:pic>
      <p:sp>
        <p:nvSpPr>
          <p:cNvPr id="5" name="TextBox 4"/>
          <p:cNvSpPr txBox="1"/>
          <p:nvPr/>
        </p:nvSpPr>
        <p:spPr>
          <a:xfrm>
            <a:off x="117446" y="5425403"/>
            <a:ext cx="12192000" cy="1323439"/>
          </a:xfrm>
          <a:prstGeom prst="rect">
            <a:avLst/>
          </a:prstGeom>
          <a:noFill/>
        </p:spPr>
        <p:txBody>
          <a:bodyPr wrap="square" rtlCol="0">
            <a:spAutoFit/>
          </a:bodyPr>
          <a:lstStyle/>
          <a:p>
            <a:r>
              <a:rPr lang="en-US" sz="2000" b="1"/>
              <a:t>Table 1.3 shows a tiny machine language program fragment that adds two numbers and the equivalent fragment in assembly language.</a:t>
            </a:r>
          </a:p>
          <a:p>
            <a:r>
              <a:rPr lang="en-US" sz="2000" b="1"/>
              <a:t>The symbol ? indicates that we do not know the contents of the memory cells with addresses 00000101 and 00000110.</a:t>
            </a:r>
          </a:p>
        </p:txBody>
      </p:sp>
    </p:spTree>
    <p:extLst>
      <p:ext uri="{BB962C8B-B14F-4D97-AF65-F5344CB8AC3E}">
        <p14:creationId xmlns:p14="http://schemas.microsoft.com/office/powerpoint/2010/main" val="1958569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Languages</a:t>
            </a:r>
          </a:p>
        </p:txBody>
      </p:sp>
      <p:sp>
        <p:nvSpPr>
          <p:cNvPr id="3" name="Content Placeholder 2"/>
          <p:cNvSpPr>
            <a:spLocks noGrp="1"/>
          </p:cNvSpPr>
          <p:nvPr>
            <p:ph idx="1"/>
          </p:nvPr>
        </p:nvSpPr>
        <p:spPr>
          <a:xfrm>
            <a:off x="453006" y="1825625"/>
            <a:ext cx="11400638" cy="4351338"/>
          </a:xfrm>
        </p:spPr>
        <p:txBody>
          <a:bodyPr/>
          <a:lstStyle/>
          <a:p>
            <a:pPr marL="0" indent="0">
              <a:buNone/>
            </a:pPr>
            <a:r>
              <a:rPr lang="en-US"/>
              <a:t>high-level language machine-independent programming language that combines algebraic expressions and English symbols.</a:t>
            </a:r>
          </a:p>
          <a:p>
            <a:pPr marL="0" indent="0">
              <a:buNone/>
            </a:pPr>
            <a:r>
              <a:rPr lang="en-US"/>
              <a:t>For example, the machine/assembly language program fragment shown in Table 1.3 would be a single statement in a high-level language:</a:t>
            </a:r>
          </a:p>
          <a:p>
            <a:pPr marL="0" indent="0">
              <a:buNone/>
            </a:pPr>
            <a:r>
              <a:rPr lang="en-US"/>
              <a:t> a = a + b; </a:t>
            </a:r>
          </a:p>
        </p:txBody>
      </p:sp>
    </p:spTree>
    <p:extLst>
      <p:ext uri="{BB962C8B-B14F-4D97-AF65-F5344CB8AC3E}">
        <p14:creationId xmlns:p14="http://schemas.microsoft.com/office/powerpoint/2010/main" val="21807601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Languages</a:t>
            </a:r>
          </a:p>
        </p:txBody>
      </p:sp>
      <p:pic>
        <p:nvPicPr>
          <p:cNvPr id="4" name="Content Placeholder 3"/>
          <p:cNvPicPr>
            <a:picLocks noGrp="1" noChangeAspect="1"/>
          </p:cNvPicPr>
          <p:nvPr>
            <p:ph idx="1"/>
          </p:nvPr>
        </p:nvPicPr>
        <p:blipFill>
          <a:blip r:embed="rId2"/>
          <a:stretch>
            <a:fillRect/>
          </a:stretch>
        </p:blipFill>
        <p:spPr>
          <a:xfrm>
            <a:off x="510599" y="1532152"/>
            <a:ext cx="11039912" cy="4486275"/>
          </a:xfrm>
          <a:prstGeom prst="rect">
            <a:avLst/>
          </a:prstGeom>
        </p:spPr>
      </p:pic>
    </p:spTree>
    <p:extLst>
      <p:ext uri="{BB962C8B-B14F-4D97-AF65-F5344CB8AC3E}">
        <p14:creationId xmlns:p14="http://schemas.microsoft.com/office/powerpoint/2010/main" val="39556609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Languages</a:t>
            </a:r>
          </a:p>
        </p:txBody>
      </p:sp>
      <p:sp>
        <p:nvSpPr>
          <p:cNvPr id="3" name="Content Placeholder 2"/>
          <p:cNvSpPr>
            <a:spLocks noGrp="1"/>
          </p:cNvSpPr>
          <p:nvPr>
            <p:ph idx="1"/>
          </p:nvPr>
        </p:nvSpPr>
        <p:spPr>
          <a:xfrm>
            <a:off x="295094" y="1729807"/>
            <a:ext cx="10515600" cy="3394605"/>
          </a:xfrm>
        </p:spPr>
        <p:txBody>
          <a:bodyPr>
            <a:normAutofit fontScale="92500" lnSpcReduction="10000"/>
          </a:bodyPr>
          <a:lstStyle/>
          <a:p>
            <a:pPr marL="0" indent="0" algn="just">
              <a:buNone/>
            </a:pPr>
            <a:r>
              <a:rPr lang="en-US"/>
              <a:t>Although programmers find it far easier to express problem solutions in high-level languages, there remains the problem that computers do NOT understand these languages. </a:t>
            </a:r>
          </a:p>
          <a:p>
            <a:pPr marL="0" indent="0" algn="just">
              <a:buNone/>
            </a:pPr>
            <a:r>
              <a:rPr lang="en-US"/>
              <a:t>Thus, before a high-level language program can be executed, it must first be translated into the target computer’s machine language. </a:t>
            </a:r>
          </a:p>
          <a:p>
            <a:pPr marL="0" indent="0" algn="just">
              <a:buNone/>
            </a:pPr>
            <a:r>
              <a:rPr lang="en-US"/>
              <a:t>The program that does this translation is called a </a:t>
            </a:r>
            <a:r>
              <a:rPr lang="en-US" b="1"/>
              <a:t>compiler</a:t>
            </a:r>
            <a:r>
              <a:rPr lang="en-US"/>
              <a:t> . Figure 1.11</a:t>
            </a:r>
          </a:p>
          <a:p>
            <a:pPr marL="0" indent="0" algn="just">
              <a:buNone/>
            </a:pPr>
            <a:r>
              <a:rPr lang="en-US"/>
              <a:t>illustrates the role of the compiler in the process of developing and testing a high-level language program. Both the input to and the output from the compiler (when it is successful) are programs. </a:t>
            </a:r>
          </a:p>
        </p:txBody>
      </p:sp>
    </p:spTree>
    <p:extLst>
      <p:ext uri="{BB962C8B-B14F-4D97-AF65-F5344CB8AC3E}">
        <p14:creationId xmlns:p14="http://schemas.microsoft.com/office/powerpoint/2010/main" val="34007929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Languages</a:t>
            </a:r>
          </a:p>
        </p:txBody>
      </p:sp>
      <p:sp>
        <p:nvSpPr>
          <p:cNvPr id="3" name="Content Placeholder 2"/>
          <p:cNvSpPr>
            <a:spLocks noGrp="1"/>
          </p:cNvSpPr>
          <p:nvPr>
            <p:ph idx="1"/>
          </p:nvPr>
        </p:nvSpPr>
        <p:spPr/>
        <p:txBody>
          <a:bodyPr>
            <a:normAutofit/>
          </a:bodyPr>
          <a:lstStyle/>
          <a:p>
            <a:pPr marL="0" indent="0" algn="just">
              <a:buNone/>
            </a:pPr>
            <a:r>
              <a:rPr lang="en-US"/>
              <a:t>The input to the compiler is a source file containing the text of a high-level language program. </a:t>
            </a:r>
          </a:p>
          <a:p>
            <a:pPr marL="0" indent="0" algn="just">
              <a:buNone/>
            </a:pPr>
            <a:r>
              <a:rPr lang="en-US"/>
              <a:t>The software developer creates this file by using a word processor or editor. The format of the source file is text, which means that it is a collection of character codes. </a:t>
            </a:r>
          </a:p>
          <a:p>
            <a:pPr marL="0" indent="0" algn="just">
              <a:buNone/>
            </a:pPr>
            <a:r>
              <a:rPr lang="en-US"/>
              <a:t>For example, you might type a program into a file called </a:t>
            </a:r>
            <a:r>
              <a:rPr lang="en-US" err="1"/>
              <a:t>myprog.c</a:t>
            </a:r>
            <a:r>
              <a:rPr lang="en-US"/>
              <a:t>.</a:t>
            </a:r>
          </a:p>
          <a:p>
            <a:pPr marL="0" indent="0" algn="just">
              <a:buNone/>
            </a:pPr>
            <a:r>
              <a:rPr lang="en-US"/>
              <a:t> The compiler will scan this source file, checking the program to see if it follows the high-level language’s syntax (grammar) rules. </a:t>
            </a:r>
          </a:p>
        </p:txBody>
      </p:sp>
    </p:spTree>
    <p:extLst>
      <p:ext uri="{BB962C8B-B14F-4D97-AF65-F5344CB8AC3E}">
        <p14:creationId xmlns:p14="http://schemas.microsoft.com/office/powerpoint/2010/main" val="4086128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Languages</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a:t>If the program is syntactically correct, the compiler saves in an </a:t>
            </a:r>
            <a:r>
              <a:rPr lang="en-US" b="1"/>
              <a:t>object file </a:t>
            </a:r>
            <a:r>
              <a:rPr lang="en-US"/>
              <a:t>the machine language instructions that carry out the program’s purpose.</a:t>
            </a:r>
          </a:p>
          <a:p>
            <a:pPr marL="0" indent="0" algn="just">
              <a:buNone/>
            </a:pPr>
            <a:r>
              <a:rPr lang="en-US"/>
              <a:t> For program </a:t>
            </a:r>
            <a:r>
              <a:rPr lang="en-US" err="1"/>
              <a:t>myprog.c</a:t>
            </a:r>
            <a:r>
              <a:rPr lang="en-US"/>
              <a:t> , the object file created might be named </a:t>
            </a:r>
            <a:r>
              <a:rPr lang="en-US" err="1"/>
              <a:t>myprog</a:t>
            </a:r>
            <a:r>
              <a:rPr lang="en-US"/>
              <a:t>. </a:t>
            </a:r>
            <a:r>
              <a:rPr lang="en-US" err="1"/>
              <a:t>obj</a:t>
            </a:r>
            <a:r>
              <a:rPr lang="en-US"/>
              <a:t> . Notice that this </a:t>
            </a:r>
            <a:r>
              <a:rPr lang="en-US" b="1"/>
              <a:t>file’s format is binary. </a:t>
            </a:r>
          </a:p>
          <a:p>
            <a:pPr marL="0" indent="0" algn="just">
              <a:buNone/>
            </a:pPr>
            <a:r>
              <a:rPr lang="en-US"/>
              <a:t>This means that you should not send it to a printer, display it on your monitor, or try to work with it in a word processor because it will appear to be meaningless garbage to a word processor, printer, or monitor. </a:t>
            </a:r>
          </a:p>
          <a:p>
            <a:pPr marL="0" indent="0" algn="just">
              <a:buNone/>
            </a:pPr>
            <a:r>
              <a:rPr lang="en-US"/>
              <a:t>If the source program contains syntax errors, the compiler lists these errors but does not create an object file. </a:t>
            </a:r>
          </a:p>
          <a:p>
            <a:pPr marL="0" indent="0" algn="just">
              <a:buNone/>
            </a:pPr>
            <a:r>
              <a:rPr lang="en-US"/>
              <a:t>The developer must return to the word processor, correct the errors, and recompile the program</a:t>
            </a:r>
          </a:p>
          <a:p>
            <a:pPr marL="0" indent="0" algn="just">
              <a:buNone/>
            </a:pPr>
            <a:endParaRPr lang="en-US"/>
          </a:p>
        </p:txBody>
      </p:sp>
    </p:spTree>
    <p:extLst>
      <p:ext uri="{BB962C8B-B14F-4D97-AF65-F5344CB8AC3E}">
        <p14:creationId xmlns:p14="http://schemas.microsoft.com/office/powerpoint/2010/main" val="21479898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Languages</a:t>
            </a:r>
          </a:p>
        </p:txBody>
      </p:sp>
      <p:sp>
        <p:nvSpPr>
          <p:cNvPr id="3" name="Content Placeholder 2"/>
          <p:cNvSpPr>
            <a:spLocks noGrp="1"/>
          </p:cNvSpPr>
          <p:nvPr>
            <p:ph idx="1"/>
          </p:nvPr>
        </p:nvSpPr>
        <p:spPr/>
        <p:txBody>
          <a:bodyPr vert="horz" lIns="91440" tIns="45720" rIns="91440" bIns="45720" rtlCol="0" anchor="t">
            <a:normAutofit fontScale="92500"/>
          </a:bodyPr>
          <a:lstStyle/>
          <a:p>
            <a:pPr marL="0" indent="0" algn="just">
              <a:buNone/>
            </a:pPr>
            <a:r>
              <a:rPr lang="en-US"/>
              <a:t>Although an object file contains machine instructions, not all of the instructions are complete.</a:t>
            </a:r>
          </a:p>
          <a:p>
            <a:pPr marL="0" indent="0" algn="just">
              <a:buNone/>
            </a:pPr>
            <a:r>
              <a:rPr lang="en-US"/>
              <a:t> High-level languages provide the software developer with many named chunks of code for operations that the developer will likely need. </a:t>
            </a:r>
            <a:endParaRPr lang="en-US">
              <a:cs typeface="Calibri"/>
            </a:endParaRPr>
          </a:p>
          <a:p>
            <a:pPr marL="0" indent="0" algn="just">
              <a:buNone/>
            </a:pPr>
            <a:r>
              <a:rPr lang="en-US"/>
              <a:t>Almost all high-level language programs use at least one of these chunks of code called functions that reside in other object files available to the system. </a:t>
            </a:r>
            <a:endParaRPr lang="en-US">
              <a:cs typeface="Calibri"/>
            </a:endParaRPr>
          </a:p>
          <a:p>
            <a:pPr marL="0" indent="0" algn="just">
              <a:buNone/>
            </a:pPr>
            <a:r>
              <a:rPr lang="en-US"/>
              <a:t>The linker program combines these prefabricated functions with the object file, creating a complete machine language program that is ready to run. </a:t>
            </a:r>
            <a:endParaRPr lang="en-US">
              <a:cs typeface="Calibri"/>
            </a:endParaRPr>
          </a:p>
          <a:p>
            <a:pPr marL="0" indent="0" algn="just">
              <a:buNone/>
            </a:pPr>
            <a:r>
              <a:rPr lang="en-US"/>
              <a:t>For your sample program, the linker might name the executable file it creates myprog.exe .  :c</a:t>
            </a:r>
          </a:p>
        </p:txBody>
      </p:sp>
    </p:spTree>
    <p:extLst>
      <p:ext uri="{BB962C8B-B14F-4D97-AF65-F5344CB8AC3E}">
        <p14:creationId xmlns:p14="http://schemas.microsoft.com/office/powerpoint/2010/main" val="1895281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Languages</a:t>
            </a:r>
          </a:p>
        </p:txBody>
      </p:sp>
      <p:pic>
        <p:nvPicPr>
          <p:cNvPr id="4" name="object 2"/>
          <p:cNvPicPr>
            <a:picLocks noGrp="1"/>
          </p:cNvPicPr>
          <p:nvPr>
            <p:ph idx="1"/>
          </p:nvPr>
        </p:nvPicPr>
        <p:blipFill>
          <a:blip r:embed="rId2" cstate="print"/>
          <a:stretch>
            <a:fillRect/>
          </a:stretch>
        </p:blipFill>
        <p:spPr>
          <a:xfrm>
            <a:off x="945938" y="2240492"/>
            <a:ext cx="9748006" cy="4351338"/>
          </a:xfrm>
          <a:prstGeom prst="rect">
            <a:avLst/>
          </a:prstGeom>
        </p:spPr>
      </p:pic>
    </p:spTree>
    <p:extLst>
      <p:ext uri="{BB962C8B-B14F-4D97-AF65-F5344CB8AC3E}">
        <p14:creationId xmlns:p14="http://schemas.microsoft.com/office/powerpoint/2010/main" val="918656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46" y="365125"/>
            <a:ext cx="11236354" cy="1325563"/>
          </a:xfrm>
        </p:spPr>
        <p:txBody>
          <a:bodyPr/>
          <a:lstStyle/>
          <a:p>
            <a:r>
              <a:rPr lang="en-US" b="1"/>
              <a:t>Computer Languages</a:t>
            </a:r>
          </a:p>
        </p:txBody>
      </p:sp>
      <p:pic>
        <p:nvPicPr>
          <p:cNvPr id="5" name="Content Placeholder 4"/>
          <p:cNvPicPr>
            <a:picLocks noGrp="1" noChangeAspect="1"/>
          </p:cNvPicPr>
          <p:nvPr>
            <p:ph idx="1"/>
          </p:nvPr>
        </p:nvPicPr>
        <p:blipFill>
          <a:blip r:embed="rId2"/>
          <a:stretch>
            <a:fillRect/>
          </a:stretch>
        </p:blipFill>
        <p:spPr>
          <a:xfrm>
            <a:off x="503339" y="1619075"/>
            <a:ext cx="10788243" cy="4557888"/>
          </a:xfrm>
          <a:prstGeom prst="rect">
            <a:avLst/>
          </a:prstGeom>
        </p:spPr>
      </p:pic>
    </p:spTree>
    <p:extLst>
      <p:ext uri="{BB962C8B-B14F-4D97-AF65-F5344CB8AC3E}">
        <p14:creationId xmlns:p14="http://schemas.microsoft.com/office/powerpoint/2010/main" val="11020869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Algorithms</a:t>
            </a:r>
            <a:br>
              <a:rPr lang="en-US"/>
            </a:br>
            <a:endParaRPr lang="en-US"/>
          </a:p>
        </p:txBody>
      </p:sp>
      <p:sp>
        <p:nvSpPr>
          <p:cNvPr id="3" name="Content Placeholder 2"/>
          <p:cNvSpPr>
            <a:spLocks noGrp="1"/>
          </p:cNvSpPr>
          <p:nvPr>
            <p:ph idx="1"/>
          </p:nvPr>
        </p:nvSpPr>
        <p:spPr/>
        <p:txBody>
          <a:bodyPr>
            <a:normAutofit fontScale="85000" lnSpcReduction="20000"/>
          </a:bodyPr>
          <a:lstStyle/>
          <a:p>
            <a:r>
              <a:rPr lang="en-US"/>
              <a:t>An algorithm is a computable set of steps to achieve a desired result. </a:t>
            </a:r>
          </a:p>
          <a:p>
            <a:pPr marL="0" indent="0">
              <a:buNone/>
            </a:pPr>
            <a:r>
              <a:rPr lang="en-US" b="1" i="1"/>
              <a:t>Criteria </a:t>
            </a:r>
          </a:p>
          <a:p>
            <a:pPr lvl="0"/>
            <a:r>
              <a:rPr lang="en-US" b="1"/>
              <a:t>input  </a:t>
            </a:r>
          </a:p>
          <a:p>
            <a:pPr lvl="0"/>
            <a:r>
              <a:rPr lang="en-US" b="1"/>
              <a:t>output </a:t>
            </a:r>
          </a:p>
          <a:p>
            <a:pPr lvl="0"/>
            <a:r>
              <a:rPr lang="en-US" b="1"/>
              <a:t>definiteness: clear and unambiguous </a:t>
            </a:r>
          </a:p>
          <a:p>
            <a:pPr lvl="0"/>
            <a:r>
              <a:rPr lang="en-US" b="1"/>
              <a:t>finiteness: terminate after a finite number of steps </a:t>
            </a:r>
          </a:p>
          <a:p>
            <a:pPr lvl="0"/>
            <a:r>
              <a:rPr lang="en-US" b="1"/>
              <a:t>Effectiveness: instruction is basic enough to be carried out</a:t>
            </a:r>
          </a:p>
          <a:p>
            <a:r>
              <a:rPr lang="en-US"/>
              <a:t>Not sufficient that algorithms perform the required tasks.</a:t>
            </a:r>
          </a:p>
          <a:p>
            <a:r>
              <a:rPr lang="en-US"/>
              <a:t>They should do so efficiently, making the best use of</a:t>
            </a:r>
          </a:p>
          <a:p>
            <a:pPr lvl="0"/>
            <a:r>
              <a:rPr lang="en-US"/>
              <a:t>Space</a:t>
            </a:r>
          </a:p>
          <a:p>
            <a:pPr lvl="0"/>
            <a:r>
              <a:rPr lang="en-US"/>
              <a:t>Time</a:t>
            </a:r>
          </a:p>
          <a:p>
            <a:pPr marL="0" indent="0">
              <a:buNone/>
            </a:pPr>
            <a:endParaRPr lang="en-US"/>
          </a:p>
        </p:txBody>
      </p:sp>
    </p:spTree>
    <p:extLst>
      <p:ext uri="{BB962C8B-B14F-4D97-AF65-F5344CB8AC3E}">
        <p14:creationId xmlns:p14="http://schemas.microsoft.com/office/powerpoint/2010/main" val="42047416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Algorithms</a:t>
            </a:r>
            <a:br>
              <a:rPr lang="en-US"/>
            </a:br>
            <a:endParaRPr lang="en-US"/>
          </a:p>
        </p:txBody>
      </p:sp>
      <p:sp>
        <p:nvSpPr>
          <p:cNvPr id="3" name="Content Placeholder 2"/>
          <p:cNvSpPr>
            <a:spLocks noGrp="1"/>
          </p:cNvSpPr>
          <p:nvPr>
            <p:ph idx="1"/>
          </p:nvPr>
        </p:nvSpPr>
        <p:spPr/>
        <p:txBody>
          <a:bodyPr>
            <a:normAutofit lnSpcReduction="10000"/>
          </a:bodyPr>
          <a:lstStyle/>
          <a:p>
            <a:r>
              <a:rPr lang="en-US" b="1"/>
              <a:t>Efficiency in Time and Space</a:t>
            </a:r>
            <a:endParaRPr lang="en-US"/>
          </a:p>
          <a:p>
            <a:pPr lvl="0"/>
            <a:r>
              <a:rPr lang="en-US" b="1"/>
              <a:t>Time</a:t>
            </a:r>
            <a:endParaRPr lang="en-US"/>
          </a:p>
          <a:p>
            <a:r>
              <a:rPr lang="en-US"/>
              <a:t>Instructions take time</a:t>
            </a:r>
          </a:p>
          <a:p>
            <a:r>
              <a:rPr lang="en-US"/>
              <a:t>How fast does the algorithm perform?</a:t>
            </a:r>
          </a:p>
          <a:p>
            <a:r>
              <a:rPr lang="en-US"/>
              <a:t>What affects its run-time?</a:t>
            </a:r>
          </a:p>
          <a:p>
            <a:pPr lvl="0"/>
            <a:r>
              <a:rPr lang="en-US" b="1"/>
              <a:t>Space</a:t>
            </a:r>
            <a:endParaRPr lang="en-US"/>
          </a:p>
          <a:p>
            <a:r>
              <a:rPr lang="en-US"/>
              <a:t>Data structures take space</a:t>
            </a:r>
          </a:p>
          <a:p>
            <a:r>
              <a:rPr lang="en-US"/>
              <a:t>What kind of data structures can be used?</a:t>
            </a:r>
          </a:p>
          <a:p>
            <a:r>
              <a:rPr lang="en-US"/>
              <a:t>How does the choice of data structure affect the runtime?</a:t>
            </a:r>
          </a:p>
          <a:p>
            <a:pPr marL="0" indent="0">
              <a:buNone/>
            </a:pPr>
            <a:endParaRPr lang="en-US"/>
          </a:p>
        </p:txBody>
      </p:sp>
    </p:spTree>
    <p:extLst>
      <p:ext uri="{BB962C8B-B14F-4D97-AF65-F5344CB8AC3E}">
        <p14:creationId xmlns:p14="http://schemas.microsoft.com/office/powerpoint/2010/main" val="20024922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Software Development Method</a:t>
            </a:r>
          </a:p>
        </p:txBody>
      </p:sp>
      <p:sp>
        <p:nvSpPr>
          <p:cNvPr id="3" name="Content Placeholder 2"/>
          <p:cNvSpPr>
            <a:spLocks noGrp="1"/>
          </p:cNvSpPr>
          <p:nvPr>
            <p:ph idx="1"/>
          </p:nvPr>
        </p:nvSpPr>
        <p:spPr/>
        <p:txBody>
          <a:bodyPr/>
          <a:lstStyle/>
          <a:p>
            <a:pPr marL="0" indent="0">
              <a:buNone/>
            </a:pPr>
            <a:r>
              <a:rPr lang="en-US"/>
              <a:t>Software Development Method </a:t>
            </a:r>
          </a:p>
          <a:p>
            <a:pPr marL="514350" indent="-514350">
              <a:buAutoNum type="arabicPeriod"/>
            </a:pPr>
            <a:r>
              <a:rPr lang="en-US"/>
              <a:t>Specify the problem requirements. </a:t>
            </a:r>
          </a:p>
          <a:p>
            <a:pPr marL="514350" indent="-514350">
              <a:buAutoNum type="arabicPeriod"/>
            </a:pPr>
            <a:r>
              <a:rPr lang="en-US"/>
              <a:t> Analyze the problem. </a:t>
            </a:r>
          </a:p>
          <a:p>
            <a:pPr marL="514350" indent="-514350">
              <a:buAutoNum type="arabicPeriod"/>
            </a:pPr>
            <a:r>
              <a:rPr lang="en-US"/>
              <a:t> Design the algorithm to solve the problem. </a:t>
            </a:r>
          </a:p>
          <a:p>
            <a:pPr marL="514350" indent="-514350">
              <a:buAutoNum type="arabicPeriod"/>
            </a:pPr>
            <a:r>
              <a:rPr lang="en-US"/>
              <a:t>Implement the algorithm. </a:t>
            </a:r>
          </a:p>
          <a:p>
            <a:pPr marL="514350" indent="-514350">
              <a:buAutoNum type="arabicPeriod"/>
            </a:pPr>
            <a:r>
              <a:rPr lang="en-US"/>
              <a:t> Test and verify the completed program. </a:t>
            </a:r>
          </a:p>
          <a:p>
            <a:pPr marL="514350" indent="-514350">
              <a:buAutoNum type="arabicPeriod"/>
            </a:pPr>
            <a:r>
              <a:rPr lang="en-US"/>
              <a:t> Maintain and update the program</a:t>
            </a:r>
          </a:p>
        </p:txBody>
      </p:sp>
    </p:spTree>
    <p:extLst>
      <p:ext uri="{BB962C8B-B14F-4D97-AF65-F5344CB8AC3E}">
        <p14:creationId xmlns:p14="http://schemas.microsoft.com/office/powerpoint/2010/main" val="30319822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Algorithms</a:t>
            </a:r>
            <a:br>
              <a:rPr lang="en-US"/>
            </a:br>
            <a:endParaRPr lang="en-US"/>
          </a:p>
        </p:txBody>
      </p:sp>
      <p:sp>
        <p:nvSpPr>
          <p:cNvPr id="3" name="Content Placeholder 2"/>
          <p:cNvSpPr>
            <a:spLocks noGrp="1"/>
          </p:cNvSpPr>
          <p:nvPr>
            <p:ph idx="1"/>
          </p:nvPr>
        </p:nvSpPr>
        <p:spPr>
          <a:xfrm>
            <a:off x="352338" y="1342239"/>
            <a:ext cx="11001462" cy="4834724"/>
          </a:xfrm>
        </p:spPr>
        <p:txBody>
          <a:bodyPr>
            <a:normAutofit fontScale="85000" lnSpcReduction="20000"/>
          </a:bodyPr>
          <a:lstStyle/>
          <a:p>
            <a:r>
              <a:rPr lang="en-US" b="1"/>
              <a:t>Space complexity</a:t>
            </a:r>
            <a:endParaRPr lang="en-US"/>
          </a:p>
          <a:p>
            <a:r>
              <a:rPr lang="en-US" b="1"/>
              <a:t>The space needed by a program consists of following components:</a:t>
            </a:r>
            <a:endParaRPr lang="en-US"/>
          </a:p>
          <a:p>
            <a:r>
              <a:rPr lang="en-US" b="1"/>
              <a:t>Instruction Space</a:t>
            </a:r>
            <a:r>
              <a:rPr lang="en-US"/>
              <a:t> – space needed to store the executable version of the program and is fixed </a:t>
            </a:r>
          </a:p>
          <a:p>
            <a:pPr lvl="0"/>
            <a:r>
              <a:rPr lang="en-US"/>
              <a:t>Data Space – space needed to store all constants, variables values and has further two components:</a:t>
            </a:r>
          </a:p>
          <a:p>
            <a:pPr lvl="0"/>
            <a:r>
              <a:rPr lang="en-US"/>
              <a:t>Space needed by constants and simple variables. This space is fixed.</a:t>
            </a:r>
          </a:p>
          <a:p>
            <a:pPr lvl="0"/>
            <a:r>
              <a:rPr lang="en-US"/>
              <a:t>Space needed by fixed sized structured variables, such as arrays and structures.</a:t>
            </a:r>
          </a:p>
          <a:p>
            <a:pPr lvl="0"/>
            <a:r>
              <a:rPr lang="en-US"/>
              <a:t>Dynamically allocated space.</a:t>
            </a:r>
          </a:p>
          <a:p>
            <a:r>
              <a:rPr lang="en-US" b="1"/>
              <a:t>Environment Stack space</a:t>
            </a:r>
            <a:r>
              <a:rPr lang="en-US"/>
              <a:t> - Space needed to store the information needed to resume the suspended function.</a:t>
            </a:r>
          </a:p>
          <a:p>
            <a:pPr lvl="0"/>
            <a:r>
              <a:rPr lang="en-US"/>
              <a:t>Return address</a:t>
            </a:r>
          </a:p>
          <a:p>
            <a:r>
              <a:rPr lang="en-US"/>
              <a:t>Value of all local variables and the value of formal parameters in the function being invoked</a:t>
            </a:r>
            <a:r>
              <a:rPr lang="en-US" b="1"/>
              <a:t>.</a:t>
            </a:r>
            <a:endParaRPr lang="en-US"/>
          </a:p>
          <a:p>
            <a:pPr lvl="0"/>
            <a:endParaRPr lang="en-US"/>
          </a:p>
          <a:p>
            <a:pPr marL="0" indent="0">
              <a:buNone/>
            </a:pPr>
            <a:endParaRPr lang="en-US"/>
          </a:p>
        </p:txBody>
      </p:sp>
    </p:spTree>
    <p:extLst>
      <p:ext uri="{BB962C8B-B14F-4D97-AF65-F5344CB8AC3E}">
        <p14:creationId xmlns:p14="http://schemas.microsoft.com/office/powerpoint/2010/main" val="14586036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Algorithms</a:t>
            </a:r>
            <a:br>
              <a:rPr lang="en-US"/>
            </a:br>
            <a:endParaRPr lang="en-US"/>
          </a:p>
        </p:txBody>
      </p:sp>
      <p:sp>
        <p:nvSpPr>
          <p:cNvPr id="3" name="Content Placeholder 2"/>
          <p:cNvSpPr>
            <a:spLocks noGrp="1"/>
          </p:cNvSpPr>
          <p:nvPr>
            <p:ph idx="1"/>
          </p:nvPr>
        </p:nvSpPr>
        <p:spPr>
          <a:xfrm>
            <a:off x="352338" y="1342239"/>
            <a:ext cx="11001462" cy="4834724"/>
          </a:xfrm>
        </p:spPr>
        <p:txBody>
          <a:bodyPr>
            <a:normAutofit/>
          </a:bodyPr>
          <a:lstStyle/>
          <a:p>
            <a:pPr marL="0" lvl="0" indent="0">
              <a:buNone/>
            </a:pPr>
            <a:endParaRPr lang="en-US"/>
          </a:p>
          <a:p>
            <a:pPr marL="0" indent="0">
              <a:buNone/>
            </a:pPr>
            <a:endParaRPr lang="en-US"/>
          </a:p>
        </p:txBody>
      </p:sp>
      <p:pic>
        <p:nvPicPr>
          <p:cNvPr id="5" name="Picture 4"/>
          <p:cNvPicPr>
            <a:picLocks noChangeAspect="1"/>
          </p:cNvPicPr>
          <p:nvPr/>
        </p:nvPicPr>
        <p:blipFill>
          <a:blip r:embed="rId2"/>
          <a:stretch>
            <a:fillRect/>
          </a:stretch>
        </p:blipFill>
        <p:spPr>
          <a:xfrm>
            <a:off x="1905000" y="1971675"/>
            <a:ext cx="8382000" cy="2914650"/>
          </a:xfrm>
          <a:prstGeom prst="rect">
            <a:avLst/>
          </a:prstGeom>
        </p:spPr>
      </p:pic>
    </p:spTree>
    <p:extLst>
      <p:ext uri="{BB962C8B-B14F-4D97-AF65-F5344CB8AC3E}">
        <p14:creationId xmlns:p14="http://schemas.microsoft.com/office/powerpoint/2010/main" val="22223608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1" y="0"/>
            <a:ext cx="8531225" cy="4580100"/>
          </a:xfrm>
          <a:prstGeom prst="rect">
            <a:avLst/>
          </a:prstGeom>
        </p:spPr>
        <p:txBody>
          <a:bodyPr vert="horz" wrap="square" lIns="0" tIns="12065" rIns="0" bIns="0" rtlCol="0">
            <a:spAutoFit/>
          </a:bodyPr>
          <a:lstStyle/>
          <a:p>
            <a:pPr marR="450850" algn="ctr">
              <a:spcBef>
                <a:spcPts val="95"/>
              </a:spcBef>
            </a:pPr>
            <a:r>
              <a:rPr sz="2500" spc="-10">
                <a:solidFill>
                  <a:srgbClr val="C00000"/>
                </a:solidFill>
                <a:latin typeface="Times New Roman"/>
                <a:cs typeface="Times New Roman"/>
              </a:rPr>
              <a:t>Flowcharts</a:t>
            </a:r>
            <a:endParaRPr sz="2500">
              <a:latin typeface="Times New Roman"/>
              <a:cs typeface="Times New Roman"/>
            </a:endParaRPr>
          </a:p>
          <a:p>
            <a:pPr>
              <a:spcBef>
                <a:spcPts val="40"/>
              </a:spcBef>
            </a:pPr>
            <a:endParaRPr sz="3450">
              <a:latin typeface="Times New Roman"/>
              <a:cs typeface="Times New Roman"/>
            </a:endParaRPr>
          </a:p>
          <a:p>
            <a:pPr marL="299085" marR="5080" indent="-287020" algn="just">
              <a:buFont typeface="Arial"/>
              <a:buChar char="–"/>
              <a:tabLst>
                <a:tab pos="299720" algn="l"/>
              </a:tabLst>
            </a:pPr>
            <a:r>
              <a:rPr sz="2800">
                <a:latin typeface="Times New Roman"/>
                <a:cs typeface="Times New Roman"/>
              </a:rPr>
              <a:t>A</a:t>
            </a:r>
            <a:r>
              <a:rPr sz="2800" spc="625">
                <a:latin typeface="Times New Roman"/>
                <a:cs typeface="Times New Roman"/>
              </a:rPr>
              <a:t> </a:t>
            </a:r>
            <a:r>
              <a:rPr sz="2800">
                <a:latin typeface="Times New Roman"/>
                <a:cs typeface="Times New Roman"/>
              </a:rPr>
              <a:t>flowchart</a:t>
            </a:r>
            <a:r>
              <a:rPr sz="2800" spc="45">
                <a:latin typeface="Times New Roman"/>
                <a:cs typeface="Times New Roman"/>
              </a:rPr>
              <a:t>  </a:t>
            </a:r>
            <a:r>
              <a:rPr sz="2800">
                <a:latin typeface="Times New Roman"/>
                <a:cs typeface="Times New Roman"/>
              </a:rPr>
              <a:t>is</a:t>
            </a:r>
            <a:r>
              <a:rPr sz="2800" spc="45">
                <a:latin typeface="Times New Roman"/>
                <a:cs typeface="Times New Roman"/>
              </a:rPr>
              <a:t>  </a:t>
            </a:r>
            <a:r>
              <a:rPr sz="2800">
                <a:latin typeface="Times New Roman"/>
                <a:cs typeface="Times New Roman"/>
              </a:rPr>
              <a:t>a</a:t>
            </a:r>
            <a:r>
              <a:rPr sz="2800" spc="35">
                <a:latin typeface="Times New Roman"/>
                <a:cs typeface="Times New Roman"/>
              </a:rPr>
              <a:t>  </a:t>
            </a:r>
            <a:r>
              <a:rPr sz="2800">
                <a:latin typeface="Times New Roman"/>
                <a:cs typeface="Times New Roman"/>
              </a:rPr>
              <a:t>type</a:t>
            </a:r>
            <a:r>
              <a:rPr sz="2800" spc="40">
                <a:latin typeface="Times New Roman"/>
                <a:cs typeface="Times New Roman"/>
              </a:rPr>
              <a:t>  </a:t>
            </a:r>
            <a:r>
              <a:rPr sz="2800">
                <a:latin typeface="Times New Roman"/>
                <a:cs typeface="Times New Roman"/>
              </a:rPr>
              <a:t>of</a:t>
            </a:r>
            <a:r>
              <a:rPr sz="2800" spc="45">
                <a:latin typeface="Times New Roman"/>
                <a:cs typeface="Times New Roman"/>
              </a:rPr>
              <a:t>  </a:t>
            </a:r>
            <a:r>
              <a:rPr sz="2800">
                <a:latin typeface="Times New Roman"/>
                <a:cs typeface="Times New Roman"/>
              </a:rPr>
              <a:t>diagram,</a:t>
            </a:r>
            <a:r>
              <a:rPr sz="2800" spc="40">
                <a:latin typeface="Times New Roman"/>
                <a:cs typeface="Times New Roman"/>
              </a:rPr>
              <a:t>  </a:t>
            </a:r>
            <a:r>
              <a:rPr sz="2800">
                <a:latin typeface="Times New Roman"/>
                <a:cs typeface="Times New Roman"/>
              </a:rPr>
              <a:t>that</a:t>
            </a:r>
            <a:r>
              <a:rPr sz="2800" spc="40">
                <a:latin typeface="Times New Roman"/>
                <a:cs typeface="Times New Roman"/>
              </a:rPr>
              <a:t>  </a:t>
            </a:r>
            <a:r>
              <a:rPr sz="2800">
                <a:latin typeface="Times New Roman"/>
                <a:cs typeface="Times New Roman"/>
              </a:rPr>
              <a:t>represents</a:t>
            </a:r>
            <a:r>
              <a:rPr sz="2800" spc="45">
                <a:latin typeface="Times New Roman"/>
                <a:cs typeface="Times New Roman"/>
              </a:rPr>
              <a:t>  </a:t>
            </a:r>
            <a:r>
              <a:rPr sz="2800" spc="-25">
                <a:latin typeface="Times New Roman"/>
                <a:cs typeface="Times New Roman"/>
              </a:rPr>
              <a:t>an </a:t>
            </a:r>
            <a:r>
              <a:rPr sz="2800">
                <a:latin typeface="Times New Roman"/>
                <a:cs typeface="Times New Roman"/>
              </a:rPr>
              <a:t>algorithm</a:t>
            </a:r>
            <a:r>
              <a:rPr sz="2800" spc="55">
                <a:latin typeface="Times New Roman"/>
                <a:cs typeface="Times New Roman"/>
              </a:rPr>
              <a:t>  </a:t>
            </a:r>
            <a:r>
              <a:rPr sz="2800">
                <a:latin typeface="Times New Roman"/>
                <a:cs typeface="Times New Roman"/>
              </a:rPr>
              <a:t>or</a:t>
            </a:r>
            <a:r>
              <a:rPr sz="2800" spc="65">
                <a:latin typeface="Times New Roman"/>
                <a:cs typeface="Times New Roman"/>
              </a:rPr>
              <a:t>  </a:t>
            </a:r>
            <a:r>
              <a:rPr sz="2800">
                <a:latin typeface="Times New Roman"/>
                <a:cs typeface="Times New Roman"/>
              </a:rPr>
              <a:t>process,</a:t>
            </a:r>
            <a:r>
              <a:rPr sz="2800" spc="65">
                <a:latin typeface="Times New Roman"/>
                <a:cs typeface="Times New Roman"/>
              </a:rPr>
              <a:t>  </a:t>
            </a:r>
            <a:r>
              <a:rPr sz="2800">
                <a:latin typeface="Times New Roman"/>
                <a:cs typeface="Times New Roman"/>
              </a:rPr>
              <a:t>showing</a:t>
            </a:r>
            <a:r>
              <a:rPr sz="2800" spc="65">
                <a:latin typeface="Times New Roman"/>
                <a:cs typeface="Times New Roman"/>
              </a:rPr>
              <a:t>  </a:t>
            </a:r>
            <a:r>
              <a:rPr sz="2800">
                <a:latin typeface="Times New Roman"/>
                <a:cs typeface="Times New Roman"/>
              </a:rPr>
              <a:t>the</a:t>
            </a:r>
            <a:r>
              <a:rPr sz="2800" spc="60">
                <a:latin typeface="Times New Roman"/>
                <a:cs typeface="Times New Roman"/>
              </a:rPr>
              <a:t>  </a:t>
            </a:r>
            <a:r>
              <a:rPr sz="2800">
                <a:latin typeface="Times New Roman"/>
                <a:cs typeface="Times New Roman"/>
              </a:rPr>
              <a:t>steps</a:t>
            </a:r>
            <a:r>
              <a:rPr sz="2800" spc="70">
                <a:latin typeface="Times New Roman"/>
                <a:cs typeface="Times New Roman"/>
              </a:rPr>
              <a:t>  </a:t>
            </a:r>
            <a:r>
              <a:rPr sz="2800">
                <a:latin typeface="Times New Roman"/>
                <a:cs typeface="Times New Roman"/>
              </a:rPr>
              <a:t>as</a:t>
            </a:r>
            <a:r>
              <a:rPr sz="2800" spc="60">
                <a:latin typeface="Times New Roman"/>
                <a:cs typeface="Times New Roman"/>
              </a:rPr>
              <a:t>  </a:t>
            </a:r>
            <a:r>
              <a:rPr sz="2800">
                <a:latin typeface="Times New Roman"/>
                <a:cs typeface="Times New Roman"/>
              </a:rPr>
              <a:t>boxes</a:t>
            </a:r>
            <a:r>
              <a:rPr sz="2800" spc="65">
                <a:latin typeface="Times New Roman"/>
                <a:cs typeface="Times New Roman"/>
              </a:rPr>
              <a:t>  </a:t>
            </a:r>
            <a:r>
              <a:rPr sz="2800" spc="-25">
                <a:latin typeface="Times New Roman"/>
                <a:cs typeface="Times New Roman"/>
              </a:rPr>
              <a:t>of </a:t>
            </a:r>
            <a:r>
              <a:rPr sz="2800">
                <a:latin typeface="Times New Roman"/>
                <a:cs typeface="Times New Roman"/>
              </a:rPr>
              <a:t>various</a:t>
            </a:r>
            <a:r>
              <a:rPr sz="2800" spc="340">
                <a:latin typeface="Times New Roman"/>
                <a:cs typeface="Times New Roman"/>
              </a:rPr>
              <a:t> </a:t>
            </a:r>
            <a:r>
              <a:rPr sz="2800">
                <a:latin typeface="Times New Roman"/>
                <a:cs typeface="Times New Roman"/>
              </a:rPr>
              <a:t>kinds,</a:t>
            </a:r>
            <a:r>
              <a:rPr sz="2800" spc="345">
                <a:latin typeface="Times New Roman"/>
                <a:cs typeface="Times New Roman"/>
              </a:rPr>
              <a:t> </a:t>
            </a:r>
            <a:r>
              <a:rPr sz="2800">
                <a:latin typeface="Times New Roman"/>
                <a:cs typeface="Times New Roman"/>
              </a:rPr>
              <a:t>and</a:t>
            </a:r>
            <a:r>
              <a:rPr sz="2800" spc="345">
                <a:latin typeface="Times New Roman"/>
                <a:cs typeface="Times New Roman"/>
              </a:rPr>
              <a:t> </a:t>
            </a:r>
            <a:r>
              <a:rPr sz="2800">
                <a:latin typeface="Times New Roman"/>
                <a:cs typeface="Times New Roman"/>
              </a:rPr>
              <a:t>their</a:t>
            </a:r>
            <a:r>
              <a:rPr sz="2800" spc="345">
                <a:latin typeface="Times New Roman"/>
                <a:cs typeface="Times New Roman"/>
              </a:rPr>
              <a:t> </a:t>
            </a:r>
            <a:r>
              <a:rPr sz="2800">
                <a:latin typeface="Times New Roman"/>
                <a:cs typeface="Times New Roman"/>
              </a:rPr>
              <a:t>order</a:t>
            </a:r>
            <a:r>
              <a:rPr sz="2800" spc="335">
                <a:latin typeface="Times New Roman"/>
                <a:cs typeface="Times New Roman"/>
              </a:rPr>
              <a:t> </a:t>
            </a:r>
            <a:r>
              <a:rPr sz="2800">
                <a:latin typeface="Times New Roman"/>
                <a:cs typeface="Times New Roman"/>
              </a:rPr>
              <a:t>by</a:t>
            </a:r>
            <a:r>
              <a:rPr sz="2800" spc="345">
                <a:latin typeface="Times New Roman"/>
                <a:cs typeface="Times New Roman"/>
              </a:rPr>
              <a:t> </a:t>
            </a:r>
            <a:r>
              <a:rPr sz="2800">
                <a:latin typeface="Times New Roman"/>
                <a:cs typeface="Times New Roman"/>
              </a:rPr>
              <a:t>connecting</a:t>
            </a:r>
            <a:r>
              <a:rPr sz="2800" spc="345">
                <a:latin typeface="Times New Roman"/>
                <a:cs typeface="Times New Roman"/>
              </a:rPr>
              <a:t> </a:t>
            </a:r>
            <a:r>
              <a:rPr sz="2800">
                <a:latin typeface="Times New Roman"/>
                <a:cs typeface="Times New Roman"/>
              </a:rPr>
              <a:t>these</a:t>
            </a:r>
            <a:r>
              <a:rPr sz="2800" spc="340">
                <a:latin typeface="Times New Roman"/>
                <a:cs typeface="Times New Roman"/>
              </a:rPr>
              <a:t> </a:t>
            </a:r>
            <a:r>
              <a:rPr sz="2800" spc="-20">
                <a:latin typeface="Times New Roman"/>
                <a:cs typeface="Times New Roman"/>
              </a:rPr>
              <a:t>with </a:t>
            </a:r>
            <a:r>
              <a:rPr sz="2800">
                <a:latin typeface="Times New Roman"/>
                <a:cs typeface="Times New Roman"/>
              </a:rPr>
              <a:t>arrows.</a:t>
            </a:r>
            <a:r>
              <a:rPr sz="2800" spc="680">
                <a:latin typeface="Times New Roman"/>
                <a:cs typeface="Times New Roman"/>
              </a:rPr>
              <a:t> </a:t>
            </a:r>
            <a:r>
              <a:rPr sz="2800">
                <a:latin typeface="Times New Roman"/>
                <a:cs typeface="Times New Roman"/>
              </a:rPr>
              <a:t>This</a:t>
            </a:r>
            <a:r>
              <a:rPr sz="2800" spc="690">
                <a:latin typeface="Times New Roman"/>
                <a:cs typeface="Times New Roman"/>
              </a:rPr>
              <a:t> </a:t>
            </a:r>
            <a:r>
              <a:rPr sz="2800">
                <a:latin typeface="Times New Roman"/>
                <a:cs typeface="Times New Roman"/>
              </a:rPr>
              <a:t>diagrammatic</a:t>
            </a:r>
            <a:r>
              <a:rPr sz="2800" spc="675">
                <a:latin typeface="Times New Roman"/>
                <a:cs typeface="Times New Roman"/>
              </a:rPr>
              <a:t> </a:t>
            </a:r>
            <a:r>
              <a:rPr sz="2800">
                <a:latin typeface="Times New Roman"/>
                <a:cs typeface="Times New Roman"/>
              </a:rPr>
              <a:t>representation</a:t>
            </a:r>
            <a:r>
              <a:rPr sz="2800" spc="680">
                <a:latin typeface="Times New Roman"/>
                <a:cs typeface="Times New Roman"/>
              </a:rPr>
              <a:t>  </a:t>
            </a:r>
            <a:r>
              <a:rPr sz="2800">
                <a:latin typeface="Times New Roman"/>
                <a:cs typeface="Times New Roman"/>
              </a:rPr>
              <a:t>can</a:t>
            </a:r>
            <a:r>
              <a:rPr sz="2800" spc="680">
                <a:latin typeface="Times New Roman"/>
                <a:cs typeface="Times New Roman"/>
              </a:rPr>
              <a:t> </a:t>
            </a:r>
            <a:r>
              <a:rPr sz="2800">
                <a:latin typeface="Times New Roman"/>
                <a:cs typeface="Times New Roman"/>
              </a:rPr>
              <a:t>give</a:t>
            </a:r>
            <a:r>
              <a:rPr sz="2800" spc="675">
                <a:latin typeface="Times New Roman"/>
                <a:cs typeface="Times New Roman"/>
              </a:rPr>
              <a:t> </a:t>
            </a:r>
            <a:r>
              <a:rPr sz="2800" spc="-50">
                <a:latin typeface="Times New Roman"/>
                <a:cs typeface="Times New Roman"/>
              </a:rPr>
              <a:t>a </a:t>
            </a:r>
            <a:r>
              <a:rPr sz="2800" spc="-10">
                <a:latin typeface="Times New Roman"/>
                <a:cs typeface="Times New Roman"/>
              </a:rPr>
              <a:t>step-by-</a:t>
            </a:r>
            <a:r>
              <a:rPr sz="2800">
                <a:latin typeface="Times New Roman"/>
                <a:cs typeface="Times New Roman"/>
              </a:rPr>
              <a:t>step</a:t>
            </a:r>
            <a:r>
              <a:rPr sz="2800" spc="-65">
                <a:latin typeface="Times New Roman"/>
                <a:cs typeface="Times New Roman"/>
              </a:rPr>
              <a:t> </a:t>
            </a:r>
            <a:r>
              <a:rPr sz="2800">
                <a:latin typeface="Times New Roman"/>
                <a:cs typeface="Times New Roman"/>
              </a:rPr>
              <a:t>solution</a:t>
            </a:r>
            <a:r>
              <a:rPr sz="2800" spc="-55">
                <a:latin typeface="Times New Roman"/>
                <a:cs typeface="Times New Roman"/>
              </a:rPr>
              <a:t> </a:t>
            </a:r>
            <a:r>
              <a:rPr sz="2800">
                <a:latin typeface="Times New Roman"/>
                <a:cs typeface="Times New Roman"/>
              </a:rPr>
              <a:t>to</a:t>
            </a:r>
            <a:r>
              <a:rPr sz="2800" spc="-30">
                <a:latin typeface="Times New Roman"/>
                <a:cs typeface="Times New Roman"/>
              </a:rPr>
              <a:t> </a:t>
            </a:r>
            <a:r>
              <a:rPr sz="2800">
                <a:latin typeface="Times New Roman"/>
                <a:cs typeface="Times New Roman"/>
              </a:rPr>
              <a:t>a</a:t>
            </a:r>
            <a:r>
              <a:rPr sz="2800" spc="635">
                <a:latin typeface="Times New Roman"/>
                <a:cs typeface="Times New Roman"/>
              </a:rPr>
              <a:t> </a:t>
            </a:r>
            <a:r>
              <a:rPr sz="2800" spc="-10">
                <a:latin typeface="Times New Roman"/>
                <a:cs typeface="Times New Roman"/>
              </a:rPr>
              <a:t>problem.</a:t>
            </a:r>
            <a:endParaRPr sz="2800">
              <a:latin typeface="Times New Roman"/>
              <a:cs typeface="Times New Roman"/>
            </a:endParaRPr>
          </a:p>
          <a:p>
            <a:pPr>
              <a:spcBef>
                <a:spcPts val="55"/>
              </a:spcBef>
              <a:buFont typeface="Arial"/>
              <a:buChar char="–"/>
            </a:pPr>
            <a:endParaRPr sz="4050">
              <a:latin typeface="Times New Roman"/>
              <a:cs typeface="Times New Roman"/>
            </a:endParaRPr>
          </a:p>
          <a:p>
            <a:pPr marL="299085" marR="6350" indent="-287020" algn="just">
              <a:buFont typeface="Arial"/>
              <a:buChar char="–"/>
              <a:tabLst>
                <a:tab pos="299720" algn="l"/>
              </a:tabLst>
            </a:pPr>
            <a:r>
              <a:rPr sz="2800">
                <a:latin typeface="Times New Roman"/>
                <a:cs typeface="Times New Roman"/>
              </a:rPr>
              <a:t>Data</a:t>
            </a:r>
            <a:r>
              <a:rPr sz="2800" spc="220">
                <a:latin typeface="Times New Roman"/>
                <a:cs typeface="Times New Roman"/>
              </a:rPr>
              <a:t> </a:t>
            </a:r>
            <a:r>
              <a:rPr sz="2800">
                <a:latin typeface="Times New Roman"/>
                <a:cs typeface="Times New Roman"/>
              </a:rPr>
              <a:t>is</a:t>
            </a:r>
            <a:r>
              <a:rPr sz="2800" spc="229">
                <a:latin typeface="Times New Roman"/>
                <a:cs typeface="Times New Roman"/>
              </a:rPr>
              <a:t> </a:t>
            </a:r>
            <a:r>
              <a:rPr sz="2800">
                <a:latin typeface="Times New Roman"/>
                <a:cs typeface="Times New Roman"/>
              </a:rPr>
              <a:t>represented</a:t>
            </a:r>
            <a:r>
              <a:rPr sz="2800" spc="225">
                <a:latin typeface="Times New Roman"/>
                <a:cs typeface="Times New Roman"/>
              </a:rPr>
              <a:t> </a:t>
            </a:r>
            <a:r>
              <a:rPr sz="2800">
                <a:latin typeface="Times New Roman"/>
                <a:cs typeface="Times New Roman"/>
              </a:rPr>
              <a:t>in</a:t>
            </a:r>
            <a:r>
              <a:rPr sz="2800" spc="229">
                <a:latin typeface="Times New Roman"/>
                <a:cs typeface="Times New Roman"/>
              </a:rPr>
              <a:t> </a:t>
            </a:r>
            <a:r>
              <a:rPr sz="2800">
                <a:latin typeface="Times New Roman"/>
                <a:cs typeface="Times New Roman"/>
              </a:rPr>
              <a:t>the</a:t>
            </a:r>
            <a:r>
              <a:rPr sz="2800" spc="225">
                <a:latin typeface="Times New Roman"/>
                <a:cs typeface="Times New Roman"/>
              </a:rPr>
              <a:t> </a:t>
            </a:r>
            <a:r>
              <a:rPr sz="2800">
                <a:latin typeface="Times New Roman"/>
                <a:cs typeface="Times New Roman"/>
              </a:rPr>
              <a:t>boxes,</a:t>
            </a:r>
            <a:r>
              <a:rPr sz="2800" spc="225">
                <a:latin typeface="Times New Roman"/>
                <a:cs typeface="Times New Roman"/>
              </a:rPr>
              <a:t> </a:t>
            </a:r>
            <a:r>
              <a:rPr sz="2800">
                <a:latin typeface="Times New Roman"/>
                <a:cs typeface="Times New Roman"/>
              </a:rPr>
              <a:t>and</a:t>
            </a:r>
            <a:r>
              <a:rPr sz="2800" spc="229">
                <a:latin typeface="Times New Roman"/>
                <a:cs typeface="Times New Roman"/>
              </a:rPr>
              <a:t> </a:t>
            </a:r>
            <a:r>
              <a:rPr sz="2800">
                <a:latin typeface="Times New Roman"/>
                <a:cs typeface="Times New Roman"/>
              </a:rPr>
              <a:t>arrows</a:t>
            </a:r>
            <a:r>
              <a:rPr sz="2800" spc="229">
                <a:latin typeface="Times New Roman"/>
                <a:cs typeface="Times New Roman"/>
              </a:rPr>
              <a:t> </a:t>
            </a:r>
            <a:r>
              <a:rPr sz="2800" spc="-10">
                <a:latin typeface="Times New Roman"/>
                <a:cs typeface="Times New Roman"/>
              </a:rPr>
              <a:t>connecting </a:t>
            </a:r>
            <a:r>
              <a:rPr sz="2800">
                <a:latin typeface="Times New Roman"/>
                <a:cs typeface="Times New Roman"/>
              </a:rPr>
              <a:t>them</a:t>
            </a:r>
            <a:r>
              <a:rPr sz="2800" spc="-75">
                <a:latin typeface="Times New Roman"/>
                <a:cs typeface="Times New Roman"/>
              </a:rPr>
              <a:t> </a:t>
            </a:r>
            <a:r>
              <a:rPr sz="2800">
                <a:latin typeface="Times New Roman"/>
                <a:cs typeface="Times New Roman"/>
              </a:rPr>
              <a:t>represent</a:t>
            </a:r>
            <a:r>
              <a:rPr sz="2800" spc="-65">
                <a:latin typeface="Times New Roman"/>
                <a:cs typeface="Times New Roman"/>
              </a:rPr>
              <a:t> </a:t>
            </a:r>
            <a:r>
              <a:rPr sz="2800">
                <a:latin typeface="Times New Roman"/>
                <a:cs typeface="Times New Roman"/>
              </a:rPr>
              <a:t>direction</a:t>
            </a:r>
            <a:r>
              <a:rPr sz="2800" spc="-50">
                <a:latin typeface="Times New Roman"/>
                <a:cs typeface="Times New Roman"/>
              </a:rPr>
              <a:t> </a:t>
            </a:r>
            <a:r>
              <a:rPr sz="2800">
                <a:latin typeface="Times New Roman"/>
                <a:cs typeface="Times New Roman"/>
              </a:rPr>
              <a:t>of</a:t>
            </a:r>
            <a:r>
              <a:rPr sz="2800" spc="-55">
                <a:latin typeface="Times New Roman"/>
                <a:cs typeface="Times New Roman"/>
              </a:rPr>
              <a:t> </a:t>
            </a:r>
            <a:r>
              <a:rPr sz="2800">
                <a:latin typeface="Times New Roman"/>
                <a:cs typeface="Times New Roman"/>
              </a:rPr>
              <a:t>flow</a:t>
            </a:r>
            <a:r>
              <a:rPr sz="2800" spc="-50">
                <a:latin typeface="Times New Roman"/>
                <a:cs typeface="Times New Roman"/>
              </a:rPr>
              <a:t> </a:t>
            </a:r>
            <a:r>
              <a:rPr sz="2800">
                <a:latin typeface="Times New Roman"/>
                <a:cs typeface="Times New Roman"/>
              </a:rPr>
              <a:t>of</a:t>
            </a:r>
            <a:r>
              <a:rPr sz="2800" spc="-55">
                <a:latin typeface="Times New Roman"/>
                <a:cs typeface="Times New Roman"/>
              </a:rPr>
              <a:t> </a:t>
            </a:r>
            <a:r>
              <a:rPr sz="2800" spc="-10">
                <a:latin typeface="Times New Roman"/>
                <a:cs typeface="Times New Roman"/>
              </a:rPr>
              <a:t>data.</a:t>
            </a:r>
            <a:endParaRPr sz="2800">
              <a:latin typeface="Times New Roman"/>
              <a:cs typeface="Times New Roman"/>
            </a:endParaRPr>
          </a:p>
        </p:txBody>
      </p:sp>
      <p:sp>
        <p:nvSpPr>
          <p:cNvPr id="3" name="object 3"/>
          <p:cNvSpPr txBox="1"/>
          <p:nvPr/>
        </p:nvSpPr>
        <p:spPr>
          <a:xfrm>
            <a:off x="2059941" y="4950042"/>
            <a:ext cx="8912680" cy="443070"/>
          </a:xfrm>
          <a:prstGeom prst="rect">
            <a:avLst/>
          </a:prstGeom>
        </p:spPr>
        <p:txBody>
          <a:bodyPr vert="horz" wrap="square" lIns="0" tIns="12065" rIns="0" bIns="0" rtlCol="0">
            <a:spAutoFit/>
          </a:bodyPr>
          <a:lstStyle/>
          <a:p>
            <a:pPr marL="299085" marR="5080" indent="-287020">
              <a:spcBef>
                <a:spcPts val="95"/>
              </a:spcBef>
            </a:pPr>
            <a:r>
              <a:rPr sz="2800">
                <a:latin typeface="Arial"/>
                <a:cs typeface="Arial"/>
              </a:rPr>
              <a:t>–</a:t>
            </a:r>
            <a:r>
              <a:rPr sz="2800" spc="-100">
                <a:latin typeface="Arial"/>
                <a:cs typeface="Arial"/>
              </a:rPr>
              <a:t> </a:t>
            </a:r>
            <a:r>
              <a:rPr sz="2800" spc="-10">
                <a:latin typeface="Times New Roman"/>
                <a:cs typeface="Times New Roman"/>
              </a:rPr>
              <a:t>Flowcharts documenting</a:t>
            </a:r>
            <a:endParaRPr sz="2800">
              <a:latin typeface="Times New Roman"/>
              <a:cs typeface="Times New Roman"/>
            </a:endParaRPr>
          </a:p>
        </p:txBody>
      </p:sp>
      <p:sp>
        <p:nvSpPr>
          <p:cNvPr id="4" name="object 4"/>
          <p:cNvSpPr txBox="1"/>
          <p:nvPr/>
        </p:nvSpPr>
        <p:spPr>
          <a:xfrm>
            <a:off x="4395343" y="4950042"/>
            <a:ext cx="2023056" cy="873957"/>
          </a:xfrm>
          <a:prstGeom prst="rect">
            <a:avLst/>
          </a:prstGeom>
        </p:spPr>
        <p:txBody>
          <a:bodyPr vert="horz" wrap="square" lIns="0" tIns="12065" rIns="0" bIns="0" rtlCol="0">
            <a:spAutoFit/>
          </a:bodyPr>
          <a:lstStyle/>
          <a:p>
            <a:pPr marL="12700">
              <a:spcBef>
                <a:spcPts val="95"/>
              </a:spcBef>
              <a:tabLst>
                <a:tab pos="913130" algn="l"/>
              </a:tabLst>
            </a:pPr>
            <a:r>
              <a:rPr sz="2800" spc="-25">
                <a:latin typeface="Times New Roman"/>
                <a:cs typeface="Times New Roman"/>
              </a:rPr>
              <a:t>are</a:t>
            </a:r>
            <a:r>
              <a:rPr sz="2800">
                <a:latin typeface="Times New Roman"/>
                <a:cs typeface="Times New Roman"/>
              </a:rPr>
              <a:t>	</a:t>
            </a:r>
            <a:r>
              <a:rPr sz="2800" spc="-20">
                <a:latin typeface="Times New Roman"/>
                <a:cs typeface="Times New Roman"/>
              </a:rPr>
              <a:t>used</a:t>
            </a:r>
            <a:endParaRPr sz="2800">
              <a:latin typeface="Times New Roman"/>
              <a:cs typeface="Times New Roman"/>
            </a:endParaRPr>
          </a:p>
          <a:p>
            <a:pPr marL="56515">
              <a:tabLst>
                <a:tab pos="591185" algn="l"/>
              </a:tabLst>
            </a:pPr>
            <a:r>
              <a:rPr sz="2800" spc="-25">
                <a:latin typeface="Times New Roman"/>
                <a:cs typeface="Times New Roman"/>
              </a:rPr>
              <a:t>or</a:t>
            </a:r>
            <a:r>
              <a:rPr sz="2800">
                <a:latin typeface="Times New Roman"/>
                <a:cs typeface="Times New Roman"/>
              </a:rPr>
              <a:t>	</a:t>
            </a:r>
            <a:r>
              <a:rPr sz="2800" spc="-10">
                <a:latin typeface="Times New Roman"/>
                <a:cs typeface="Times New Roman"/>
              </a:rPr>
              <a:t>managing</a:t>
            </a:r>
            <a:endParaRPr sz="2800">
              <a:latin typeface="Times New Roman"/>
              <a:cs typeface="Times New Roman"/>
            </a:endParaRPr>
          </a:p>
        </p:txBody>
      </p:sp>
      <p:sp>
        <p:nvSpPr>
          <p:cNvPr id="5" name="object 5"/>
          <p:cNvSpPr txBox="1"/>
          <p:nvPr/>
        </p:nvSpPr>
        <p:spPr>
          <a:xfrm>
            <a:off x="6416422" y="5041849"/>
            <a:ext cx="2237105" cy="878840"/>
          </a:xfrm>
          <a:prstGeom prst="rect">
            <a:avLst/>
          </a:prstGeom>
        </p:spPr>
        <p:txBody>
          <a:bodyPr vert="horz" wrap="square" lIns="0" tIns="12065" rIns="0" bIns="0" rtlCol="0">
            <a:spAutoFit/>
          </a:bodyPr>
          <a:lstStyle/>
          <a:p>
            <a:pPr marL="208915" marR="5080" indent="-196850">
              <a:spcBef>
                <a:spcPts val="95"/>
              </a:spcBef>
              <a:tabLst>
                <a:tab pos="603885" algn="l"/>
                <a:tab pos="754380" algn="l"/>
                <a:tab pos="1906905" algn="l"/>
              </a:tabLst>
            </a:pPr>
            <a:r>
              <a:rPr sz="2800" spc="-25">
                <a:latin typeface="Times New Roman"/>
                <a:cs typeface="Times New Roman"/>
              </a:rPr>
              <a:t>in</a:t>
            </a:r>
            <a:r>
              <a:rPr sz="2800">
                <a:latin typeface="Times New Roman"/>
                <a:cs typeface="Times New Roman"/>
              </a:rPr>
              <a:t>		</a:t>
            </a:r>
            <a:r>
              <a:rPr sz="2800" spc="-10">
                <a:latin typeface="Times New Roman"/>
                <a:cs typeface="Times New Roman"/>
              </a:rPr>
              <a:t>analyzing, </a:t>
            </a:r>
            <a:r>
              <a:rPr sz="2800" spc="-50">
                <a:latin typeface="Times New Roman"/>
                <a:cs typeface="Times New Roman"/>
              </a:rPr>
              <a:t>a</a:t>
            </a:r>
            <a:r>
              <a:rPr sz="2800">
                <a:latin typeface="Times New Roman"/>
                <a:cs typeface="Times New Roman"/>
              </a:rPr>
              <a:t>	</a:t>
            </a:r>
            <a:r>
              <a:rPr sz="2800" spc="-10">
                <a:latin typeface="Times New Roman"/>
                <a:cs typeface="Times New Roman"/>
              </a:rPr>
              <a:t>process</a:t>
            </a:r>
            <a:r>
              <a:rPr sz="2800">
                <a:latin typeface="Times New Roman"/>
                <a:cs typeface="Times New Roman"/>
              </a:rPr>
              <a:t>	</a:t>
            </a:r>
            <a:r>
              <a:rPr sz="2800" spc="-25">
                <a:latin typeface="Times New Roman"/>
                <a:cs typeface="Times New Roman"/>
              </a:rPr>
              <a:t>or</a:t>
            </a:r>
            <a:endParaRPr sz="2800">
              <a:latin typeface="Times New Roman"/>
              <a:cs typeface="Times New Roman"/>
            </a:endParaRPr>
          </a:p>
        </p:txBody>
      </p:sp>
      <p:sp>
        <p:nvSpPr>
          <p:cNvPr id="6" name="object 6"/>
          <p:cNvSpPr txBox="1"/>
          <p:nvPr/>
        </p:nvSpPr>
        <p:spPr>
          <a:xfrm>
            <a:off x="8846057" y="5041849"/>
            <a:ext cx="1744980" cy="878840"/>
          </a:xfrm>
          <a:prstGeom prst="rect">
            <a:avLst/>
          </a:prstGeom>
        </p:spPr>
        <p:txBody>
          <a:bodyPr vert="horz" wrap="square" lIns="0" tIns="12065" rIns="0" bIns="0" rtlCol="0">
            <a:spAutoFit/>
          </a:bodyPr>
          <a:lstStyle/>
          <a:p>
            <a:pPr marL="12700" marR="5080" indent="249554">
              <a:spcBef>
                <a:spcPts val="95"/>
              </a:spcBef>
              <a:tabLst>
                <a:tab pos="1452880" algn="l"/>
              </a:tabLst>
            </a:pPr>
            <a:r>
              <a:rPr sz="2800" spc="-10">
                <a:latin typeface="Times New Roman"/>
                <a:cs typeface="Times New Roman"/>
              </a:rPr>
              <a:t>designing, program</a:t>
            </a:r>
            <a:r>
              <a:rPr sz="2800">
                <a:latin typeface="Times New Roman"/>
                <a:cs typeface="Times New Roman"/>
              </a:rPr>
              <a:t>	</a:t>
            </a:r>
            <a:r>
              <a:rPr sz="2800" spc="-25">
                <a:latin typeface="Times New Roman"/>
                <a:cs typeface="Times New Roman"/>
              </a:rPr>
              <a:t>in</a:t>
            </a:r>
            <a:endParaRPr sz="2800">
              <a:latin typeface="Times New Roman"/>
              <a:cs typeface="Times New Roman"/>
            </a:endParaRPr>
          </a:p>
        </p:txBody>
      </p:sp>
      <p:sp>
        <p:nvSpPr>
          <p:cNvPr id="7" name="object 7"/>
          <p:cNvSpPr txBox="1"/>
          <p:nvPr/>
        </p:nvSpPr>
        <p:spPr>
          <a:xfrm>
            <a:off x="2346453" y="5895543"/>
            <a:ext cx="2126615" cy="452120"/>
          </a:xfrm>
          <a:prstGeom prst="rect">
            <a:avLst/>
          </a:prstGeom>
        </p:spPr>
        <p:txBody>
          <a:bodyPr vert="horz" wrap="square" lIns="0" tIns="12065" rIns="0" bIns="0" rtlCol="0">
            <a:spAutoFit/>
          </a:bodyPr>
          <a:lstStyle/>
          <a:p>
            <a:pPr marL="12700">
              <a:spcBef>
                <a:spcPts val="95"/>
              </a:spcBef>
            </a:pPr>
            <a:r>
              <a:rPr sz="2800">
                <a:latin typeface="Times New Roman"/>
                <a:cs typeface="Times New Roman"/>
              </a:rPr>
              <a:t>various</a:t>
            </a:r>
            <a:r>
              <a:rPr sz="2800" spc="-80">
                <a:latin typeface="Times New Roman"/>
                <a:cs typeface="Times New Roman"/>
              </a:rPr>
              <a:t> </a:t>
            </a:r>
            <a:r>
              <a:rPr sz="2800">
                <a:latin typeface="Times New Roman"/>
                <a:cs typeface="Times New Roman"/>
              </a:rPr>
              <a:t>fields</a:t>
            </a:r>
            <a:r>
              <a:rPr sz="2800" spc="-70">
                <a:latin typeface="Times New Roman"/>
                <a:cs typeface="Times New Roman"/>
              </a:rPr>
              <a:t> </a:t>
            </a:r>
            <a:r>
              <a:rPr sz="2800" spc="-50">
                <a:latin typeface="Times New Roman"/>
                <a:cs typeface="Times New Roman"/>
              </a:rPr>
              <a:t>.</a:t>
            </a:r>
            <a:endParaRPr sz="2800">
              <a:latin typeface="Times New Roman"/>
              <a:cs typeface="Times New Roman"/>
            </a:endParaRPr>
          </a:p>
        </p:txBody>
      </p:sp>
    </p:spTree>
    <p:extLst>
      <p:ext uri="{BB962C8B-B14F-4D97-AF65-F5344CB8AC3E}">
        <p14:creationId xmlns:p14="http://schemas.microsoft.com/office/powerpoint/2010/main" val="21284501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39" y="-785534"/>
            <a:ext cx="4225290" cy="2043508"/>
          </a:xfrm>
          <a:prstGeom prst="rect">
            <a:avLst/>
          </a:prstGeom>
        </p:spPr>
        <p:txBody>
          <a:bodyPr vert="horz" wrap="square" lIns="0" tIns="12065" rIns="0" bIns="0" rtlCol="0" anchor="ctr">
            <a:spAutoFit/>
          </a:bodyPr>
          <a:lstStyle/>
          <a:p>
            <a:pPr marL="12700">
              <a:lnSpc>
                <a:spcPct val="100000"/>
              </a:lnSpc>
              <a:spcBef>
                <a:spcPts val="95"/>
              </a:spcBef>
            </a:pPr>
            <a:r>
              <a:rPr>
                <a:latin typeface="Calibri"/>
                <a:cs typeface="Calibri"/>
              </a:rPr>
              <a:t>Common</a:t>
            </a:r>
            <a:r>
              <a:rPr spc="-100">
                <a:latin typeface="Calibri"/>
                <a:cs typeface="Calibri"/>
              </a:rPr>
              <a:t> </a:t>
            </a:r>
            <a:r>
              <a:rPr spc="-10">
                <a:latin typeface="Calibri"/>
                <a:cs typeface="Calibri"/>
              </a:rPr>
              <a:t>Flowchart</a:t>
            </a:r>
            <a:r>
              <a:rPr spc="-105">
                <a:latin typeface="Calibri"/>
                <a:cs typeface="Calibri"/>
              </a:rPr>
              <a:t> </a:t>
            </a:r>
            <a:r>
              <a:rPr spc="-10">
                <a:latin typeface="Calibri"/>
                <a:cs typeface="Calibri"/>
              </a:rPr>
              <a:t>Symbols:</a:t>
            </a:r>
          </a:p>
        </p:txBody>
      </p:sp>
      <p:sp>
        <p:nvSpPr>
          <p:cNvPr id="3" name="object 3"/>
          <p:cNvSpPr/>
          <p:nvPr/>
        </p:nvSpPr>
        <p:spPr>
          <a:xfrm>
            <a:off x="1752600" y="1524000"/>
            <a:ext cx="1295400" cy="685800"/>
          </a:xfrm>
          <a:custGeom>
            <a:avLst/>
            <a:gdLst/>
            <a:ahLst/>
            <a:cxnLst/>
            <a:rect l="l" t="t" r="r" b="b"/>
            <a:pathLst>
              <a:path w="1295400" h="685800">
                <a:moveTo>
                  <a:pt x="208406" y="0"/>
                </a:moveTo>
                <a:lnTo>
                  <a:pt x="1086993" y="0"/>
                </a:lnTo>
                <a:lnTo>
                  <a:pt x="1120788" y="4488"/>
                </a:lnTo>
                <a:lnTo>
                  <a:pt x="1152851" y="17483"/>
                </a:lnTo>
                <a:lnTo>
                  <a:pt x="1210059" y="66165"/>
                </a:lnTo>
                <a:lnTo>
                  <a:pt x="1234344" y="100441"/>
                </a:lnTo>
                <a:lnTo>
                  <a:pt x="1255178" y="140396"/>
                </a:lnTo>
                <a:lnTo>
                  <a:pt x="1272130" y="185327"/>
                </a:lnTo>
                <a:lnTo>
                  <a:pt x="1284771" y="234525"/>
                </a:lnTo>
                <a:lnTo>
                  <a:pt x="1292671" y="287285"/>
                </a:lnTo>
                <a:lnTo>
                  <a:pt x="1295400" y="342900"/>
                </a:lnTo>
                <a:lnTo>
                  <a:pt x="1292671" y="398514"/>
                </a:lnTo>
                <a:lnTo>
                  <a:pt x="1284771" y="451274"/>
                </a:lnTo>
                <a:lnTo>
                  <a:pt x="1272130" y="500472"/>
                </a:lnTo>
                <a:lnTo>
                  <a:pt x="1255178" y="545403"/>
                </a:lnTo>
                <a:lnTo>
                  <a:pt x="1234344" y="585358"/>
                </a:lnTo>
                <a:lnTo>
                  <a:pt x="1210059" y="619634"/>
                </a:lnTo>
                <a:lnTo>
                  <a:pt x="1182751" y="647522"/>
                </a:lnTo>
                <a:lnTo>
                  <a:pt x="1120788" y="681311"/>
                </a:lnTo>
                <a:lnTo>
                  <a:pt x="1086993" y="685800"/>
                </a:lnTo>
                <a:lnTo>
                  <a:pt x="208406" y="685800"/>
                </a:lnTo>
                <a:lnTo>
                  <a:pt x="174602" y="681311"/>
                </a:lnTo>
                <a:lnTo>
                  <a:pt x="142534" y="668316"/>
                </a:lnTo>
                <a:lnTo>
                  <a:pt x="85324" y="619634"/>
                </a:lnTo>
                <a:lnTo>
                  <a:pt x="61040" y="585358"/>
                </a:lnTo>
                <a:lnTo>
                  <a:pt x="40210" y="545403"/>
                </a:lnTo>
                <a:lnTo>
                  <a:pt x="23261" y="500472"/>
                </a:lnTo>
                <a:lnTo>
                  <a:pt x="10624" y="451274"/>
                </a:lnTo>
                <a:lnTo>
                  <a:pt x="2727" y="398514"/>
                </a:lnTo>
                <a:lnTo>
                  <a:pt x="0" y="342900"/>
                </a:lnTo>
                <a:lnTo>
                  <a:pt x="2727" y="287285"/>
                </a:lnTo>
                <a:lnTo>
                  <a:pt x="10624" y="234525"/>
                </a:lnTo>
                <a:lnTo>
                  <a:pt x="23261" y="185327"/>
                </a:lnTo>
                <a:lnTo>
                  <a:pt x="40210" y="140396"/>
                </a:lnTo>
                <a:lnTo>
                  <a:pt x="61040" y="100441"/>
                </a:lnTo>
                <a:lnTo>
                  <a:pt x="85324" y="66165"/>
                </a:lnTo>
                <a:lnTo>
                  <a:pt x="112631" y="38277"/>
                </a:lnTo>
                <a:lnTo>
                  <a:pt x="174602" y="4488"/>
                </a:lnTo>
                <a:lnTo>
                  <a:pt x="208406" y="0"/>
                </a:lnTo>
                <a:close/>
              </a:path>
            </a:pathLst>
          </a:custGeom>
          <a:ln w="12700">
            <a:solidFill>
              <a:srgbClr val="000000"/>
            </a:solidFill>
          </a:ln>
        </p:spPr>
        <p:txBody>
          <a:bodyPr wrap="square" lIns="0" tIns="0" rIns="0" bIns="0" rtlCol="0"/>
          <a:lstStyle/>
          <a:p>
            <a:endParaRPr/>
          </a:p>
        </p:txBody>
      </p:sp>
      <p:sp>
        <p:nvSpPr>
          <p:cNvPr id="4" name="object 4"/>
          <p:cNvSpPr txBox="1"/>
          <p:nvPr/>
        </p:nvSpPr>
        <p:spPr>
          <a:xfrm>
            <a:off x="3584194" y="1442974"/>
            <a:ext cx="6689090" cy="5014193"/>
          </a:xfrm>
          <a:prstGeom prst="rect">
            <a:avLst/>
          </a:prstGeom>
        </p:spPr>
        <p:txBody>
          <a:bodyPr vert="horz" wrap="square" lIns="0" tIns="12700" rIns="0" bIns="0" rtlCol="0">
            <a:spAutoFit/>
          </a:bodyPr>
          <a:lstStyle/>
          <a:p>
            <a:pPr marL="12700" marR="1960245">
              <a:spcBef>
                <a:spcPts val="100"/>
              </a:spcBef>
              <a:tabLst>
                <a:tab pos="2335530" algn="l"/>
              </a:tabLst>
            </a:pPr>
            <a:r>
              <a:rPr sz="2400" spc="-20">
                <a:latin typeface="Arial"/>
                <a:cs typeface="Arial"/>
              </a:rPr>
              <a:t>Terminator:</a:t>
            </a:r>
            <a:r>
              <a:rPr sz="2400" spc="-45">
                <a:latin typeface="Arial"/>
                <a:cs typeface="Arial"/>
              </a:rPr>
              <a:t> </a:t>
            </a:r>
            <a:r>
              <a:rPr sz="2400">
                <a:latin typeface="Arial"/>
                <a:cs typeface="Arial"/>
              </a:rPr>
              <a:t>Shows</a:t>
            </a:r>
            <a:r>
              <a:rPr sz="2400" spc="-20">
                <a:latin typeface="Arial"/>
                <a:cs typeface="Arial"/>
              </a:rPr>
              <a:t> </a:t>
            </a:r>
            <a:r>
              <a:rPr sz="2400">
                <a:latin typeface="Arial"/>
                <a:cs typeface="Arial"/>
              </a:rPr>
              <a:t>the</a:t>
            </a:r>
            <a:r>
              <a:rPr sz="2400" spc="-25">
                <a:latin typeface="Arial"/>
                <a:cs typeface="Arial"/>
              </a:rPr>
              <a:t> </a:t>
            </a:r>
            <a:r>
              <a:rPr sz="2400">
                <a:latin typeface="Arial"/>
                <a:cs typeface="Arial"/>
              </a:rPr>
              <a:t>starting</a:t>
            </a:r>
            <a:r>
              <a:rPr sz="2400" spc="-35">
                <a:latin typeface="Arial"/>
                <a:cs typeface="Arial"/>
              </a:rPr>
              <a:t> </a:t>
            </a:r>
            <a:r>
              <a:rPr sz="2400" spc="-25">
                <a:latin typeface="Arial"/>
                <a:cs typeface="Arial"/>
              </a:rPr>
              <a:t>and </a:t>
            </a:r>
            <a:r>
              <a:rPr sz="2400">
                <a:latin typeface="Arial"/>
                <a:cs typeface="Arial"/>
              </a:rPr>
              <a:t>ending</a:t>
            </a:r>
            <a:r>
              <a:rPr sz="2400" spc="-20">
                <a:latin typeface="Arial"/>
                <a:cs typeface="Arial"/>
              </a:rPr>
              <a:t> </a:t>
            </a:r>
            <a:r>
              <a:rPr sz="2400">
                <a:latin typeface="Arial"/>
                <a:cs typeface="Arial"/>
              </a:rPr>
              <a:t>points</a:t>
            </a:r>
            <a:r>
              <a:rPr sz="2400" spc="-10">
                <a:latin typeface="Arial"/>
                <a:cs typeface="Arial"/>
              </a:rPr>
              <a:t> </a:t>
            </a:r>
            <a:r>
              <a:rPr sz="2400" spc="-25">
                <a:latin typeface="Arial"/>
                <a:cs typeface="Arial"/>
              </a:rPr>
              <a:t>of</a:t>
            </a:r>
            <a:r>
              <a:rPr sz="2400">
                <a:latin typeface="Arial"/>
                <a:cs typeface="Arial"/>
              </a:rPr>
              <a:t>	a</a:t>
            </a:r>
            <a:r>
              <a:rPr sz="2400" spc="-10">
                <a:latin typeface="Arial"/>
                <a:cs typeface="Arial"/>
              </a:rPr>
              <a:t> program</a:t>
            </a:r>
            <a:endParaRPr sz="2400">
              <a:latin typeface="Arial"/>
              <a:cs typeface="Arial"/>
            </a:endParaRPr>
          </a:p>
          <a:p>
            <a:pPr>
              <a:spcBef>
                <a:spcPts val="35"/>
              </a:spcBef>
            </a:pPr>
            <a:endParaRPr sz="3050">
              <a:latin typeface="Arial"/>
              <a:cs typeface="Arial"/>
            </a:endParaRPr>
          </a:p>
          <a:p>
            <a:pPr marL="12700" marR="1414780"/>
            <a:r>
              <a:rPr sz="2400">
                <a:latin typeface="Arial"/>
                <a:cs typeface="Arial"/>
              </a:rPr>
              <a:t>Data</a:t>
            </a:r>
            <a:r>
              <a:rPr sz="2400" spc="-25">
                <a:latin typeface="Arial"/>
                <a:cs typeface="Arial"/>
              </a:rPr>
              <a:t> </a:t>
            </a:r>
            <a:r>
              <a:rPr sz="2400">
                <a:latin typeface="Arial"/>
                <a:cs typeface="Arial"/>
              </a:rPr>
              <a:t>Input</a:t>
            </a:r>
            <a:r>
              <a:rPr sz="2400" spc="-25">
                <a:latin typeface="Arial"/>
                <a:cs typeface="Arial"/>
              </a:rPr>
              <a:t> </a:t>
            </a:r>
            <a:r>
              <a:rPr sz="2400">
                <a:latin typeface="Arial"/>
                <a:cs typeface="Arial"/>
              </a:rPr>
              <a:t>or</a:t>
            </a:r>
            <a:r>
              <a:rPr sz="2400" spc="-25">
                <a:latin typeface="Arial"/>
                <a:cs typeface="Arial"/>
              </a:rPr>
              <a:t> </a:t>
            </a:r>
            <a:r>
              <a:rPr sz="2400">
                <a:latin typeface="Arial"/>
                <a:cs typeface="Arial"/>
              </a:rPr>
              <a:t>output:</a:t>
            </a:r>
            <a:r>
              <a:rPr sz="2400" spc="-145">
                <a:latin typeface="Arial"/>
                <a:cs typeface="Arial"/>
              </a:rPr>
              <a:t> </a:t>
            </a:r>
            <a:r>
              <a:rPr sz="2400">
                <a:latin typeface="Arial"/>
                <a:cs typeface="Arial"/>
              </a:rPr>
              <a:t>Allows the</a:t>
            </a:r>
            <a:r>
              <a:rPr sz="2400" spc="-15">
                <a:latin typeface="Arial"/>
                <a:cs typeface="Arial"/>
              </a:rPr>
              <a:t> </a:t>
            </a:r>
            <a:r>
              <a:rPr sz="2400">
                <a:latin typeface="Arial"/>
                <a:cs typeface="Arial"/>
              </a:rPr>
              <a:t>user</a:t>
            </a:r>
            <a:r>
              <a:rPr sz="2400" spc="-15">
                <a:latin typeface="Arial"/>
                <a:cs typeface="Arial"/>
              </a:rPr>
              <a:t> </a:t>
            </a:r>
            <a:r>
              <a:rPr sz="2400" spc="-25">
                <a:latin typeface="Arial"/>
                <a:cs typeface="Arial"/>
              </a:rPr>
              <a:t>to </a:t>
            </a:r>
            <a:r>
              <a:rPr sz="2400">
                <a:latin typeface="Arial"/>
                <a:cs typeface="Arial"/>
              </a:rPr>
              <a:t>input</a:t>
            </a:r>
            <a:r>
              <a:rPr sz="2400" spc="-10">
                <a:latin typeface="Arial"/>
                <a:cs typeface="Arial"/>
              </a:rPr>
              <a:t> </a:t>
            </a:r>
            <a:r>
              <a:rPr sz="2400">
                <a:latin typeface="Arial"/>
                <a:cs typeface="Arial"/>
              </a:rPr>
              <a:t>data</a:t>
            </a:r>
            <a:r>
              <a:rPr sz="2400" spc="-20">
                <a:latin typeface="Arial"/>
                <a:cs typeface="Arial"/>
              </a:rPr>
              <a:t> </a:t>
            </a:r>
            <a:r>
              <a:rPr sz="2400">
                <a:latin typeface="Arial"/>
                <a:cs typeface="Arial"/>
              </a:rPr>
              <a:t>or to</a:t>
            </a:r>
            <a:r>
              <a:rPr sz="2400" spc="-25">
                <a:latin typeface="Arial"/>
                <a:cs typeface="Arial"/>
              </a:rPr>
              <a:t> </a:t>
            </a:r>
            <a:r>
              <a:rPr sz="2400">
                <a:latin typeface="Arial"/>
                <a:cs typeface="Arial"/>
              </a:rPr>
              <a:t>display</a:t>
            </a:r>
            <a:r>
              <a:rPr sz="2400" spc="20">
                <a:latin typeface="Arial"/>
                <a:cs typeface="Arial"/>
              </a:rPr>
              <a:t> </a:t>
            </a:r>
            <a:r>
              <a:rPr sz="2400">
                <a:latin typeface="Arial"/>
                <a:cs typeface="Arial"/>
              </a:rPr>
              <a:t>the</a:t>
            </a:r>
            <a:r>
              <a:rPr sz="2400" spc="-20">
                <a:latin typeface="Arial"/>
                <a:cs typeface="Arial"/>
              </a:rPr>
              <a:t> </a:t>
            </a:r>
            <a:r>
              <a:rPr sz="2400">
                <a:latin typeface="Arial"/>
                <a:cs typeface="Arial"/>
              </a:rPr>
              <a:t>results</a:t>
            </a:r>
            <a:r>
              <a:rPr sz="2400" spc="-5">
                <a:latin typeface="Arial"/>
                <a:cs typeface="Arial"/>
              </a:rPr>
              <a:t> </a:t>
            </a:r>
            <a:r>
              <a:rPr sz="2400" spc="-50">
                <a:latin typeface="Arial"/>
                <a:cs typeface="Arial"/>
              </a:rPr>
              <a:t>.</a:t>
            </a:r>
            <a:endParaRPr sz="2400">
              <a:latin typeface="Arial"/>
              <a:cs typeface="Arial"/>
            </a:endParaRPr>
          </a:p>
          <a:p>
            <a:pPr marL="88900">
              <a:spcBef>
                <a:spcPts val="1800"/>
              </a:spcBef>
            </a:pPr>
            <a:r>
              <a:rPr sz="2400">
                <a:latin typeface="Arial"/>
                <a:cs typeface="Arial"/>
              </a:rPr>
              <a:t>Processing:</a:t>
            </a:r>
            <a:r>
              <a:rPr sz="2400" spc="-30">
                <a:latin typeface="Arial"/>
                <a:cs typeface="Arial"/>
              </a:rPr>
              <a:t> </a:t>
            </a:r>
            <a:r>
              <a:rPr sz="2400">
                <a:latin typeface="Arial"/>
                <a:cs typeface="Arial"/>
              </a:rPr>
              <a:t>Indicates</a:t>
            </a:r>
            <a:r>
              <a:rPr sz="2400" spc="-20">
                <a:latin typeface="Arial"/>
                <a:cs typeface="Arial"/>
              </a:rPr>
              <a:t> </a:t>
            </a:r>
            <a:r>
              <a:rPr sz="2400">
                <a:latin typeface="Arial"/>
                <a:cs typeface="Arial"/>
              </a:rPr>
              <a:t>an</a:t>
            </a:r>
            <a:r>
              <a:rPr sz="2400" spc="-20">
                <a:latin typeface="Arial"/>
                <a:cs typeface="Arial"/>
              </a:rPr>
              <a:t> </a:t>
            </a:r>
            <a:r>
              <a:rPr sz="2400" spc="-10">
                <a:latin typeface="Arial"/>
                <a:cs typeface="Arial"/>
              </a:rPr>
              <a:t>operation</a:t>
            </a:r>
            <a:endParaRPr sz="2400">
              <a:latin typeface="Arial"/>
              <a:cs typeface="Arial"/>
            </a:endParaRPr>
          </a:p>
          <a:p>
            <a:pPr marL="88900" marR="325120"/>
            <a:r>
              <a:rPr sz="2400">
                <a:latin typeface="Arial"/>
                <a:cs typeface="Arial"/>
              </a:rPr>
              <a:t>performed</a:t>
            </a:r>
            <a:r>
              <a:rPr sz="2400" spc="-30">
                <a:latin typeface="Arial"/>
                <a:cs typeface="Arial"/>
              </a:rPr>
              <a:t> </a:t>
            </a:r>
            <a:r>
              <a:rPr sz="2400">
                <a:latin typeface="Arial"/>
                <a:cs typeface="Arial"/>
              </a:rPr>
              <a:t>by</a:t>
            </a:r>
            <a:r>
              <a:rPr sz="2400" spc="-35">
                <a:latin typeface="Arial"/>
                <a:cs typeface="Arial"/>
              </a:rPr>
              <a:t> </a:t>
            </a:r>
            <a:r>
              <a:rPr sz="2400">
                <a:latin typeface="Arial"/>
                <a:cs typeface="Arial"/>
              </a:rPr>
              <a:t>the</a:t>
            </a:r>
            <a:r>
              <a:rPr sz="2400" spc="-25">
                <a:latin typeface="Arial"/>
                <a:cs typeface="Arial"/>
              </a:rPr>
              <a:t> </a:t>
            </a:r>
            <a:r>
              <a:rPr sz="2400">
                <a:latin typeface="Arial"/>
                <a:cs typeface="Arial"/>
              </a:rPr>
              <a:t>computer,</a:t>
            </a:r>
            <a:r>
              <a:rPr sz="2400" spc="-35">
                <a:latin typeface="Arial"/>
                <a:cs typeface="Arial"/>
              </a:rPr>
              <a:t> </a:t>
            </a:r>
            <a:r>
              <a:rPr sz="2400">
                <a:latin typeface="Arial"/>
                <a:cs typeface="Arial"/>
              </a:rPr>
              <a:t>such</a:t>
            </a:r>
            <a:r>
              <a:rPr sz="2400" spc="-15">
                <a:latin typeface="Arial"/>
                <a:cs typeface="Arial"/>
              </a:rPr>
              <a:t> </a:t>
            </a:r>
            <a:r>
              <a:rPr sz="2400">
                <a:latin typeface="Arial"/>
                <a:cs typeface="Arial"/>
              </a:rPr>
              <a:t>as</a:t>
            </a:r>
            <a:r>
              <a:rPr sz="2400" spc="-35">
                <a:latin typeface="Arial"/>
                <a:cs typeface="Arial"/>
              </a:rPr>
              <a:t> </a:t>
            </a:r>
            <a:r>
              <a:rPr sz="2400">
                <a:latin typeface="Arial"/>
                <a:cs typeface="Arial"/>
              </a:rPr>
              <a:t>a</a:t>
            </a:r>
            <a:r>
              <a:rPr sz="2400" spc="-20">
                <a:latin typeface="Arial"/>
                <a:cs typeface="Arial"/>
              </a:rPr>
              <a:t> </a:t>
            </a:r>
            <a:r>
              <a:rPr sz="2400" spc="-10">
                <a:latin typeface="Arial"/>
                <a:cs typeface="Arial"/>
              </a:rPr>
              <a:t>variable </a:t>
            </a:r>
            <a:r>
              <a:rPr sz="2400">
                <a:latin typeface="Arial"/>
                <a:cs typeface="Arial"/>
              </a:rPr>
              <a:t>Assignment</a:t>
            </a:r>
            <a:r>
              <a:rPr sz="2400" spc="-25">
                <a:latin typeface="Arial"/>
                <a:cs typeface="Arial"/>
              </a:rPr>
              <a:t> </a:t>
            </a:r>
            <a:r>
              <a:rPr sz="2400">
                <a:latin typeface="Arial"/>
                <a:cs typeface="Arial"/>
              </a:rPr>
              <a:t>or</a:t>
            </a:r>
            <a:r>
              <a:rPr sz="2400" spc="-30">
                <a:latin typeface="Arial"/>
                <a:cs typeface="Arial"/>
              </a:rPr>
              <a:t> </a:t>
            </a:r>
            <a:r>
              <a:rPr sz="2400">
                <a:latin typeface="Arial"/>
                <a:cs typeface="Arial"/>
              </a:rPr>
              <a:t>mathematical</a:t>
            </a:r>
            <a:r>
              <a:rPr sz="2400" spc="-15">
                <a:latin typeface="Arial"/>
                <a:cs typeface="Arial"/>
              </a:rPr>
              <a:t> </a:t>
            </a:r>
            <a:r>
              <a:rPr sz="2400" spc="-10">
                <a:latin typeface="Arial"/>
                <a:cs typeface="Arial"/>
              </a:rPr>
              <a:t>operation</a:t>
            </a:r>
            <a:endParaRPr sz="2400">
              <a:latin typeface="Arial"/>
              <a:cs typeface="Arial"/>
            </a:endParaRPr>
          </a:p>
          <a:p>
            <a:pPr>
              <a:spcBef>
                <a:spcPts val="20"/>
              </a:spcBef>
            </a:pPr>
            <a:endParaRPr sz="3950">
              <a:latin typeface="Arial"/>
              <a:cs typeface="Arial"/>
            </a:endParaRPr>
          </a:p>
          <a:p>
            <a:pPr marL="88900" marR="5080">
              <a:tabLst>
                <a:tab pos="1494155" algn="l"/>
              </a:tabLst>
            </a:pPr>
            <a:r>
              <a:rPr sz="2400" spc="-10">
                <a:latin typeface="Arial"/>
                <a:cs typeface="Arial"/>
              </a:rPr>
              <a:t>Decision:</a:t>
            </a:r>
            <a:r>
              <a:rPr sz="2400">
                <a:latin typeface="Arial"/>
                <a:cs typeface="Arial"/>
              </a:rPr>
              <a:t>	A</a:t>
            </a:r>
            <a:r>
              <a:rPr sz="2400" spc="-145">
                <a:latin typeface="Arial"/>
                <a:cs typeface="Arial"/>
              </a:rPr>
              <a:t> </a:t>
            </a:r>
            <a:r>
              <a:rPr sz="2400">
                <a:latin typeface="Arial"/>
                <a:cs typeface="Arial"/>
              </a:rPr>
              <a:t>diamond</a:t>
            </a:r>
            <a:r>
              <a:rPr sz="2400" spc="15">
                <a:latin typeface="Arial"/>
                <a:cs typeface="Arial"/>
              </a:rPr>
              <a:t> </a:t>
            </a:r>
            <a:r>
              <a:rPr sz="2400">
                <a:latin typeface="Arial"/>
                <a:cs typeface="Arial"/>
              </a:rPr>
              <a:t>has</a:t>
            </a:r>
            <a:r>
              <a:rPr sz="2400" spc="-5">
                <a:latin typeface="Arial"/>
                <a:cs typeface="Arial"/>
              </a:rPr>
              <a:t> </a:t>
            </a:r>
            <a:r>
              <a:rPr sz="2400">
                <a:latin typeface="Arial"/>
                <a:cs typeface="Arial"/>
              </a:rPr>
              <a:t>two</a:t>
            </a:r>
            <a:r>
              <a:rPr sz="2400" spc="-10">
                <a:latin typeface="Arial"/>
                <a:cs typeface="Arial"/>
              </a:rPr>
              <a:t> </a:t>
            </a:r>
            <a:r>
              <a:rPr sz="2400">
                <a:latin typeface="Arial"/>
                <a:cs typeface="Arial"/>
              </a:rPr>
              <a:t>flow</a:t>
            </a:r>
            <a:r>
              <a:rPr sz="2400" spc="-15">
                <a:latin typeface="Arial"/>
                <a:cs typeface="Arial"/>
              </a:rPr>
              <a:t> </a:t>
            </a:r>
            <a:r>
              <a:rPr sz="2400">
                <a:latin typeface="Arial"/>
                <a:cs typeface="Arial"/>
              </a:rPr>
              <a:t>lines</a:t>
            </a:r>
            <a:r>
              <a:rPr sz="2400" spc="15">
                <a:latin typeface="Arial"/>
                <a:cs typeface="Arial"/>
              </a:rPr>
              <a:t> </a:t>
            </a:r>
            <a:r>
              <a:rPr sz="2400" spc="-10">
                <a:latin typeface="Arial"/>
                <a:cs typeface="Arial"/>
              </a:rPr>
              <a:t>going </a:t>
            </a:r>
            <a:r>
              <a:rPr sz="2400">
                <a:latin typeface="Arial"/>
                <a:cs typeface="Arial"/>
              </a:rPr>
              <a:t>out.</a:t>
            </a:r>
            <a:r>
              <a:rPr sz="2400" spc="-25">
                <a:latin typeface="Arial"/>
                <a:cs typeface="Arial"/>
              </a:rPr>
              <a:t> </a:t>
            </a:r>
            <a:r>
              <a:rPr sz="2400">
                <a:latin typeface="Arial"/>
                <a:cs typeface="Arial"/>
              </a:rPr>
              <a:t>One</a:t>
            </a:r>
            <a:r>
              <a:rPr sz="2400" spc="-10">
                <a:latin typeface="Arial"/>
                <a:cs typeface="Arial"/>
              </a:rPr>
              <a:t> </a:t>
            </a:r>
            <a:r>
              <a:rPr sz="2400">
                <a:latin typeface="Arial"/>
                <a:cs typeface="Arial"/>
              </a:rPr>
              <a:t>is labeled</a:t>
            </a:r>
            <a:r>
              <a:rPr sz="2400" spc="30">
                <a:latin typeface="Arial"/>
                <a:cs typeface="Arial"/>
              </a:rPr>
              <a:t> </a:t>
            </a:r>
            <a:r>
              <a:rPr sz="2400">
                <a:latin typeface="Arial"/>
                <a:cs typeface="Arial"/>
              </a:rPr>
              <a:t>as</a:t>
            </a:r>
            <a:r>
              <a:rPr sz="2400" spc="5">
                <a:latin typeface="Arial"/>
                <a:cs typeface="Arial"/>
              </a:rPr>
              <a:t> </a:t>
            </a:r>
            <a:r>
              <a:rPr sz="2400" spc="-165">
                <a:latin typeface="Arial"/>
                <a:cs typeface="Arial"/>
              </a:rPr>
              <a:t>„Yes‟</a:t>
            </a:r>
            <a:r>
              <a:rPr sz="2400" spc="-90">
                <a:latin typeface="Arial"/>
                <a:cs typeface="Arial"/>
              </a:rPr>
              <a:t> </a:t>
            </a:r>
            <a:r>
              <a:rPr sz="2400">
                <a:latin typeface="Arial"/>
                <a:cs typeface="Arial"/>
              </a:rPr>
              <a:t>Branch</a:t>
            </a:r>
            <a:r>
              <a:rPr sz="2400" spc="5">
                <a:latin typeface="Arial"/>
                <a:cs typeface="Arial"/>
              </a:rPr>
              <a:t> </a:t>
            </a:r>
            <a:r>
              <a:rPr sz="2400">
                <a:latin typeface="Arial"/>
                <a:cs typeface="Arial"/>
              </a:rPr>
              <a:t>and</a:t>
            </a:r>
            <a:r>
              <a:rPr sz="2400" spc="5">
                <a:latin typeface="Arial"/>
                <a:cs typeface="Arial"/>
              </a:rPr>
              <a:t> </a:t>
            </a:r>
            <a:r>
              <a:rPr sz="2400">
                <a:latin typeface="Arial"/>
                <a:cs typeface="Arial"/>
              </a:rPr>
              <a:t>the</a:t>
            </a:r>
            <a:r>
              <a:rPr sz="2400" spc="-10">
                <a:latin typeface="Arial"/>
                <a:cs typeface="Arial"/>
              </a:rPr>
              <a:t> </a:t>
            </a:r>
            <a:r>
              <a:rPr sz="2400" spc="-20">
                <a:latin typeface="Arial"/>
                <a:cs typeface="Arial"/>
              </a:rPr>
              <a:t>other </a:t>
            </a:r>
            <a:r>
              <a:rPr sz="2400">
                <a:latin typeface="Arial"/>
                <a:cs typeface="Arial"/>
              </a:rPr>
              <a:t>as </a:t>
            </a:r>
            <a:r>
              <a:rPr sz="2400" spc="-150">
                <a:latin typeface="Arial"/>
                <a:cs typeface="Arial"/>
              </a:rPr>
              <a:t>„no‟</a:t>
            </a:r>
            <a:r>
              <a:rPr sz="2400" spc="-65">
                <a:latin typeface="Arial"/>
                <a:cs typeface="Arial"/>
              </a:rPr>
              <a:t> </a:t>
            </a:r>
            <a:r>
              <a:rPr sz="2400" spc="-10">
                <a:latin typeface="Arial"/>
                <a:cs typeface="Arial"/>
              </a:rPr>
              <a:t>branch.</a:t>
            </a:r>
            <a:endParaRPr sz="2400">
              <a:latin typeface="Arial"/>
              <a:cs typeface="Arial"/>
            </a:endParaRPr>
          </a:p>
        </p:txBody>
      </p:sp>
      <p:sp>
        <p:nvSpPr>
          <p:cNvPr id="5" name="object 5"/>
          <p:cNvSpPr/>
          <p:nvPr/>
        </p:nvSpPr>
        <p:spPr>
          <a:xfrm>
            <a:off x="1905000" y="2667000"/>
            <a:ext cx="990600" cy="762000"/>
          </a:xfrm>
          <a:custGeom>
            <a:avLst/>
            <a:gdLst/>
            <a:ahLst/>
            <a:cxnLst/>
            <a:rect l="l" t="t" r="r" b="b"/>
            <a:pathLst>
              <a:path w="990600" h="762000">
                <a:moveTo>
                  <a:pt x="0" y="762000"/>
                </a:moveTo>
                <a:lnTo>
                  <a:pt x="198120" y="0"/>
                </a:lnTo>
                <a:lnTo>
                  <a:pt x="990600" y="0"/>
                </a:lnTo>
                <a:lnTo>
                  <a:pt x="792480" y="762000"/>
                </a:lnTo>
                <a:lnTo>
                  <a:pt x="0" y="762000"/>
                </a:lnTo>
                <a:close/>
              </a:path>
            </a:pathLst>
          </a:custGeom>
          <a:ln w="12700">
            <a:solidFill>
              <a:srgbClr val="000000"/>
            </a:solidFill>
          </a:ln>
        </p:spPr>
        <p:txBody>
          <a:bodyPr wrap="square" lIns="0" tIns="0" rIns="0" bIns="0" rtlCol="0"/>
          <a:lstStyle/>
          <a:p>
            <a:endParaRPr/>
          </a:p>
        </p:txBody>
      </p:sp>
      <p:sp>
        <p:nvSpPr>
          <p:cNvPr id="6" name="object 6"/>
          <p:cNvSpPr/>
          <p:nvPr/>
        </p:nvSpPr>
        <p:spPr>
          <a:xfrm>
            <a:off x="1905000" y="3886200"/>
            <a:ext cx="1447800" cy="685800"/>
          </a:xfrm>
          <a:custGeom>
            <a:avLst/>
            <a:gdLst/>
            <a:ahLst/>
            <a:cxnLst/>
            <a:rect l="l" t="t" r="r" b="b"/>
            <a:pathLst>
              <a:path w="1447800" h="685800">
                <a:moveTo>
                  <a:pt x="0" y="685800"/>
                </a:moveTo>
                <a:lnTo>
                  <a:pt x="1447800" y="685800"/>
                </a:lnTo>
                <a:lnTo>
                  <a:pt x="1447800" y="0"/>
                </a:lnTo>
                <a:lnTo>
                  <a:pt x="0" y="0"/>
                </a:lnTo>
                <a:lnTo>
                  <a:pt x="0" y="685800"/>
                </a:lnTo>
                <a:close/>
              </a:path>
            </a:pathLst>
          </a:custGeom>
          <a:ln w="12700">
            <a:solidFill>
              <a:srgbClr val="000000"/>
            </a:solidFill>
          </a:ln>
        </p:spPr>
        <p:txBody>
          <a:bodyPr wrap="square" lIns="0" tIns="0" rIns="0" bIns="0" rtlCol="0"/>
          <a:lstStyle/>
          <a:p>
            <a:endParaRPr/>
          </a:p>
        </p:txBody>
      </p:sp>
      <p:sp>
        <p:nvSpPr>
          <p:cNvPr id="7" name="object 7"/>
          <p:cNvSpPr/>
          <p:nvPr/>
        </p:nvSpPr>
        <p:spPr>
          <a:xfrm>
            <a:off x="1828800" y="5181600"/>
            <a:ext cx="1524000" cy="838200"/>
          </a:xfrm>
          <a:custGeom>
            <a:avLst/>
            <a:gdLst/>
            <a:ahLst/>
            <a:cxnLst/>
            <a:rect l="l" t="t" r="r" b="b"/>
            <a:pathLst>
              <a:path w="1524000" h="838200">
                <a:moveTo>
                  <a:pt x="0" y="419100"/>
                </a:moveTo>
                <a:lnTo>
                  <a:pt x="762000" y="0"/>
                </a:lnTo>
                <a:lnTo>
                  <a:pt x="1524000" y="419100"/>
                </a:lnTo>
                <a:lnTo>
                  <a:pt x="762000" y="838200"/>
                </a:lnTo>
                <a:lnTo>
                  <a:pt x="0" y="419100"/>
                </a:lnTo>
                <a:close/>
              </a:path>
            </a:pathLst>
          </a:custGeom>
          <a:ln w="12700">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1750792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27200" y="738251"/>
            <a:ext cx="1295400" cy="685800"/>
          </a:xfrm>
          <a:custGeom>
            <a:avLst/>
            <a:gdLst/>
            <a:ahLst/>
            <a:cxnLst/>
            <a:rect l="l" t="t" r="r" b="b"/>
            <a:pathLst>
              <a:path w="1295400" h="685800">
                <a:moveTo>
                  <a:pt x="161925" y="0"/>
                </a:moveTo>
                <a:lnTo>
                  <a:pt x="161925" y="685800"/>
                </a:lnTo>
              </a:path>
              <a:path w="1295400" h="685800">
                <a:moveTo>
                  <a:pt x="1133475" y="0"/>
                </a:moveTo>
                <a:lnTo>
                  <a:pt x="1133475" y="685800"/>
                </a:lnTo>
              </a:path>
              <a:path w="1295400" h="685800">
                <a:moveTo>
                  <a:pt x="0" y="685800"/>
                </a:moveTo>
                <a:lnTo>
                  <a:pt x="1295400" y="685800"/>
                </a:lnTo>
                <a:lnTo>
                  <a:pt x="1295400" y="0"/>
                </a:lnTo>
                <a:lnTo>
                  <a:pt x="0" y="0"/>
                </a:lnTo>
                <a:lnTo>
                  <a:pt x="0" y="685800"/>
                </a:lnTo>
                <a:close/>
              </a:path>
            </a:pathLst>
          </a:custGeom>
          <a:ln w="12700">
            <a:solidFill>
              <a:srgbClr val="000000"/>
            </a:solidFill>
          </a:ln>
        </p:spPr>
        <p:txBody>
          <a:bodyPr wrap="square" lIns="0" tIns="0" rIns="0" bIns="0" rtlCol="0"/>
          <a:lstStyle/>
          <a:p>
            <a:endParaRPr/>
          </a:p>
        </p:txBody>
      </p:sp>
      <p:sp>
        <p:nvSpPr>
          <p:cNvPr id="3" name="object 3"/>
          <p:cNvSpPr/>
          <p:nvPr/>
        </p:nvSpPr>
        <p:spPr>
          <a:xfrm>
            <a:off x="1524000" y="2667000"/>
            <a:ext cx="1219200" cy="533400"/>
          </a:xfrm>
          <a:custGeom>
            <a:avLst/>
            <a:gdLst/>
            <a:ahLst/>
            <a:cxnLst/>
            <a:rect l="l" t="t" r="r" b="b"/>
            <a:pathLst>
              <a:path w="1219200" h="533400">
                <a:moveTo>
                  <a:pt x="0" y="266700"/>
                </a:moveTo>
                <a:lnTo>
                  <a:pt x="14060" y="209478"/>
                </a:lnTo>
                <a:lnTo>
                  <a:pt x="54257" y="156538"/>
                </a:lnTo>
                <a:lnTo>
                  <a:pt x="117616" y="109179"/>
                </a:lnTo>
                <a:lnTo>
                  <a:pt x="157051" y="87999"/>
                </a:lnTo>
                <a:lnTo>
                  <a:pt x="201162" y="68701"/>
                </a:lnTo>
                <a:lnTo>
                  <a:pt x="249576" y="51450"/>
                </a:lnTo>
                <a:lnTo>
                  <a:pt x="301921" y="36406"/>
                </a:lnTo>
                <a:lnTo>
                  <a:pt x="357825" y="23733"/>
                </a:lnTo>
                <a:lnTo>
                  <a:pt x="416917" y="13594"/>
                </a:lnTo>
                <a:lnTo>
                  <a:pt x="478825" y="6150"/>
                </a:lnTo>
                <a:lnTo>
                  <a:pt x="543176" y="1564"/>
                </a:lnTo>
                <a:lnTo>
                  <a:pt x="609600" y="0"/>
                </a:lnTo>
                <a:lnTo>
                  <a:pt x="676023" y="1564"/>
                </a:lnTo>
                <a:lnTo>
                  <a:pt x="740374" y="6150"/>
                </a:lnTo>
                <a:lnTo>
                  <a:pt x="802282" y="13594"/>
                </a:lnTo>
                <a:lnTo>
                  <a:pt x="861374" y="23733"/>
                </a:lnTo>
                <a:lnTo>
                  <a:pt x="917278" y="36406"/>
                </a:lnTo>
                <a:lnTo>
                  <a:pt x="969623" y="51450"/>
                </a:lnTo>
                <a:lnTo>
                  <a:pt x="1018037" y="68701"/>
                </a:lnTo>
                <a:lnTo>
                  <a:pt x="1062148" y="87999"/>
                </a:lnTo>
                <a:lnTo>
                  <a:pt x="1101583" y="109179"/>
                </a:lnTo>
                <a:lnTo>
                  <a:pt x="1135972" y="132080"/>
                </a:lnTo>
                <a:lnTo>
                  <a:pt x="1188122" y="182392"/>
                </a:lnTo>
                <a:lnTo>
                  <a:pt x="1215623" y="237635"/>
                </a:lnTo>
                <a:lnTo>
                  <a:pt x="1219200" y="266700"/>
                </a:lnTo>
                <a:lnTo>
                  <a:pt x="1215623" y="295764"/>
                </a:lnTo>
                <a:lnTo>
                  <a:pt x="1205139" y="323921"/>
                </a:lnTo>
                <a:lnTo>
                  <a:pt x="1164942" y="376861"/>
                </a:lnTo>
                <a:lnTo>
                  <a:pt x="1101583" y="424220"/>
                </a:lnTo>
                <a:lnTo>
                  <a:pt x="1062148" y="445400"/>
                </a:lnTo>
                <a:lnTo>
                  <a:pt x="1018037" y="464698"/>
                </a:lnTo>
                <a:lnTo>
                  <a:pt x="969623" y="481949"/>
                </a:lnTo>
                <a:lnTo>
                  <a:pt x="917278" y="496993"/>
                </a:lnTo>
                <a:lnTo>
                  <a:pt x="861374" y="509666"/>
                </a:lnTo>
                <a:lnTo>
                  <a:pt x="802282" y="519805"/>
                </a:lnTo>
                <a:lnTo>
                  <a:pt x="740374" y="527249"/>
                </a:lnTo>
                <a:lnTo>
                  <a:pt x="676023" y="531835"/>
                </a:lnTo>
                <a:lnTo>
                  <a:pt x="609600" y="533400"/>
                </a:lnTo>
                <a:lnTo>
                  <a:pt x="543176" y="531835"/>
                </a:lnTo>
                <a:lnTo>
                  <a:pt x="478825" y="527249"/>
                </a:lnTo>
                <a:lnTo>
                  <a:pt x="416917" y="519805"/>
                </a:lnTo>
                <a:lnTo>
                  <a:pt x="357825" y="509666"/>
                </a:lnTo>
                <a:lnTo>
                  <a:pt x="301921" y="496993"/>
                </a:lnTo>
                <a:lnTo>
                  <a:pt x="249576" y="481949"/>
                </a:lnTo>
                <a:lnTo>
                  <a:pt x="201162" y="464698"/>
                </a:lnTo>
                <a:lnTo>
                  <a:pt x="157051" y="445400"/>
                </a:lnTo>
                <a:lnTo>
                  <a:pt x="117616" y="424220"/>
                </a:lnTo>
                <a:lnTo>
                  <a:pt x="83227" y="401319"/>
                </a:lnTo>
                <a:lnTo>
                  <a:pt x="31077" y="351007"/>
                </a:lnTo>
                <a:lnTo>
                  <a:pt x="3577" y="295764"/>
                </a:lnTo>
                <a:lnTo>
                  <a:pt x="0" y="266700"/>
                </a:lnTo>
                <a:close/>
              </a:path>
            </a:pathLst>
          </a:custGeom>
          <a:ln w="12700">
            <a:solidFill>
              <a:srgbClr val="000000"/>
            </a:solidFill>
          </a:ln>
        </p:spPr>
        <p:txBody>
          <a:bodyPr wrap="square" lIns="0" tIns="0" rIns="0" bIns="0" rtlCol="0"/>
          <a:lstStyle/>
          <a:p>
            <a:endParaRPr/>
          </a:p>
        </p:txBody>
      </p:sp>
      <p:sp>
        <p:nvSpPr>
          <p:cNvPr id="4" name="object 4"/>
          <p:cNvSpPr/>
          <p:nvPr/>
        </p:nvSpPr>
        <p:spPr>
          <a:xfrm>
            <a:off x="1905000" y="4038600"/>
            <a:ext cx="838200" cy="1066800"/>
          </a:xfrm>
          <a:custGeom>
            <a:avLst/>
            <a:gdLst/>
            <a:ahLst/>
            <a:cxnLst/>
            <a:rect l="l" t="t" r="r" b="b"/>
            <a:pathLst>
              <a:path w="838200" h="1066800">
                <a:moveTo>
                  <a:pt x="0" y="0"/>
                </a:moveTo>
                <a:lnTo>
                  <a:pt x="838200" y="0"/>
                </a:lnTo>
                <a:lnTo>
                  <a:pt x="838200" y="853439"/>
                </a:lnTo>
                <a:lnTo>
                  <a:pt x="419100" y="1066800"/>
                </a:lnTo>
                <a:lnTo>
                  <a:pt x="0" y="853439"/>
                </a:lnTo>
                <a:lnTo>
                  <a:pt x="0" y="0"/>
                </a:lnTo>
                <a:close/>
              </a:path>
            </a:pathLst>
          </a:custGeom>
          <a:ln w="12700">
            <a:solidFill>
              <a:srgbClr val="000000"/>
            </a:solidFill>
          </a:ln>
        </p:spPr>
        <p:txBody>
          <a:bodyPr wrap="square" lIns="0" tIns="0" rIns="0" bIns="0" rtlCol="0"/>
          <a:lstStyle/>
          <a:p>
            <a:endParaRPr/>
          </a:p>
        </p:txBody>
      </p:sp>
      <p:sp>
        <p:nvSpPr>
          <p:cNvPr id="5" name="object 5"/>
          <p:cNvSpPr/>
          <p:nvPr/>
        </p:nvSpPr>
        <p:spPr>
          <a:xfrm>
            <a:off x="1828800" y="5676900"/>
            <a:ext cx="1066800" cy="76200"/>
          </a:xfrm>
          <a:custGeom>
            <a:avLst/>
            <a:gdLst/>
            <a:ahLst/>
            <a:cxnLst/>
            <a:rect l="l" t="t" r="r" b="b"/>
            <a:pathLst>
              <a:path w="1066800" h="76200">
                <a:moveTo>
                  <a:pt x="990600" y="0"/>
                </a:moveTo>
                <a:lnTo>
                  <a:pt x="990600" y="76200"/>
                </a:lnTo>
                <a:lnTo>
                  <a:pt x="1041400" y="50800"/>
                </a:lnTo>
                <a:lnTo>
                  <a:pt x="1003300" y="50800"/>
                </a:lnTo>
                <a:lnTo>
                  <a:pt x="1003300" y="25400"/>
                </a:lnTo>
                <a:lnTo>
                  <a:pt x="1041400" y="25400"/>
                </a:lnTo>
                <a:lnTo>
                  <a:pt x="990600" y="0"/>
                </a:lnTo>
                <a:close/>
              </a:path>
              <a:path w="1066800" h="76200">
                <a:moveTo>
                  <a:pt x="990600" y="25400"/>
                </a:moveTo>
                <a:lnTo>
                  <a:pt x="0" y="25400"/>
                </a:lnTo>
                <a:lnTo>
                  <a:pt x="0" y="50800"/>
                </a:lnTo>
                <a:lnTo>
                  <a:pt x="990600" y="50800"/>
                </a:lnTo>
                <a:lnTo>
                  <a:pt x="990600" y="25400"/>
                </a:lnTo>
                <a:close/>
              </a:path>
              <a:path w="1066800" h="76200">
                <a:moveTo>
                  <a:pt x="1041400" y="25400"/>
                </a:moveTo>
                <a:lnTo>
                  <a:pt x="1003300" y="25400"/>
                </a:lnTo>
                <a:lnTo>
                  <a:pt x="1003300" y="50800"/>
                </a:lnTo>
                <a:lnTo>
                  <a:pt x="1041400" y="50800"/>
                </a:lnTo>
                <a:lnTo>
                  <a:pt x="1066800" y="38100"/>
                </a:lnTo>
                <a:lnTo>
                  <a:pt x="1041400" y="25400"/>
                </a:lnTo>
                <a:close/>
              </a:path>
            </a:pathLst>
          </a:custGeom>
          <a:solidFill>
            <a:srgbClr val="000000"/>
          </a:solidFill>
        </p:spPr>
        <p:txBody>
          <a:bodyPr wrap="square" lIns="0" tIns="0" rIns="0" bIns="0" rtlCol="0"/>
          <a:lstStyle/>
          <a:p>
            <a:endParaRPr/>
          </a:p>
        </p:txBody>
      </p:sp>
      <p:sp>
        <p:nvSpPr>
          <p:cNvPr id="6" name="object 6"/>
          <p:cNvSpPr txBox="1"/>
          <p:nvPr/>
        </p:nvSpPr>
        <p:spPr>
          <a:xfrm>
            <a:off x="1602740" y="1"/>
            <a:ext cx="8413715" cy="6481261"/>
          </a:xfrm>
          <a:prstGeom prst="rect">
            <a:avLst/>
          </a:prstGeom>
        </p:spPr>
        <p:txBody>
          <a:bodyPr vert="horz" wrap="square" lIns="0" tIns="226060" rIns="0" bIns="0" rtlCol="0">
            <a:spAutoFit/>
          </a:bodyPr>
          <a:lstStyle/>
          <a:p>
            <a:pPr marL="355600" indent="-342900">
              <a:spcBef>
                <a:spcPts val="1780"/>
              </a:spcBef>
              <a:buFont typeface="Arial"/>
              <a:buChar char="•"/>
              <a:tabLst>
                <a:tab pos="354965" algn="l"/>
                <a:tab pos="355600" algn="l"/>
              </a:tabLst>
            </a:pPr>
            <a:r>
              <a:rPr sz="2400">
                <a:solidFill>
                  <a:srgbClr val="C00000"/>
                </a:solidFill>
                <a:latin typeface="Calibri"/>
                <a:cs typeface="Calibri"/>
              </a:rPr>
              <a:t>Common</a:t>
            </a:r>
            <a:r>
              <a:rPr sz="2400" spc="-80">
                <a:solidFill>
                  <a:srgbClr val="C00000"/>
                </a:solidFill>
                <a:latin typeface="Calibri"/>
                <a:cs typeface="Calibri"/>
              </a:rPr>
              <a:t> </a:t>
            </a:r>
            <a:r>
              <a:rPr sz="2400">
                <a:solidFill>
                  <a:srgbClr val="C00000"/>
                </a:solidFill>
                <a:latin typeface="Calibri"/>
                <a:cs typeface="Calibri"/>
              </a:rPr>
              <a:t>Flowchart</a:t>
            </a:r>
            <a:r>
              <a:rPr sz="2400" spc="-50">
                <a:solidFill>
                  <a:srgbClr val="C00000"/>
                </a:solidFill>
                <a:latin typeface="Calibri"/>
                <a:cs typeface="Calibri"/>
              </a:rPr>
              <a:t> </a:t>
            </a:r>
            <a:r>
              <a:rPr sz="2400" spc="-10">
                <a:solidFill>
                  <a:srgbClr val="C00000"/>
                </a:solidFill>
                <a:latin typeface="Calibri"/>
                <a:cs typeface="Calibri"/>
              </a:rPr>
              <a:t>Symbols:</a:t>
            </a:r>
            <a:endParaRPr sz="2400">
              <a:latin typeface="Calibri"/>
              <a:cs typeface="Calibri"/>
            </a:endParaRPr>
          </a:p>
          <a:p>
            <a:pPr marL="1536700" marR="218440">
              <a:spcBef>
                <a:spcPts val="1690"/>
              </a:spcBef>
            </a:pPr>
            <a:r>
              <a:rPr sz="2400">
                <a:latin typeface="Times New Roman"/>
                <a:cs typeface="Times New Roman"/>
              </a:rPr>
              <a:t>Predefined</a:t>
            </a:r>
            <a:r>
              <a:rPr sz="2400" spc="-30">
                <a:latin typeface="Times New Roman"/>
                <a:cs typeface="Times New Roman"/>
              </a:rPr>
              <a:t> </a:t>
            </a:r>
            <a:r>
              <a:rPr sz="2400">
                <a:latin typeface="Times New Roman"/>
                <a:cs typeface="Times New Roman"/>
              </a:rPr>
              <a:t>Process.</a:t>
            </a:r>
            <a:r>
              <a:rPr sz="2400" spc="-15">
                <a:latin typeface="Times New Roman"/>
                <a:cs typeface="Times New Roman"/>
              </a:rPr>
              <a:t> </a:t>
            </a:r>
            <a:r>
              <a:rPr sz="2400">
                <a:latin typeface="Times New Roman"/>
                <a:cs typeface="Times New Roman"/>
              </a:rPr>
              <a:t>Denotes</a:t>
            </a:r>
            <a:r>
              <a:rPr sz="2400" spc="-5">
                <a:latin typeface="Times New Roman"/>
                <a:cs typeface="Times New Roman"/>
              </a:rPr>
              <a:t> </a:t>
            </a:r>
            <a:r>
              <a:rPr sz="2400">
                <a:latin typeface="Times New Roman"/>
                <a:cs typeface="Times New Roman"/>
              </a:rPr>
              <a:t>a group</a:t>
            </a:r>
            <a:r>
              <a:rPr sz="2400" spc="-5">
                <a:latin typeface="Times New Roman"/>
                <a:cs typeface="Times New Roman"/>
              </a:rPr>
              <a:t> </a:t>
            </a:r>
            <a:r>
              <a:rPr sz="2400" spc="-25">
                <a:latin typeface="Times New Roman"/>
                <a:cs typeface="Times New Roman"/>
              </a:rPr>
              <a:t>of </a:t>
            </a:r>
            <a:r>
              <a:rPr sz="2400">
                <a:latin typeface="Times New Roman"/>
                <a:cs typeface="Times New Roman"/>
              </a:rPr>
              <a:t>previously</a:t>
            </a:r>
            <a:r>
              <a:rPr sz="2400" spc="-80">
                <a:latin typeface="Times New Roman"/>
                <a:cs typeface="Times New Roman"/>
              </a:rPr>
              <a:t> </a:t>
            </a:r>
            <a:r>
              <a:rPr sz="2400">
                <a:latin typeface="Times New Roman"/>
                <a:cs typeface="Times New Roman"/>
              </a:rPr>
              <a:t>defined</a:t>
            </a:r>
            <a:r>
              <a:rPr sz="2400" spc="-35">
                <a:latin typeface="Times New Roman"/>
                <a:cs typeface="Times New Roman"/>
              </a:rPr>
              <a:t> </a:t>
            </a:r>
            <a:r>
              <a:rPr sz="2400">
                <a:latin typeface="Times New Roman"/>
                <a:cs typeface="Times New Roman"/>
              </a:rPr>
              <a:t>statements.</a:t>
            </a:r>
            <a:r>
              <a:rPr sz="2400" spc="-65">
                <a:latin typeface="Times New Roman"/>
                <a:cs typeface="Times New Roman"/>
              </a:rPr>
              <a:t> </a:t>
            </a:r>
            <a:r>
              <a:rPr sz="2400">
                <a:latin typeface="Times New Roman"/>
                <a:cs typeface="Times New Roman"/>
              </a:rPr>
              <a:t>Ex:</a:t>
            </a:r>
            <a:r>
              <a:rPr sz="2400" spc="-20">
                <a:latin typeface="Times New Roman"/>
                <a:cs typeface="Times New Roman"/>
              </a:rPr>
              <a:t> </a:t>
            </a:r>
            <a:r>
              <a:rPr sz="2400" spc="-145">
                <a:latin typeface="Times New Roman"/>
                <a:cs typeface="Times New Roman"/>
              </a:rPr>
              <a:t>―Calculate</a:t>
            </a:r>
            <a:r>
              <a:rPr sz="2400" spc="-45">
                <a:latin typeface="Times New Roman"/>
                <a:cs typeface="Times New Roman"/>
              </a:rPr>
              <a:t> </a:t>
            </a:r>
            <a:r>
              <a:rPr sz="2400" i="1" spc="95">
                <a:latin typeface="Times New Roman"/>
                <a:cs typeface="Times New Roman"/>
              </a:rPr>
              <a:t>m</a:t>
            </a:r>
            <a:r>
              <a:rPr sz="2400" spc="95">
                <a:latin typeface="Times New Roman"/>
                <a:cs typeface="Times New Roman"/>
              </a:rPr>
              <a:t>!‖ </a:t>
            </a:r>
            <a:r>
              <a:rPr sz="2400">
                <a:latin typeface="Times New Roman"/>
                <a:cs typeface="Times New Roman"/>
              </a:rPr>
              <a:t>Program</a:t>
            </a:r>
            <a:r>
              <a:rPr sz="2400" spc="-95">
                <a:latin typeface="Times New Roman"/>
                <a:cs typeface="Times New Roman"/>
              </a:rPr>
              <a:t> </a:t>
            </a:r>
            <a:r>
              <a:rPr sz="2400">
                <a:latin typeface="Times New Roman"/>
                <a:cs typeface="Times New Roman"/>
              </a:rPr>
              <a:t>executes</a:t>
            </a:r>
            <a:r>
              <a:rPr sz="2400" spc="-95">
                <a:latin typeface="Times New Roman"/>
                <a:cs typeface="Times New Roman"/>
              </a:rPr>
              <a:t> </a:t>
            </a:r>
            <a:r>
              <a:rPr sz="2400">
                <a:latin typeface="Times New Roman"/>
                <a:cs typeface="Times New Roman"/>
              </a:rPr>
              <a:t>the</a:t>
            </a:r>
            <a:r>
              <a:rPr sz="2400" spc="-80">
                <a:latin typeface="Times New Roman"/>
                <a:cs typeface="Times New Roman"/>
              </a:rPr>
              <a:t> </a:t>
            </a:r>
            <a:r>
              <a:rPr sz="2400">
                <a:latin typeface="Times New Roman"/>
                <a:cs typeface="Times New Roman"/>
              </a:rPr>
              <a:t>necessary</a:t>
            </a:r>
            <a:r>
              <a:rPr sz="2400" spc="-90">
                <a:latin typeface="Times New Roman"/>
                <a:cs typeface="Times New Roman"/>
              </a:rPr>
              <a:t> </a:t>
            </a:r>
            <a:r>
              <a:rPr sz="2400">
                <a:latin typeface="Times New Roman"/>
                <a:cs typeface="Times New Roman"/>
              </a:rPr>
              <a:t>Commands</a:t>
            </a:r>
            <a:r>
              <a:rPr sz="2400" spc="-55">
                <a:latin typeface="Times New Roman"/>
                <a:cs typeface="Times New Roman"/>
              </a:rPr>
              <a:t> </a:t>
            </a:r>
            <a:r>
              <a:rPr sz="2400" spc="-25">
                <a:latin typeface="Times New Roman"/>
                <a:cs typeface="Times New Roman"/>
              </a:rPr>
              <a:t>to </a:t>
            </a:r>
            <a:r>
              <a:rPr sz="2400">
                <a:latin typeface="Times New Roman"/>
                <a:cs typeface="Times New Roman"/>
              </a:rPr>
              <a:t>compute</a:t>
            </a:r>
            <a:r>
              <a:rPr sz="2400" spc="-85">
                <a:latin typeface="Times New Roman"/>
                <a:cs typeface="Times New Roman"/>
              </a:rPr>
              <a:t> </a:t>
            </a:r>
            <a:r>
              <a:rPr sz="2400" i="1">
                <a:latin typeface="Times New Roman"/>
                <a:cs typeface="Times New Roman"/>
              </a:rPr>
              <a:t>m</a:t>
            </a:r>
            <a:r>
              <a:rPr sz="2400" i="1" spc="-55">
                <a:latin typeface="Times New Roman"/>
                <a:cs typeface="Times New Roman"/>
              </a:rPr>
              <a:t> </a:t>
            </a:r>
            <a:r>
              <a:rPr sz="2400" spc="-10">
                <a:latin typeface="Times New Roman"/>
                <a:cs typeface="Times New Roman"/>
              </a:rPr>
              <a:t>factoria</a:t>
            </a:r>
            <a:r>
              <a:rPr sz="2400" b="1" spc="-10">
                <a:latin typeface="Times New Roman"/>
                <a:cs typeface="Times New Roman"/>
              </a:rPr>
              <a:t>l</a:t>
            </a:r>
            <a:endParaRPr sz="2400">
              <a:latin typeface="Times New Roman"/>
              <a:cs typeface="Times New Roman"/>
            </a:endParaRPr>
          </a:p>
          <a:p>
            <a:pPr marL="1460500" marR="391795" algn="just">
              <a:spcBef>
                <a:spcPts val="1630"/>
              </a:spcBef>
            </a:pPr>
            <a:r>
              <a:rPr sz="2400">
                <a:latin typeface="Times New Roman"/>
                <a:cs typeface="Times New Roman"/>
              </a:rPr>
              <a:t>Connector.</a:t>
            </a:r>
            <a:r>
              <a:rPr sz="2400" spc="500">
                <a:latin typeface="Times New Roman"/>
                <a:cs typeface="Times New Roman"/>
              </a:rPr>
              <a:t> </a:t>
            </a:r>
            <a:r>
              <a:rPr sz="2400">
                <a:latin typeface="Times New Roman"/>
                <a:cs typeface="Times New Roman"/>
              </a:rPr>
              <a:t>Connectors</a:t>
            </a:r>
            <a:r>
              <a:rPr sz="2400" spc="-40">
                <a:latin typeface="Times New Roman"/>
                <a:cs typeface="Times New Roman"/>
              </a:rPr>
              <a:t> </a:t>
            </a:r>
            <a:r>
              <a:rPr sz="2400">
                <a:latin typeface="Times New Roman"/>
                <a:cs typeface="Times New Roman"/>
              </a:rPr>
              <a:t>avoid</a:t>
            </a:r>
            <a:r>
              <a:rPr sz="2400" spc="-50">
                <a:latin typeface="Times New Roman"/>
                <a:cs typeface="Times New Roman"/>
              </a:rPr>
              <a:t> </a:t>
            </a:r>
            <a:r>
              <a:rPr sz="2400">
                <a:latin typeface="Times New Roman"/>
                <a:cs typeface="Times New Roman"/>
              </a:rPr>
              <a:t>crossing</a:t>
            </a:r>
            <a:r>
              <a:rPr sz="2400" spc="-40">
                <a:latin typeface="Times New Roman"/>
                <a:cs typeface="Times New Roman"/>
              </a:rPr>
              <a:t> </a:t>
            </a:r>
            <a:r>
              <a:rPr sz="2400" spc="-10">
                <a:latin typeface="Times New Roman"/>
                <a:cs typeface="Times New Roman"/>
              </a:rPr>
              <a:t>flowlines, </a:t>
            </a:r>
            <a:r>
              <a:rPr sz="2400">
                <a:latin typeface="Times New Roman"/>
                <a:cs typeface="Times New Roman"/>
              </a:rPr>
              <a:t>Connectors</a:t>
            </a:r>
            <a:r>
              <a:rPr sz="2400" spc="-40">
                <a:latin typeface="Times New Roman"/>
                <a:cs typeface="Times New Roman"/>
              </a:rPr>
              <a:t> </a:t>
            </a:r>
            <a:r>
              <a:rPr sz="2400">
                <a:latin typeface="Times New Roman"/>
                <a:cs typeface="Times New Roman"/>
              </a:rPr>
              <a:t>come</a:t>
            </a:r>
            <a:r>
              <a:rPr sz="2400" spc="-5">
                <a:latin typeface="Times New Roman"/>
                <a:cs typeface="Times New Roman"/>
              </a:rPr>
              <a:t> </a:t>
            </a:r>
            <a:r>
              <a:rPr sz="2400">
                <a:latin typeface="Times New Roman"/>
                <a:cs typeface="Times New Roman"/>
              </a:rPr>
              <a:t>in</a:t>
            </a:r>
            <a:r>
              <a:rPr sz="2400" spc="-30">
                <a:latin typeface="Times New Roman"/>
                <a:cs typeface="Times New Roman"/>
              </a:rPr>
              <a:t> </a:t>
            </a:r>
            <a:r>
              <a:rPr sz="2400">
                <a:latin typeface="Times New Roman"/>
                <a:cs typeface="Times New Roman"/>
              </a:rPr>
              <a:t>pairs,</a:t>
            </a:r>
            <a:r>
              <a:rPr sz="2400" spc="-40">
                <a:latin typeface="Times New Roman"/>
                <a:cs typeface="Times New Roman"/>
              </a:rPr>
              <a:t> </a:t>
            </a:r>
            <a:r>
              <a:rPr sz="2400">
                <a:latin typeface="Times New Roman"/>
                <a:cs typeface="Times New Roman"/>
              </a:rPr>
              <a:t>one</a:t>
            </a:r>
            <a:r>
              <a:rPr sz="2400" spc="-15">
                <a:latin typeface="Times New Roman"/>
                <a:cs typeface="Times New Roman"/>
              </a:rPr>
              <a:t> </a:t>
            </a:r>
            <a:r>
              <a:rPr sz="2400">
                <a:latin typeface="Times New Roman"/>
                <a:cs typeface="Times New Roman"/>
              </a:rPr>
              <a:t>with</a:t>
            </a:r>
            <a:r>
              <a:rPr sz="2400" spc="-30">
                <a:latin typeface="Times New Roman"/>
                <a:cs typeface="Times New Roman"/>
              </a:rPr>
              <a:t> </a:t>
            </a:r>
            <a:r>
              <a:rPr sz="2400">
                <a:latin typeface="Times New Roman"/>
                <a:cs typeface="Times New Roman"/>
              </a:rPr>
              <a:t>a</a:t>
            </a:r>
            <a:r>
              <a:rPr sz="2400" spc="-15">
                <a:latin typeface="Times New Roman"/>
                <a:cs typeface="Times New Roman"/>
              </a:rPr>
              <a:t> </a:t>
            </a:r>
            <a:r>
              <a:rPr sz="2400">
                <a:latin typeface="Times New Roman"/>
                <a:cs typeface="Times New Roman"/>
              </a:rPr>
              <a:t>flowline</a:t>
            </a:r>
            <a:r>
              <a:rPr sz="2400" spc="-35">
                <a:latin typeface="Times New Roman"/>
                <a:cs typeface="Times New Roman"/>
              </a:rPr>
              <a:t> </a:t>
            </a:r>
            <a:r>
              <a:rPr sz="2400" spc="-25">
                <a:latin typeface="Times New Roman"/>
                <a:cs typeface="Times New Roman"/>
              </a:rPr>
              <a:t>in </a:t>
            </a:r>
            <a:r>
              <a:rPr sz="2400">
                <a:latin typeface="Times New Roman"/>
                <a:cs typeface="Times New Roman"/>
              </a:rPr>
              <a:t>and</a:t>
            </a:r>
            <a:r>
              <a:rPr sz="2400" spc="-15">
                <a:latin typeface="Times New Roman"/>
                <a:cs typeface="Times New Roman"/>
              </a:rPr>
              <a:t> </a:t>
            </a:r>
            <a:r>
              <a:rPr sz="2400">
                <a:latin typeface="Times New Roman"/>
                <a:cs typeface="Times New Roman"/>
              </a:rPr>
              <a:t>the</a:t>
            </a:r>
            <a:r>
              <a:rPr sz="2400" spc="-20">
                <a:latin typeface="Times New Roman"/>
                <a:cs typeface="Times New Roman"/>
              </a:rPr>
              <a:t> </a:t>
            </a:r>
            <a:r>
              <a:rPr sz="2400">
                <a:latin typeface="Times New Roman"/>
                <a:cs typeface="Times New Roman"/>
              </a:rPr>
              <a:t>other</a:t>
            </a:r>
            <a:r>
              <a:rPr sz="2400" spc="-5">
                <a:latin typeface="Times New Roman"/>
                <a:cs typeface="Times New Roman"/>
              </a:rPr>
              <a:t> </a:t>
            </a:r>
            <a:r>
              <a:rPr sz="2400">
                <a:latin typeface="Times New Roman"/>
                <a:cs typeface="Times New Roman"/>
              </a:rPr>
              <a:t>with</a:t>
            </a:r>
            <a:r>
              <a:rPr sz="2400" spc="-10">
                <a:latin typeface="Times New Roman"/>
                <a:cs typeface="Times New Roman"/>
              </a:rPr>
              <a:t> </a:t>
            </a:r>
            <a:r>
              <a:rPr sz="2400">
                <a:latin typeface="Times New Roman"/>
                <a:cs typeface="Times New Roman"/>
              </a:rPr>
              <a:t>a</a:t>
            </a:r>
            <a:r>
              <a:rPr sz="2400" spc="-10">
                <a:latin typeface="Times New Roman"/>
                <a:cs typeface="Times New Roman"/>
              </a:rPr>
              <a:t> </a:t>
            </a:r>
            <a:r>
              <a:rPr sz="2400">
                <a:latin typeface="Times New Roman"/>
                <a:cs typeface="Times New Roman"/>
              </a:rPr>
              <a:t>flowline</a:t>
            </a:r>
            <a:r>
              <a:rPr sz="2400" spc="-5">
                <a:latin typeface="Times New Roman"/>
                <a:cs typeface="Times New Roman"/>
              </a:rPr>
              <a:t> </a:t>
            </a:r>
            <a:r>
              <a:rPr sz="2400" spc="-20">
                <a:latin typeface="Times New Roman"/>
                <a:cs typeface="Times New Roman"/>
              </a:rPr>
              <a:t>out.</a:t>
            </a:r>
            <a:endParaRPr sz="2400">
              <a:latin typeface="Times New Roman"/>
              <a:cs typeface="Times New Roman"/>
            </a:endParaRPr>
          </a:p>
          <a:p>
            <a:pPr>
              <a:lnSpc>
                <a:spcPct val="100000"/>
              </a:lnSpc>
            </a:pPr>
            <a:endParaRPr sz="2600">
              <a:latin typeface="Times New Roman"/>
              <a:cs typeface="Times New Roman"/>
            </a:endParaRPr>
          </a:p>
          <a:p>
            <a:pPr>
              <a:lnSpc>
                <a:spcPct val="100000"/>
              </a:lnSpc>
            </a:pPr>
            <a:endParaRPr sz="2250">
              <a:latin typeface="Times New Roman"/>
              <a:cs typeface="Times New Roman"/>
            </a:endParaRPr>
          </a:p>
          <a:p>
            <a:pPr marL="1765300" marR="640715">
              <a:spcBef>
                <a:spcPts val="5"/>
              </a:spcBef>
            </a:pPr>
            <a:r>
              <a:rPr sz="2400">
                <a:latin typeface="Times New Roman"/>
                <a:cs typeface="Times New Roman"/>
              </a:rPr>
              <a:t>Off</a:t>
            </a:r>
            <a:r>
              <a:rPr sz="2400" spc="-70">
                <a:latin typeface="Times New Roman"/>
                <a:cs typeface="Times New Roman"/>
              </a:rPr>
              <a:t> </a:t>
            </a:r>
            <a:r>
              <a:rPr sz="2400">
                <a:latin typeface="Times New Roman"/>
                <a:cs typeface="Times New Roman"/>
              </a:rPr>
              <a:t>Page</a:t>
            </a:r>
            <a:r>
              <a:rPr sz="2400" spc="-70">
                <a:latin typeface="Times New Roman"/>
                <a:cs typeface="Times New Roman"/>
              </a:rPr>
              <a:t> </a:t>
            </a:r>
            <a:r>
              <a:rPr sz="2400">
                <a:latin typeface="Times New Roman"/>
                <a:cs typeface="Times New Roman"/>
              </a:rPr>
              <a:t>Connector:</a:t>
            </a:r>
            <a:r>
              <a:rPr sz="2400" spc="-85">
                <a:latin typeface="Times New Roman"/>
                <a:cs typeface="Times New Roman"/>
              </a:rPr>
              <a:t> </a:t>
            </a:r>
            <a:r>
              <a:rPr sz="2400">
                <a:latin typeface="Times New Roman"/>
                <a:cs typeface="Times New Roman"/>
              </a:rPr>
              <a:t>Come</a:t>
            </a:r>
            <a:r>
              <a:rPr sz="2400" spc="-55">
                <a:latin typeface="Times New Roman"/>
                <a:cs typeface="Times New Roman"/>
              </a:rPr>
              <a:t> </a:t>
            </a:r>
            <a:r>
              <a:rPr sz="2400">
                <a:latin typeface="Times New Roman"/>
                <a:cs typeface="Times New Roman"/>
              </a:rPr>
              <a:t>in</a:t>
            </a:r>
            <a:r>
              <a:rPr sz="2400" spc="-85">
                <a:latin typeface="Times New Roman"/>
                <a:cs typeface="Times New Roman"/>
              </a:rPr>
              <a:t> </a:t>
            </a:r>
            <a:r>
              <a:rPr sz="2400">
                <a:latin typeface="Times New Roman"/>
                <a:cs typeface="Times New Roman"/>
              </a:rPr>
              <a:t>Pairs,</a:t>
            </a:r>
            <a:r>
              <a:rPr sz="2400" spc="-75">
                <a:latin typeface="Times New Roman"/>
                <a:cs typeface="Times New Roman"/>
              </a:rPr>
              <a:t> </a:t>
            </a:r>
            <a:r>
              <a:rPr sz="2400" spc="-10">
                <a:latin typeface="Times New Roman"/>
                <a:cs typeface="Times New Roman"/>
              </a:rPr>
              <a:t>Extends </a:t>
            </a:r>
            <a:r>
              <a:rPr sz="2400">
                <a:latin typeface="Times New Roman"/>
                <a:cs typeface="Times New Roman"/>
              </a:rPr>
              <a:t>Flow</a:t>
            </a:r>
            <a:r>
              <a:rPr sz="2400" spc="-30">
                <a:latin typeface="Times New Roman"/>
                <a:cs typeface="Times New Roman"/>
              </a:rPr>
              <a:t> </a:t>
            </a:r>
            <a:r>
              <a:rPr sz="2400">
                <a:latin typeface="Times New Roman"/>
                <a:cs typeface="Times New Roman"/>
              </a:rPr>
              <a:t>charts</a:t>
            </a:r>
            <a:r>
              <a:rPr sz="2400" spc="-10">
                <a:latin typeface="Times New Roman"/>
                <a:cs typeface="Times New Roman"/>
              </a:rPr>
              <a:t> </a:t>
            </a:r>
            <a:r>
              <a:rPr sz="2400">
                <a:latin typeface="Times New Roman"/>
                <a:cs typeface="Times New Roman"/>
              </a:rPr>
              <a:t>to</a:t>
            </a:r>
            <a:r>
              <a:rPr sz="2400" spc="-25">
                <a:latin typeface="Times New Roman"/>
                <a:cs typeface="Times New Roman"/>
              </a:rPr>
              <a:t> </a:t>
            </a:r>
            <a:r>
              <a:rPr sz="2400">
                <a:latin typeface="Times New Roman"/>
                <a:cs typeface="Times New Roman"/>
              </a:rPr>
              <a:t>more</a:t>
            </a:r>
            <a:r>
              <a:rPr sz="2400" spc="-10">
                <a:latin typeface="Times New Roman"/>
                <a:cs typeface="Times New Roman"/>
              </a:rPr>
              <a:t> </a:t>
            </a:r>
            <a:r>
              <a:rPr sz="2400">
                <a:latin typeface="Times New Roman"/>
                <a:cs typeface="Times New Roman"/>
              </a:rPr>
              <a:t>than</a:t>
            </a:r>
            <a:r>
              <a:rPr sz="2400" spc="-20">
                <a:latin typeface="Times New Roman"/>
                <a:cs typeface="Times New Roman"/>
              </a:rPr>
              <a:t> </a:t>
            </a:r>
            <a:r>
              <a:rPr sz="2400">
                <a:latin typeface="Times New Roman"/>
                <a:cs typeface="Times New Roman"/>
              </a:rPr>
              <a:t>a</a:t>
            </a:r>
            <a:r>
              <a:rPr sz="2400" spc="-25">
                <a:latin typeface="Times New Roman"/>
                <a:cs typeface="Times New Roman"/>
              </a:rPr>
              <a:t> </a:t>
            </a:r>
            <a:r>
              <a:rPr sz="2400" spc="-20">
                <a:latin typeface="Times New Roman"/>
                <a:cs typeface="Times New Roman"/>
              </a:rPr>
              <a:t>page</a:t>
            </a:r>
            <a:endParaRPr sz="2400">
              <a:latin typeface="Times New Roman"/>
              <a:cs typeface="Times New Roman"/>
            </a:endParaRPr>
          </a:p>
          <a:p>
            <a:pPr marL="1536700" marR="5080">
              <a:spcBef>
                <a:spcPts val="2170"/>
              </a:spcBef>
              <a:tabLst>
                <a:tab pos="2846070" algn="l"/>
              </a:tabLst>
            </a:pPr>
            <a:r>
              <a:rPr sz="2400" spc="-10">
                <a:latin typeface="Times New Roman"/>
                <a:cs typeface="Times New Roman"/>
              </a:rPr>
              <a:t>Flowline.</a:t>
            </a:r>
            <a:r>
              <a:rPr sz="2400">
                <a:latin typeface="Times New Roman"/>
                <a:cs typeface="Times New Roman"/>
              </a:rPr>
              <a:t>	Flowlines</a:t>
            </a:r>
            <a:r>
              <a:rPr sz="2400" spc="-30">
                <a:latin typeface="Times New Roman"/>
                <a:cs typeface="Times New Roman"/>
              </a:rPr>
              <a:t> </a:t>
            </a:r>
            <a:r>
              <a:rPr sz="2400">
                <a:latin typeface="Times New Roman"/>
                <a:cs typeface="Times New Roman"/>
              </a:rPr>
              <a:t>connect</a:t>
            </a:r>
            <a:r>
              <a:rPr sz="2400" spc="-40">
                <a:latin typeface="Times New Roman"/>
                <a:cs typeface="Times New Roman"/>
              </a:rPr>
              <a:t> </a:t>
            </a:r>
            <a:r>
              <a:rPr sz="2400">
                <a:latin typeface="Times New Roman"/>
                <a:cs typeface="Times New Roman"/>
              </a:rPr>
              <a:t>the</a:t>
            </a:r>
            <a:r>
              <a:rPr sz="2400" spc="-30">
                <a:latin typeface="Times New Roman"/>
                <a:cs typeface="Times New Roman"/>
              </a:rPr>
              <a:t> </a:t>
            </a:r>
            <a:r>
              <a:rPr sz="2400">
                <a:latin typeface="Times New Roman"/>
                <a:cs typeface="Times New Roman"/>
              </a:rPr>
              <a:t>flowchart</a:t>
            </a:r>
            <a:r>
              <a:rPr sz="2400" spc="-35">
                <a:latin typeface="Times New Roman"/>
                <a:cs typeface="Times New Roman"/>
              </a:rPr>
              <a:t> </a:t>
            </a:r>
            <a:r>
              <a:rPr sz="2400" spc="-10">
                <a:latin typeface="Times New Roman"/>
                <a:cs typeface="Times New Roman"/>
              </a:rPr>
              <a:t>symbols </a:t>
            </a:r>
            <a:r>
              <a:rPr sz="2400">
                <a:latin typeface="Times New Roman"/>
                <a:cs typeface="Times New Roman"/>
              </a:rPr>
              <a:t>and</a:t>
            </a:r>
            <a:r>
              <a:rPr sz="2400" spc="-20">
                <a:latin typeface="Times New Roman"/>
                <a:cs typeface="Times New Roman"/>
              </a:rPr>
              <a:t> </a:t>
            </a:r>
            <a:r>
              <a:rPr sz="2400">
                <a:latin typeface="Times New Roman"/>
                <a:cs typeface="Times New Roman"/>
              </a:rPr>
              <a:t>show</a:t>
            </a:r>
            <a:r>
              <a:rPr sz="2400" spc="-5">
                <a:latin typeface="Times New Roman"/>
                <a:cs typeface="Times New Roman"/>
              </a:rPr>
              <a:t> </a:t>
            </a:r>
            <a:r>
              <a:rPr sz="2400">
                <a:latin typeface="Times New Roman"/>
                <a:cs typeface="Times New Roman"/>
              </a:rPr>
              <a:t>the</a:t>
            </a:r>
            <a:r>
              <a:rPr sz="2400" spc="-10">
                <a:latin typeface="Times New Roman"/>
                <a:cs typeface="Times New Roman"/>
              </a:rPr>
              <a:t> </a:t>
            </a:r>
            <a:r>
              <a:rPr sz="2400">
                <a:latin typeface="Times New Roman"/>
                <a:cs typeface="Times New Roman"/>
              </a:rPr>
              <a:t>sequence</a:t>
            </a:r>
            <a:r>
              <a:rPr sz="2400" spc="-10">
                <a:latin typeface="Times New Roman"/>
                <a:cs typeface="Times New Roman"/>
              </a:rPr>
              <a:t> </a:t>
            </a:r>
            <a:r>
              <a:rPr sz="2400">
                <a:latin typeface="Times New Roman"/>
                <a:cs typeface="Times New Roman"/>
              </a:rPr>
              <a:t>of</a:t>
            </a:r>
            <a:r>
              <a:rPr sz="2400" spc="-15">
                <a:latin typeface="Times New Roman"/>
                <a:cs typeface="Times New Roman"/>
              </a:rPr>
              <a:t> </a:t>
            </a:r>
            <a:r>
              <a:rPr sz="2400">
                <a:latin typeface="Times New Roman"/>
                <a:cs typeface="Times New Roman"/>
              </a:rPr>
              <a:t>operations</a:t>
            </a:r>
            <a:r>
              <a:rPr sz="2400" spc="-30">
                <a:latin typeface="Times New Roman"/>
                <a:cs typeface="Times New Roman"/>
              </a:rPr>
              <a:t> </a:t>
            </a:r>
            <a:r>
              <a:rPr sz="2400">
                <a:latin typeface="Times New Roman"/>
                <a:cs typeface="Times New Roman"/>
              </a:rPr>
              <a:t>during</a:t>
            </a:r>
            <a:r>
              <a:rPr sz="2400" spc="-20">
                <a:latin typeface="Times New Roman"/>
                <a:cs typeface="Times New Roman"/>
              </a:rPr>
              <a:t> </a:t>
            </a:r>
            <a:r>
              <a:rPr sz="2400" spc="-25">
                <a:latin typeface="Times New Roman"/>
                <a:cs typeface="Times New Roman"/>
              </a:rPr>
              <a:t>the </a:t>
            </a:r>
            <a:r>
              <a:rPr sz="2400">
                <a:latin typeface="Times New Roman"/>
                <a:cs typeface="Times New Roman"/>
              </a:rPr>
              <a:t>program</a:t>
            </a:r>
            <a:r>
              <a:rPr sz="2400" spc="-25">
                <a:latin typeface="Times New Roman"/>
                <a:cs typeface="Times New Roman"/>
              </a:rPr>
              <a:t> </a:t>
            </a:r>
            <a:r>
              <a:rPr sz="2400" spc="-10">
                <a:latin typeface="Times New Roman"/>
                <a:cs typeface="Times New Roman"/>
              </a:rPr>
              <a:t>execution.</a:t>
            </a:r>
            <a:endParaRPr sz="2400">
              <a:latin typeface="Times New Roman"/>
              <a:cs typeface="Times New Roman"/>
            </a:endParaRPr>
          </a:p>
        </p:txBody>
      </p:sp>
    </p:spTree>
    <p:extLst>
      <p:ext uri="{BB962C8B-B14F-4D97-AF65-F5344CB8AC3E}">
        <p14:creationId xmlns:p14="http://schemas.microsoft.com/office/powerpoint/2010/main" val="9581319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48605" y="22352"/>
            <a:ext cx="1581150" cy="513715"/>
          </a:xfrm>
          <a:prstGeom prst="rect">
            <a:avLst/>
          </a:prstGeom>
        </p:spPr>
        <p:txBody>
          <a:bodyPr vert="horz" wrap="square" lIns="0" tIns="12700" rIns="0" bIns="0" rtlCol="0" anchor="ctr">
            <a:spAutoFit/>
          </a:bodyPr>
          <a:lstStyle/>
          <a:p>
            <a:pPr marL="12700">
              <a:lnSpc>
                <a:spcPct val="100000"/>
              </a:lnSpc>
              <a:spcBef>
                <a:spcPts val="100"/>
              </a:spcBef>
            </a:pPr>
            <a:r>
              <a:rPr sz="3200" spc="-10">
                <a:latin typeface="Calibri"/>
                <a:cs typeface="Calibri"/>
              </a:rPr>
              <a:t>Examples</a:t>
            </a:r>
            <a:endParaRPr sz="3200">
              <a:latin typeface="Calibri"/>
              <a:cs typeface="Calibri"/>
            </a:endParaRPr>
          </a:p>
        </p:txBody>
      </p:sp>
      <p:sp>
        <p:nvSpPr>
          <p:cNvPr id="3" name="object 3"/>
          <p:cNvSpPr txBox="1"/>
          <p:nvPr/>
        </p:nvSpPr>
        <p:spPr>
          <a:xfrm>
            <a:off x="1602739" y="787654"/>
            <a:ext cx="5878830" cy="6034344"/>
          </a:xfrm>
          <a:prstGeom prst="rect">
            <a:avLst/>
          </a:prstGeom>
        </p:spPr>
        <p:txBody>
          <a:bodyPr vert="horz" wrap="square" lIns="0" tIns="85725" rIns="0" bIns="0" rtlCol="0">
            <a:spAutoFit/>
          </a:bodyPr>
          <a:lstStyle/>
          <a:p>
            <a:pPr marL="355600" indent="-342900">
              <a:spcBef>
                <a:spcPts val="675"/>
              </a:spcBef>
              <a:buChar char="•"/>
              <a:tabLst>
                <a:tab pos="354965" algn="l"/>
                <a:tab pos="355600" algn="l"/>
              </a:tabLst>
            </a:pPr>
            <a:r>
              <a:rPr sz="2400">
                <a:latin typeface="Times New Roman"/>
                <a:cs typeface="Times New Roman"/>
              </a:rPr>
              <a:t>Example</a:t>
            </a:r>
            <a:r>
              <a:rPr sz="2400" spc="-30">
                <a:latin typeface="Times New Roman"/>
                <a:cs typeface="Times New Roman"/>
              </a:rPr>
              <a:t> </a:t>
            </a:r>
            <a:r>
              <a:rPr sz="2400">
                <a:latin typeface="Times New Roman"/>
                <a:cs typeface="Times New Roman"/>
              </a:rPr>
              <a:t>1:</a:t>
            </a:r>
            <a:r>
              <a:rPr sz="2400" spc="-5">
                <a:latin typeface="Times New Roman"/>
                <a:cs typeface="Times New Roman"/>
              </a:rPr>
              <a:t> </a:t>
            </a:r>
            <a:r>
              <a:rPr sz="2400">
                <a:latin typeface="Times New Roman"/>
                <a:cs typeface="Times New Roman"/>
              </a:rPr>
              <a:t>Finding</a:t>
            </a:r>
            <a:r>
              <a:rPr sz="2400" spc="-35">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sum</a:t>
            </a:r>
            <a:r>
              <a:rPr sz="2400" spc="-10">
                <a:latin typeface="Times New Roman"/>
                <a:cs typeface="Times New Roman"/>
              </a:rPr>
              <a:t> </a:t>
            </a:r>
            <a:r>
              <a:rPr sz="2400">
                <a:latin typeface="Times New Roman"/>
                <a:cs typeface="Times New Roman"/>
              </a:rPr>
              <a:t>of</a:t>
            </a:r>
            <a:r>
              <a:rPr sz="2400" spc="-15">
                <a:latin typeface="Times New Roman"/>
                <a:cs typeface="Times New Roman"/>
              </a:rPr>
              <a:t> </a:t>
            </a:r>
            <a:r>
              <a:rPr sz="2400">
                <a:latin typeface="Times New Roman"/>
                <a:cs typeface="Times New Roman"/>
              </a:rPr>
              <a:t>two</a:t>
            </a:r>
            <a:r>
              <a:rPr sz="2400" spc="-10">
                <a:latin typeface="Times New Roman"/>
                <a:cs typeface="Times New Roman"/>
              </a:rPr>
              <a:t> numbers.</a:t>
            </a:r>
            <a:endParaRPr sz="2400">
              <a:latin typeface="Times New Roman"/>
              <a:cs typeface="Times New Roman"/>
            </a:endParaRPr>
          </a:p>
          <a:p>
            <a:pPr marL="355600" indent="-342900">
              <a:spcBef>
                <a:spcPts val="575"/>
              </a:spcBef>
              <a:buChar char="•"/>
              <a:tabLst>
                <a:tab pos="354965" algn="l"/>
                <a:tab pos="355600" algn="l"/>
              </a:tabLst>
            </a:pPr>
            <a:r>
              <a:rPr sz="2400">
                <a:latin typeface="Times New Roman"/>
                <a:cs typeface="Times New Roman"/>
              </a:rPr>
              <a:t>–</a:t>
            </a:r>
            <a:r>
              <a:rPr sz="2400" spc="-60">
                <a:latin typeface="Times New Roman"/>
                <a:cs typeface="Times New Roman"/>
              </a:rPr>
              <a:t> </a:t>
            </a:r>
            <a:r>
              <a:rPr sz="2400" spc="-10">
                <a:latin typeface="Times New Roman"/>
                <a:cs typeface="Times New Roman"/>
              </a:rPr>
              <a:t>Variables:</a:t>
            </a:r>
            <a:endParaRPr sz="2400">
              <a:latin typeface="Times New Roman"/>
              <a:cs typeface="Times New Roman"/>
            </a:endParaRPr>
          </a:p>
          <a:p>
            <a:pPr marL="756285" lvl="1" indent="-287020">
              <a:spcBef>
                <a:spcPts val="655"/>
              </a:spcBef>
              <a:buFont typeface="Arial"/>
              <a:buChar char="–"/>
              <a:tabLst>
                <a:tab pos="756920" algn="l"/>
              </a:tabLst>
            </a:pPr>
            <a:r>
              <a:rPr sz="2800" spc="-10">
                <a:latin typeface="Times New Roman"/>
                <a:cs typeface="Times New Roman"/>
              </a:rPr>
              <a:t>•</a:t>
            </a:r>
            <a:r>
              <a:rPr sz="2800" spc="-170">
                <a:latin typeface="Times New Roman"/>
                <a:cs typeface="Times New Roman"/>
              </a:rPr>
              <a:t> </a:t>
            </a:r>
            <a:r>
              <a:rPr sz="2800">
                <a:latin typeface="Times New Roman"/>
                <a:cs typeface="Times New Roman"/>
              </a:rPr>
              <a:t>A:</a:t>
            </a:r>
            <a:r>
              <a:rPr sz="2800" spc="-70">
                <a:latin typeface="Times New Roman"/>
                <a:cs typeface="Times New Roman"/>
              </a:rPr>
              <a:t> </a:t>
            </a:r>
            <a:r>
              <a:rPr sz="2800">
                <a:latin typeface="Times New Roman"/>
                <a:cs typeface="Times New Roman"/>
              </a:rPr>
              <a:t>First</a:t>
            </a:r>
            <a:r>
              <a:rPr sz="2800" spc="-35">
                <a:latin typeface="Times New Roman"/>
                <a:cs typeface="Times New Roman"/>
              </a:rPr>
              <a:t> </a:t>
            </a:r>
            <a:r>
              <a:rPr sz="2800" spc="-10">
                <a:latin typeface="Times New Roman"/>
                <a:cs typeface="Times New Roman"/>
              </a:rPr>
              <a:t>Number</a:t>
            </a:r>
            <a:endParaRPr sz="2800">
              <a:latin typeface="Times New Roman"/>
              <a:cs typeface="Times New Roman"/>
            </a:endParaRPr>
          </a:p>
          <a:p>
            <a:pPr marL="756285" lvl="1" indent="-287020">
              <a:spcBef>
                <a:spcPts val="675"/>
              </a:spcBef>
              <a:buFont typeface="Arial"/>
              <a:buChar char="–"/>
              <a:tabLst>
                <a:tab pos="756920" algn="l"/>
              </a:tabLst>
            </a:pPr>
            <a:r>
              <a:rPr sz="2800">
                <a:latin typeface="Times New Roman"/>
                <a:cs typeface="Times New Roman"/>
              </a:rPr>
              <a:t>•</a:t>
            </a:r>
            <a:r>
              <a:rPr sz="2800" spc="-70">
                <a:latin typeface="Times New Roman"/>
                <a:cs typeface="Times New Roman"/>
              </a:rPr>
              <a:t> </a:t>
            </a:r>
            <a:r>
              <a:rPr sz="2800">
                <a:latin typeface="Times New Roman"/>
                <a:cs typeface="Times New Roman"/>
              </a:rPr>
              <a:t>B:</a:t>
            </a:r>
            <a:r>
              <a:rPr sz="2800" spc="-50">
                <a:latin typeface="Times New Roman"/>
                <a:cs typeface="Times New Roman"/>
              </a:rPr>
              <a:t> </a:t>
            </a:r>
            <a:r>
              <a:rPr sz="2800">
                <a:latin typeface="Times New Roman"/>
                <a:cs typeface="Times New Roman"/>
              </a:rPr>
              <a:t>Second</a:t>
            </a:r>
            <a:r>
              <a:rPr sz="2800" spc="-50">
                <a:latin typeface="Times New Roman"/>
                <a:cs typeface="Times New Roman"/>
              </a:rPr>
              <a:t> </a:t>
            </a:r>
            <a:r>
              <a:rPr sz="2800" spc="-10">
                <a:latin typeface="Times New Roman"/>
                <a:cs typeface="Times New Roman"/>
              </a:rPr>
              <a:t>Number</a:t>
            </a:r>
            <a:endParaRPr sz="2800">
              <a:latin typeface="Times New Roman"/>
              <a:cs typeface="Times New Roman"/>
            </a:endParaRPr>
          </a:p>
          <a:p>
            <a:pPr marL="756285" lvl="1" indent="-287020">
              <a:spcBef>
                <a:spcPts val="675"/>
              </a:spcBef>
              <a:buFont typeface="Arial"/>
              <a:buChar char="–"/>
              <a:tabLst>
                <a:tab pos="756920" algn="l"/>
              </a:tabLst>
            </a:pPr>
            <a:r>
              <a:rPr sz="2800">
                <a:latin typeface="Times New Roman"/>
                <a:cs typeface="Times New Roman"/>
              </a:rPr>
              <a:t>•</a:t>
            </a:r>
            <a:r>
              <a:rPr sz="2800" spc="-55">
                <a:latin typeface="Times New Roman"/>
                <a:cs typeface="Times New Roman"/>
              </a:rPr>
              <a:t> </a:t>
            </a:r>
            <a:r>
              <a:rPr sz="2800">
                <a:latin typeface="Times New Roman"/>
                <a:cs typeface="Times New Roman"/>
              </a:rPr>
              <a:t>C:</a:t>
            </a:r>
            <a:r>
              <a:rPr sz="2800" spc="-35">
                <a:latin typeface="Times New Roman"/>
                <a:cs typeface="Times New Roman"/>
              </a:rPr>
              <a:t> </a:t>
            </a:r>
            <a:r>
              <a:rPr sz="2800">
                <a:latin typeface="Times New Roman"/>
                <a:cs typeface="Times New Roman"/>
              </a:rPr>
              <a:t>Sum</a:t>
            </a:r>
            <a:r>
              <a:rPr sz="2800" spc="-40">
                <a:latin typeface="Times New Roman"/>
                <a:cs typeface="Times New Roman"/>
              </a:rPr>
              <a:t> </a:t>
            </a:r>
            <a:r>
              <a:rPr sz="2800" spc="-10">
                <a:latin typeface="Times New Roman"/>
                <a:cs typeface="Times New Roman"/>
              </a:rPr>
              <a:t>(A+B)</a:t>
            </a:r>
            <a:endParaRPr sz="2800">
              <a:latin typeface="Times New Roman"/>
              <a:cs typeface="Times New Roman"/>
            </a:endParaRPr>
          </a:p>
          <a:p>
            <a:pPr marL="355600" indent="-342900">
              <a:spcBef>
                <a:spcPts val="590"/>
              </a:spcBef>
              <a:buChar char="•"/>
              <a:tabLst>
                <a:tab pos="354965" algn="l"/>
                <a:tab pos="355600" algn="l"/>
              </a:tabLst>
            </a:pPr>
            <a:r>
              <a:rPr sz="2400">
                <a:latin typeface="Times New Roman"/>
                <a:cs typeface="Times New Roman"/>
              </a:rPr>
              <a:t>–</a:t>
            </a:r>
            <a:r>
              <a:rPr sz="2400" spc="-145">
                <a:latin typeface="Times New Roman"/>
                <a:cs typeface="Times New Roman"/>
              </a:rPr>
              <a:t> </a:t>
            </a:r>
            <a:r>
              <a:rPr sz="2400" spc="-10">
                <a:latin typeface="Times New Roman"/>
                <a:cs typeface="Times New Roman"/>
              </a:rPr>
              <a:t>Algorithm:</a:t>
            </a:r>
            <a:endParaRPr sz="2400">
              <a:latin typeface="Times New Roman"/>
              <a:cs typeface="Times New Roman"/>
            </a:endParaRPr>
          </a:p>
          <a:p>
            <a:pPr marL="756285" lvl="1" indent="-287020">
              <a:spcBef>
                <a:spcPts val="660"/>
              </a:spcBef>
              <a:buFont typeface="Arial"/>
              <a:buChar char="–"/>
              <a:tabLst>
                <a:tab pos="756920" algn="l"/>
              </a:tabLst>
            </a:pPr>
            <a:r>
              <a:rPr sz="2800">
                <a:latin typeface="Times New Roman"/>
                <a:cs typeface="Times New Roman"/>
              </a:rPr>
              <a:t>•</a:t>
            </a:r>
            <a:r>
              <a:rPr sz="2800" spc="-45">
                <a:latin typeface="Times New Roman"/>
                <a:cs typeface="Times New Roman"/>
              </a:rPr>
              <a:t> </a:t>
            </a:r>
            <a:r>
              <a:rPr sz="2800">
                <a:latin typeface="Times New Roman"/>
                <a:cs typeface="Times New Roman"/>
              </a:rPr>
              <a:t>Step</a:t>
            </a:r>
            <a:r>
              <a:rPr sz="2800" spc="-40">
                <a:latin typeface="Times New Roman"/>
                <a:cs typeface="Times New Roman"/>
              </a:rPr>
              <a:t> </a:t>
            </a:r>
            <a:r>
              <a:rPr sz="2800">
                <a:latin typeface="Times New Roman"/>
                <a:cs typeface="Times New Roman"/>
              </a:rPr>
              <a:t>1</a:t>
            </a:r>
            <a:r>
              <a:rPr sz="2800" spc="-20">
                <a:latin typeface="Times New Roman"/>
                <a:cs typeface="Times New Roman"/>
              </a:rPr>
              <a:t> </a:t>
            </a:r>
            <a:r>
              <a:rPr sz="2800">
                <a:latin typeface="Times New Roman"/>
                <a:cs typeface="Times New Roman"/>
              </a:rPr>
              <a:t>–</a:t>
            </a:r>
            <a:r>
              <a:rPr sz="2800" spc="-25">
                <a:latin typeface="Times New Roman"/>
                <a:cs typeface="Times New Roman"/>
              </a:rPr>
              <a:t> </a:t>
            </a:r>
            <a:r>
              <a:rPr sz="2800" spc="-10">
                <a:latin typeface="Times New Roman"/>
                <a:cs typeface="Times New Roman"/>
              </a:rPr>
              <a:t>Start</a:t>
            </a:r>
            <a:endParaRPr sz="2800">
              <a:latin typeface="Times New Roman"/>
              <a:cs typeface="Times New Roman"/>
            </a:endParaRPr>
          </a:p>
          <a:p>
            <a:pPr marL="756285" lvl="1" indent="-287020">
              <a:spcBef>
                <a:spcPts val="670"/>
              </a:spcBef>
              <a:buFont typeface="Arial"/>
              <a:buChar char="–"/>
              <a:tabLst>
                <a:tab pos="756920" algn="l"/>
              </a:tabLst>
            </a:pPr>
            <a:r>
              <a:rPr sz="2800">
                <a:latin typeface="Times New Roman"/>
                <a:cs typeface="Times New Roman"/>
              </a:rPr>
              <a:t>•</a:t>
            </a:r>
            <a:r>
              <a:rPr sz="2800" spc="-55">
                <a:latin typeface="Times New Roman"/>
                <a:cs typeface="Times New Roman"/>
              </a:rPr>
              <a:t> </a:t>
            </a:r>
            <a:r>
              <a:rPr sz="2800">
                <a:latin typeface="Times New Roman"/>
                <a:cs typeface="Times New Roman"/>
              </a:rPr>
              <a:t>Step</a:t>
            </a:r>
            <a:r>
              <a:rPr sz="2800" spc="-30">
                <a:latin typeface="Times New Roman"/>
                <a:cs typeface="Times New Roman"/>
              </a:rPr>
              <a:t> </a:t>
            </a:r>
            <a:r>
              <a:rPr sz="2800">
                <a:latin typeface="Times New Roman"/>
                <a:cs typeface="Times New Roman"/>
              </a:rPr>
              <a:t>2</a:t>
            </a:r>
            <a:r>
              <a:rPr sz="2800" spc="-15">
                <a:latin typeface="Times New Roman"/>
                <a:cs typeface="Times New Roman"/>
              </a:rPr>
              <a:t> </a:t>
            </a:r>
            <a:r>
              <a:rPr sz="2800">
                <a:latin typeface="Times New Roman"/>
                <a:cs typeface="Times New Roman"/>
              </a:rPr>
              <a:t>–</a:t>
            </a:r>
            <a:r>
              <a:rPr sz="2800" spc="-20">
                <a:latin typeface="Times New Roman"/>
                <a:cs typeface="Times New Roman"/>
              </a:rPr>
              <a:t> </a:t>
            </a:r>
            <a:r>
              <a:rPr sz="2800" spc="-10">
                <a:latin typeface="Times New Roman"/>
                <a:cs typeface="Times New Roman"/>
              </a:rPr>
              <a:t>Input</a:t>
            </a:r>
            <a:r>
              <a:rPr sz="2800" spc="-165">
                <a:latin typeface="Times New Roman"/>
                <a:cs typeface="Times New Roman"/>
              </a:rPr>
              <a:t> </a:t>
            </a:r>
            <a:r>
              <a:rPr sz="2800" spc="-50">
                <a:latin typeface="Times New Roman"/>
                <a:cs typeface="Times New Roman"/>
              </a:rPr>
              <a:t>A</a:t>
            </a:r>
            <a:endParaRPr sz="2800">
              <a:latin typeface="Times New Roman"/>
              <a:cs typeface="Times New Roman"/>
            </a:endParaRPr>
          </a:p>
          <a:p>
            <a:pPr marL="756285" lvl="1" indent="-287020">
              <a:spcBef>
                <a:spcPts val="675"/>
              </a:spcBef>
              <a:buFont typeface="Arial"/>
              <a:buChar char="–"/>
              <a:tabLst>
                <a:tab pos="756920" algn="l"/>
              </a:tabLst>
            </a:pPr>
            <a:r>
              <a:rPr sz="2800">
                <a:latin typeface="Times New Roman"/>
                <a:cs typeface="Times New Roman"/>
              </a:rPr>
              <a:t>•</a:t>
            </a:r>
            <a:r>
              <a:rPr sz="2800" spc="-50">
                <a:latin typeface="Times New Roman"/>
                <a:cs typeface="Times New Roman"/>
              </a:rPr>
              <a:t> </a:t>
            </a:r>
            <a:r>
              <a:rPr sz="2800">
                <a:latin typeface="Times New Roman"/>
                <a:cs typeface="Times New Roman"/>
              </a:rPr>
              <a:t>Step</a:t>
            </a:r>
            <a:r>
              <a:rPr sz="2800" spc="-40">
                <a:latin typeface="Times New Roman"/>
                <a:cs typeface="Times New Roman"/>
              </a:rPr>
              <a:t> </a:t>
            </a:r>
            <a:r>
              <a:rPr sz="2800">
                <a:latin typeface="Times New Roman"/>
                <a:cs typeface="Times New Roman"/>
              </a:rPr>
              <a:t>3</a:t>
            </a:r>
            <a:r>
              <a:rPr sz="2800" spc="-25">
                <a:latin typeface="Times New Roman"/>
                <a:cs typeface="Times New Roman"/>
              </a:rPr>
              <a:t> </a:t>
            </a:r>
            <a:r>
              <a:rPr sz="2800">
                <a:latin typeface="Times New Roman"/>
                <a:cs typeface="Times New Roman"/>
              </a:rPr>
              <a:t>–</a:t>
            </a:r>
            <a:r>
              <a:rPr sz="2800" spc="-30">
                <a:latin typeface="Times New Roman"/>
                <a:cs typeface="Times New Roman"/>
              </a:rPr>
              <a:t> </a:t>
            </a:r>
            <a:r>
              <a:rPr sz="2800">
                <a:latin typeface="Times New Roman"/>
                <a:cs typeface="Times New Roman"/>
              </a:rPr>
              <a:t>Input</a:t>
            </a:r>
            <a:r>
              <a:rPr sz="2800" spc="-35">
                <a:latin typeface="Times New Roman"/>
                <a:cs typeface="Times New Roman"/>
              </a:rPr>
              <a:t> </a:t>
            </a:r>
            <a:r>
              <a:rPr sz="2800" spc="-50">
                <a:latin typeface="Times New Roman"/>
                <a:cs typeface="Times New Roman"/>
              </a:rPr>
              <a:t>B</a:t>
            </a:r>
            <a:endParaRPr sz="2800">
              <a:latin typeface="Times New Roman"/>
              <a:cs typeface="Times New Roman"/>
            </a:endParaRPr>
          </a:p>
          <a:p>
            <a:pPr marL="756285" lvl="1" indent="-287020">
              <a:spcBef>
                <a:spcPts val="670"/>
              </a:spcBef>
              <a:buFont typeface="Arial"/>
              <a:buChar char="–"/>
              <a:tabLst>
                <a:tab pos="756920" algn="l"/>
              </a:tabLst>
            </a:pPr>
            <a:r>
              <a:rPr sz="2800">
                <a:latin typeface="Times New Roman"/>
                <a:cs typeface="Times New Roman"/>
              </a:rPr>
              <a:t>•</a:t>
            </a:r>
            <a:r>
              <a:rPr sz="2800" spc="-95">
                <a:latin typeface="Times New Roman"/>
                <a:cs typeface="Times New Roman"/>
              </a:rPr>
              <a:t> </a:t>
            </a:r>
            <a:r>
              <a:rPr sz="2800">
                <a:latin typeface="Times New Roman"/>
                <a:cs typeface="Times New Roman"/>
              </a:rPr>
              <a:t>Step</a:t>
            </a:r>
            <a:r>
              <a:rPr sz="2800" spc="-40">
                <a:latin typeface="Times New Roman"/>
                <a:cs typeface="Times New Roman"/>
              </a:rPr>
              <a:t> </a:t>
            </a:r>
            <a:r>
              <a:rPr sz="2800">
                <a:latin typeface="Times New Roman"/>
                <a:cs typeface="Times New Roman"/>
              </a:rPr>
              <a:t>4</a:t>
            </a:r>
            <a:r>
              <a:rPr sz="2800" spc="-15">
                <a:latin typeface="Times New Roman"/>
                <a:cs typeface="Times New Roman"/>
              </a:rPr>
              <a:t> </a:t>
            </a:r>
            <a:r>
              <a:rPr sz="2800">
                <a:latin typeface="Times New Roman"/>
                <a:cs typeface="Times New Roman"/>
              </a:rPr>
              <a:t>–</a:t>
            </a:r>
            <a:r>
              <a:rPr sz="2800" spc="-30">
                <a:latin typeface="Times New Roman"/>
                <a:cs typeface="Times New Roman"/>
              </a:rPr>
              <a:t> </a:t>
            </a:r>
            <a:r>
              <a:rPr sz="2800">
                <a:latin typeface="Times New Roman"/>
                <a:cs typeface="Times New Roman"/>
              </a:rPr>
              <a:t>Calculate</a:t>
            </a:r>
            <a:r>
              <a:rPr sz="2800" spc="-35">
                <a:latin typeface="Times New Roman"/>
                <a:cs typeface="Times New Roman"/>
              </a:rPr>
              <a:t> </a:t>
            </a:r>
            <a:r>
              <a:rPr sz="2800">
                <a:latin typeface="Times New Roman"/>
                <a:cs typeface="Times New Roman"/>
              </a:rPr>
              <a:t>C</a:t>
            </a:r>
            <a:r>
              <a:rPr sz="2800" spc="-40">
                <a:latin typeface="Times New Roman"/>
                <a:cs typeface="Times New Roman"/>
              </a:rPr>
              <a:t> </a:t>
            </a:r>
            <a:r>
              <a:rPr sz="2800" spc="-20">
                <a:latin typeface="Times New Roman"/>
                <a:cs typeface="Times New Roman"/>
              </a:rPr>
              <a:t>=</a:t>
            </a:r>
            <a:r>
              <a:rPr sz="2800" spc="-170">
                <a:latin typeface="Times New Roman"/>
                <a:cs typeface="Times New Roman"/>
              </a:rPr>
              <a:t> </a:t>
            </a:r>
            <a:r>
              <a:rPr sz="2800" spc="-30">
                <a:latin typeface="Times New Roman"/>
                <a:cs typeface="Times New Roman"/>
              </a:rPr>
              <a:t>A</a:t>
            </a:r>
            <a:r>
              <a:rPr sz="2800" spc="-155">
                <a:latin typeface="Times New Roman"/>
                <a:cs typeface="Times New Roman"/>
              </a:rPr>
              <a:t> </a:t>
            </a:r>
            <a:r>
              <a:rPr sz="2800">
                <a:latin typeface="Times New Roman"/>
                <a:cs typeface="Times New Roman"/>
              </a:rPr>
              <a:t>+</a:t>
            </a:r>
            <a:r>
              <a:rPr sz="2800" spc="-30">
                <a:latin typeface="Times New Roman"/>
                <a:cs typeface="Times New Roman"/>
              </a:rPr>
              <a:t> </a:t>
            </a:r>
            <a:r>
              <a:rPr sz="2800" spc="-50">
                <a:latin typeface="Times New Roman"/>
                <a:cs typeface="Times New Roman"/>
              </a:rPr>
              <a:t>B</a:t>
            </a:r>
            <a:endParaRPr sz="2800">
              <a:latin typeface="Times New Roman"/>
              <a:cs typeface="Times New Roman"/>
            </a:endParaRPr>
          </a:p>
          <a:p>
            <a:pPr marL="756285" lvl="1" indent="-287020">
              <a:spcBef>
                <a:spcPts val="675"/>
              </a:spcBef>
              <a:buFont typeface="Arial"/>
              <a:buChar char="–"/>
              <a:tabLst>
                <a:tab pos="756920" algn="l"/>
              </a:tabLst>
            </a:pPr>
            <a:r>
              <a:rPr sz="2800">
                <a:latin typeface="Times New Roman"/>
                <a:cs typeface="Times New Roman"/>
              </a:rPr>
              <a:t>•</a:t>
            </a:r>
            <a:r>
              <a:rPr sz="2800" spc="-55">
                <a:latin typeface="Times New Roman"/>
                <a:cs typeface="Times New Roman"/>
              </a:rPr>
              <a:t> </a:t>
            </a:r>
            <a:r>
              <a:rPr sz="2800">
                <a:latin typeface="Times New Roman"/>
                <a:cs typeface="Times New Roman"/>
              </a:rPr>
              <a:t>Step</a:t>
            </a:r>
            <a:r>
              <a:rPr sz="2800" spc="-45">
                <a:latin typeface="Times New Roman"/>
                <a:cs typeface="Times New Roman"/>
              </a:rPr>
              <a:t> </a:t>
            </a:r>
            <a:r>
              <a:rPr sz="2800">
                <a:latin typeface="Times New Roman"/>
                <a:cs typeface="Times New Roman"/>
              </a:rPr>
              <a:t>5</a:t>
            </a:r>
            <a:r>
              <a:rPr sz="2800" spc="-25">
                <a:latin typeface="Times New Roman"/>
                <a:cs typeface="Times New Roman"/>
              </a:rPr>
              <a:t> </a:t>
            </a:r>
            <a:r>
              <a:rPr sz="2800">
                <a:latin typeface="Times New Roman"/>
                <a:cs typeface="Times New Roman"/>
              </a:rPr>
              <a:t>–</a:t>
            </a:r>
            <a:r>
              <a:rPr sz="2800" spc="-40">
                <a:latin typeface="Times New Roman"/>
                <a:cs typeface="Times New Roman"/>
              </a:rPr>
              <a:t> </a:t>
            </a:r>
            <a:r>
              <a:rPr sz="2800">
                <a:latin typeface="Times New Roman"/>
                <a:cs typeface="Times New Roman"/>
              </a:rPr>
              <a:t>Output</a:t>
            </a:r>
            <a:r>
              <a:rPr sz="2800" spc="-35">
                <a:latin typeface="Times New Roman"/>
                <a:cs typeface="Times New Roman"/>
              </a:rPr>
              <a:t> </a:t>
            </a:r>
            <a:r>
              <a:rPr sz="2800" spc="-50">
                <a:latin typeface="Times New Roman"/>
                <a:cs typeface="Times New Roman"/>
              </a:rPr>
              <a:t>C</a:t>
            </a:r>
            <a:endParaRPr sz="2800">
              <a:latin typeface="Times New Roman"/>
              <a:cs typeface="Times New Roman"/>
            </a:endParaRPr>
          </a:p>
          <a:p>
            <a:pPr marL="756285" lvl="1" indent="-287020">
              <a:spcBef>
                <a:spcPts val="670"/>
              </a:spcBef>
              <a:buFont typeface="Arial"/>
              <a:buChar char="–"/>
              <a:tabLst>
                <a:tab pos="756920" algn="l"/>
              </a:tabLst>
            </a:pPr>
            <a:r>
              <a:rPr sz="2800">
                <a:latin typeface="Times New Roman"/>
                <a:cs typeface="Times New Roman"/>
              </a:rPr>
              <a:t>•</a:t>
            </a:r>
            <a:r>
              <a:rPr sz="2800" spc="-50">
                <a:latin typeface="Times New Roman"/>
                <a:cs typeface="Times New Roman"/>
              </a:rPr>
              <a:t> </a:t>
            </a:r>
            <a:r>
              <a:rPr sz="2800">
                <a:latin typeface="Times New Roman"/>
                <a:cs typeface="Times New Roman"/>
              </a:rPr>
              <a:t>Step</a:t>
            </a:r>
            <a:r>
              <a:rPr sz="2800" spc="-35">
                <a:latin typeface="Times New Roman"/>
                <a:cs typeface="Times New Roman"/>
              </a:rPr>
              <a:t> </a:t>
            </a:r>
            <a:r>
              <a:rPr sz="2800">
                <a:latin typeface="Times New Roman"/>
                <a:cs typeface="Times New Roman"/>
              </a:rPr>
              <a:t>6</a:t>
            </a:r>
            <a:r>
              <a:rPr sz="2800" spc="-15">
                <a:latin typeface="Times New Roman"/>
                <a:cs typeface="Times New Roman"/>
              </a:rPr>
              <a:t> </a:t>
            </a:r>
            <a:r>
              <a:rPr sz="2800">
                <a:latin typeface="Times New Roman"/>
                <a:cs typeface="Times New Roman"/>
              </a:rPr>
              <a:t>–</a:t>
            </a:r>
            <a:r>
              <a:rPr sz="2800" spc="-25">
                <a:latin typeface="Times New Roman"/>
                <a:cs typeface="Times New Roman"/>
              </a:rPr>
              <a:t> </a:t>
            </a:r>
            <a:r>
              <a:rPr sz="2800" spc="-20">
                <a:latin typeface="Times New Roman"/>
                <a:cs typeface="Times New Roman"/>
              </a:rPr>
              <a:t>Stop</a:t>
            </a:r>
            <a:endParaRPr sz="2800">
              <a:latin typeface="Times New Roman"/>
              <a:cs typeface="Times New Roman"/>
            </a:endParaRPr>
          </a:p>
        </p:txBody>
      </p:sp>
    </p:spTree>
    <p:extLst>
      <p:ext uri="{BB962C8B-B14F-4D97-AF65-F5344CB8AC3E}">
        <p14:creationId xmlns:p14="http://schemas.microsoft.com/office/powerpoint/2010/main" val="30596146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40" y="146081"/>
            <a:ext cx="5913796" cy="689291"/>
          </a:xfrm>
          <a:prstGeom prst="rect">
            <a:avLst/>
          </a:prstGeom>
        </p:spPr>
        <p:txBody>
          <a:bodyPr vert="horz" wrap="square" lIns="0" tIns="12065" rIns="0" bIns="0" rtlCol="0" anchor="ctr">
            <a:spAutoFit/>
          </a:bodyPr>
          <a:lstStyle/>
          <a:p>
            <a:pPr marL="12700">
              <a:lnSpc>
                <a:spcPct val="100000"/>
              </a:lnSpc>
              <a:spcBef>
                <a:spcPts val="95"/>
              </a:spcBef>
            </a:pPr>
            <a:r>
              <a:rPr spc="-10"/>
              <a:t>Flowcharts:</a:t>
            </a:r>
          </a:p>
        </p:txBody>
      </p:sp>
      <p:sp>
        <p:nvSpPr>
          <p:cNvPr id="3" name="object 3"/>
          <p:cNvSpPr/>
          <p:nvPr/>
        </p:nvSpPr>
        <p:spPr>
          <a:xfrm>
            <a:off x="4838700" y="1676399"/>
            <a:ext cx="177800" cy="3200400"/>
          </a:xfrm>
          <a:custGeom>
            <a:avLst/>
            <a:gdLst/>
            <a:ahLst/>
            <a:cxnLst/>
            <a:rect l="l" t="t" r="r" b="b"/>
            <a:pathLst>
              <a:path w="177800" h="3200400">
                <a:moveTo>
                  <a:pt x="76200" y="533400"/>
                </a:moveTo>
                <a:lnTo>
                  <a:pt x="44450" y="533400"/>
                </a:lnTo>
                <a:lnTo>
                  <a:pt x="44450" y="0"/>
                </a:lnTo>
                <a:lnTo>
                  <a:pt x="31750" y="0"/>
                </a:lnTo>
                <a:lnTo>
                  <a:pt x="31750" y="533400"/>
                </a:lnTo>
                <a:lnTo>
                  <a:pt x="0" y="533400"/>
                </a:lnTo>
                <a:lnTo>
                  <a:pt x="38100" y="609600"/>
                </a:lnTo>
                <a:lnTo>
                  <a:pt x="69850" y="546100"/>
                </a:lnTo>
                <a:lnTo>
                  <a:pt x="76200" y="533400"/>
                </a:lnTo>
                <a:close/>
              </a:path>
              <a:path w="177800" h="3200400">
                <a:moveTo>
                  <a:pt x="174752" y="1779778"/>
                </a:moveTo>
                <a:lnTo>
                  <a:pt x="143002" y="1780997"/>
                </a:lnTo>
                <a:lnTo>
                  <a:pt x="120650" y="1218946"/>
                </a:lnTo>
                <a:lnTo>
                  <a:pt x="107950" y="1219454"/>
                </a:lnTo>
                <a:lnTo>
                  <a:pt x="130302" y="1781492"/>
                </a:lnTo>
                <a:lnTo>
                  <a:pt x="98552" y="1782699"/>
                </a:lnTo>
                <a:lnTo>
                  <a:pt x="139700" y="1857375"/>
                </a:lnTo>
                <a:lnTo>
                  <a:pt x="168262" y="1794129"/>
                </a:lnTo>
                <a:lnTo>
                  <a:pt x="174752" y="1779778"/>
                </a:lnTo>
                <a:close/>
              </a:path>
              <a:path w="177800" h="3200400">
                <a:moveTo>
                  <a:pt x="177800" y="3124200"/>
                </a:moveTo>
                <a:lnTo>
                  <a:pt x="146050" y="3124200"/>
                </a:lnTo>
                <a:lnTo>
                  <a:pt x="146050" y="2438400"/>
                </a:lnTo>
                <a:lnTo>
                  <a:pt x="133350" y="2438400"/>
                </a:lnTo>
                <a:lnTo>
                  <a:pt x="133350" y="3124200"/>
                </a:lnTo>
                <a:lnTo>
                  <a:pt x="101600" y="3124200"/>
                </a:lnTo>
                <a:lnTo>
                  <a:pt x="139700" y="3200400"/>
                </a:lnTo>
                <a:lnTo>
                  <a:pt x="171450" y="3136900"/>
                </a:lnTo>
                <a:lnTo>
                  <a:pt x="177800" y="3124200"/>
                </a:lnTo>
                <a:close/>
              </a:path>
            </a:pathLst>
          </a:custGeom>
          <a:solidFill>
            <a:srgbClr val="000000"/>
          </a:solidFill>
        </p:spPr>
        <p:txBody>
          <a:bodyPr wrap="square" lIns="0" tIns="0" rIns="0" bIns="0" rtlCol="0"/>
          <a:lstStyle/>
          <a:p>
            <a:endParaRPr/>
          </a:p>
        </p:txBody>
      </p:sp>
      <p:sp>
        <p:nvSpPr>
          <p:cNvPr id="4" name="object 4"/>
          <p:cNvSpPr/>
          <p:nvPr/>
        </p:nvSpPr>
        <p:spPr>
          <a:xfrm>
            <a:off x="5486400" y="5219700"/>
            <a:ext cx="2819400" cy="76200"/>
          </a:xfrm>
          <a:custGeom>
            <a:avLst/>
            <a:gdLst/>
            <a:ahLst/>
            <a:cxnLst/>
            <a:rect l="l" t="t" r="r" b="b"/>
            <a:pathLst>
              <a:path w="2819400" h="76200">
                <a:moveTo>
                  <a:pt x="889000" y="38100"/>
                </a:moveTo>
                <a:lnTo>
                  <a:pt x="876300" y="31750"/>
                </a:lnTo>
                <a:lnTo>
                  <a:pt x="812800" y="0"/>
                </a:lnTo>
                <a:lnTo>
                  <a:pt x="812800" y="31750"/>
                </a:lnTo>
                <a:lnTo>
                  <a:pt x="0" y="31750"/>
                </a:lnTo>
                <a:lnTo>
                  <a:pt x="0" y="44450"/>
                </a:lnTo>
                <a:lnTo>
                  <a:pt x="812800" y="44450"/>
                </a:lnTo>
                <a:lnTo>
                  <a:pt x="812800" y="76200"/>
                </a:lnTo>
                <a:lnTo>
                  <a:pt x="876300" y="44450"/>
                </a:lnTo>
                <a:lnTo>
                  <a:pt x="889000" y="38100"/>
                </a:lnTo>
                <a:close/>
              </a:path>
              <a:path w="2819400" h="76200">
                <a:moveTo>
                  <a:pt x="2819400" y="38100"/>
                </a:moveTo>
                <a:lnTo>
                  <a:pt x="2806700" y="31750"/>
                </a:lnTo>
                <a:lnTo>
                  <a:pt x="2743200" y="0"/>
                </a:lnTo>
                <a:lnTo>
                  <a:pt x="2743200" y="31750"/>
                </a:lnTo>
                <a:lnTo>
                  <a:pt x="2057400" y="31750"/>
                </a:lnTo>
                <a:lnTo>
                  <a:pt x="2057400" y="44450"/>
                </a:lnTo>
                <a:lnTo>
                  <a:pt x="2743200" y="44450"/>
                </a:lnTo>
                <a:lnTo>
                  <a:pt x="2743200" y="76200"/>
                </a:lnTo>
                <a:lnTo>
                  <a:pt x="2806700" y="44450"/>
                </a:lnTo>
                <a:lnTo>
                  <a:pt x="2819400" y="38100"/>
                </a:lnTo>
                <a:close/>
              </a:path>
            </a:pathLst>
          </a:custGeom>
          <a:solidFill>
            <a:srgbClr val="000000"/>
          </a:solidFill>
        </p:spPr>
        <p:txBody>
          <a:bodyPr wrap="square" lIns="0" tIns="0" rIns="0" bIns="0" rtlCol="0"/>
          <a:lstStyle/>
          <a:p>
            <a:endParaRPr/>
          </a:p>
        </p:txBody>
      </p:sp>
      <p:sp>
        <p:nvSpPr>
          <p:cNvPr id="5" name="object 5"/>
          <p:cNvSpPr txBox="1"/>
          <p:nvPr/>
        </p:nvSpPr>
        <p:spPr>
          <a:xfrm>
            <a:off x="4373373" y="1206753"/>
            <a:ext cx="545465" cy="299720"/>
          </a:xfrm>
          <a:prstGeom prst="rect">
            <a:avLst/>
          </a:prstGeom>
        </p:spPr>
        <p:txBody>
          <a:bodyPr vert="horz" wrap="square" lIns="0" tIns="12700" rIns="0" bIns="0" rtlCol="0">
            <a:spAutoFit/>
          </a:bodyPr>
          <a:lstStyle/>
          <a:p>
            <a:pPr marL="12700">
              <a:spcBef>
                <a:spcPts val="100"/>
              </a:spcBef>
            </a:pPr>
            <a:r>
              <a:rPr b="1" spc="-10">
                <a:latin typeface="Arial"/>
                <a:cs typeface="Arial"/>
              </a:rPr>
              <a:t>Start</a:t>
            </a:r>
            <a:endParaRPr>
              <a:latin typeface="Arial"/>
              <a:cs typeface="Arial"/>
            </a:endParaRPr>
          </a:p>
        </p:txBody>
      </p:sp>
      <p:sp>
        <p:nvSpPr>
          <p:cNvPr id="6" name="object 6"/>
          <p:cNvSpPr txBox="1"/>
          <p:nvPr/>
        </p:nvSpPr>
        <p:spPr>
          <a:xfrm>
            <a:off x="4266057" y="2349831"/>
            <a:ext cx="803910" cy="300355"/>
          </a:xfrm>
          <a:prstGeom prst="rect">
            <a:avLst/>
          </a:prstGeom>
        </p:spPr>
        <p:txBody>
          <a:bodyPr vert="horz" wrap="square" lIns="0" tIns="12700" rIns="0" bIns="0" rtlCol="0">
            <a:spAutoFit/>
          </a:bodyPr>
          <a:lstStyle/>
          <a:p>
            <a:pPr marL="12700">
              <a:spcBef>
                <a:spcPts val="100"/>
              </a:spcBef>
            </a:pPr>
            <a:r>
              <a:rPr b="1">
                <a:latin typeface="Arial"/>
                <a:cs typeface="Arial"/>
              </a:rPr>
              <a:t>Read</a:t>
            </a:r>
            <a:r>
              <a:rPr b="1" spc="-95">
                <a:latin typeface="Arial"/>
                <a:cs typeface="Arial"/>
              </a:rPr>
              <a:t> </a:t>
            </a:r>
            <a:r>
              <a:rPr b="1" spc="-60">
                <a:latin typeface="Arial"/>
                <a:cs typeface="Arial"/>
              </a:rPr>
              <a:t>A</a:t>
            </a:r>
            <a:endParaRPr>
              <a:latin typeface="Arial"/>
              <a:cs typeface="Arial"/>
            </a:endParaRPr>
          </a:p>
        </p:txBody>
      </p:sp>
      <p:sp>
        <p:nvSpPr>
          <p:cNvPr id="7" name="object 7"/>
          <p:cNvSpPr/>
          <p:nvPr/>
        </p:nvSpPr>
        <p:spPr>
          <a:xfrm>
            <a:off x="3454400" y="2286000"/>
            <a:ext cx="2743200" cy="609600"/>
          </a:xfrm>
          <a:custGeom>
            <a:avLst/>
            <a:gdLst/>
            <a:ahLst/>
            <a:cxnLst/>
            <a:rect l="l" t="t" r="r" b="b"/>
            <a:pathLst>
              <a:path w="2743200" h="609600">
                <a:moveTo>
                  <a:pt x="0" y="609600"/>
                </a:moveTo>
                <a:lnTo>
                  <a:pt x="548639" y="0"/>
                </a:lnTo>
                <a:lnTo>
                  <a:pt x="2743200" y="0"/>
                </a:lnTo>
                <a:lnTo>
                  <a:pt x="2194560" y="609600"/>
                </a:lnTo>
                <a:lnTo>
                  <a:pt x="0" y="609600"/>
                </a:lnTo>
                <a:close/>
              </a:path>
            </a:pathLst>
          </a:custGeom>
          <a:ln w="12700">
            <a:solidFill>
              <a:srgbClr val="000000"/>
            </a:solidFill>
          </a:ln>
        </p:spPr>
        <p:txBody>
          <a:bodyPr wrap="square" lIns="0" tIns="0" rIns="0" bIns="0" rtlCol="0"/>
          <a:lstStyle/>
          <a:p>
            <a:endParaRPr/>
          </a:p>
        </p:txBody>
      </p:sp>
      <p:sp>
        <p:nvSpPr>
          <p:cNvPr id="8" name="object 8"/>
          <p:cNvSpPr txBox="1"/>
          <p:nvPr/>
        </p:nvSpPr>
        <p:spPr>
          <a:xfrm>
            <a:off x="4415790" y="3645534"/>
            <a:ext cx="810895" cy="299720"/>
          </a:xfrm>
          <a:prstGeom prst="rect">
            <a:avLst/>
          </a:prstGeom>
        </p:spPr>
        <p:txBody>
          <a:bodyPr vert="horz" wrap="square" lIns="0" tIns="12700" rIns="0" bIns="0" rtlCol="0">
            <a:spAutoFit/>
          </a:bodyPr>
          <a:lstStyle/>
          <a:p>
            <a:pPr marL="12700">
              <a:spcBef>
                <a:spcPts val="100"/>
              </a:spcBef>
            </a:pPr>
            <a:r>
              <a:rPr b="1">
                <a:latin typeface="Arial"/>
                <a:cs typeface="Arial"/>
              </a:rPr>
              <a:t>Read</a:t>
            </a:r>
            <a:r>
              <a:rPr b="1" spc="-65">
                <a:latin typeface="Arial"/>
                <a:cs typeface="Arial"/>
              </a:rPr>
              <a:t> </a:t>
            </a:r>
            <a:r>
              <a:rPr b="1" spc="-50">
                <a:latin typeface="Arial"/>
                <a:cs typeface="Arial"/>
              </a:rPr>
              <a:t>B</a:t>
            </a:r>
            <a:endParaRPr>
              <a:latin typeface="Arial"/>
              <a:cs typeface="Arial"/>
            </a:endParaRPr>
          </a:p>
        </p:txBody>
      </p:sp>
      <p:sp>
        <p:nvSpPr>
          <p:cNvPr id="9" name="object 9"/>
          <p:cNvSpPr/>
          <p:nvPr/>
        </p:nvSpPr>
        <p:spPr>
          <a:xfrm>
            <a:off x="3556000" y="1143000"/>
            <a:ext cx="2844800" cy="2971800"/>
          </a:xfrm>
          <a:custGeom>
            <a:avLst/>
            <a:gdLst/>
            <a:ahLst/>
            <a:cxnLst/>
            <a:rect l="l" t="t" r="r" b="b"/>
            <a:pathLst>
              <a:path w="2844800" h="2971800">
                <a:moveTo>
                  <a:pt x="0" y="2971800"/>
                </a:moveTo>
                <a:lnTo>
                  <a:pt x="568960" y="2390775"/>
                </a:lnTo>
                <a:lnTo>
                  <a:pt x="2844800" y="2390775"/>
                </a:lnTo>
                <a:lnTo>
                  <a:pt x="2275840" y="2971800"/>
                </a:lnTo>
                <a:lnTo>
                  <a:pt x="0" y="2971800"/>
                </a:lnTo>
                <a:close/>
              </a:path>
              <a:path w="2844800" h="2971800">
                <a:moveTo>
                  <a:pt x="919607" y="0"/>
                </a:moveTo>
                <a:lnTo>
                  <a:pt x="1798192" y="0"/>
                </a:lnTo>
                <a:lnTo>
                  <a:pt x="1840183" y="5417"/>
                </a:lnTo>
                <a:lnTo>
                  <a:pt x="1879298" y="20954"/>
                </a:lnTo>
                <a:lnTo>
                  <a:pt x="1914698" y="45541"/>
                </a:lnTo>
                <a:lnTo>
                  <a:pt x="1945544" y="78104"/>
                </a:lnTo>
                <a:lnTo>
                  <a:pt x="1970997" y="117574"/>
                </a:lnTo>
                <a:lnTo>
                  <a:pt x="1990216" y="162877"/>
                </a:lnTo>
                <a:lnTo>
                  <a:pt x="2002364" y="212943"/>
                </a:lnTo>
                <a:lnTo>
                  <a:pt x="2006600" y="266700"/>
                </a:lnTo>
                <a:lnTo>
                  <a:pt x="2002364" y="320456"/>
                </a:lnTo>
                <a:lnTo>
                  <a:pt x="1990216" y="370522"/>
                </a:lnTo>
                <a:lnTo>
                  <a:pt x="1970997" y="415825"/>
                </a:lnTo>
                <a:lnTo>
                  <a:pt x="1945544" y="455295"/>
                </a:lnTo>
                <a:lnTo>
                  <a:pt x="1914698" y="487858"/>
                </a:lnTo>
                <a:lnTo>
                  <a:pt x="1879298" y="512445"/>
                </a:lnTo>
                <a:lnTo>
                  <a:pt x="1840183" y="527982"/>
                </a:lnTo>
                <a:lnTo>
                  <a:pt x="1798192" y="533400"/>
                </a:lnTo>
                <a:lnTo>
                  <a:pt x="919607" y="533400"/>
                </a:lnTo>
                <a:lnTo>
                  <a:pt x="877616" y="527982"/>
                </a:lnTo>
                <a:lnTo>
                  <a:pt x="838501" y="512445"/>
                </a:lnTo>
                <a:lnTo>
                  <a:pt x="803101" y="487858"/>
                </a:lnTo>
                <a:lnTo>
                  <a:pt x="772255" y="455295"/>
                </a:lnTo>
                <a:lnTo>
                  <a:pt x="746802" y="415825"/>
                </a:lnTo>
                <a:lnTo>
                  <a:pt x="727583" y="370522"/>
                </a:lnTo>
                <a:lnTo>
                  <a:pt x="715435" y="320456"/>
                </a:lnTo>
                <a:lnTo>
                  <a:pt x="711200" y="266700"/>
                </a:lnTo>
                <a:lnTo>
                  <a:pt x="715435" y="212943"/>
                </a:lnTo>
                <a:lnTo>
                  <a:pt x="727582" y="162877"/>
                </a:lnTo>
                <a:lnTo>
                  <a:pt x="746802" y="117574"/>
                </a:lnTo>
                <a:lnTo>
                  <a:pt x="772255" y="78104"/>
                </a:lnTo>
                <a:lnTo>
                  <a:pt x="803101" y="45541"/>
                </a:lnTo>
                <a:lnTo>
                  <a:pt x="838501" y="20954"/>
                </a:lnTo>
                <a:lnTo>
                  <a:pt x="877616" y="5417"/>
                </a:lnTo>
                <a:lnTo>
                  <a:pt x="919607" y="0"/>
                </a:lnTo>
                <a:close/>
              </a:path>
            </a:pathLst>
          </a:custGeom>
          <a:ln w="12700">
            <a:solidFill>
              <a:srgbClr val="000000"/>
            </a:solidFill>
          </a:ln>
        </p:spPr>
        <p:txBody>
          <a:bodyPr wrap="square" lIns="0" tIns="0" rIns="0" bIns="0" rtlCol="0"/>
          <a:lstStyle/>
          <a:p>
            <a:endParaRPr/>
          </a:p>
        </p:txBody>
      </p:sp>
      <p:sp>
        <p:nvSpPr>
          <p:cNvPr id="10" name="object 10"/>
          <p:cNvSpPr txBox="1"/>
          <p:nvPr/>
        </p:nvSpPr>
        <p:spPr>
          <a:xfrm>
            <a:off x="3860800" y="4905438"/>
            <a:ext cx="1676400" cy="478336"/>
          </a:xfrm>
          <a:prstGeom prst="rect">
            <a:avLst/>
          </a:prstGeom>
          <a:ln w="12700">
            <a:solidFill>
              <a:srgbClr val="000000"/>
            </a:solidFill>
          </a:ln>
        </p:spPr>
        <p:txBody>
          <a:bodyPr vert="horz" wrap="square" lIns="0" tIns="199390" rIns="0" bIns="0" rtlCol="0">
            <a:spAutoFit/>
          </a:bodyPr>
          <a:lstStyle/>
          <a:p>
            <a:pPr marL="381635">
              <a:spcBef>
                <a:spcPts val="1570"/>
              </a:spcBef>
            </a:pPr>
            <a:r>
              <a:rPr b="1">
                <a:latin typeface="Arial"/>
                <a:cs typeface="Arial"/>
              </a:rPr>
              <a:t>C=</a:t>
            </a:r>
            <a:r>
              <a:rPr b="1" spc="-105">
                <a:latin typeface="Arial"/>
                <a:cs typeface="Arial"/>
              </a:rPr>
              <a:t> </a:t>
            </a:r>
            <a:r>
              <a:rPr b="1" spc="-25">
                <a:latin typeface="Arial"/>
                <a:cs typeface="Arial"/>
              </a:rPr>
              <a:t>A+B</a:t>
            </a:r>
            <a:endParaRPr>
              <a:latin typeface="Arial"/>
              <a:cs typeface="Arial"/>
            </a:endParaRPr>
          </a:p>
        </p:txBody>
      </p:sp>
      <p:sp>
        <p:nvSpPr>
          <p:cNvPr id="11" name="object 11"/>
          <p:cNvSpPr txBox="1"/>
          <p:nvPr/>
        </p:nvSpPr>
        <p:spPr>
          <a:xfrm>
            <a:off x="6384417" y="5092065"/>
            <a:ext cx="772795" cy="299720"/>
          </a:xfrm>
          <a:prstGeom prst="rect">
            <a:avLst/>
          </a:prstGeom>
        </p:spPr>
        <p:txBody>
          <a:bodyPr vert="horz" wrap="square" lIns="0" tIns="12700" rIns="0" bIns="0" rtlCol="0">
            <a:spAutoFit/>
          </a:bodyPr>
          <a:lstStyle/>
          <a:p>
            <a:pPr marL="12700">
              <a:spcBef>
                <a:spcPts val="100"/>
              </a:spcBef>
            </a:pPr>
            <a:r>
              <a:rPr b="1">
                <a:latin typeface="Arial"/>
                <a:cs typeface="Arial"/>
              </a:rPr>
              <a:t>Print</a:t>
            </a:r>
            <a:r>
              <a:rPr b="1" spc="-70">
                <a:latin typeface="Arial"/>
                <a:cs typeface="Arial"/>
              </a:rPr>
              <a:t> </a:t>
            </a:r>
            <a:r>
              <a:rPr b="1" spc="-50">
                <a:latin typeface="Arial"/>
                <a:cs typeface="Arial"/>
              </a:rPr>
              <a:t>C</a:t>
            </a:r>
            <a:endParaRPr>
              <a:latin typeface="Arial"/>
              <a:cs typeface="Arial"/>
            </a:endParaRPr>
          </a:p>
        </p:txBody>
      </p:sp>
      <p:sp>
        <p:nvSpPr>
          <p:cNvPr id="12" name="object 12"/>
          <p:cNvSpPr/>
          <p:nvPr/>
        </p:nvSpPr>
        <p:spPr>
          <a:xfrm>
            <a:off x="6172200" y="4953000"/>
            <a:ext cx="1524000" cy="609600"/>
          </a:xfrm>
          <a:custGeom>
            <a:avLst/>
            <a:gdLst/>
            <a:ahLst/>
            <a:cxnLst/>
            <a:rect l="l" t="t" r="r" b="b"/>
            <a:pathLst>
              <a:path w="1524000" h="609600">
                <a:moveTo>
                  <a:pt x="0" y="609600"/>
                </a:moveTo>
                <a:lnTo>
                  <a:pt x="304800" y="0"/>
                </a:lnTo>
                <a:lnTo>
                  <a:pt x="1524000" y="0"/>
                </a:lnTo>
                <a:lnTo>
                  <a:pt x="1219200" y="609600"/>
                </a:lnTo>
                <a:lnTo>
                  <a:pt x="0" y="609600"/>
                </a:lnTo>
                <a:close/>
              </a:path>
            </a:pathLst>
          </a:custGeom>
          <a:ln w="12700">
            <a:solidFill>
              <a:srgbClr val="000000"/>
            </a:solidFill>
          </a:ln>
        </p:spPr>
        <p:txBody>
          <a:bodyPr wrap="square" lIns="0" tIns="0" rIns="0" bIns="0" rtlCol="0"/>
          <a:lstStyle/>
          <a:p>
            <a:endParaRPr/>
          </a:p>
        </p:txBody>
      </p:sp>
      <p:sp>
        <p:nvSpPr>
          <p:cNvPr id="13" name="object 13"/>
          <p:cNvSpPr txBox="1"/>
          <p:nvPr/>
        </p:nvSpPr>
        <p:spPr>
          <a:xfrm>
            <a:off x="8321167" y="5092065"/>
            <a:ext cx="533400" cy="299720"/>
          </a:xfrm>
          <a:prstGeom prst="rect">
            <a:avLst/>
          </a:prstGeom>
        </p:spPr>
        <p:txBody>
          <a:bodyPr vert="horz" wrap="square" lIns="0" tIns="12700" rIns="0" bIns="0" rtlCol="0">
            <a:spAutoFit/>
          </a:bodyPr>
          <a:lstStyle/>
          <a:p>
            <a:pPr marL="12700">
              <a:spcBef>
                <a:spcPts val="100"/>
              </a:spcBef>
            </a:pPr>
            <a:r>
              <a:rPr b="1" spc="-20">
                <a:latin typeface="Arial"/>
                <a:cs typeface="Arial"/>
              </a:rPr>
              <a:t>Stop</a:t>
            </a:r>
            <a:endParaRPr>
              <a:latin typeface="Arial"/>
              <a:cs typeface="Arial"/>
            </a:endParaRPr>
          </a:p>
        </p:txBody>
      </p:sp>
      <p:sp>
        <p:nvSpPr>
          <p:cNvPr id="14" name="object 14"/>
          <p:cNvSpPr/>
          <p:nvPr/>
        </p:nvSpPr>
        <p:spPr>
          <a:xfrm>
            <a:off x="8229600" y="5029200"/>
            <a:ext cx="1295400" cy="533400"/>
          </a:xfrm>
          <a:custGeom>
            <a:avLst/>
            <a:gdLst/>
            <a:ahLst/>
            <a:cxnLst/>
            <a:rect l="l" t="t" r="r" b="b"/>
            <a:pathLst>
              <a:path w="1295400" h="533400">
                <a:moveTo>
                  <a:pt x="208406" y="0"/>
                </a:moveTo>
                <a:lnTo>
                  <a:pt x="1086993" y="0"/>
                </a:lnTo>
                <a:lnTo>
                  <a:pt x="1128983" y="5417"/>
                </a:lnTo>
                <a:lnTo>
                  <a:pt x="1168098" y="20954"/>
                </a:lnTo>
                <a:lnTo>
                  <a:pt x="1203498" y="45541"/>
                </a:lnTo>
                <a:lnTo>
                  <a:pt x="1234344" y="78104"/>
                </a:lnTo>
                <a:lnTo>
                  <a:pt x="1259797" y="117574"/>
                </a:lnTo>
                <a:lnTo>
                  <a:pt x="1279016" y="162877"/>
                </a:lnTo>
                <a:lnTo>
                  <a:pt x="1291164" y="212943"/>
                </a:lnTo>
                <a:lnTo>
                  <a:pt x="1295400" y="266700"/>
                </a:lnTo>
                <a:lnTo>
                  <a:pt x="1291164" y="320456"/>
                </a:lnTo>
                <a:lnTo>
                  <a:pt x="1279017" y="370522"/>
                </a:lnTo>
                <a:lnTo>
                  <a:pt x="1259797" y="415825"/>
                </a:lnTo>
                <a:lnTo>
                  <a:pt x="1234344" y="455294"/>
                </a:lnTo>
                <a:lnTo>
                  <a:pt x="1203498" y="487858"/>
                </a:lnTo>
                <a:lnTo>
                  <a:pt x="1168098" y="512444"/>
                </a:lnTo>
                <a:lnTo>
                  <a:pt x="1128983" y="527982"/>
                </a:lnTo>
                <a:lnTo>
                  <a:pt x="1086993" y="533400"/>
                </a:lnTo>
                <a:lnTo>
                  <a:pt x="208406" y="533400"/>
                </a:lnTo>
                <a:lnTo>
                  <a:pt x="166416" y="527982"/>
                </a:lnTo>
                <a:lnTo>
                  <a:pt x="127301" y="512444"/>
                </a:lnTo>
                <a:lnTo>
                  <a:pt x="91901" y="487858"/>
                </a:lnTo>
                <a:lnTo>
                  <a:pt x="61055" y="455294"/>
                </a:lnTo>
                <a:lnTo>
                  <a:pt x="35602" y="415825"/>
                </a:lnTo>
                <a:lnTo>
                  <a:pt x="16383" y="370522"/>
                </a:lnTo>
                <a:lnTo>
                  <a:pt x="4235" y="320456"/>
                </a:lnTo>
                <a:lnTo>
                  <a:pt x="0" y="266700"/>
                </a:lnTo>
                <a:lnTo>
                  <a:pt x="4235" y="212943"/>
                </a:lnTo>
                <a:lnTo>
                  <a:pt x="16382" y="162877"/>
                </a:lnTo>
                <a:lnTo>
                  <a:pt x="35602" y="117574"/>
                </a:lnTo>
                <a:lnTo>
                  <a:pt x="61055" y="78105"/>
                </a:lnTo>
                <a:lnTo>
                  <a:pt x="91901" y="45541"/>
                </a:lnTo>
                <a:lnTo>
                  <a:pt x="127301" y="20955"/>
                </a:lnTo>
                <a:lnTo>
                  <a:pt x="166416" y="5417"/>
                </a:lnTo>
                <a:lnTo>
                  <a:pt x="208406" y="0"/>
                </a:lnTo>
                <a:close/>
              </a:path>
            </a:pathLst>
          </a:custGeom>
          <a:ln w="12700">
            <a:solidFill>
              <a:srgbClr val="000000"/>
            </a:solidFill>
          </a:ln>
        </p:spPr>
        <p:txBody>
          <a:bodyPr wrap="square" lIns="0" tIns="0" rIns="0" bIns="0" rtlCol="0"/>
          <a:lstStyle/>
          <a:p>
            <a:endParaRPr/>
          </a:p>
        </p:txBody>
      </p:sp>
      <p:sp>
        <p:nvSpPr>
          <p:cNvPr id="15" name="object 15"/>
          <p:cNvSpPr txBox="1">
            <a:spLocks noGrp="1"/>
          </p:cNvSpPr>
          <p:nvPr>
            <p:ph type="sldNum" sz="quarter" idx="4294967295"/>
          </p:nvPr>
        </p:nvSpPr>
        <p:spPr>
          <a:xfrm>
            <a:off x="1524000" y="1"/>
            <a:ext cx="0" cy="461665"/>
          </a:xfrm>
          <a:prstGeom prst="rect">
            <a:avLst/>
          </a:prstGeom>
        </p:spPr>
        <p:txBody>
          <a:bodyPr vert="horz" wrap="square" lIns="0" tIns="0" rIns="0" bIns="0" rtlCol="0">
            <a:spAutoFit/>
          </a:bodyPr>
          <a:lstStyle/>
          <a:p>
            <a:pPr marL="115570">
              <a:lnSpc>
                <a:spcPts val="1240"/>
              </a:lnSpc>
            </a:pPr>
            <a:fld id="{81D60167-4931-47E6-BA6A-407CBD079E47}" type="slidenum">
              <a:rPr spc="-25" dirty="0"/>
              <a:pPr marL="115570">
                <a:lnSpc>
                  <a:spcPts val="1240"/>
                </a:lnSpc>
              </a:pPr>
              <a:t>52</a:t>
            </a:fld>
            <a:endParaRPr spc="-25"/>
          </a:p>
        </p:txBody>
      </p:sp>
    </p:spTree>
    <p:extLst>
      <p:ext uri="{BB962C8B-B14F-4D97-AF65-F5344CB8AC3E}">
        <p14:creationId xmlns:p14="http://schemas.microsoft.com/office/powerpoint/2010/main" val="19253778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1524000" y="1"/>
            <a:ext cx="0" cy="461665"/>
          </a:xfrm>
          <a:prstGeom prst="rect">
            <a:avLst/>
          </a:prstGeom>
        </p:spPr>
        <p:txBody>
          <a:bodyPr vert="horz" wrap="square" lIns="0" tIns="0" rIns="0" bIns="0" rtlCol="0">
            <a:spAutoFit/>
          </a:bodyPr>
          <a:lstStyle/>
          <a:p>
            <a:pPr marL="115570">
              <a:lnSpc>
                <a:spcPts val="1240"/>
              </a:lnSpc>
            </a:pPr>
            <a:fld id="{81D60167-4931-47E6-BA6A-407CBD079E47}" type="slidenum">
              <a:rPr spc="-25" dirty="0"/>
              <a:pPr marL="115570">
                <a:lnSpc>
                  <a:spcPts val="1240"/>
                </a:lnSpc>
              </a:pPr>
              <a:t>53</a:t>
            </a:fld>
            <a:endParaRPr spc="-25"/>
          </a:p>
        </p:txBody>
      </p:sp>
      <p:sp>
        <p:nvSpPr>
          <p:cNvPr id="2" name="object 2"/>
          <p:cNvSpPr txBox="1"/>
          <p:nvPr/>
        </p:nvSpPr>
        <p:spPr>
          <a:xfrm>
            <a:off x="1806041" y="1241805"/>
            <a:ext cx="8286750" cy="756920"/>
          </a:xfrm>
          <a:prstGeom prst="rect">
            <a:avLst/>
          </a:prstGeom>
        </p:spPr>
        <p:txBody>
          <a:bodyPr vert="horz" wrap="square" lIns="0" tIns="12700" rIns="0" bIns="0" rtlCol="0">
            <a:spAutoFit/>
          </a:bodyPr>
          <a:lstStyle/>
          <a:p>
            <a:pPr marL="355600" marR="5080" indent="-342900">
              <a:spcBef>
                <a:spcPts val="100"/>
              </a:spcBef>
              <a:buChar char="•"/>
              <a:tabLst>
                <a:tab pos="354965" algn="l"/>
                <a:tab pos="355600" algn="l"/>
              </a:tabLst>
            </a:pPr>
            <a:r>
              <a:rPr sz="2400">
                <a:solidFill>
                  <a:srgbClr val="C00000"/>
                </a:solidFill>
                <a:latin typeface="Arial"/>
                <a:cs typeface="Arial"/>
              </a:rPr>
              <a:t>Example</a:t>
            </a:r>
            <a:r>
              <a:rPr sz="2400" spc="-10">
                <a:solidFill>
                  <a:srgbClr val="C00000"/>
                </a:solidFill>
                <a:latin typeface="Arial"/>
                <a:cs typeface="Arial"/>
              </a:rPr>
              <a:t> </a:t>
            </a:r>
            <a:r>
              <a:rPr sz="2400">
                <a:solidFill>
                  <a:srgbClr val="C00000"/>
                </a:solidFill>
                <a:latin typeface="Arial"/>
                <a:cs typeface="Arial"/>
              </a:rPr>
              <a:t>2</a:t>
            </a:r>
            <a:r>
              <a:rPr sz="2400">
                <a:latin typeface="Times New Roman"/>
                <a:cs typeface="Times New Roman"/>
              </a:rPr>
              <a:t>:</a:t>
            </a:r>
            <a:r>
              <a:rPr sz="2400" spc="-15">
                <a:latin typeface="Times New Roman"/>
                <a:cs typeface="Times New Roman"/>
              </a:rPr>
              <a:t> </a:t>
            </a:r>
            <a:r>
              <a:rPr sz="2400">
                <a:latin typeface="Times New Roman"/>
                <a:cs typeface="Times New Roman"/>
              </a:rPr>
              <a:t>Find</a:t>
            </a:r>
            <a:r>
              <a:rPr sz="2400" spc="-15">
                <a:latin typeface="Times New Roman"/>
                <a:cs typeface="Times New Roman"/>
              </a:rPr>
              <a:t> </a:t>
            </a:r>
            <a:r>
              <a:rPr sz="2400">
                <a:latin typeface="Times New Roman"/>
                <a:cs typeface="Times New Roman"/>
              </a:rPr>
              <a:t>the</a:t>
            </a:r>
            <a:r>
              <a:rPr sz="2400" spc="-35">
                <a:latin typeface="Times New Roman"/>
                <a:cs typeface="Times New Roman"/>
              </a:rPr>
              <a:t> </a:t>
            </a:r>
            <a:r>
              <a:rPr sz="2400">
                <a:latin typeface="Times New Roman"/>
                <a:cs typeface="Times New Roman"/>
              </a:rPr>
              <a:t>difference</a:t>
            </a:r>
            <a:r>
              <a:rPr sz="2400" spc="-25">
                <a:latin typeface="Times New Roman"/>
                <a:cs typeface="Times New Roman"/>
              </a:rPr>
              <a:t> </a:t>
            </a:r>
            <a:r>
              <a:rPr sz="2400">
                <a:latin typeface="Times New Roman"/>
                <a:cs typeface="Times New Roman"/>
              </a:rPr>
              <a:t>and</a:t>
            </a:r>
            <a:r>
              <a:rPr sz="2400" spc="-10">
                <a:latin typeface="Times New Roman"/>
                <a:cs typeface="Times New Roman"/>
              </a:rPr>
              <a:t> </a:t>
            </a:r>
            <a:r>
              <a:rPr sz="2400">
                <a:latin typeface="Times New Roman"/>
                <a:cs typeface="Times New Roman"/>
              </a:rPr>
              <a:t>the</a:t>
            </a:r>
            <a:r>
              <a:rPr sz="2400" spc="-25">
                <a:latin typeface="Times New Roman"/>
                <a:cs typeface="Times New Roman"/>
              </a:rPr>
              <a:t> </a:t>
            </a:r>
            <a:r>
              <a:rPr sz="2400">
                <a:latin typeface="Times New Roman"/>
                <a:cs typeface="Times New Roman"/>
              </a:rPr>
              <a:t>division</a:t>
            </a:r>
            <a:r>
              <a:rPr sz="2400" spc="-40">
                <a:latin typeface="Times New Roman"/>
                <a:cs typeface="Times New Roman"/>
              </a:rPr>
              <a:t> </a:t>
            </a:r>
            <a:r>
              <a:rPr sz="2400">
                <a:latin typeface="Times New Roman"/>
                <a:cs typeface="Times New Roman"/>
              </a:rPr>
              <a:t>of</a:t>
            </a:r>
            <a:r>
              <a:rPr sz="2400" spc="-15">
                <a:latin typeface="Times New Roman"/>
                <a:cs typeface="Times New Roman"/>
              </a:rPr>
              <a:t> </a:t>
            </a:r>
            <a:r>
              <a:rPr sz="2400">
                <a:latin typeface="Times New Roman"/>
                <a:cs typeface="Times New Roman"/>
              </a:rPr>
              <a:t>two</a:t>
            </a:r>
            <a:r>
              <a:rPr sz="2400" spc="-10">
                <a:latin typeface="Times New Roman"/>
                <a:cs typeface="Times New Roman"/>
              </a:rPr>
              <a:t> numbers </a:t>
            </a:r>
            <a:r>
              <a:rPr sz="2400">
                <a:latin typeface="Times New Roman"/>
                <a:cs typeface="Times New Roman"/>
              </a:rPr>
              <a:t>and</a:t>
            </a:r>
            <a:r>
              <a:rPr sz="2400" spc="-10">
                <a:latin typeface="Times New Roman"/>
                <a:cs typeface="Times New Roman"/>
              </a:rPr>
              <a:t> </a:t>
            </a:r>
            <a:r>
              <a:rPr sz="2400">
                <a:latin typeface="Times New Roman"/>
                <a:cs typeface="Times New Roman"/>
              </a:rPr>
              <a:t>display</a:t>
            </a:r>
            <a:r>
              <a:rPr sz="2400" spc="-25">
                <a:latin typeface="Times New Roman"/>
                <a:cs typeface="Times New Roman"/>
              </a:rPr>
              <a:t> </a:t>
            </a:r>
            <a:r>
              <a:rPr sz="2400">
                <a:latin typeface="Times New Roman"/>
                <a:cs typeface="Times New Roman"/>
              </a:rPr>
              <a:t>the</a:t>
            </a:r>
            <a:r>
              <a:rPr sz="2400" spc="-15">
                <a:latin typeface="Times New Roman"/>
                <a:cs typeface="Times New Roman"/>
              </a:rPr>
              <a:t> </a:t>
            </a:r>
            <a:r>
              <a:rPr sz="2400" spc="-10">
                <a:latin typeface="Times New Roman"/>
                <a:cs typeface="Times New Roman"/>
              </a:rPr>
              <a:t>results.</a:t>
            </a:r>
            <a:endParaRPr sz="2400">
              <a:latin typeface="Times New Roman"/>
              <a:cs typeface="Times New Roman"/>
            </a:endParaRPr>
          </a:p>
        </p:txBody>
      </p:sp>
      <p:sp>
        <p:nvSpPr>
          <p:cNvPr id="3" name="object 3"/>
          <p:cNvSpPr txBox="1"/>
          <p:nvPr/>
        </p:nvSpPr>
        <p:spPr>
          <a:xfrm>
            <a:off x="1806041" y="1973391"/>
            <a:ext cx="2792730" cy="2220595"/>
          </a:xfrm>
          <a:prstGeom prst="rect">
            <a:avLst/>
          </a:prstGeom>
        </p:spPr>
        <p:txBody>
          <a:bodyPr vert="horz" wrap="square" lIns="0" tIns="85725" rIns="0" bIns="0" rtlCol="0">
            <a:spAutoFit/>
          </a:bodyPr>
          <a:lstStyle/>
          <a:p>
            <a:pPr marL="355600" indent="-342900">
              <a:spcBef>
                <a:spcPts val="675"/>
              </a:spcBef>
              <a:buChar char="•"/>
              <a:tabLst>
                <a:tab pos="354965" algn="l"/>
                <a:tab pos="355600" algn="l"/>
              </a:tabLst>
            </a:pPr>
            <a:r>
              <a:rPr sz="2400">
                <a:latin typeface="Times New Roman"/>
                <a:cs typeface="Times New Roman"/>
              </a:rPr>
              <a:t>–</a:t>
            </a:r>
            <a:r>
              <a:rPr sz="2400" spc="-65">
                <a:latin typeface="Times New Roman"/>
                <a:cs typeface="Times New Roman"/>
              </a:rPr>
              <a:t> </a:t>
            </a:r>
            <a:r>
              <a:rPr sz="2400" spc="-10">
                <a:latin typeface="Times New Roman"/>
                <a:cs typeface="Times New Roman"/>
              </a:rPr>
              <a:t>Variables:</a:t>
            </a:r>
            <a:endParaRPr sz="2400">
              <a:latin typeface="Times New Roman"/>
              <a:cs typeface="Times New Roman"/>
            </a:endParaRPr>
          </a:p>
          <a:p>
            <a:pPr marL="346075" lvl="1" indent="-183515">
              <a:spcBef>
                <a:spcPts val="580"/>
              </a:spcBef>
              <a:buChar char="•"/>
              <a:tabLst>
                <a:tab pos="346710" algn="l"/>
              </a:tabLst>
            </a:pPr>
            <a:r>
              <a:rPr sz="2400">
                <a:latin typeface="Times New Roman"/>
                <a:cs typeface="Times New Roman"/>
              </a:rPr>
              <a:t>N1:</a:t>
            </a:r>
            <a:r>
              <a:rPr sz="2400" spc="-20">
                <a:latin typeface="Times New Roman"/>
                <a:cs typeface="Times New Roman"/>
              </a:rPr>
              <a:t> </a:t>
            </a:r>
            <a:r>
              <a:rPr sz="2400">
                <a:latin typeface="Times New Roman"/>
                <a:cs typeface="Times New Roman"/>
              </a:rPr>
              <a:t>First</a:t>
            </a:r>
            <a:r>
              <a:rPr sz="2400" spc="-30">
                <a:latin typeface="Times New Roman"/>
                <a:cs typeface="Times New Roman"/>
              </a:rPr>
              <a:t> </a:t>
            </a:r>
            <a:r>
              <a:rPr sz="2400" spc="-10">
                <a:latin typeface="Times New Roman"/>
                <a:cs typeface="Times New Roman"/>
              </a:rPr>
              <a:t>number</a:t>
            </a:r>
            <a:endParaRPr sz="2400">
              <a:latin typeface="Times New Roman"/>
              <a:cs typeface="Times New Roman"/>
            </a:endParaRPr>
          </a:p>
          <a:p>
            <a:pPr marL="346075" lvl="1" indent="-183515">
              <a:spcBef>
                <a:spcPts val="575"/>
              </a:spcBef>
              <a:buChar char="•"/>
              <a:tabLst>
                <a:tab pos="346710" algn="l"/>
              </a:tabLst>
            </a:pPr>
            <a:r>
              <a:rPr sz="2400">
                <a:latin typeface="Times New Roman"/>
                <a:cs typeface="Times New Roman"/>
              </a:rPr>
              <a:t>N2:</a:t>
            </a:r>
            <a:r>
              <a:rPr sz="2400" spc="-35">
                <a:latin typeface="Times New Roman"/>
                <a:cs typeface="Times New Roman"/>
              </a:rPr>
              <a:t> </a:t>
            </a:r>
            <a:r>
              <a:rPr sz="2400">
                <a:latin typeface="Times New Roman"/>
                <a:cs typeface="Times New Roman"/>
              </a:rPr>
              <a:t>Second</a:t>
            </a:r>
            <a:r>
              <a:rPr sz="2400" spc="-30">
                <a:latin typeface="Times New Roman"/>
                <a:cs typeface="Times New Roman"/>
              </a:rPr>
              <a:t> </a:t>
            </a:r>
            <a:r>
              <a:rPr sz="2400" spc="-10">
                <a:latin typeface="Times New Roman"/>
                <a:cs typeface="Times New Roman"/>
              </a:rPr>
              <a:t>number</a:t>
            </a:r>
            <a:endParaRPr sz="2400">
              <a:latin typeface="Times New Roman"/>
              <a:cs typeface="Times New Roman"/>
            </a:endParaRPr>
          </a:p>
          <a:p>
            <a:pPr marL="346075" lvl="1" indent="-183515">
              <a:spcBef>
                <a:spcPts val="575"/>
              </a:spcBef>
              <a:buChar char="•"/>
              <a:tabLst>
                <a:tab pos="346710" algn="l"/>
              </a:tabLst>
            </a:pPr>
            <a:r>
              <a:rPr sz="2400">
                <a:latin typeface="Times New Roman"/>
                <a:cs typeface="Times New Roman"/>
              </a:rPr>
              <a:t>D :</a:t>
            </a:r>
            <a:r>
              <a:rPr sz="2400" spc="-10">
                <a:latin typeface="Times New Roman"/>
                <a:cs typeface="Times New Roman"/>
              </a:rPr>
              <a:t> Difference</a:t>
            </a:r>
            <a:endParaRPr sz="2400">
              <a:latin typeface="Times New Roman"/>
              <a:cs typeface="Times New Roman"/>
            </a:endParaRPr>
          </a:p>
          <a:p>
            <a:pPr marL="340360" lvl="1" indent="-177165">
              <a:spcBef>
                <a:spcPts val="580"/>
              </a:spcBef>
              <a:buChar char="•"/>
              <a:tabLst>
                <a:tab pos="340360" algn="l"/>
              </a:tabLst>
            </a:pPr>
            <a:r>
              <a:rPr sz="2400">
                <a:latin typeface="Times New Roman"/>
                <a:cs typeface="Times New Roman"/>
              </a:rPr>
              <a:t>V</a:t>
            </a:r>
            <a:r>
              <a:rPr sz="2400" spc="-45">
                <a:latin typeface="Times New Roman"/>
                <a:cs typeface="Times New Roman"/>
              </a:rPr>
              <a:t> </a:t>
            </a:r>
            <a:r>
              <a:rPr sz="2400">
                <a:latin typeface="Times New Roman"/>
                <a:cs typeface="Times New Roman"/>
              </a:rPr>
              <a:t>: </a:t>
            </a:r>
            <a:r>
              <a:rPr sz="2400" spc="-10">
                <a:latin typeface="Times New Roman"/>
                <a:cs typeface="Times New Roman"/>
              </a:rPr>
              <a:t>Division</a:t>
            </a:r>
            <a:endParaRPr sz="2400">
              <a:latin typeface="Times New Roman"/>
              <a:cs typeface="Times New Roman"/>
            </a:endParaRPr>
          </a:p>
        </p:txBody>
      </p:sp>
      <p:sp>
        <p:nvSpPr>
          <p:cNvPr id="4" name="object 4"/>
          <p:cNvSpPr txBox="1"/>
          <p:nvPr/>
        </p:nvSpPr>
        <p:spPr>
          <a:xfrm>
            <a:off x="5464302" y="1973390"/>
            <a:ext cx="2552700" cy="4026102"/>
          </a:xfrm>
          <a:prstGeom prst="rect">
            <a:avLst/>
          </a:prstGeom>
        </p:spPr>
        <p:txBody>
          <a:bodyPr vert="horz" wrap="square" lIns="0" tIns="85725" rIns="0" bIns="0" rtlCol="0">
            <a:spAutoFit/>
          </a:bodyPr>
          <a:lstStyle/>
          <a:p>
            <a:pPr marL="12700">
              <a:spcBef>
                <a:spcPts val="675"/>
              </a:spcBef>
            </a:pPr>
            <a:r>
              <a:rPr sz="2400">
                <a:latin typeface="Times New Roman"/>
                <a:cs typeface="Times New Roman"/>
              </a:rPr>
              <a:t>--</a:t>
            </a:r>
            <a:r>
              <a:rPr sz="2400" spc="-155">
                <a:latin typeface="Times New Roman"/>
                <a:cs typeface="Times New Roman"/>
              </a:rPr>
              <a:t> </a:t>
            </a:r>
            <a:r>
              <a:rPr sz="2400" spc="-10">
                <a:latin typeface="Times New Roman"/>
                <a:cs typeface="Times New Roman"/>
              </a:rPr>
              <a:t>Algorithm:</a:t>
            </a:r>
            <a:endParaRPr sz="2400">
              <a:latin typeface="Times New Roman"/>
              <a:cs typeface="Times New Roman"/>
            </a:endParaRPr>
          </a:p>
          <a:p>
            <a:pPr marL="239395" indent="-227329">
              <a:spcBef>
                <a:spcPts val="580"/>
              </a:spcBef>
              <a:buChar char="*"/>
              <a:tabLst>
                <a:tab pos="240029" algn="l"/>
              </a:tabLst>
            </a:pPr>
            <a:r>
              <a:rPr sz="2400">
                <a:latin typeface="Times New Roman"/>
                <a:cs typeface="Times New Roman"/>
              </a:rPr>
              <a:t>Step 1:</a:t>
            </a:r>
            <a:r>
              <a:rPr sz="2400" spc="-15">
                <a:latin typeface="Times New Roman"/>
                <a:cs typeface="Times New Roman"/>
              </a:rPr>
              <a:t> </a:t>
            </a:r>
            <a:r>
              <a:rPr sz="2400" spc="-20">
                <a:latin typeface="Times New Roman"/>
                <a:cs typeface="Times New Roman"/>
              </a:rPr>
              <a:t>Start</a:t>
            </a:r>
            <a:endParaRPr sz="2400">
              <a:latin typeface="Times New Roman"/>
              <a:cs typeface="Times New Roman"/>
            </a:endParaRPr>
          </a:p>
          <a:p>
            <a:pPr marL="315595" lvl="1" indent="-229235">
              <a:spcBef>
                <a:spcPts val="575"/>
              </a:spcBef>
              <a:buChar char="*"/>
              <a:tabLst>
                <a:tab pos="316230" algn="l"/>
              </a:tabLst>
            </a:pPr>
            <a:r>
              <a:rPr sz="2400">
                <a:latin typeface="Times New Roman"/>
                <a:cs typeface="Times New Roman"/>
              </a:rPr>
              <a:t>Step 2:</a:t>
            </a:r>
            <a:r>
              <a:rPr sz="2400" spc="-15">
                <a:latin typeface="Times New Roman"/>
                <a:cs typeface="Times New Roman"/>
              </a:rPr>
              <a:t> </a:t>
            </a:r>
            <a:r>
              <a:rPr sz="2400">
                <a:latin typeface="Times New Roman"/>
                <a:cs typeface="Times New Roman"/>
              </a:rPr>
              <a:t>Input</a:t>
            </a:r>
            <a:r>
              <a:rPr sz="2400" spc="-5">
                <a:latin typeface="Times New Roman"/>
                <a:cs typeface="Times New Roman"/>
              </a:rPr>
              <a:t> </a:t>
            </a:r>
            <a:r>
              <a:rPr sz="2400" spc="-25">
                <a:latin typeface="Times New Roman"/>
                <a:cs typeface="Times New Roman"/>
              </a:rPr>
              <a:t>N1</a:t>
            </a:r>
            <a:endParaRPr sz="2400">
              <a:latin typeface="Times New Roman"/>
              <a:cs typeface="Times New Roman"/>
            </a:endParaRPr>
          </a:p>
          <a:p>
            <a:pPr marL="315595" lvl="1" indent="-229235">
              <a:spcBef>
                <a:spcPts val="575"/>
              </a:spcBef>
              <a:buChar char="*"/>
              <a:tabLst>
                <a:tab pos="316230" algn="l"/>
              </a:tabLst>
            </a:pPr>
            <a:r>
              <a:rPr sz="2400">
                <a:latin typeface="Times New Roman"/>
                <a:cs typeface="Times New Roman"/>
              </a:rPr>
              <a:t>Step 3:</a:t>
            </a:r>
            <a:r>
              <a:rPr sz="2400" spc="-15">
                <a:latin typeface="Times New Roman"/>
                <a:cs typeface="Times New Roman"/>
              </a:rPr>
              <a:t> </a:t>
            </a:r>
            <a:r>
              <a:rPr sz="2400">
                <a:latin typeface="Times New Roman"/>
                <a:cs typeface="Times New Roman"/>
              </a:rPr>
              <a:t>Input</a:t>
            </a:r>
            <a:r>
              <a:rPr sz="2400" spc="-5">
                <a:latin typeface="Times New Roman"/>
                <a:cs typeface="Times New Roman"/>
              </a:rPr>
              <a:t> </a:t>
            </a:r>
            <a:r>
              <a:rPr sz="2400" spc="-25">
                <a:latin typeface="Times New Roman"/>
                <a:cs typeface="Times New Roman"/>
              </a:rPr>
              <a:t>N2</a:t>
            </a:r>
            <a:endParaRPr sz="2400">
              <a:latin typeface="Times New Roman"/>
              <a:cs typeface="Times New Roman"/>
            </a:endParaRPr>
          </a:p>
          <a:p>
            <a:pPr marL="315595" lvl="1" indent="-229235">
              <a:spcBef>
                <a:spcPts val="580"/>
              </a:spcBef>
              <a:buChar char="*"/>
              <a:tabLst>
                <a:tab pos="316230" algn="l"/>
              </a:tabLst>
            </a:pPr>
            <a:r>
              <a:rPr sz="2400">
                <a:latin typeface="Times New Roman"/>
                <a:cs typeface="Times New Roman"/>
              </a:rPr>
              <a:t>Step 4:</a:t>
            </a:r>
            <a:r>
              <a:rPr sz="2400" spc="-15">
                <a:latin typeface="Times New Roman"/>
                <a:cs typeface="Times New Roman"/>
              </a:rPr>
              <a:t> </a:t>
            </a:r>
            <a:r>
              <a:rPr sz="2400" spc="-10">
                <a:latin typeface="Times New Roman"/>
                <a:cs typeface="Times New Roman"/>
              </a:rPr>
              <a:t>D=N1–N2</a:t>
            </a:r>
            <a:endParaRPr sz="2400">
              <a:latin typeface="Times New Roman"/>
              <a:cs typeface="Times New Roman"/>
            </a:endParaRPr>
          </a:p>
          <a:p>
            <a:pPr marL="315595" lvl="1" indent="-229235">
              <a:spcBef>
                <a:spcPts val="575"/>
              </a:spcBef>
              <a:buChar char="*"/>
              <a:tabLst>
                <a:tab pos="316230" algn="l"/>
              </a:tabLst>
            </a:pPr>
            <a:r>
              <a:rPr sz="2400">
                <a:latin typeface="Times New Roman"/>
                <a:cs typeface="Times New Roman"/>
              </a:rPr>
              <a:t>Step</a:t>
            </a:r>
            <a:r>
              <a:rPr sz="2400" spc="-25">
                <a:latin typeface="Times New Roman"/>
                <a:cs typeface="Times New Roman"/>
              </a:rPr>
              <a:t> </a:t>
            </a:r>
            <a:r>
              <a:rPr sz="2400">
                <a:latin typeface="Times New Roman"/>
                <a:cs typeface="Times New Roman"/>
              </a:rPr>
              <a:t>5:</a:t>
            </a:r>
            <a:r>
              <a:rPr sz="2400" spc="-70">
                <a:latin typeface="Times New Roman"/>
                <a:cs typeface="Times New Roman"/>
              </a:rPr>
              <a:t> </a:t>
            </a:r>
            <a:r>
              <a:rPr sz="2400">
                <a:latin typeface="Times New Roman"/>
                <a:cs typeface="Times New Roman"/>
              </a:rPr>
              <a:t>V=N1</a:t>
            </a:r>
            <a:r>
              <a:rPr sz="2400" spc="-25">
                <a:latin typeface="Times New Roman"/>
                <a:cs typeface="Times New Roman"/>
              </a:rPr>
              <a:t> /N2</a:t>
            </a:r>
            <a:endParaRPr sz="2400">
              <a:latin typeface="Times New Roman"/>
              <a:cs typeface="Times New Roman"/>
            </a:endParaRPr>
          </a:p>
          <a:p>
            <a:pPr marL="315595" lvl="1" indent="-229235">
              <a:spcBef>
                <a:spcPts val="575"/>
              </a:spcBef>
              <a:buChar char="*"/>
              <a:tabLst>
                <a:tab pos="316230" algn="l"/>
              </a:tabLst>
            </a:pPr>
            <a:r>
              <a:rPr sz="2400">
                <a:latin typeface="Times New Roman"/>
                <a:cs typeface="Times New Roman"/>
              </a:rPr>
              <a:t>Step 6:</a:t>
            </a:r>
            <a:r>
              <a:rPr sz="2400" spc="-15">
                <a:latin typeface="Times New Roman"/>
                <a:cs typeface="Times New Roman"/>
              </a:rPr>
              <a:t> </a:t>
            </a:r>
            <a:r>
              <a:rPr sz="2400">
                <a:latin typeface="Times New Roman"/>
                <a:cs typeface="Times New Roman"/>
              </a:rPr>
              <a:t>Output </a:t>
            </a:r>
            <a:r>
              <a:rPr sz="2400" spc="-50">
                <a:latin typeface="Times New Roman"/>
                <a:cs typeface="Times New Roman"/>
              </a:rPr>
              <a:t>D</a:t>
            </a:r>
            <a:endParaRPr sz="2400">
              <a:latin typeface="Times New Roman"/>
              <a:cs typeface="Times New Roman"/>
            </a:endParaRPr>
          </a:p>
          <a:p>
            <a:pPr marL="315595" lvl="1" indent="-229235">
              <a:spcBef>
                <a:spcPts val="580"/>
              </a:spcBef>
              <a:buChar char="*"/>
              <a:tabLst>
                <a:tab pos="316230" algn="l"/>
              </a:tabLst>
            </a:pPr>
            <a:r>
              <a:rPr sz="2400">
                <a:latin typeface="Times New Roman"/>
                <a:cs typeface="Times New Roman"/>
              </a:rPr>
              <a:t>Step</a:t>
            </a:r>
            <a:r>
              <a:rPr sz="2400" spc="-20">
                <a:latin typeface="Times New Roman"/>
                <a:cs typeface="Times New Roman"/>
              </a:rPr>
              <a:t> </a:t>
            </a:r>
            <a:r>
              <a:rPr sz="2400">
                <a:latin typeface="Times New Roman"/>
                <a:cs typeface="Times New Roman"/>
              </a:rPr>
              <a:t>7:</a:t>
            </a:r>
            <a:r>
              <a:rPr sz="2400" spc="-15">
                <a:latin typeface="Times New Roman"/>
                <a:cs typeface="Times New Roman"/>
              </a:rPr>
              <a:t> </a:t>
            </a:r>
            <a:r>
              <a:rPr sz="2400">
                <a:latin typeface="Times New Roman"/>
                <a:cs typeface="Times New Roman"/>
              </a:rPr>
              <a:t>Output</a:t>
            </a:r>
            <a:r>
              <a:rPr sz="2400" spc="-45">
                <a:latin typeface="Times New Roman"/>
                <a:cs typeface="Times New Roman"/>
              </a:rPr>
              <a:t> </a:t>
            </a:r>
            <a:r>
              <a:rPr sz="2400" spc="-50">
                <a:latin typeface="Times New Roman"/>
                <a:cs typeface="Times New Roman"/>
              </a:rPr>
              <a:t>V</a:t>
            </a:r>
            <a:endParaRPr sz="2400">
              <a:latin typeface="Times New Roman"/>
              <a:cs typeface="Times New Roman"/>
            </a:endParaRPr>
          </a:p>
          <a:p>
            <a:pPr marL="315595" lvl="1" indent="-229235">
              <a:spcBef>
                <a:spcPts val="575"/>
              </a:spcBef>
              <a:buChar char="*"/>
              <a:tabLst>
                <a:tab pos="316230" algn="l"/>
              </a:tabLst>
            </a:pPr>
            <a:r>
              <a:rPr sz="2400">
                <a:latin typeface="Times New Roman"/>
                <a:cs typeface="Times New Roman"/>
              </a:rPr>
              <a:t>Step 8:</a:t>
            </a:r>
            <a:r>
              <a:rPr sz="2400" spc="-15">
                <a:latin typeface="Times New Roman"/>
                <a:cs typeface="Times New Roman"/>
              </a:rPr>
              <a:t> </a:t>
            </a:r>
            <a:r>
              <a:rPr sz="2400" spc="-20">
                <a:latin typeface="Times New Roman"/>
                <a:cs typeface="Times New Roman"/>
              </a:rPr>
              <a:t>Stop</a:t>
            </a:r>
            <a:endParaRPr sz="2400">
              <a:latin typeface="Times New Roman"/>
              <a:cs typeface="Times New Roman"/>
            </a:endParaRPr>
          </a:p>
        </p:txBody>
      </p:sp>
    </p:spTree>
    <p:extLst>
      <p:ext uri="{BB962C8B-B14F-4D97-AF65-F5344CB8AC3E}">
        <p14:creationId xmlns:p14="http://schemas.microsoft.com/office/powerpoint/2010/main" val="29166653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38" y="-82519"/>
            <a:ext cx="4010661" cy="689291"/>
          </a:xfrm>
          <a:prstGeom prst="rect">
            <a:avLst/>
          </a:prstGeom>
        </p:spPr>
        <p:txBody>
          <a:bodyPr vert="horz" wrap="square" lIns="0" tIns="12065" rIns="0" bIns="0" rtlCol="0" anchor="ctr">
            <a:spAutoFit/>
          </a:bodyPr>
          <a:lstStyle/>
          <a:p>
            <a:pPr marL="12700">
              <a:lnSpc>
                <a:spcPct val="100000"/>
              </a:lnSpc>
              <a:spcBef>
                <a:spcPts val="95"/>
              </a:spcBef>
            </a:pPr>
            <a:r>
              <a:rPr b="1">
                <a:latin typeface="Times New Roman"/>
                <a:cs typeface="Times New Roman"/>
              </a:rPr>
              <a:t>Flow</a:t>
            </a:r>
            <a:r>
              <a:rPr b="1" spc="-65">
                <a:latin typeface="Times New Roman"/>
                <a:cs typeface="Times New Roman"/>
              </a:rPr>
              <a:t> </a:t>
            </a:r>
            <a:r>
              <a:rPr b="1" spc="-10">
                <a:latin typeface="Times New Roman"/>
                <a:cs typeface="Times New Roman"/>
              </a:rPr>
              <a:t>Chart</a:t>
            </a:r>
          </a:p>
        </p:txBody>
      </p:sp>
      <p:sp>
        <p:nvSpPr>
          <p:cNvPr id="3" name="object 3"/>
          <p:cNvSpPr/>
          <p:nvPr/>
        </p:nvSpPr>
        <p:spPr>
          <a:xfrm>
            <a:off x="4838700" y="1676399"/>
            <a:ext cx="200660" cy="2813050"/>
          </a:xfrm>
          <a:custGeom>
            <a:avLst/>
            <a:gdLst/>
            <a:ahLst/>
            <a:cxnLst/>
            <a:rect l="l" t="t" r="r" b="b"/>
            <a:pathLst>
              <a:path w="200660" h="2813050">
                <a:moveTo>
                  <a:pt x="76200" y="304800"/>
                </a:moveTo>
                <a:lnTo>
                  <a:pt x="44450" y="304800"/>
                </a:lnTo>
                <a:lnTo>
                  <a:pt x="44450" y="0"/>
                </a:lnTo>
                <a:lnTo>
                  <a:pt x="31750" y="0"/>
                </a:lnTo>
                <a:lnTo>
                  <a:pt x="31750" y="304800"/>
                </a:lnTo>
                <a:lnTo>
                  <a:pt x="0" y="304800"/>
                </a:lnTo>
                <a:lnTo>
                  <a:pt x="38100" y="381000"/>
                </a:lnTo>
                <a:lnTo>
                  <a:pt x="69850" y="317500"/>
                </a:lnTo>
                <a:lnTo>
                  <a:pt x="76200" y="304800"/>
                </a:lnTo>
                <a:close/>
              </a:path>
              <a:path w="200660" h="2813050">
                <a:moveTo>
                  <a:pt x="177800" y="1465199"/>
                </a:moveTo>
                <a:lnTo>
                  <a:pt x="146050" y="1465199"/>
                </a:lnTo>
                <a:lnTo>
                  <a:pt x="146050" y="1014349"/>
                </a:lnTo>
                <a:lnTo>
                  <a:pt x="133350" y="1014349"/>
                </a:lnTo>
                <a:lnTo>
                  <a:pt x="133350" y="1465199"/>
                </a:lnTo>
                <a:lnTo>
                  <a:pt x="101600" y="1465199"/>
                </a:lnTo>
                <a:lnTo>
                  <a:pt x="139700" y="1541399"/>
                </a:lnTo>
                <a:lnTo>
                  <a:pt x="171450" y="1477899"/>
                </a:lnTo>
                <a:lnTo>
                  <a:pt x="177800" y="1465199"/>
                </a:lnTo>
                <a:close/>
              </a:path>
              <a:path w="200660" h="2813050">
                <a:moveTo>
                  <a:pt x="200152" y="2735453"/>
                </a:moveTo>
                <a:lnTo>
                  <a:pt x="168402" y="2736672"/>
                </a:lnTo>
                <a:lnTo>
                  <a:pt x="146050" y="2174621"/>
                </a:lnTo>
                <a:lnTo>
                  <a:pt x="133350" y="2175129"/>
                </a:lnTo>
                <a:lnTo>
                  <a:pt x="155702" y="2737167"/>
                </a:lnTo>
                <a:lnTo>
                  <a:pt x="123952" y="2738374"/>
                </a:lnTo>
                <a:lnTo>
                  <a:pt x="165100" y="2813050"/>
                </a:lnTo>
                <a:lnTo>
                  <a:pt x="193662" y="2749804"/>
                </a:lnTo>
                <a:lnTo>
                  <a:pt x="200152" y="2735453"/>
                </a:lnTo>
                <a:close/>
              </a:path>
            </a:pathLst>
          </a:custGeom>
          <a:solidFill>
            <a:srgbClr val="000000"/>
          </a:solidFill>
        </p:spPr>
        <p:txBody>
          <a:bodyPr wrap="square" lIns="0" tIns="0" rIns="0" bIns="0" rtlCol="0"/>
          <a:lstStyle/>
          <a:p>
            <a:endParaRPr/>
          </a:p>
        </p:txBody>
      </p:sp>
      <p:sp>
        <p:nvSpPr>
          <p:cNvPr id="4" name="object 4"/>
          <p:cNvSpPr/>
          <p:nvPr/>
        </p:nvSpPr>
        <p:spPr>
          <a:xfrm>
            <a:off x="5588000" y="5607050"/>
            <a:ext cx="609600" cy="76200"/>
          </a:xfrm>
          <a:custGeom>
            <a:avLst/>
            <a:gdLst/>
            <a:ahLst/>
            <a:cxnLst/>
            <a:rect l="l" t="t" r="r" b="b"/>
            <a:pathLst>
              <a:path w="609600" h="76200">
                <a:moveTo>
                  <a:pt x="533400" y="0"/>
                </a:moveTo>
                <a:lnTo>
                  <a:pt x="533400" y="76200"/>
                </a:lnTo>
                <a:lnTo>
                  <a:pt x="596900" y="44450"/>
                </a:lnTo>
                <a:lnTo>
                  <a:pt x="546100" y="44450"/>
                </a:lnTo>
                <a:lnTo>
                  <a:pt x="546100" y="31750"/>
                </a:lnTo>
                <a:lnTo>
                  <a:pt x="596900" y="31750"/>
                </a:lnTo>
                <a:lnTo>
                  <a:pt x="533400" y="0"/>
                </a:lnTo>
                <a:close/>
              </a:path>
              <a:path w="609600" h="76200">
                <a:moveTo>
                  <a:pt x="533400" y="31750"/>
                </a:moveTo>
                <a:lnTo>
                  <a:pt x="0" y="31750"/>
                </a:lnTo>
                <a:lnTo>
                  <a:pt x="0" y="44450"/>
                </a:lnTo>
                <a:lnTo>
                  <a:pt x="533400" y="44450"/>
                </a:lnTo>
                <a:lnTo>
                  <a:pt x="533400" y="31750"/>
                </a:lnTo>
                <a:close/>
              </a:path>
              <a:path w="609600" h="76200">
                <a:moveTo>
                  <a:pt x="596900" y="31750"/>
                </a:moveTo>
                <a:lnTo>
                  <a:pt x="546100" y="31750"/>
                </a:lnTo>
                <a:lnTo>
                  <a:pt x="546100" y="44450"/>
                </a:lnTo>
                <a:lnTo>
                  <a:pt x="596900" y="44450"/>
                </a:lnTo>
                <a:lnTo>
                  <a:pt x="609600" y="38100"/>
                </a:lnTo>
                <a:lnTo>
                  <a:pt x="596900" y="31750"/>
                </a:lnTo>
                <a:close/>
              </a:path>
            </a:pathLst>
          </a:custGeom>
          <a:solidFill>
            <a:srgbClr val="000000"/>
          </a:solidFill>
        </p:spPr>
        <p:txBody>
          <a:bodyPr wrap="square" lIns="0" tIns="0" rIns="0" bIns="0" rtlCol="0"/>
          <a:lstStyle/>
          <a:p>
            <a:endParaRPr/>
          </a:p>
        </p:txBody>
      </p:sp>
      <p:sp>
        <p:nvSpPr>
          <p:cNvPr id="5" name="object 5"/>
          <p:cNvSpPr txBox="1"/>
          <p:nvPr/>
        </p:nvSpPr>
        <p:spPr>
          <a:xfrm>
            <a:off x="4373373" y="1206753"/>
            <a:ext cx="545465" cy="299720"/>
          </a:xfrm>
          <a:prstGeom prst="rect">
            <a:avLst/>
          </a:prstGeom>
        </p:spPr>
        <p:txBody>
          <a:bodyPr vert="horz" wrap="square" lIns="0" tIns="12700" rIns="0" bIns="0" rtlCol="0">
            <a:spAutoFit/>
          </a:bodyPr>
          <a:lstStyle/>
          <a:p>
            <a:pPr marL="12700">
              <a:spcBef>
                <a:spcPts val="100"/>
              </a:spcBef>
            </a:pPr>
            <a:r>
              <a:rPr b="1" spc="-10">
                <a:latin typeface="Arial"/>
                <a:cs typeface="Arial"/>
              </a:rPr>
              <a:t>Start</a:t>
            </a:r>
            <a:endParaRPr>
              <a:latin typeface="Arial"/>
              <a:cs typeface="Arial"/>
            </a:endParaRPr>
          </a:p>
        </p:txBody>
      </p:sp>
      <p:sp>
        <p:nvSpPr>
          <p:cNvPr id="6" name="object 6"/>
          <p:cNvSpPr txBox="1"/>
          <p:nvPr/>
        </p:nvSpPr>
        <p:spPr>
          <a:xfrm>
            <a:off x="4244085" y="2189479"/>
            <a:ext cx="937894" cy="299720"/>
          </a:xfrm>
          <a:prstGeom prst="rect">
            <a:avLst/>
          </a:prstGeom>
        </p:spPr>
        <p:txBody>
          <a:bodyPr vert="horz" wrap="square" lIns="0" tIns="12700" rIns="0" bIns="0" rtlCol="0">
            <a:spAutoFit/>
          </a:bodyPr>
          <a:lstStyle/>
          <a:p>
            <a:pPr marL="12700">
              <a:spcBef>
                <a:spcPts val="100"/>
              </a:spcBef>
            </a:pPr>
            <a:r>
              <a:rPr b="1">
                <a:latin typeface="Arial"/>
                <a:cs typeface="Arial"/>
              </a:rPr>
              <a:t>Read</a:t>
            </a:r>
            <a:r>
              <a:rPr b="1" spc="-65">
                <a:latin typeface="Arial"/>
                <a:cs typeface="Arial"/>
              </a:rPr>
              <a:t> </a:t>
            </a:r>
            <a:r>
              <a:rPr b="1" spc="-25">
                <a:latin typeface="Arial"/>
                <a:cs typeface="Arial"/>
              </a:rPr>
              <a:t>N1</a:t>
            </a:r>
            <a:endParaRPr>
              <a:latin typeface="Arial"/>
              <a:cs typeface="Arial"/>
            </a:endParaRPr>
          </a:p>
        </p:txBody>
      </p:sp>
      <p:sp>
        <p:nvSpPr>
          <p:cNvPr id="7" name="object 7"/>
          <p:cNvSpPr/>
          <p:nvPr/>
        </p:nvSpPr>
        <p:spPr>
          <a:xfrm>
            <a:off x="3759200" y="2057400"/>
            <a:ext cx="2336800" cy="609600"/>
          </a:xfrm>
          <a:custGeom>
            <a:avLst/>
            <a:gdLst/>
            <a:ahLst/>
            <a:cxnLst/>
            <a:rect l="l" t="t" r="r" b="b"/>
            <a:pathLst>
              <a:path w="2336800" h="609600">
                <a:moveTo>
                  <a:pt x="0" y="609600"/>
                </a:moveTo>
                <a:lnTo>
                  <a:pt x="467360" y="0"/>
                </a:lnTo>
                <a:lnTo>
                  <a:pt x="2336800" y="0"/>
                </a:lnTo>
                <a:lnTo>
                  <a:pt x="1869439" y="609600"/>
                </a:lnTo>
                <a:lnTo>
                  <a:pt x="0" y="609600"/>
                </a:lnTo>
                <a:close/>
              </a:path>
            </a:pathLst>
          </a:custGeom>
          <a:ln w="12700">
            <a:solidFill>
              <a:srgbClr val="000000"/>
            </a:solidFill>
          </a:ln>
        </p:spPr>
        <p:txBody>
          <a:bodyPr wrap="square" lIns="0" tIns="0" rIns="0" bIns="0" rtlCol="0"/>
          <a:lstStyle/>
          <a:p>
            <a:endParaRPr/>
          </a:p>
        </p:txBody>
      </p:sp>
      <p:sp>
        <p:nvSpPr>
          <p:cNvPr id="8" name="object 8"/>
          <p:cNvSpPr txBox="1"/>
          <p:nvPr/>
        </p:nvSpPr>
        <p:spPr>
          <a:xfrm>
            <a:off x="4142613" y="3404058"/>
            <a:ext cx="938530" cy="300355"/>
          </a:xfrm>
          <a:prstGeom prst="rect">
            <a:avLst/>
          </a:prstGeom>
        </p:spPr>
        <p:txBody>
          <a:bodyPr vert="horz" wrap="square" lIns="0" tIns="12700" rIns="0" bIns="0" rtlCol="0">
            <a:spAutoFit/>
          </a:bodyPr>
          <a:lstStyle/>
          <a:p>
            <a:pPr marL="12700">
              <a:spcBef>
                <a:spcPts val="100"/>
              </a:spcBef>
            </a:pPr>
            <a:r>
              <a:rPr b="1">
                <a:latin typeface="Arial"/>
                <a:cs typeface="Arial"/>
              </a:rPr>
              <a:t>Read</a:t>
            </a:r>
            <a:r>
              <a:rPr b="1" spc="-35">
                <a:latin typeface="Arial"/>
                <a:cs typeface="Arial"/>
              </a:rPr>
              <a:t> </a:t>
            </a:r>
            <a:r>
              <a:rPr b="1" spc="-25">
                <a:latin typeface="Arial"/>
                <a:cs typeface="Arial"/>
              </a:rPr>
              <a:t>N2</a:t>
            </a:r>
            <a:endParaRPr>
              <a:latin typeface="Arial"/>
              <a:cs typeface="Arial"/>
            </a:endParaRPr>
          </a:p>
        </p:txBody>
      </p:sp>
      <p:sp>
        <p:nvSpPr>
          <p:cNvPr id="9" name="object 9"/>
          <p:cNvSpPr/>
          <p:nvPr/>
        </p:nvSpPr>
        <p:spPr>
          <a:xfrm>
            <a:off x="3556000" y="1143000"/>
            <a:ext cx="2540000" cy="2691130"/>
          </a:xfrm>
          <a:custGeom>
            <a:avLst/>
            <a:gdLst/>
            <a:ahLst/>
            <a:cxnLst/>
            <a:rect l="l" t="t" r="r" b="b"/>
            <a:pathLst>
              <a:path w="2540000" h="2691129">
                <a:moveTo>
                  <a:pt x="0" y="2690876"/>
                </a:moveTo>
                <a:lnTo>
                  <a:pt x="508000" y="2074799"/>
                </a:lnTo>
                <a:lnTo>
                  <a:pt x="2540000" y="2074799"/>
                </a:lnTo>
                <a:lnTo>
                  <a:pt x="2032000" y="2690876"/>
                </a:lnTo>
                <a:lnTo>
                  <a:pt x="0" y="2690876"/>
                </a:lnTo>
                <a:close/>
              </a:path>
              <a:path w="2540000" h="2691129">
                <a:moveTo>
                  <a:pt x="919607" y="0"/>
                </a:moveTo>
                <a:lnTo>
                  <a:pt x="1798192" y="0"/>
                </a:lnTo>
                <a:lnTo>
                  <a:pt x="1840183" y="5417"/>
                </a:lnTo>
                <a:lnTo>
                  <a:pt x="1879298" y="20954"/>
                </a:lnTo>
                <a:lnTo>
                  <a:pt x="1914698" y="45541"/>
                </a:lnTo>
                <a:lnTo>
                  <a:pt x="1945544" y="78104"/>
                </a:lnTo>
                <a:lnTo>
                  <a:pt x="1970997" y="117574"/>
                </a:lnTo>
                <a:lnTo>
                  <a:pt x="1990216" y="162877"/>
                </a:lnTo>
                <a:lnTo>
                  <a:pt x="2002364" y="212943"/>
                </a:lnTo>
                <a:lnTo>
                  <a:pt x="2006600" y="266700"/>
                </a:lnTo>
                <a:lnTo>
                  <a:pt x="2002364" y="320456"/>
                </a:lnTo>
                <a:lnTo>
                  <a:pt x="1990216" y="370522"/>
                </a:lnTo>
                <a:lnTo>
                  <a:pt x="1970997" y="415825"/>
                </a:lnTo>
                <a:lnTo>
                  <a:pt x="1945544" y="455295"/>
                </a:lnTo>
                <a:lnTo>
                  <a:pt x="1914698" y="487858"/>
                </a:lnTo>
                <a:lnTo>
                  <a:pt x="1879298" y="512445"/>
                </a:lnTo>
                <a:lnTo>
                  <a:pt x="1840183" y="527982"/>
                </a:lnTo>
                <a:lnTo>
                  <a:pt x="1798192" y="533400"/>
                </a:lnTo>
                <a:lnTo>
                  <a:pt x="919607" y="533400"/>
                </a:lnTo>
                <a:lnTo>
                  <a:pt x="877616" y="527982"/>
                </a:lnTo>
                <a:lnTo>
                  <a:pt x="838501" y="512445"/>
                </a:lnTo>
                <a:lnTo>
                  <a:pt x="803101" y="487858"/>
                </a:lnTo>
                <a:lnTo>
                  <a:pt x="772255" y="455295"/>
                </a:lnTo>
                <a:lnTo>
                  <a:pt x="746802" y="415825"/>
                </a:lnTo>
                <a:lnTo>
                  <a:pt x="727583" y="370522"/>
                </a:lnTo>
                <a:lnTo>
                  <a:pt x="715435" y="320456"/>
                </a:lnTo>
                <a:lnTo>
                  <a:pt x="711200" y="266700"/>
                </a:lnTo>
                <a:lnTo>
                  <a:pt x="715435" y="212943"/>
                </a:lnTo>
                <a:lnTo>
                  <a:pt x="727582" y="162877"/>
                </a:lnTo>
                <a:lnTo>
                  <a:pt x="746802" y="117574"/>
                </a:lnTo>
                <a:lnTo>
                  <a:pt x="772255" y="78104"/>
                </a:lnTo>
                <a:lnTo>
                  <a:pt x="803101" y="45541"/>
                </a:lnTo>
                <a:lnTo>
                  <a:pt x="838501" y="20954"/>
                </a:lnTo>
                <a:lnTo>
                  <a:pt x="877616" y="5417"/>
                </a:lnTo>
                <a:lnTo>
                  <a:pt x="919607" y="0"/>
                </a:lnTo>
                <a:close/>
              </a:path>
            </a:pathLst>
          </a:custGeom>
          <a:ln w="12700">
            <a:solidFill>
              <a:srgbClr val="000000"/>
            </a:solidFill>
          </a:ln>
        </p:spPr>
        <p:txBody>
          <a:bodyPr wrap="square" lIns="0" tIns="0" rIns="0" bIns="0" rtlCol="0"/>
          <a:lstStyle/>
          <a:p>
            <a:endParaRPr/>
          </a:p>
        </p:txBody>
      </p:sp>
      <p:sp>
        <p:nvSpPr>
          <p:cNvPr id="10" name="object 10"/>
          <p:cNvSpPr txBox="1"/>
          <p:nvPr/>
        </p:nvSpPr>
        <p:spPr>
          <a:xfrm>
            <a:off x="3556000" y="4484623"/>
            <a:ext cx="2540000" cy="476412"/>
          </a:xfrm>
          <a:prstGeom prst="rect">
            <a:avLst/>
          </a:prstGeom>
          <a:ln w="12700">
            <a:solidFill>
              <a:srgbClr val="000000"/>
            </a:solidFill>
          </a:ln>
        </p:spPr>
        <p:txBody>
          <a:bodyPr vert="horz" wrap="square" lIns="0" tIns="197485" rIns="0" bIns="0" rtlCol="0">
            <a:spAutoFit/>
          </a:bodyPr>
          <a:lstStyle/>
          <a:p>
            <a:pPr marL="253365">
              <a:spcBef>
                <a:spcPts val="1555"/>
              </a:spcBef>
            </a:pPr>
            <a:r>
              <a:rPr b="1" spc="-20">
                <a:latin typeface="Arial"/>
                <a:cs typeface="Arial"/>
              </a:rPr>
              <a:t>D=N1-</a:t>
            </a:r>
            <a:r>
              <a:rPr b="1" spc="-25">
                <a:latin typeface="Arial"/>
                <a:cs typeface="Arial"/>
              </a:rPr>
              <a:t>N2</a:t>
            </a:r>
            <a:endParaRPr>
              <a:latin typeface="Arial"/>
              <a:cs typeface="Arial"/>
            </a:endParaRPr>
          </a:p>
        </p:txBody>
      </p:sp>
      <p:sp>
        <p:nvSpPr>
          <p:cNvPr id="11" name="object 11"/>
          <p:cNvSpPr txBox="1"/>
          <p:nvPr/>
        </p:nvSpPr>
        <p:spPr>
          <a:xfrm>
            <a:off x="3657600" y="5434013"/>
            <a:ext cx="1955800" cy="371255"/>
          </a:xfrm>
          <a:prstGeom prst="rect">
            <a:avLst/>
          </a:prstGeom>
          <a:ln w="12700">
            <a:solidFill>
              <a:srgbClr val="000000"/>
            </a:solidFill>
          </a:ln>
        </p:spPr>
        <p:txBody>
          <a:bodyPr vert="horz" wrap="square" lIns="0" tIns="93345" rIns="0" bIns="0" rtlCol="0">
            <a:spAutoFit/>
          </a:bodyPr>
          <a:lstStyle/>
          <a:p>
            <a:pPr marL="340360">
              <a:spcBef>
                <a:spcPts val="735"/>
              </a:spcBef>
            </a:pPr>
            <a:r>
              <a:rPr b="1">
                <a:latin typeface="Arial"/>
                <a:cs typeface="Arial"/>
              </a:rPr>
              <a:t>V=</a:t>
            </a:r>
            <a:r>
              <a:rPr b="1" spc="-20">
                <a:latin typeface="Arial"/>
                <a:cs typeface="Arial"/>
              </a:rPr>
              <a:t> </a:t>
            </a:r>
            <a:r>
              <a:rPr b="1" spc="-10">
                <a:latin typeface="Arial"/>
                <a:cs typeface="Arial"/>
              </a:rPr>
              <a:t>N1/N2</a:t>
            </a:r>
            <a:endParaRPr>
              <a:latin typeface="Arial"/>
              <a:cs typeface="Arial"/>
            </a:endParaRPr>
          </a:p>
        </p:txBody>
      </p:sp>
      <p:sp>
        <p:nvSpPr>
          <p:cNvPr id="12" name="object 12"/>
          <p:cNvSpPr txBox="1"/>
          <p:nvPr/>
        </p:nvSpPr>
        <p:spPr>
          <a:xfrm>
            <a:off x="6316472" y="5566968"/>
            <a:ext cx="772795" cy="299720"/>
          </a:xfrm>
          <a:prstGeom prst="rect">
            <a:avLst/>
          </a:prstGeom>
        </p:spPr>
        <p:txBody>
          <a:bodyPr vert="horz" wrap="square" lIns="0" tIns="12700" rIns="0" bIns="0" rtlCol="0">
            <a:spAutoFit/>
          </a:bodyPr>
          <a:lstStyle/>
          <a:p>
            <a:pPr marL="12700">
              <a:spcBef>
                <a:spcPts val="100"/>
              </a:spcBef>
            </a:pPr>
            <a:r>
              <a:rPr b="1">
                <a:latin typeface="Arial"/>
                <a:cs typeface="Arial"/>
              </a:rPr>
              <a:t>Print</a:t>
            </a:r>
            <a:r>
              <a:rPr b="1" spc="-70">
                <a:latin typeface="Arial"/>
                <a:cs typeface="Arial"/>
              </a:rPr>
              <a:t> </a:t>
            </a:r>
            <a:r>
              <a:rPr b="1" spc="-50">
                <a:latin typeface="Arial"/>
                <a:cs typeface="Arial"/>
              </a:rPr>
              <a:t>D</a:t>
            </a:r>
            <a:endParaRPr>
              <a:latin typeface="Arial"/>
              <a:cs typeface="Arial"/>
            </a:endParaRPr>
          </a:p>
        </p:txBody>
      </p:sp>
      <p:sp>
        <p:nvSpPr>
          <p:cNvPr id="13" name="object 13"/>
          <p:cNvSpPr txBox="1"/>
          <p:nvPr/>
        </p:nvSpPr>
        <p:spPr>
          <a:xfrm>
            <a:off x="7977379" y="5566968"/>
            <a:ext cx="760095" cy="299720"/>
          </a:xfrm>
          <a:prstGeom prst="rect">
            <a:avLst/>
          </a:prstGeom>
        </p:spPr>
        <p:txBody>
          <a:bodyPr vert="horz" wrap="square" lIns="0" tIns="12700" rIns="0" bIns="0" rtlCol="0">
            <a:spAutoFit/>
          </a:bodyPr>
          <a:lstStyle/>
          <a:p>
            <a:pPr marL="12700">
              <a:spcBef>
                <a:spcPts val="100"/>
              </a:spcBef>
            </a:pPr>
            <a:r>
              <a:rPr b="1">
                <a:latin typeface="Arial"/>
                <a:cs typeface="Arial"/>
              </a:rPr>
              <a:t>Print</a:t>
            </a:r>
            <a:r>
              <a:rPr b="1" spc="-70">
                <a:latin typeface="Arial"/>
                <a:cs typeface="Arial"/>
              </a:rPr>
              <a:t> </a:t>
            </a:r>
            <a:r>
              <a:rPr b="1" spc="-50">
                <a:latin typeface="Arial"/>
                <a:cs typeface="Arial"/>
              </a:rPr>
              <a:t>V</a:t>
            </a:r>
            <a:endParaRPr>
              <a:latin typeface="Arial"/>
              <a:cs typeface="Arial"/>
            </a:endParaRPr>
          </a:p>
        </p:txBody>
      </p:sp>
      <p:sp>
        <p:nvSpPr>
          <p:cNvPr id="14" name="object 14"/>
          <p:cNvSpPr/>
          <p:nvPr/>
        </p:nvSpPr>
        <p:spPr>
          <a:xfrm>
            <a:off x="5994400" y="5381625"/>
            <a:ext cx="3276600" cy="533400"/>
          </a:xfrm>
          <a:custGeom>
            <a:avLst/>
            <a:gdLst/>
            <a:ahLst/>
            <a:cxnLst/>
            <a:rect l="l" t="t" r="r" b="b"/>
            <a:pathLst>
              <a:path w="3276600" h="533400">
                <a:moveTo>
                  <a:pt x="0" y="533400"/>
                </a:moveTo>
                <a:lnTo>
                  <a:pt x="325120" y="0"/>
                </a:lnTo>
                <a:lnTo>
                  <a:pt x="1625600" y="0"/>
                </a:lnTo>
                <a:lnTo>
                  <a:pt x="1300479" y="533400"/>
                </a:lnTo>
                <a:lnTo>
                  <a:pt x="0" y="533400"/>
                </a:lnTo>
                <a:close/>
              </a:path>
              <a:path w="3276600" h="533400">
                <a:moveTo>
                  <a:pt x="1625600" y="533400"/>
                </a:moveTo>
                <a:lnTo>
                  <a:pt x="1955800" y="0"/>
                </a:lnTo>
                <a:lnTo>
                  <a:pt x="3276600" y="0"/>
                </a:lnTo>
                <a:lnTo>
                  <a:pt x="2946400" y="533400"/>
                </a:lnTo>
                <a:lnTo>
                  <a:pt x="1625600" y="533400"/>
                </a:lnTo>
                <a:close/>
              </a:path>
            </a:pathLst>
          </a:custGeom>
          <a:ln w="12700">
            <a:solidFill>
              <a:srgbClr val="000000"/>
            </a:solidFill>
          </a:ln>
        </p:spPr>
        <p:txBody>
          <a:bodyPr wrap="square" lIns="0" tIns="0" rIns="0" bIns="0" rtlCol="0"/>
          <a:lstStyle/>
          <a:p>
            <a:endParaRPr/>
          </a:p>
        </p:txBody>
      </p:sp>
      <p:sp>
        <p:nvSpPr>
          <p:cNvPr id="15" name="object 15"/>
          <p:cNvSpPr txBox="1"/>
          <p:nvPr/>
        </p:nvSpPr>
        <p:spPr>
          <a:xfrm>
            <a:off x="9634219" y="5566968"/>
            <a:ext cx="533400" cy="299720"/>
          </a:xfrm>
          <a:prstGeom prst="rect">
            <a:avLst/>
          </a:prstGeom>
        </p:spPr>
        <p:txBody>
          <a:bodyPr vert="horz" wrap="square" lIns="0" tIns="12700" rIns="0" bIns="0" rtlCol="0">
            <a:spAutoFit/>
          </a:bodyPr>
          <a:lstStyle/>
          <a:p>
            <a:pPr marL="12700">
              <a:spcBef>
                <a:spcPts val="100"/>
              </a:spcBef>
            </a:pPr>
            <a:r>
              <a:rPr b="1" spc="-20">
                <a:latin typeface="Arial"/>
                <a:cs typeface="Arial"/>
              </a:rPr>
              <a:t>Stop</a:t>
            </a:r>
            <a:endParaRPr>
              <a:latin typeface="Arial"/>
              <a:cs typeface="Arial"/>
            </a:endParaRPr>
          </a:p>
        </p:txBody>
      </p:sp>
      <p:grpSp>
        <p:nvGrpSpPr>
          <p:cNvPr id="16" name="object 16"/>
          <p:cNvGrpSpPr/>
          <p:nvPr/>
        </p:nvGrpSpPr>
        <p:grpSpPr>
          <a:xfrm>
            <a:off x="7416673" y="5375275"/>
            <a:ext cx="3258185" cy="546100"/>
            <a:chOff x="5892672" y="5375275"/>
            <a:chExt cx="3258185" cy="546100"/>
          </a:xfrm>
        </p:grpSpPr>
        <p:sp>
          <p:nvSpPr>
            <p:cNvPr id="17" name="object 17"/>
            <p:cNvSpPr/>
            <p:nvPr/>
          </p:nvSpPr>
          <p:spPr>
            <a:xfrm>
              <a:off x="5892673" y="5607049"/>
              <a:ext cx="2108835" cy="80645"/>
            </a:xfrm>
            <a:custGeom>
              <a:avLst/>
              <a:gdLst/>
              <a:ahLst/>
              <a:cxnLst/>
              <a:rect l="l" t="t" r="r" b="b"/>
              <a:pathLst>
                <a:path w="2108834" h="80645">
                  <a:moveTo>
                    <a:pt x="420306" y="48514"/>
                  </a:moveTo>
                  <a:lnTo>
                    <a:pt x="368300" y="48514"/>
                  </a:lnTo>
                  <a:lnTo>
                    <a:pt x="355650" y="48514"/>
                  </a:lnTo>
                  <a:lnTo>
                    <a:pt x="355346" y="80124"/>
                  </a:lnTo>
                  <a:lnTo>
                    <a:pt x="420306" y="48514"/>
                  </a:lnTo>
                  <a:close/>
                </a:path>
                <a:path w="2108834" h="80645">
                  <a:moveTo>
                    <a:pt x="431927" y="42862"/>
                  </a:moveTo>
                  <a:lnTo>
                    <a:pt x="356108" y="3924"/>
                  </a:lnTo>
                  <a:lnTo>
                    <a:pt x="355790" y="35674"/>
                  </a:lnTo>
                  <a:lnTo>
                    <a:pt x="254" y="31750"/>
                  </a:lnTo>
                  <a:lnTo>
                    <a:pt x="0" y="44450"/>
                  </a:lnTo>
                  <a:lnTo>
                    <a:pt x="355650" y="48387"/>
                  </a:lnTo>
                  <a:lnTo>
                    <a:pt x="368300" y="48387"/>
                  </a:lnTo>
                  <a:lnTo>
                    <a:pt x="420585" y="48387"/>
                  </a:lnTo>
                  <a:lnTo>
                    <a:pt x="431927" y="42862"/>
                  </a:lnTo>
                  <a:close/>
                </a:path>
                <a:path w="2108834" h="80645">
                  <a:moveTo>
                    <a:pt x="2108327" y="38100"/>
                  </a:moveTo>
                  <a:lnTo>
                    <a:pt x="2095627" y="31750"/>
                  </a:lnTo>
                  <a:lnTo>
                    <a:pt x="2032127" y="0"/>
                  </a:lnTo>
                  <a:lnTo>
                    <a:pt x="2032127" y="31750"/>
                  </a:lnTo>
                  <a:lnTo>
                    <a:pt x="1727327" y="31750"/>
                  </a:lnTo>
                  <a:lnTo>
                    <a:pt x="1727327" y="44450"/>
                  </a:lnTo>
                  <a:lnTo>
                    <a:pt x="2032127" y="44450"/>
                  </a:lnTo>
                  <a:lnTo>
                    <a:pt x="2032127" y="76200"/>
                  </a:lnTo>
                  <a:lnTo>
                    <a:pt x="2095627" y="44450"/>
                  </a:lnTo>
                  <a:lnTo>
                    <a:pt x="2108327" y="38100"/>
                  </a:lnTo>
                  <a:close/>
                </a:path>
              </a:pathLst>
            </a:custGeom>
            <a:solidFill>
              <a:srgbClr val="000000"/>
            </a:solidFill>
          </p:spPr>
          <p:txBody>
            <a:bodyPr wrap="square" lIns="0" tIns="0" rIns="0" bIns="0" rtlCol="0"/>
            <a:lstStyle/>
            <a:p>
              <a:endParaRPr/>
            </a:p>
          </p:txBody>
        </p:sp>
        <p:sp>
          <p:nvSpPr>
            <p:cNvPr id="18" name="object 18"/>
            <p:cNvSpPr/>
            <p:nvPr/>
          </p:nvSpPr>
          <p:spPr>
            <a:xfrm>
              <a:off x="8000999" y="5381625"/>
              <a:ext cx="1143000" cy="533400"/>
            </a:xfrm>
            <a:custGeom>
              <a:avLst/>
              <a:gdLst/>
              <a:ahLst/>
              <a:cxnLst/>
              <a:rect l="l" t="t" r="r" b="b"/>
              <a:pathLst>
                <a:path w="1143000" h="533400">
                  <a:moveTo>
                    <a:pt x="183896" y="0"/>
                  </a:moveTo>
                  <a:lnTo>
                    <a:pt x="959103" y="0"/>
                  </a:lnTo>
                  <a:lnTo>
                    <a:pt x="996176" y="5417"/>
                  </a:lnTo>
                  <a:lnTo>
                    <a:pt x="1030700" y="20955"/>
                  </a:lnTo>
                  <a:lnTo>
                    <a:pt x="1061938" y="45541"/>
                  </a:lnTo>
                  <a:lnTo>
                    <a:pt x="1089152" y="78105"/>
                  </a:lnTo>
                  <a:lnTo>
                    <a:pt x="1111603" y="117574"/>
                  </a:lnTo>
                  <a:lnTo>
                    <a:pt x="1128553" y="162877"/>
                  </a:lnTo>
                  <a:lnTo>
                    <a:pt x="1139265" y="212943"/>
                  </a:lnTo>
                  <a:lnTo>
                    <a:pt x="1143000" y="266700"/>
                  </a:lnTo>
                  <a:lnTo>
                    <a:pt x="1139265" y="320449"/>
                  </a:lnTo>
                  <a:lnTo>
                    <a:pt x="1128553" y="370511"/>
                  </a:lnTo>
                  <a:lnTo>
                    <a:pt x="1111603" y="415814"/>
                  </a:lnTo>
                  <a:lnTo>
                    <a:pt x="1089152" y="455285"/>
                  </a:lnTo>
                  <a:lnTo>
                    <a:pt x="1061938" y="487851"/>
                  </a:lnTo>
                  <a:lnTo>
                    <a:pt x="1030700" y="512441"/>
                  </a:lnTo>
                  <a:lnTo>
                    <a:pt x="959103" y="533400"/>
                  </a:lnTo>
                  <a:lnTo>
                    <a:pt x="183896" y="533400"/>
                  </a:lnTo>
                  <a:lnTo>
                    <a:pt x="146823" y="527981"/>
                  </a:lnTo>
                  <a:lnTo>
                    <a:pt x="112299" y="512441"/>
                  </a:lnTo>
                  <a:lnTo>
                    <a:pt x="81061" y="487851"/>
                  </a:lnTo>
                  <a:lnTo>
                    <a:pt x="53848" y="455285"/>
                  </a:lnTo>
                  <a:lnTo>
                    <a:pt x="31396" y="415814"/>
                  </a:lnTo>
                  <a:lnTo>
                    <a:pt x="14446" y="370511"/>
                  </a:lnTo>
                  <a:lnTo>
                    <a:pt x="3734" y="320449"/>
                  </a:lnTo>
                  <a:lnTo>
                    <a:pt x="0" y="266700"/>
                  </a:lnTo>
                  <a:lnTo>
                    <a:pt x="3734" y="212943"/>
                  </a:lnTo>
                  <a:lnTo>
                    <a:pt x="14446" y="162877"/>
                  </a:lnTo>
                  <a:lnTo>
                    <a:pt x="31396" y="117574"/>
                  </a:lnTo>
                  <a:lnTo>
                    <a:pt x="53848" y="78105"/>
                  </a:lnTo>
                  <a:lnTo>
                    <a:pt x="81061" y="45541"/>
                  </a:lnTo>
                  <a:lnTo>
                    <a:pt x="112299" y="20955"/>
                  </a:lnTo>
                  <a:lnTo>
                    <a:pt x="183896" y="0"/>
                  </a:lnTo>
                  <a:close/>
                </a:path>
              </a:pathLst>
            </a:custGeom>
            <a:ln w="12700">
              <a:solidFill>
                <a:srgbClr val="000000"/>
              </a:solidFill>
            </a:ln>
          </p:spPr>
          <p:txBody>
            <a:bodyPr wrap="square" lIns="0" tIns="0" rIns="0" bIns="0" rtlCol="0"/>
            <a:lstStyle/>
            <a:p>
              <a:endParaRPr/>
            </a:p>
          </p:txBody>
        </p:sp>
      </p:grpSp>
      <p:sp>
        <p:nvSpPr>
          <p:cNvPr id="19" name="object 19"/>
          <p:cNvSpPr/>
          <p:nvPr/>
        </p:nvSpPr>
        <p:spPr>
          <a:xfrm>
            <a:off x="5041900" y="5116448"/>
            <a:ext cx="76200" cy="317500"/>
          </a:xfrm>
          <a:custGeom>
            <a:avLst/>
            <a:gdLst/>
            <a:ahLst/>
            <a:cxnLst/>
            <a:rect l="l" t="t" r="r" b="b"/>
            <a:pathLst>
              <a:path w="76200" h="317500">
                <a:moveTo>
                  <a:pt x="31750" y="241300"/>
                </a:moveTo>
                <a:lnTo>
                  <a:pt x="0" y="241300"/>
                </a:lnTo>
                <a:lnTo>
                  <a:pt x="38100" y="317500"/>
                </a:lnTo>
                <a:lnTo>
                  <a:pt x="69850" y="254000"/>
                </a:lnTo>
                <a:lnTo>
                  <a:pt x="31750" y="254000"/>
                </a:lnTo>
                <a:lnTo>
                  <a:pt x="31750" y="241300"/>
                </a:lnTo>
                <a:close/>
              </a:path>
              <a:path w="76200" h="317500">
                <a:moveTo>
                  <a:pt x="44450" y="0"/>
                </a:moveTo>
                <a:lnTo>
                  <a:pt x="31750" y="0"/>
                </a:lnTo>
                <a:lnTo>
                  <a:pt x="31750" y="254000"/>
                </a:lnTo>
                <a:lnTo>
                  <a:pt x="44450" y="254000"/>
                </a:lnTo>
                <a:lnTo>
                  <a:pt x="44450" y="0"/>
                </a:lnTo>
                <a:close/>
              </a:path>
              <a:path w="76200" h="317500">
                <a:moveTo>
                  <a:pt x="76200" y="241300"/>
                </a:moveTo>
                <a:lnTo>
                  <a:pt x="44450" y="241300"/>
                </a:lnTo>
                <a:lnTo>
                  <a:pt x="44450" y="254000"/>
                </a:lnTo>
                <a:lnTo>
                  <a:pt x="69850" y="254000"/>
                </a:lnTo>
                <a:lnTo>
                  <a:pt x="76200" y="241300"/>
                </a:lnTo>
                <a:close/>
              </a:path>
            </a:pathLst>
          </a:custGeom>
          <a:solidFill>
            <a:srgbClr val="000000"/>
          </a:solidFill>
        </p:spPr>
        <p:txBody>
          <a:bodyPr wrap="square" lIns="0" tIns="0" rIns="0" bIns="0" rtlCol="0"/>
          <a:lstStyle/>
          <a:p>
            <a:endParaRPr/>
          </a:p>
        </p:txBody>
      </p:sp>
      <p:sp>
        <p:nvSpPr>
          <p:cNvPr id="20" name="object 20"/>
          <p:cNvSpPr txBox="1">
            <a:spLocks noGrp="1"/>
          </p:cNvSpPr>
          <p:nvPr>
            <p:ph type="sldNum" sz="quarter" idx="4294967295"/>
          </p:nvPr>
        </p:nvSpPr>
        <p:spPr>
          <a:xfrm>
            <a:off x="1524000" y="1"/>
            <a:ext cx="0" cy="461665"/>
          </a:xfrm>
          <a:prstGeom prst="rect">
            <a:avLst/>
          </a:prstGeom>
        </p:spPr>
        <p:txBody>
          <a:bodyPr vert="horz" wrap="square" lIns="0" tIns="0" rIns="0" bIns="0" rtlCol="0">
            <a:spAutoFit/>
          </a:bodyPr>
          <a:lstStyle/>
          <a:p>
            <a:pPr marL="115570">
              <a:lnSpc>
                <a:spcPts val="1240"/>
              </a:lnSpc>
            </a:pPr>
            <a:fld id="{81D60167-4931-47E6-BA6A-407CBD079E47}" type="slidenum">
              <a:rPr spc="-25" dirty="0"/>
              <a:pPr marL="115570">
                <a:lnSpc>
                  <a:spcPts val="1240"/>
                </a:lnSpc>
              </a:pPr>
              <a:t>54</a:t>
            </a:fld>
            <a:endParaRPr spc="-25"/>
          </a:p>
        </p:txBody>
      </p:sp>
    </p:spTree>
    <p:extLst>
      <p:ext uri="{BB962C8B-B14F-4D97-AF65-F5344CB8AC3E}">
        <p14:creationId xmlns:p14="http://schemas.microsoft.com/office/powerpoint/2010/main" val="35171209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4294967295"/>
          </p:nvPr>
        </p:nvSpPr>
        <p:spPr>
          <a:xfrm>
            <a:off x="1524000" y="1"/>
            <a:ext cx="0" cy="461665"/>
          </a:xfrm>
          <a:prstGeom prst="rect">
            <a:avLst/>
          </a:prstGeom>
        </p:spPr>
        <p:txBody>
          <a:bodyPr vert="horz" wrap="square" lIns="0" tIns="0" rIns="0" bIns="0" rtlCol="0">
            <a:spAutoFit/>
          </a:bodyPr>
          <a:lstStyle/>
          <a:p>
            <a:pPr marL="115570">
              <a:lnSpc>
                <a:spcPts val="1240"/>
              </a:lnSpc>
            </a:pPr>
            <a:fld id="{81D60167-4931-47E6-BA6A-407CBD079E47}" type="slidenum">
              <a:rPr spc="-25" dirty="0"/>
              <a:pPr marL="115570">
                <a:lnSpc>
                  <a:spcPts val="1240"/>
                </a:lnSpc>
              </a:pPr>
              <a:t>55</a:t>
            </a:fld>
            <a:endParaRPr spc="-25"/>
          </a:p>
        </p:txBody>
      </p:sp>
      <p:sp>
        <p:nvSpPr>
          <p:cNvPr id="2" name="object 2"/>
          <p:cNvSpPr txBox="1"/>
          <p:nvPr/>
        </p:nvSpPr>
        <p:spPr>
          <a:xfrm>
            <a:off x="1551941" y="177924"/>
            <a:ext cx="7700645" cy="5318764"/>
          </a:xfrm>
          <a:prstGeom prst="rect">
            <a:avLst/>
          </a:prstGeom>
        </p:spPr>
        <p:txBody>
          <a:bodyPr vert="horz" wrap="square" lIns="0" tIns="85725" rIns="0" bIns="0" rtlCol="0">
            <a:spAutoFit/>
          </a:bodyPr>
          <a:lstStyle/>
          <a:p>
            <a:pPr marL="63500">
              <a:spcBef>
                <a:spcPts val="675"/>
              </a:spcBef>
            </a:pPr>
            <a:r>
              <a:rPr sz="2400">
                <a:solidFill>
                  <a:srgbClr val="C00000"/>
                </a:solidFill>
                <a:latin typeface="Times New Roman"/>
                <a:cs typeface="Times New Roman"/>
              </a:rPr>
              <a:t>Example</a:t>
            </a:r>
            <a:r>
              <a:rPr sz="2400" spc="-40">
                <a:solidFill>
                  <a:srgbClr val="C00000"/>
                </a:solidFill>
                <a:latin typeface="Times New Roman"/>
                <a:cs typeface="Times New Roman"/>
              </a:rPr>
              <a:t> </a:t>
            </a:r>
            <a:r>
              <a:rPr sz="2400" spc="-25">
                <a:solidFill>
                  <a:srgbClr val="C00000"/>
                </a:solidFill>
                <a:latin typeface="Times New Roman"/>
                <a:cs typeface="Times New Roman"/>
              </a:rPr>
              <a:t>3:</a:t>
            </a:r>
            <a:endParaRPr sz="2400">
              <a:latin typeface="Times New Roman"/>
              <a:cs typeface="Times New Roman"/>
            </a:endParaRPr>
          </a:p>
          <a:p>
            <a:pPr marL="400050">
              <a:spcBef>
                <a:spcPts val="575"/>
              </a:spcBef>
            </a:pPr>
            <a:r>
              <a:rPr sz="2400" spc="-25">
                <a:latin typeface="Times New Roman"/>
                <a:cs typeface="Times New Roman"/>
              </a:rPr>
              <a:t>Work </a:t>
            </a:r>
            <a:r>
              <a:rPr sz="2400">
                <a:latin typeface="Times New Roman"/>
                <a:cs typeface="Times New Roman"/>
              </a:rPr>
              <a:t>on</a:t>
            </a:r>
            <a:r>
              <a:rPr sz="2400" spc="-10">
                <a:latin typeface="Times New Roman"/>
                <a:cs typeface="Times New Roman"/>
              </a:rPr>
              <a:t> </a:t>
            </a:r>
            <a:r>
              <a:rPr sz="2400">
                <a:latin typeface="Times New Roman"/>
                <a:cs typeface="Times New Roman"/>
              </a:rPr>
              <a:t>the</a:t>
            </a:r>
            <a:r>
              <a:rPr sz="2400" spc="-20">
                <a:latin typeface="Times New Roman"/>
                <a:cs typeface="Times New Roman"/>
              </a:rPr>
              <a:t> </a:t>
            </a:r>
            <a:r>
              <a:rPr sz="2400">
                <a:latin typeface="Times New Roman"/>
                <a:cs typeface="Times New Roman"/>
              </a:rPr>
              <a:t>algorithm</a:t>
            </a:r>
            <a:r>
              <a:rPr sz="2400" spc="-60">
                <a:latin typeface="Times New Roman"/>
                <a:cs typeface="Times New Roman"/>
              </a:rPr>
              <a:t> </a:t>
            </a:r>
            <a:r>
              <a:rPr sz="2400">
                <a:latin typeface="Times New Roman"/>
                <a:cs typeface="Times New Roman"/>
              </a:rPr>
              <a:t>and</a:t>
            </a:r>
            <a:r>
              <a:rPr sz="2400" spc="-25">
                <a:latin typeface="Times New Roman"/>
                <a:cs typeface="Times New Roman"/>
              </a:rPr>
              <a:t> </a:t>
            </a:r>
            <a:r>
              <a:rPr sz="2400">
                <a:latin typeface="Times New Roman"/>
                <a:cs typeface="Times New Roman"/>
              </a:rPr>
              <a:t>the</a:t>
            </a:r>
            <a:r>
              <a:rPr sz="2400" spc="-20">
                <a:latin typeface="Times New Roman"/>
                <a:cs typeface="Times New Roman"/>
              </a:rPr>
              <a:t> </a:t>
            </a:r>
            <a:r>
              <a:rPr sz="2400">
                <a:latin typeface="Times New Roman"/>
                <a:cs typeface="Times New Roman"/>
              </a:rPr>
              <a:t>flow</a:t>
            </a:r>
            <a:r>
              <a:rPr sz="2400" spc="-5">
                <a:latin typeface="Times New Roman"/>
                <a:cs typeface="Times New Roman"/>
              </a:rPr>
              <a:t> </a:t>
            </a:r>
            <a:r>
              <a:rPr sz="2400">
                <a:latin typeface="Times New Roman"/>
                <a:cs typeface="Times New Roman"/>
              </a:rPr>
              <a:t>chart</a:t>
            </a:r>
            <a:r>
              <a:rPr sz="2400" spc="-35">
                <a:latin typeface="Times New Roman"/>
                <a:cs typeface="Times New Roman"/>
              </a:rPr>
              <a:t> </a:t>
            </a:r>
            <a:r>
              <a:rPr sz="2400">
                <a:latin typeface="Times New Roman"/>
                <a:cs typeface="Times New Roman"/>
              </a:rPr>
              <a:t>of</a:t>
            </a:r>
            <a:r>
              <a:rPr sz="2400" spc="-20">
                <a:latin typeface="Times New Roman"/>
                <a:cs typeface="Times New Roman"/>
              </a:rPr>
              <a:t> </a:t>
            </a:r>
            <a:r>
              <a:rPr sz="2400">
                <a:latin typeface="Times New Roman"/>
                <a:cs typeface="Times New Roman"/>
              </a:rPr>
              <a:t>the</a:t>
            </a:r>
            <a:r>
              <a:rPr sz="2400" spc="-20">
                <a:latin typeface="Times New Roman"/>
                <a:cs typeface="Times New Roman"/>
              </a:rPr>
              <a:t> </a:t>
            </a:r>
            <a:r>
              <a:rPr sz="2400">
                <a:latin typeface="Times New Roman"/>
                <a:cs typeface="Times New Roman"/>
              </a:rPr>
              <a:t>problem</a:t>
            </a:r>
            <a:r>
              <a:rPr sz="2400" spc="-25">
                <a:latin typeface="Times New Roman"/>
                <a:cs typeface="Times New Roman"/>
              </a:rPr>
              <a:t> of</a:t>
            </a:r>
            <a:endParaRPr sz="2400">
              <a:latin typeface="Times New Roman"/>
              <a:cs typeface="Times New Roman"/>
            </a:endParaRPr>
          </a:p>
          <a:p>
            <a:pPr marL="406400"/>
            <a:r>
              <a:rPr sz="2400">
                <a:latin typeface="Times New Roman"/>
                <a:cs typeface="Times New Roman"/>
              </a:rPr>
              <a:t>calculating</a:t>
            </a:r>
            <a:r>
              <a:rPr sz="2400" spc="-55">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roots</a:t>
            </a:r>
            <a:r>
              <a:rPr sz="2400" spc="-10">
                <a:latin typeface="Times New Roman"/>
                <a:cs typeface="Times New Roman"/>
              </a:rPr>
              <a:t> </a:t>
            </a:r>
            <a:r>
              <a:rPr sz="2400">
                <a:latin typeface="Times New Roman"/>
                <a:cs typeface="Times New Roman"/>
              </a:rPr>
              <a:t>of</a:t>
            </a:r>
            <a:r>
              <a:rPr sz="2400" spc="-15">
                <a:latin typeface="Times New Roman"/>
                <a:cs typeface="Times New Roman"/>
              </a:rPr>
              <a:t> </a:t>
            </a:r>
            <a:r>
              <a:rPr sz="2400">
                <a:latin typeface="Times New Roman"/>
                <a:cs typeface="Times New Roman"/>
              </a:rPr>
              <a:t>the</a:t>
            </a:r>
            <a:r>
              <a:rPr sz="2400" spc="-10">
                <a:latin typeface="Times New Roman"/>
                <a:cs typeface="Times New Roman"/>
              </a:rPr>
              <a:t> </a:t>
            </a:r>
            <a:r>
              <a:rPr sz="2400">
                <a:latin typeface="Times New Roman"/>
                <a:cs typeface="Times New Roman"/>
              </a:rPr>
              <a:t>equation</a:t>
            </a:r>
            <a:r>
              <a:rPr sz="2400" spc="-155">
                <a:latin typeface="Times New Roman"/>
                <a:cs typeface="Times New Roman"/>
              </a:rPr>
              <a:t> </a:t>
            </a:r>
            <a:r>
              <a:rPr sz="2400">
                <a:latin typeface="Times New Roman"/>
                <a:cs typeface="Times New Roman"/>
              </a:rPr>
              <a:t>Ax</a:t>
            </a:r>
            <a:r>
              <a:rPr sz="2400" baseline="24305">
                <a:latin typeface="Times New Roman"/>
                <a:cs typeface="Times New Roman"/>
              </a:rPr>
              <a:t>2</a:t>
            </a:r>
            <a:r>
              <a:rPr sz="2400" spc="300" baseline="24305">
                <a:latin typeface="Times New Roman"/>
                <a:cs typeface="Times New Roman"/>
              </a:rPr>
              <a:t> </a:t>
            </a:r>
            <a:r>
              <a:rPr sz="2400">
                <a:latin typeface="Times New Roman"/>
                <a:cs typeface="Times New Roman"/>
              </a:rPr>
              <a:t>+ Bx +</a:t>
            </a:r>
            <a:r>
              <a:rPr sz="2400" spc="-20">
                <a:latin typeface="Times New Roman"/>
                <a:cs typeface="Times New Roman"/>
              </a:rPr>
              <a:t> </a:t>
            </a:r>
            <a:r>
              <a:rPr sz="2400">
                <a:latin typeface="Times New Roman"/>
                <a:cs typeface="Times New Roman"/>
              </a:rPr>
              <a:t>C =</a:t>
            </a:r>
            <a:r>
              <a:rPr sz="2400" spc="-15">
                <a:latin typeface="Times New Roman"/>
                <a:cs typeface="Times New Roman"/>
              </a:rPr>
              <a:t> </a:t>
            </a:r>
            <a:r>
              <a:rPr sz="2400" spc="-50">
                <a:latin typeface="Times New Roman"/>
                <a:cs typeface="Times New Roman"/>
              </a:rPr>
              <a:t>0</a:t>
            </a:r>
            <a:endParaRPr sz="2400">
              <a:latin typeface="Times New Roman"/>
              <a:cs typeface="Times New Roman"/>
            </a:endParaRPr>
          </a:p>
          <a:p>
            <a:pPr>
              <a:spcBef>
                <a:spcPts val="10"/>
              </a:spcBef>
            </a:pPr>
            <a:endParaRPr sz="3500">
              <a:latin typeface="Times New Roman"/>
              <a:cs typeface="Times New Roman"/>
            </a:endParaRPr>
          </a:p>
          <a:p>
            <a:pPr marL="238760" indent="-175260">
              <a:buChar char="•"/>
              <a:tabLst>
                <a:tab pos="238760" algn="l"/>
              </a:tabLst>
            </a:pPr>
            <a:r>
              <a:rPr sz="2400" spc="-10">
                <a:latin typeface="Times New Roman"/>
                <a:cs typeface="Times New Roman"/>
              </a:rPr>
              <a:t>Variables:</a:t>
            </a:r>
            <a:endParaRPr sz="2400">
              <a:latin typeface="Times New Roman"/>
              <a:cs typeface="Times New Roman"/>
            </a:endParaRPr>
          </a:p>
          <a:p>
            <a:pPr>
              <a:spcBef>
                <a:spcPts val="10"/>
              </a:spcBef>
              <a:buFont typeface="Times New Roman"/>
              <a:buChar char="•"/>
            </a:pPr>
            <a:endParaRPr sz="3500">
              <a:latin typeface="Times New Roman"/>
              <a:cs typeface="Times New Roman"/>
            </a:endParaRPr>
          </a:p>
          <a:p>
            <a:pPr marL="730885" lvl="1" indent="-210820">
              <a:buChar char="–"/>
              <a:tabLst>
                <a:tab pos="731520" algn="l"/>
              </a:tabLst>
            </a:pPr>
            <a:r>
              <a:rPr sz="2400">
                <a:latin typeface="Times New Roman"/>
                <a:cs typeface="Times New Roman"/>
              </a:rPr>
              <a:t>A:</a:t>
            </a:r>
            <a:r>
              <a:rPr sz="2400" spc="-30">
                <a:latin typeface="Times New Roman"/>
                <a:cs typeface="Times New Roman"/>
              </a:rPr>
              <a:t> </a:t>
            </a:r>
            <a:r>
              <a:rPr sz="2400">
                <a:latin typeface="Times New Roman"/>
                <a:cs typeface="Times New Roman"/>
              </a:rPr>
              <a:t>Coefficient</a:t>
            </a:r>
            <a:r>
              <a:rPr sz="2400" spc="-50">
                <a:latin typeface="Times New Roman"/>
                <a:cs typeface="Times New Roman"/>
              </a:rPr>
              <a:t> </a:t>
            </a:r>
            <a:r>
              <a:rPr sz="2400">
                <a:latin typeface="Times New Roman"/>
                <a:cs typeface="Times New Roman"/>
              </a:rPr>
              <a:t>of</a:t>
            </a:r>
            <a:r>
              <a:rPr sz="2400" spc="-25">
                <a:latin typeface="Times New Roman"/>
                <a:cs typeface="Times New Roman"/>
              </a:rPr>
              <a:t> X</a:t>
            </a:r>
            <a:r>
              <a:rPr sz="2400" spc="-37" baseline="24305">
                <a:latin typeface="Times New Roman"/>
                <a:cs typeface="Times New Roman"/>
              </a:rPr>
              <a:t>2</a:t>
            </a:r>
            <a:endParaRPr sz="2400" baseline="24305">
              <a:latin typeface="Times New Roman"/>
              <a:cs typeface="Times New Roman"/>
            </a:endParaRPr>
          </a:p>
          <a:p>
            <a:pPr marL="747395" lvl="1" indent="-227329">
              <a:spcBef>
                <a:spcPts val="575"/>
              </a:spcBef>
              <a:buChar char="–"/>
              <a:tabLst>
                <a:tab pos="748030" algn="l"/>
              </a:tabLst>
            </a:pPr>
            <a:r>
              <a:rPr sz="2400">
                <a:latin typeface="Times New Roman"/>
                <a:cs typeface="Times New Roman"/>
              </a:rPr>
              <a:t>B:</a:t>
            </a:r>
            <a:r>
              <a:rPr sz="2400" spc="-25">
                <a:latin typeface="Times New Roman"/>
                <a:cs typeface="Times New Roman"/>
              </a:rPr>
              <a:t> </a:t>
            </a:r>
            <a:r>
              <a:rPr sz="2400">
                <a:latin typeface="Times New Roman"/>
                <a:cs typeface="Times New Roman"/>
              </a:rPr>
              <a:t>Coefficient</a:t>
            </a:r>
            <a:r>
              <a:rPr sz="2400" spc="-35">
                <a:latin typeface="Times New Roman"/>
                <a:cs typeface="Times New Roman"/>
              </a:rPr>
              <a:t> </a:t>
            </a:r>
            <a:r>
              <a:rPr sz="2400">
                <a:latin typeface="Times New Roman"/>
                <a:cs typeface="Times New Roman"/>
              </a:rPr>
              <a:t>of</a:t>
            </a:r>
            <a:r>
              <a:rPr sz="2400" spc="-20">
                <a:latin typeface="Times New Roman"/>
                <a:cs typeface="Times New Roman"/>
              </a:rPr>
              <a:t> </a:t>
            </a:r>
            <a:r>
              <a:rPr sz="2400" spc="-50">
                <a:latin typeface="Times New Roman"/>
                <a:cs typeface="Times New Roman"/>
              </a:rPr>
              <a:t>X</a:t>
            </a:r>
            <a:endParaRPr sz="2400">
              <a:latin typeface="Times New Roman"/>
              <a:cs typeface="Times New Roman"/>
            </a:endParaRPr>
          </a:p>
          <a:p>
            <a:pPr marL="747395" lvl="1" indent="-227329">
              <a:spcBef>
                <a:spcPts val="580"/>
              </a:spcBef>
              <a:buChar char="–"/>
              <a:tabLst>
                <a:tab pos="748030" algn="l"/>
              </a:tabLst>
            </a:pPr>
            <a:r>
              <a:rPr sz="2400">
                <a:latin typeface="Times New Roman"/>
                <a:cs typeface="Times New Roman"/>
              </a:rPr>
              <a:t>C:</a:t>
            </a:r>
            <a:r>
              <a:rPr sz="2400" spc="-10">
                <a:latin typeface="Times New Roman"/>
                <a:cs typeface="Times New Roman"/>
              </a:rPr>
              <a:t> </a:t>
            </a:r>
            <a:r>
              <a:rPr sz="2400">
                <a:latin typeface="Times New Roman"/>
                <a:cs typeface="Times New Roman"/>
              </a:rPr>
              <a:t>Constant</a:t>
            </a:r>
            <a:r>
              <a:rPr sz="2400" spc="-20">
                <a:latin typeface="Times New Roman"/>
                <a:cs typeface="Times New Roman"/>
              </a:rPr>
              <a:t> term</a:t>
            </a:r>
            <a:endParaRPr sz="2400">
              <a:latin typeface="Times New Roman"/>
              <a:cs typeface="Times New Roman"/>
            </a:endParaRPr>
          </a:p>
          <a:p>
            <a:pPr marL="747395" lvl="1" indent="-227329">
              <a:spcBef>
                <a:spcPts val="575"/>
              </a:spcBef>
              <a:buChar char="–"/>
              <a:tabLst>
                <a:tab pos="748030" algn="l"/>
              </a:tabLst>
            </a:pPr>
            <a:r>
              <a:rPr sz="2400">
                <a:latin typeface="Times New Roman"/>
                <a:cs typeface="Times New Roman"/>
              </a:rPr>
              <a:t>delta:</a:t>
            </a:r>
            <a:r>
              <a:rPr sz="2400" spc="-50">
                <a:latin typeface="Times New Roman"/>
                <a:cs typeface="Times New Roman"/>
              </a:rPr>
              <a:t> </a:t>
            </a:r>
            <a:r>
              <a:rPr sz="2400">
                <a:latin typeface="Times New Roman"/>
                <a:cs typeface="Times New Roman"/>
              </a:rPr>
              <a:t>Discriminant</a:t>
            </a:r>
            <a:r>
              <a:rPr sz="2400" spc="-50">
                <a:latin typeface="Times New Roman"/>
                <a:cs typeface="Times New Roman"/>
              </a:rPr>
              <a:t> </a:t>
            </a:r>
            <a:r>
              <a:rPr sz="2400">
                <a:latin typeface="Times New Roman"/>
                <a:cs typeface="Times New Roman"/>
              </a:rPr>
              <a:t>of</a:t>
            </a:r>
            <a:r>
              <a:rPr sz="2400" spc="-10">
                <a:latin typeface="Times New Roman"/>
                <a:cs typeface="Times New Roman"/>
              </a:rPr>
              <a:t> </a:t>
            </a:r>
            <a:r>
              <a:rPr sz="2400">
                <a:latin typeface="Times New Roman"/>
                <a:cs typeface="Times New Roman"/>
              </a:rPr>
              <a:t>the</a:t>
            </a:r>
            <a:r>
              <a:rPr sz="2400" spc="-25">
                <a:latin typeface="Times New Roman"/>
                <a:cs typeface="Times New Roman"/>
              </a:rPr>
              <a:t> </a:t>
            </a:r>
            <a:r>
              <a:rPr sz="2400" spc="-10">
                <a:latin typeface="Times New Roman"/>
                <a:cs typeface="Times New Roman"/>
              </a:rPr>
              <a:t>equation</a:t>
            </a:r>
            <a:endParaRPr sz="2400">
              <a:latin typeface="Times New Roman"/>
              <a:cs typeface="Times New Roman"/>
            </a:endParaRPr>
          </a:p>
          <a:p>
            <a:pPr marL="747395" lvl="1" indent="-227329">
              <a:spcBef>
                <a:spcPts val="575"/>
              </a:spcBef>
              <a:buChar char="–"/>
              <a:tabLst>
                <a:tab pos="748030" algn="l"/>
              </a:tabLst>
            </a:pPr>
            <a:r>
              <a:rPr sz="2400">
                <a:latin typeface="Times New Roman"/>
                <a:cs typeface="Times New Roman"/>
              </a:rPr>
              <a:t>X1:</a:t>
            </a:r>
            <a:r>
              <a:rPr sz="2400" spc="-30">
                <a:latin typeface="Times New Roman"/>
                <a:cs typeface="Times New Roman"/>
              </a:rPr>
              <a:t> </a:t>
            </a:r>
            <a:r>
              <a:rPr sz="2400">
                <a:latin typeface="Times New Roman"/>
                <a:cs typeface="Times New Roman"/>
              </a:rPr>
              <a:t>First</a:t>
            </a:r>
            <a:r>
              <a:rPr sz="2400" spc="-15">
                <a:latin typeface="Times New Roman"/>
                <a:cs typeface="Times New Roman"/>
              </a:rPr>
              <a:t> </a:t>
            </a:r>
            <a:r>
              <a:rPr sz="2400">
                <a:latin typeface="Times New Roman"/>
                <a:cs typeface="Times New Roman"/>
              </a:rPr>
              <a:t>root</a:t>
            </a:r>
            <a:r>
              <a:rPr sz="2400" spc="-15">
                <a:latin typeface="Times New Roman"/>
                <a:cs typeface="Times New Roman"/>
              </a:rPr>
              <a:t> </a:t>
            </a:r>
            <a:r>
              <a:rPr sz="2400">
                <a:latin typeface="Times New Roman"/>
                <a:cs typeface="Times New Roman"/>
              </a:rPr>
              <a:t>of</a:t>
            </a:r>
            <a:r>
              <a:rPr sz="2400" spc="-30">
                <a:latin typeface="Times New Roman"/>
                <a:cs typeface="Times New Roman"/>
              </a:rPr>
              <a:t> </a:t>
            </a:r>
            <a:r>
              <a:rPr sz="2400">
                <a:latin typeface="Times New Roman"/>
                <a:cs typeface="Times New Roman"/>
              </a:rPr>
              <a:t>the</a:t>
            </a:r>
            <a:r>
              <a:rPr sz="2400" spc="-25">
                <a:latin typeface="Times New Roman"/>
                <a:cs typeface="Times New Roman"/>
              </a:rPr>
              <a:t> </a:t>
            </a:r>
            <a:r>
              <a:rPr sz="2400" spc="-10">
                <a:latin typeface="Times New Roman"/>
                <a:cs typeface="Times New Roman"/>
              </a:rPr>
              <a:t>equation</a:t>
            </a:r>
            <a:endParaRPr sz="2400">
              <a:latin typeface="Times New Roman"/>
              <a:cs typeface="Times New Roman"/>
            </a:endParaRPr>
          </a:p>
          <a:p>
            <a:pPr marL="747395" lvl="1" indent="-227329">
              <a:spcBef>
                <a:spcPts val="580"/>
              </a:spcBef>
              <a:buChar char="–"/>
              <a:tabLst>
                <a:tab pos="748030" algn="l"/>
              </a:tabLst>
            </a:pPr>
            <a:r>
              <a:rPr sz="2400">
                <a:latin typeface="Times New Roman"/>
                <a:cs typeface="Times New Roman"/>
              </a:rPr>
              <a:t>X2:</a:t>
            </a:r>
            <a:r>
              <a:rPr sz="2400" spc="-5">
                <a:latin typeface="Times New Roman"/>
                <a:cs typeface="Times New Roman"/>
              </a:rPr>
              <a:t> </a:t>
            </a:r>
            <a:r>
              <a:rPr sz="2400">
                <a:latin typeface="Times New Roman"/>
                <a:cs typeface="Times New Roman"/>
              </a:rPr>
              <a:t>Second root</a:t>
            </a:r>
            <a:r>
              <a:rPr sz="2400" spc="-30">
                <a:latin typeface="Times New Roman"/>
                <a:cs typeface="Times New Roman"/>
              </a:rPr>
              <a:t> </a:t>
            </a:r>
            <a:r>
              <a:rPr sz="2400">
                <a:latin typeface="Times New Roman"/>
                <a:cs typeface="Times New Roman"/>
              </a:rPr>
              <a:t>of the</a:t>
            </a:r>
            <a:r>
              <a:rPr sz="2400" spc="-10">
                <a:latin typeface="Times New Roman"/>
                <a:cs typeface="Times New Roman"/>
              </a:rPr>
              <a:t> equation</a:t>
            </a:r>
            <a:endParaRPr sz="2400">
              <a:latin typeface="Times New Roman"/>
              <a:cs typeface="Times New Roman"/>
            </a:endParaRPr>
          </a:p>
        </p:txBody>
      </p:sp>
    </p:spTree>
    <p:extLst>
      <p:ext uri="{BB962C8B-B14F-4D97-AF65-F5344CB8AC3E}">
        <p14:creationId xmlns:p14="http://schemas.microsoft.com/office/powerpoint/2010/main" val="19376900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51212" y="6426809"/>
            <a:ext cx="180975" cy="197490"/>
          </a:xfrm>
          <a:prstGeom prst="rect">
            <a:avLst/>
          </a:prstGeom>
        </p:spPr>
        <p:txBody>
          <a:bodyPr vert="horz" wrap="square" lIns="0" tIns="12700" rIns="0" bIns="0" rtlCol="0">
            <a:spAutoFit/>
          </a:bodyPr>
          <a:lstStyle/>
          <a:p>
            <a:pPr marL="12700">
              <a:spcBef>
                <a:spcPts val="100"/>
              </a:spcBef>
            </a:pPr>
            <a:r>
              <a:rPr sz="1200" spc="-25">
                <a:solidFill>
                  <a:srgbClr val="888888"/>
                </a:solidFill>
                <a:latin typeface="Calibri"/>
                <a:cs typeface="Calibri"/>
              </a:rPr>
              <a:t>42</a:t>
            </a:r>
            <a:endParaRPr sz="1200">
              <a:latin typeface="Calibri"/>
              <a:cs typeface="Calibri"/>
            </a:endParaRPr>
          </a:p>
        </p:txBody>
      </p:sp>
      <p:sp>
        <p:nvSpPr>
          <p:cNvPr id="3" name="object 3"/>
          <p:cNvSpPr txBox="1"/>
          <p:nvPr/>
        </p:nvSpPr>
        <p:spPr>
          <a:xfrm>
            <a:off x="1577339" y="79512"/>
            <a:ext cx="8554848" cy="6763390"/>
          </a:xfrm>
          <a:prstGeom prst="rect">
            <a:avLst/>
          </a:prstGeom>
        </p:spPr>
        <p:txBody>
          <a:bodyPr vert="horz" wrap="square" lIns="0" tIns="106680" rIns="0" bIns="0" rtlCol="0">
            <a:spAutoFit/>
          </a:bodyPr>
          <a:lstStyle/>
          <a:p>
            <a:pPr marL="292100" indent="-254635">
              <a:spcBef>
                <a:spcPts val="840"/>
              </a:spcBef>
              <a:buSzPct val="160000"/>
              <a:buFont typeface="Arial"/>
              <a:buChar char="•"/>
              <a:tabLst>
                <a:tab pos="292735" algn="l"/>
              </a:tabLst>
            </a:pPr>
            <a:r>
              <a:rPr sz="2000" spc="-10">
                <a:latin typeface="Times New Roman"/>
                <a:cs typeface="Times New Roman"/>
              </a:rPr>
              <a:t>Algorithm:</a:t>
            </a:r>
            <a:endParaRPr sz="2000">
              <a:latin typeface="Times New Roman"/>
              <a:cs typeface="Times New Roman"/>
            </a:endParaRPr>
          </a:p>
          <a:p>
            <a:pPr marL="495300">
              <a:spcBef>
                <a:spcPts val="745"/>
              </a:spcBef>
            </a:pPr>
            <a:r>
              <a:rPr sz="2000">
                <a:latin typeface="Times New Roman"/>
                <a:cs typeface="Times New Roman"/>
              </a:rPr>
              <a:t>-</a:t>
            </a:r>
            <a:r>
              <a:rPr sz="2000" spc="-25">
                <a:latin typeface="Times New Roman"/>
                <a:cs typeface="Times New Roman"/>
              </a:rPr>
              <a:t> </a:t>
            </a:r>
            <a:r>
              <a:rPr sz="2000">
                <a:latin typeface="Times New Roman"/>
                <a:cs typeface="Times New Roman"/>
              </a:rPr>
              <a:t>Step</a:t>
            </a:r>
            <a:r>
              <a:rPr sz="2000" spc="-20">
                <a:latin typeface="Times New Roman"/>
                <a:cs typeface="Times New Roman"/>
              </a:rPr>
              <a:t> </a:t>
            </a:r>
            <a:r>
              <a:rPr sz="2000">
                <a:latin typeface="Times New Roman"/>
                <a:cs typeface="Times New Roman"/>
              </a:rPr>
              <a:t>1:</a:t>
            </a:r>
            <a:r>
              <a:rPr sz="2000" spc="-10">
                <a:latin typeface="Times New Roman"/>
                <a:cs typeface="Times New Roman"/>
              </a:rPr>
              <a:t> Start</a:t>
            </a:r>
            <a:endParaRPr sz="2000">
              <a:latin typeface="Times New Roman"/>
              <a:cs typeface="Times New Roman"/>
            </a:endParaRPr>
          </a:p>
          <a:p>
            <a:pPr marL="683895" indent="-189230">
              <a:spcBef>
                <a:spcPts val="480"/>
              </a:spcBef>
              <a:buChar char="–"/>
              <a:tabLst>
                <a:tab pos="684530" algn="l"/>
              </a:tabLst>
            </a:pPr>
            <a:r>
              <a:rPr sz="2000">
                <a:latin typeface="Times New Roman"/>
                <a:cs typeface="Times New Roman"/>
              </a:rPr>
              <a:t>Step</a:t>
            </a:r>
            <a:r>
              <a:rPr sz="2000" spc="-30">
                <a:latin typeface="Times New Roman"/>
                <a:cs typeface="Times New Roman"/>
              </a:rPr>
              <a:t> </a:t>
            </a:r>
            <a:r>
              <a:rPr sz="2000">
                <a:latin typeface="Times New Roman"/>
                <a:cs typeface="Times New Roman"/>
              </a:rPr>
              <a:t>2:</a:t>
            </a:r>
            <a:r>
              <a:rPr sz="2000" spc="-5">
                <a:latin typeface="Times New Roman"/>
                <a:cs typeface="Times New Roman"/>
              </a:rPr>
              <a:t> </a:t>
            </a:r>
            <a:r>
              <a:rPr sz="2000">
                <a:latin typeface="Times New Roman"/>
                <a:cs typeface="Times New Roman"/>
              </a:rPr>
              <a:t>Input</a:t>
            </a:r>
            <a:r>
              <a:rPr sz="2000" spc="-145">
                <a:latin typeface="Times New Roman"/>
                <a:cs typeface="Times New Roman"/>
              </a:rPr>
              <a:t> </a:t>
            </a:r>
            <a:r>
              <a:rPr sz="2000">
                <a:latin typeface="Times New Roman"/>
                <a:cs typeface="Times New Roman"/>
              </a:rPr>
              <a:t>A,</a:t>
            </a:r>
            <a:r>
              <a:rPr sz="2000" spc="-5">
                <a:latin typeface="Times New Roman"/>
                <a:cs typeface="Times New Roman"/>
              </a:rPr>
              <a:t> </a:t>
            </a:r>
            <a:r>
              <a:rPr sz="2000">
                <a:latin typeface="Times New Roman"/>
                <a:cs typeface="Times New Roman"/>
              </a:rPr>
              <a:t>B</a:t>
            </a:r>
            <a:r>
              <a:rPr sz="2000" spc="5">
                <a:latin typeface="Times New Roman"/>
                <a:cs typeface="Times New Roman"/>
              </a:rPr>
              <a:t> </a:t>
            </a:r>
            <a:r>
              <a:rPr sz="2000">
                <a:latin typeface="Times New Roman"/>
                <a:cs typeface="Times New Roman"/>
              </a:rPr>
              <a:t>and</a:t>
            </a:r>
            <a:r>
              <a:rPr sz="2000" spc="-10">
                <a:latin typeface="Times New Roman"/>
                <a:cs typeface="Times New Roman"/>
              </a:rPr>
              <a:t> </a:t>
            </a:r>
            <a:r>
              <a:rPr sz="2000" spc="-50">
                <a:latin typeface="Times New Roman"/>
                <a:cs typeface="Times New Roman"/>
              </a:rPr>
              <a:t>C</a:t>
            </a:r>
            <a:endParaRPr sz="2000">
              <a:latin typeface="Times New Roman"/>
              <a:cs typeface="Times New Roman"/>
            </a:endParaRPr>
          </a:p>
          <a:p>
            <a:pPr marL="683895" indent="-189230">
              <a:spcBef>
                <a:spcPts val="480"/>
              </a:spcBef>
              <a:buChar char="–"/>
              <a:tabLst>
                <a:tab pos="684530" algn="l"/>
              </a:tabLst>
            </a:pPr>
            <a:r>
              <a:rPr sz="2000">
                <a:latin typeface="Times New Roman"/>
                <a:cs typeface="Times New Roman"/>
              </a:rPr>
              <a:t>Step</a:t>
            </a:r>
            <a:r>
              <a:rPr sz="2000" spc="-25">
                <a:latin typeface="Times New Roman"/>
                <a:cs typeface="Times New Roman"/>
              </a:rPr>
              <a:t> </a:t>
            </a:r>
            <a:r>
              <a:rPr sz="2000">
                <a:latin typeface="Times New Roman"/>
                <a:cs typeface="Times New Roman"/>
              </a:rPr>
              <a:t>3:</a:t>
            </a:r>
            <a:r>
              <a:rPr sz="2000" spc="-10">
                <a:latin typeface="Times New Roman"/>
                <a:cs typeface="Times New Roman"/>
              </a:rPr>
              <a:t> </a:t>
            </a:r>
            <a:r>
              <a:rPr sz="2000">
                <a:latin typeface="Times New Roman"/>
                <a:cs typeface="Times New Roman"/>
              </a:rPr>
              <a:t>Calculate</a:t>
            </a:r>
            <a:r>
              <a:rPr sz="2000" spc="-15">
                <a:latin typeface="Times New Roman"/>
                <a:cs typeface="Times New Roman"/>
              </a:rPr>
              <a:t> </a:t>
            </a:r>
            <a:r>
              <a:rPr sz="2000">
                <a:latin typeface="Times New Roman"/>
                <a:cs typeface="Times New Roman"/>
              </a:rPr>
              <a:t>delta</a:t>
            </a:r>
            <a:r>
              <a:rPr sz="2000" spc="-15">
                <a:latin typeface="Times New Roman"/>
                <a:cs typeface="Times New Roman"/>
              </a:rPr>
              <a:t> </a:t>
            </a:r>
            <a:r>
              <a:rPr sz="2000">
                <a:latin typeface="Times New Roman"/>
                <a:cs typeface="Times New Roman"/>
              </a:rPr>
              <a:t>=</a:t>
            </a:r>
            <a:r>
              <a:rPr sz="2000" spc="-15">
                <a:latin typeface="Times New Roman"/>
                <a:cs typeface="Times New Roman"/>
              </a:rPr>
              <a:t> </a:t>
            </a:r>
            <a:r>
              <a:rPr sz="2000">
                <a:latin typeface="Times New Roman"/>
                <a:cs typeface="Times New Roman"/>
              </a:rPr>
              <a:t>B</a:t>
            </a:r>
            <a:r>
              <a:rPr sz="1950" baseline="25641">
                <a:latin typeface="Times New Roman"/>
                <a:cs typeface="Times New Roman"/>
              </a:rPr>
              <a:t>2</a:t>
            </a:r>
            <a:r>
              <a:rPr sz="1950" spc="247" baseline="25641">
                <a:latin typeface="Times New Roman"/>
                <a:cs typeface="Times New Roman"/>
              </a:rPr>
              <a:t> </a:t>
            </a:r>
            <a:r>
              <a:rPr sz="2000">
                <a:latin typeface="Times New Roman"/>
                <a:cs typeface="Times New Roman"/>
              </a:rPr>
              <a:t>–</a:t>
            </a:r>
            <a:r>
              <a:rPr sz="2000" spc="-5">
                <a:latin typeface="Times New Roman"/>
                <a:cs typeface="Times New Roman"/>
              </a:rPr>
              <a:t> </a:t>
            </a:r>
            <a:r>
              <a:rPr sz="2000" spc="-25">
                <a:latin typeface="Times New Roman"/>
                <a:cs typeface="Times New Roman"/>
              </a:rPr>
              <a:t>4AC</a:t>
            </a:r>
            <a:endParaRPr sz="2000">
              <a:latin typeface="Times New Roman"/>
              <a:cs typeface="Times New Roman"/>
            </a:endParaRPr>
          </a:p>
          <a:p>
            <a:pPr marL="683895" indent="-189230">
              <a:spcBef>
                <a:spcPts val="480"/>
              </a:spcBef>
              <a:buChar char="–"/>
              <a:tabLst>
                <a:tab pos="684530" algn="l"/>
              </a:tabLst>
            </a:pPr>
            <a:r>
              <a:rPr sz="2000">
                <a:latin typeface="Times New Roman"/>
                <a:cs typeface="Times New Roman"/>
              </a:rPr>
              <a:t>Step</a:t>
            </a:r>
            <a:r>
              <a:rPr sz="2000" spc="-20">
                <a:latin typeface="Times New Roman"/>
                <a:cs typeface="Times New Roman"/>
              </a:rPr>
              <a:t> </a:t>
            </a:r>
            <a:r>
              <a:rPr sz="2000" spc="-25">
                <a:latin typeface="Times New Roman"/>
                <a:cs typeface="Times New Roman"/>
              </a:rPr>
              <a:t>4:</a:t>
            </a:r>
            <a:endParaRPr sz="2000">
              <a:latin typeface="Times New Roman"/>
              <a:cs typeface="Times New Roman"/>
            </a:endParaRPr>
          </a:p>
          <a:p>
            <a:pPr marL="683895">
              <a:spcBef>
                <a:spcPts val="484"/>
              </a:spcBef>
            </a:pPr>
            <a:r>
              <a:rPr sz="2000">
                <a:latin typeface="Times New Roman"/>
                <a:cs typeface="Times New Roman"/>
              </a:rPr>
              <a:t>If</a:t>
            </a:r>
            <a:r>
              <a:rPr sz="2000" spc="-20">
                <a:latin typeface="Times New Roman"/>
                <a:cs typeface="Times New Roman"/>
              </a:rPr>
              <a:t> </a:t>
            </a:r>
            <a:r>
              <a:rPr sz="2000">
                <a:latin typeface="Times New Roman"/>
                <a:cs typeface="Times New Roman"/>
              </a:rPr>
              <a:t>delta&lt;0</a:t>
            </a:r>
            <a:r>
              <a:rPr sz="2000" spc="-20">
                <a:latin typeface="Times New Roman"/>
                <a:cs typeface="Times New Roman"/>
              </a:rPr>
              <a:t> </a:t>
            </a:r>
            <a:r>
              <a:rPr sz="2000">
                <a:latin typeface="Times New Roman"/>
                <a:cs typeface="Times New Roman"/>
              </a:rPr>
              <a:t>go</a:t>
            </a:r>
            <a:r>
              <a:rPr sz="2000" spc="-10">
                <a:latin typeface="Times New Roman"/>
                <a:cs typeface="Times New Roman"/>
              </a:rPr>
              <a:t> </a:t>
            </a:r>
            <a:r>
              <a:rPr sz="2000">
                <a:latin typeface="Times New Roman"/>
                <a:cs typeface="Times New Roman"/>
              </a:rPr>
              <a:t>to</a:t>
            </a:r>
            <a:r>
              <a:rPr sz="2000" spc="-15">
                <a:latin typeface="Times New Roman"/>
                <a:cs typeface="Times New Roman"/>
              </a:rPr>
              <a:t> </a:t>
            </a:r>
            <a:r>
              <a:rPr sz="2000">
                <a:latin typeface="Times New Roman"/>
                <a:cs typeface="Times New Roman"/>
              </a:rPr>
              <a:t>step</a:t>
            </a:r>
            <a:r>
              <a:rPr sz="2000" spc="-15">
                <a:latin typeface="Times New Roman"/>
                <a:cs typeface="Times New Roman"/>
              </a:rPr>
              <a:t> </a:t>
            </a:r>
            <a:r>
              <a:rPr sz="2000">
                <a:latin typeface="Times New Roman"/>
                <a:cs typeface="Times New Roman"/>
              </a:rPr>
              <a:t>6,</a:t>
            </a:r>
            <a:r>
              <a:rPr sz="2000" spc="-10">
                <a:latin typeface="Times New Roman"/>
                <a:cs typeface="Times New Roman"/>
              </a:rPr>
              <a:t> </a:t>
            </a:r>
            <a:r>
              <a:rPr sz="2000">
                <a:latin typeface="Times New Roman"/>
                <a:cs typeface="Times New Roman"/>
              </a:rPr>
              <a:t>otherwise</a:t>
            </a:r>
            <a:r>
              <a:rPr sz="2000" spc="-40">
                <a:latin typeface="Times New Roman"/>
                <a:cs typeface="Times New Roman"/>
              </a:rPr>
              <a:t> </a:t>
            </a:r>
            <a:r>
              <a:rPr sz="2000">
                <a:latin typeface="Times New Roman"/>
                <a:cs typeface="Times New Roman"/>
              </a:rPr>
              <a:t>go</a:t>
            </a:r>
            <a:r>
              <a:rPr sz="2000" spc="-10">
                <a:latin typeface="Times New Roman"/>
                <a:cs typeface="Times New Roman"/>
              </a:rPr>
              <a:t> </a:t>
            </a:r>
            <a:r>
              <a:rPr sz="2000">
                <a:latin typeface="Times New Roman"/>
                <a:cs typeface="Times New Roman"/>
              </a:rPr>
              <a:t>to</a:t>
            </a:r>
            <a:r>
              <a:rPr sz="2000" spc="-10">
                <a:latin typeface="Times New Roman"/>
                <a:cs typeface="Times New Roman"/>
              </a:rPr>
              <a:t> </a:t>
            </a:r>
            <a:r>
              <a:rPr sz="2000" spc="-50">
                <a:latin typeface="Times New Roman"/>
                <a:cs typeface="Times New Roman"/>
              </a:rPr>
              <a:t>5</a:t>
            </a:r>
            <a:endParaRPr sz="2000">
              <a:latin typeface="Times New Roman"/>
              <a:cs typeface="Times New Roman"/>
            </a:endParaRPr>
          </a:p>
          <a:p>
            <a:pPr marL="683895" indent="-189230">
              <a:spcBef>
                <a:spcPts val="480"/>
              </a:spcBef>
              <a:buChar char="–"/>
              <a:tabLst>
                <a:tab pos="684530" algn="l"/>
              </a:tabLst>
            </a:pPr>
            <a:r>
              <a:rPr sz="2000">
                <a:latin typeface="Times New Roman"/>
                <a:cs typeface="Times New Roman"/>
              </a:rPr>
              <a:t>Step</a:t>
            </a:r>
            <a:r>
              <a:rPr sz="2000" spc="-20">
                <a:latin typeface="Times New Roman"/>
                <a:cs typeface="Times New Roman"/>
              </a:rPr>
              <a:t> </a:t>
            </a:r>
            <a:r>
              <a:rPr sz="2000" spc="-25">
                <a:latin typeface="Times New Roman"/>
                <a:cs typeface="Times New Roman"/>
              </a:rPr>
              <a:t>5:</a:t>
            </a:r>
            <a:endParaRPr sz="2000">
              <a:latin typeface="Times New Roman"/>
              <a:cs typeface="Times New Roman"/>
            </a:endParaRPr>
          </a:p>
          <a:p>
            <a:pPr marL="683895">
              <a:spcBef>
                <a:spcPts val="480"/>
              </a:spcBef>
            </a:pPr>
            <a:r>
              <a:rPr sz="2000">
                <a:latin typeface="Times New Roman"/>
                <a:cs typeface="Times New Roman"/>
              </a:rPr>
              <a:t>If</a:t>
            </a:r>
            <a:r>
              <a:rPr sz="2000" spc="-20">
                <a:latin typeface="Times New Roman"/>
                <a:cs typeface="Times New Roman"/>
              </a:rPr>
              <a:t> </a:t>
            </a:r>
            <a:r>
              <a:rPr sz="2000">
                <a:latin typeface="Times New Roman"/>
                <a:cs typeface="Times New Roman"/>
              </a:rPr>
              <a:t>delta&gt;0</a:t>
            </a:r>
            <a:r>
              <a:rPr sz="2000" spc="-20">
                <a:latin typeface="Times New Roman"/>
                <a:cs typeface="Times New Roman"/>
              </a:rPr>
              <a:t> </a:t>
            </a:r>
            <a:r>
              <a:rPr sz="2000">
                <a:latin typeface="Times New Roman"/>
                <a:cs typeface="Times New Roman"/>
              </a:rPr>
              <a:t>go</a:t>
            </a:r>
            <a:r>
              <a:rPr sz="2000" spc="-10">
                <a:latin typeface="Times New Roman"/>
                <a:cs typeface="Times New Roman"/>
              </a:rPr>
              <a:t> </a:t>
            </a:r>
            <a:r>
              <a:rPr sz="2000">
                <a:latin typeface="Times New Roman"/>
                <a:cs typeface="Times New Roman"/>
              </a:rPr>
              <a:t>to</a:t>
            </a:r>
            <a:r>
              <a:rPr sz="2000" spc="-15">
                <a:latin typeface="Times New Roman"/>
                <a:cs typeface="Times New Roman"/>
              </a:rPr>
              <a:t> </a:t>
            </a:r>
            <a:r>
              <a:rPr sz="2000">
                <a:latin typeface="Times New Roman"/>
                <a:cs typeface="Times New Roman"/>
              </a:rPr>
              <a:t>step</a:t>
            </a:r>
            <a:r>
              <a:rPr sz="2000" spc="-15">
                <a:latin typeface="Times New Roman"/>
                <a:cs typeface="Times New Roman"/>
              </a:rPr>
              <a:t> </a:t>
            </a:r>
            <a:r>
              <a:rPr sz="2000">
                <a:latin typeface="Times New Roman"/>
                <a:cs typeface="Times New Roman"/>
              </a:rPr>
              <a:t>7,</a:t>
            </a:r>
            <a:r>
              <a:rPr sz="2000" spc="-10">
                <a:latin typeface="Times New Roman"/>
                <a:cs typeface="Times New Roman"/>
              </a:rPr>
              <a:t> </a:t>
            </a:r>
            <a:r>
              <a:rPr sz="2000">
                <a:latin typeface="Times New Roman"/>
                <a:cs typeface="Times New Roman"/>
              </a:rPr>
              <a:t>otherwise</a:t>
            </a:r>
            <a:r>
              <a:rPr sz="2000" spc="-40">
                <a:latin typeface="Times New Roman"/>
                <a:cs typeface="Times New Roman"/>
              </a:rPr>
              <a:t> </a:t>
            </a:r>
            <a:r>
              <a:rPr sz="2000">
                <a:latin typeface="Times New Roman"/>
                <a:cs typeface="Times New Roman"/>
              </a:rPr>
              <a:t>go</a:t>
            </a:r>
            <a:r>
              <a:rPr sz="2000" spc="-10">
                <a:latin typeface="Times New Roman"/>
                <a:cs typeface="Times New Roman"/>
              </a:rPr>
              <a:t> </a:t>
            </a:r>
            <a:r>
              <a:rPr sz="2000">
                <a:latin typeface="Times New Roman"/>
                <a:cs typeface="Times New Roman"/>
              </a:rPr>
              <a:t>to</a:t>
            </a:r>
            <a:r>
              <a:rPr sz="2000" spc="-10">
                <a:latin typeface="Times New Roman"/>
                <a:cs typeface="Times New Roman"/>
              </a:rPr>
              <a:t> </a:t>
            </a:r>
            <a:r>
              <a:rPr sz="2000" spc="-50">
                <a:latin typeface="Times New Roman"/>
                <a:cs typeface="Times New Roman"/>
              </a:rPr>
              <a:t>8</a:t>
            </a:r>
            <a:endParaRPr sz="2000">
              <a:latin typeface="Times New Roman"/>
              <a:cs typeface="Times New Roman"/>
            </a:endParaRPr>
          </a:p>
          <a:p>
            <a:pPr marL="683895" indent="-189230">
              <a:spcBef>
                <a:spcPts val="480"/>
              </a:spcBef>
              <a:buChar char="–"/>
              <a:tabLst>
                <a:tab pos="684530" algn="l"/>
              </a:tabLst>
            </a:pPr>
            <a:r>
              <a:rPr sz="2000">
                <a:latin typeface="Times New Roman"/>
                <a:cs typeface="Times New Roman"/>
              </a:rPr>
              <a:t>Step</a:t>
            </a:r>
            <a:r>
              <a:rPr sz="2000" spc="-20">
                <a:latin typeface="Times New Roman"/>
                <a:cs typeface="Times New Roman"/>
              </a:rPr>
              <a:t> </a:t>
            </a:r>
            <a:r>
              <a:rPr sz="2000" spc="-25">
                <a:latin typeface="Times New Roman"/>
                <a:cs typeface="Times New Roman"/>
              </a:rPr>
              <a:t>6:</a:t>
            </a:r>
            <a:endParaRPr sz="2000">
              <a:latin typeface="Times New Roman"/>
              <a:cs typeface="Times New Roman"/>
            </a:endParaRPr>
          </a:p>
          <a:p>
            <a:pPr marL="455295" algn="ctr">
              <a:spcBef>
                <a:spcPts val="480"/>
              </a:spcBef>
            </a:pPr>
            <a:r>
              <a:rPr sz="2000">
                <a:latin typeface="Times New Roman"/>
                <a:cs typeface="Times New Roman"/>
              </a:rPr>
              <a:t>Output</a:t>
            </a:r>
            <a:r>
              <a:rPr sz="2000" spc="15">
                <a:latin typeface="Times New Roman"/>
                <a:cs typeface="Times New Roman"/>
              </a:rPr>
              <a:t> </a:t>
            </a:r>
            <a:r>
              <a:rPr sz="2000" spc="-155">
                <a:latin typeface="Times New Roman"/>
                <a:cs typeface="Times New Roman"/>
              </a:rPr>
              <a:t>―complex</a:t>
            </a:r>
            <a:r>
              <a:rPr sz="2000" spc="60">
                <a:latin typeface="Times New Roman"/>
                <a:cs typeface="Times New Roman"/>
              </a:rPr>
              <a:t> </a:t>
            </a:r>
            <a:r>
              <a:rPr sz="2000">
                <a:latin typeface="Times New Roman"/>
                <a:cs typeface="Times New Roman"/>
              </a:rPr>
              <a:t>roots‖.</a:t>
            </a:r>
            <a:r>
              <a:rPr sz="2000" spc="15">
                <a:latin typeface="Times New Roman"/>
                <a:cs typeface="Times New Roman"/>
              </a:rPr>
              <a:t> </a:t>
            </a:r>
            <a:r>
              <a:rPr sz="2000">
                <a:latin typeface="Times New Roman"/>
                <a:cs typeface="Times New Roman"/>
              </a:rPr>
              <a:t>Go</a:t>
            </a:r>
            <a:r>
              <a:rPr sz="2000" spc="60">
                <a:latin typeface="Times New Roman"/>
                <a:cs typeface="Times New Roman"/>
              </a:rPr>
              <a:t> </a:t>
            </a:r>
            <a:r>
              <a:rPr sz="2000">
                <a:latin typeface="Times New Roman"/>
                <a:cs typeface="Times New Roman"/>
              </a:rPr>
              <a:t>to</a:t>
            </a:r>
            <a:r>
              <a:rPr sz="2000" spc="50">
                <a:latin typeface="Times New Roman"/>
                <a:cs typeface="Times New Roman"/>
              </a:rPr>
              <a:t> </a:t>
            </a:r>
            <a:r>
              <a:rPr sz="2000">
                <a:latin typeface="Times New Roman"/>
                <a:cs typeface="Times New Roman"/>
              </a:rPr>
              <a:t>step</a:t>
            </a:r>
            <a:r>
              <a:rPr sz="2000" spc="45">
                <a:latin typeface="Times New Roman"/>
                <a:cs typeface="Times New Roman"/>
              </a:rPr>
              <a:t> </a:t>
            </a:r>
            <a:r>
              <a:rPr sz="2000" spc="-25">
                <a:latin typeface="Times New Roman"/>
                <a:cs typeface="Times New Roman"/>
              </a:rPr>
              <a:t>13</a:t>
            </a:r>
            <a:endParaRPr sz="2000">
              <a:latin typeface="Times New Roman"/>
              <a:cs typeface="Times New Roman"/>
            </a:endParaRPr>
          </a:p>
          <a:p>
            <a:pPr marL="683895" indent="-263525">
              <a:spcBef>
                <a:spcPts val="480"/>
              </a:spcBef>
              <a:buChar char="–"/>
              <a:tabLst>
                <a:tab pos="684530" algn="l"/>
              </a:tabLst>
            </a:pPr>
            <a:r>
              <a:rPr sz="2000">
                <a:latin typeface="Times New Roman"/>
                <a:cs typeface="Times New Roman"/>
              </a:rPr>
              <a:t>Step</a:t>
            </a:r>
            <a:r>
              <a:rPr sz="2000" spc="15">
                <a:latin typeface="Times New Roman"/>
                <a:cs typeface="Times New Roman"/>
              </a:rPr>
              <a:t> </a:t>
            </a:r>
            <a:r>
              <a:rPr sz="2000">
                <a:latin typeface="Times New Roman"/>
                <a:cs typeface="Times New Roman"/>
              </a:rPr>
              <a:t>7:</a:t>
            </a:r>
            <a:r>
              <a:rPr sz="2000" spc="25">
                <a:latin typeface="Times New Roman"/>
                <a:cs typeface="Times New Roman"/>
              </a:rPr>
              <a:t> </a:t>
            </a:r>
            <a:r>
              <a:rPr sz="2000">
                <a:latin typeface="Times New Roman"/>
                <a:cs typeface="Times New Roman"/>
              </a:rPr>
              <a:t>Output</a:t>
            </a:r>
            <a:r>
              <a:rPr sz="2000" spc="15">
                <a:latin typeface="Times New Roman"/>
                <a:cs typeface="Times New Roman"/>
              </a:rPr>
              <a:t> </a:t>
            </a:r>
            <a:r>
              <a:rPr sz="2000" spc="-235">
                <a:latin typeface="Times New Roman"/>
                <a:cs typeface="Times New Roman"/>
              </a:rPr>
              <a:t>―real</a:t>
            </a:r>
            <a:r>
              <a:rPr sz="2000" spc="10">
                <a:latin typeface="Times New Roman"/>
                <a:cs typeface="Times New Roman"/>
              </a:rPr>
              <a:t> </a:t>
            </a:r>
            <a:r>
              <a:rPr sz="2000">
                <a:latin typeface="Times New Roman"/>
                <a:cs typeface="Times New Roman"/>
              </a:rPr>
              <a:t>roots‖.</a:t>
            </a:r>
            <a:r>
              <a:rPr sz="2000" spc="5">
                <a:latin typeface="Times New Roman"/>
                <a:cs typeface="Times New Roman"/>
              </a:rPr>
              <a:t> </a:t>
            </a:r>
            <a:r>
              <a:rPr sz="2000">
                <a:latin typeface="Times New Roman"/>
                <a:cs typeface="Times New Roman"/>
              </a:rPr>
              <a:t>Go</a:t>
            </a:r>
            <a:r>
              <a:rPr sz="2000" spc="40">
                <a:latin typeface="Times New Roman"/>
                <a:cs typeface="Times New Roman"/>
              </a:rPr>
              <a:t> </a:t>
            </a:r>
            <a:r>
              <a:rPr sz="2000">
                <a:latin typeface="Times New Roman"/>
                <a:cs typeface="Times New Roman"/>
              </a:rPr>
              <a:t>to</a:t>
            </a:r>
            <a:r>
              <a:rPr sz="2000" spc="15">
                <a:latin typeface="Times New Roman"/>
                <a:cs typeface="Times New Roman"/>
              </a:rPr>
              <a:t> </a:t>
            </a:r>
            <a:r>
              <a:rPr sz="2000">
                <a:latin typeface="Times New Roman"/>
                <a:cs typeface="Times New Roman"/>
              </a:rPr>
              <a:t>step</a:t>
            </a:r>
            <a:r>
              <a:rPr sz="2000" spc="40">
                <a:latin typeface="Times New Roman"/>
                <a:cs typeface="Times New Roman"/>
              </a:rPr>
              <a:t> </a:t>
            </a:r>
            <a:r>
              <a:rPr sz="2000" spc="-50">
                <a:latin typeface="Times New Roman"/>
                <a:cs typeface="Times New Roman"/>
              </a:rPr>
              <a:t>9</a:t>
            </a:r>
            <a:endParaRPr sz="2000">
              <a:latin typeface="Times New Roman"/>
              <a:cs typeface="Times New Roman"/>
            </a:endParaRPr>
          </a:p>
          <a:p>
            <a:pPr marL="683895" indent="-189230">
              <a:spcBef>
                <a:spcPts val="480"/>
              </a:spcBef>
              <a:buChar char="–"/>
              <a:tabLst>
                <a:tab pos="684530" algn="l"/>
              </a:tabLst>
            </a:pPr>
            <a:r>
              <a:rPr sz="2000">
                <a:latin typeface="Times New Roman"/>
                <a:cs typeface="Times New Roman"/>
              </a:rPr>
              <a:t>Step</a:t>
            </a:r>
            <a:r>
              <a:rPr sz="2000" spc="-20">
                <a:latin typeface="Times New Roman"/>
                <a:cs typeface="Times New Roman"/>
              </a:rPr>
              <a:t> </a:t>
            </a:r>
            <a:r>
              <a:rPr sz="2000" spc="-25">
                <a:latin typeface="Times New Roman"/>
                <a:cs typeface="Times New Roman"/>
              </a:rPr>
              <a:t>8:</a:t>
            </a:r>
            <a:endParaRPr sz="2000">
              <a:latin typeface="Times New Roman"/>
              <a:cs typeface="Times New Roman"/>
            </a:endParaRPr>
          </a:p>
          <a:p>
            <a:pPr marL="683895">
              <a:spcBef>
                <a:spcPts val="480"/>
              </a:spcBef>
            </a:pPr>
            <a:r>
              <a:rPr sz="2000">
                <a:latin typeface="Times New Roman"/>
                <a:cs typeface="Times New Roman"/>
              </a:rPr>
              <a:t>Output</a:t>
            </a:r>
            <a:r>
              <a:rPr sz="2000" spc="10">
                <a:latin typeface="Times New Roman"/>
                <a:cs typeface="Times New Roman"/>
              </a:rPr>
              <a:t> </a:t>
            </a:r>
            <a:r>
              <a:rPr sz="2000" spc="-195">
                <a:latin typeface="Times New Roman"/>
                <a:cs typeface="Times New Roman"/>
              </a:rPr>
              <a:t>―equal</a:t>
            </a:r>
            <a:r>
              <a:rPr sz="2000" spc="30">
                <a:latin typeface="Times New Roman"/>
                <a:cs typeface="Times New Roman"/>
              </a:rPr>
              <a:t> </a:t>
            </a:r>
            <a:r>
              <a:rPr sz="2000">
                <a:latin typeface="Times New Roman"/>
                <a:cs typeface="Times New Roman"/>
              </a:rPr>
              <a:t>roots‖.</a:t>
            </a:r>
            <a:r>
              <a:rPr sz="2000" spc="25">
                <a:latin typeface="Times New Roman"/>
                <a:cs typeface="Times New Roman"/>
              </a:rPr>
              <a:t> </a:t>
            </a:r>
            <a:r>
              <a:rPr sz="2000">
                <a:latin typeface="Times New Roman"/>
                <a:cs typeface="Times New Roman"/>
              </a:rPr>
              <a:t>Go</a:t>
            </a:r>
            <a:r>
              <a:rPr sz="2000" spc="60">
                <a:latin typeface="Times New Roman"/>
                <a:cs typeface="Times New Roman"/>
              </a:rPr>
              <a:t> </a:t>
            </a:r>
            <a:r>
              <a:rPr sz="2000">
                <a:latin typeface="Times New Roman"/>
                <a:cs typeface="Times New Roman"/>
              </a:rPr>
              <a:t>to</a:t>
            </a:r>
            <a:r>
              <a:rPr sz="2000" spc="35">
                <a:latin typeface="Times New Roman"/>
                <a:cs typeface="Times New Roman"/>
              </a:rPr>
              <a:t> </a:t>
            </a:r>
            <a:r>
              <a:rPr sz="2000">
                <a:latin typeface="Times New Roman"/>
                <a:cs typeface="Times New Roman"/>
              </a:rPr>
              <a:t>step</a:t>
            </a:r>
            <a:r>
              <a:rPr sz="2000" spc="60">
                <a:latin typeface="Times New Roman"/>
                <a:cs typeface="Times New Roman"/>
              </a:rPr>
              <a:t> </a:t>
            </a:r>
            <a:r>
              <a:rPr sz="2000" spc="-50">
                <a:latin typeface="Times New Roman"/>
                <a:cs typeface="Times New Roman"/>
              </a:rPr>
              <a:t>9</a:t>
            </a:r>
            <a:endParaRPr sz="2000">
              <a:latin typeface="Times New Roman"/>
              <a:cs typeface="Times New Roman"/>
            </a:endParaRPr>
          </a:p>
          <a:p>
            <a:pPr marL="683895" indent="-189230">
              <a:spcBef>
                <a:spcPts val="484"/>
              </a:spcBef>
              <a:buChar char="–"/>
              <a:tabLst>
                <a:tab pos="684530" algn="l"/>
              </a:tabLst>
            </a:pPr>
            <a:r>
              <a:rPr sz="2000">
                <a:latin typeface="Times New Roman"/>
                <a:cs typeface="Times New Roman"/>
              </a:rPr>
              <a:t>Step</a:t>
            </a:r>
            <a:r>
              <a:rPr sz="2000" spc="-35">
                <a:latin typeface="Times New Roman"/>
                <a:cs typeface="Times New Roman"/>
              </a:rPr>
              <a:t> </a:t>
            </a:r>
            <a:r>
              <a:rPr sz="2000">
                <a:latin typeface="Times New Roman"/>
                <a:cs typeface="Times New Roman"/>
              </a:rPr>
              <a:t>9:</a:t>
            </a:r>
            <a:r>
              <a:rPr sz="2000" spc="-10">
                <a:latin typeface="Times New Roman"/>
                <a:cs typeface="Times New Roman"/>
              </a:rPr>
              <a:t> </a:t>
            </a:r>
            <a:r>
              <a:rPr sz="2000">
                <a:latin typeface="Times New Roman"/>
                <a:cs typeface="Times New Roman"/>
              </a:rPr>
              <a:t>Calculate</a:t>
            </a:r>
            <a:r>
              <a:rPr sz="2000" spc="-15">
                <a:latin typeface="Times New Roman"/>
                <a:cs typeface="Times New Roman"/>
              </a:rPr>
              <a:t> </a:t>
            </a:r>
            <a:r>
              <a:rPr sz="2000">
                <a:latin typeface="Times New Roman"/>
                <a:cs typeface="Times New Roman"/>
              </a:rPr>
              <a:t>X1=(-</a:t>
            </a:r>
            <a:r>
              <a:rPr sz="2000" spc="-10">
                <a:latin typeface="Times New Roman"/>
                <a:cs typeface="Times New Roman"/>
              </a:rPr>
              <a:t>b+√delta)/(2A)</a:t>
            </a:r>
            <a:endParaRPr sz="2000">
              <a:latin typeface="Times New Roman"/>
              <a:cs typeface="Times New Roman"/>
            </a:endParaRPr>
          </a:p>
          <a:p>
            <a:pPr marL="683895" indent="-189230">
              <a:spcBef>
                <a:spcPts val="480"/>
              </a:spcBef>
              <a:buChar char="–"/>
              <a:tabLst>
                <a:tab pos="684530" algn="l"/>
              </a:tabLst>
            </a:pPr>
            <a:r>
              <a:rPr sz="2000">
                <a:latin typeface="Times New Roman"/>
                <a:cs typeface="Times New Roman"/>
              </a:rPr>
              <a:t>Step</a:t>
            </a:r>
            <a:r>
              <a:rPr sz="2000" spc="-25">
                <a:latin typeface="Times New Roman"/>
                <a:cs typeface="Times New Roman"/>
              </a:rPr>
              <a:t> </a:t>
            </a:r>
            <a:r>
              <a:rPr sz="2000">
                <a:latin typeface="Times New Roman"/>
                <a:cs typeface="Times New Roman"/>
              </a:rPr>
              <a:t>10:</a:t>
            </a:r>
            <a:r>
              <a:rPr sz="2000" spc="-10">
                <a:latin typeface="Times New Roman"/>
                <a:cs typeface="Times New Roman"/>
              </a:rPr>
              <a:t> </a:t>
            </a:r>
            <a:r>
              <a:rPr sz="2000">
                <a:latin typeface="Times New Roman"/>
                <a:cs typeface="Times New Roman"/>
              </a:rPr>
              <a:t>Calculate</a:t>
            </a:r>
            <a:r>
              <a:rPr sz="2000" spc="-25">
                <a:latin typeface="Times New Roman"/>
                <a:cs typeface="Times New Roman"/>
              </a:rPr>
              <a:t> </a:t>
            </a:r>
            <a:r>
              <a:rPr sz="2000">
                <a:latin typeface="Times New Roman"/>
                <a:cs typeface="Times New Roman"/>
              </a:rPr>
              <a:t>X2=(-b-</a:t>
            </a:r>
            <a:r>
              <a:rPr sz="2000" spc="-10">
                <a:latin typeface="Times New Roman"/>
                <a:cs typeface="Times New Roman"/>
              </a:rPr>
              <a:t>√delta)/(2A)</a:t>
            </a:r>
            <a:endParaRPr sz="2000">
              <a:latin typeface="Times New Roman"/>
              <a:cs typeface="Times New Roman"/>
            </a:endParaRPr>
          </a:p>
          <a:p>
            <a:pPr marL="683895" indent="-189230">
              <a:spcBef>
                <a:spcPts val="480"/>
              </a:spcBef>
              <a:buChar char="–"/>
              <a:tabLst>
                <a:tab pos="684530" algn="l"/>
              </a:tabLst>
            </a:pPr>
            <a:r>
              <a:rPr sz="2000">
                <a:latin typeface="Times New Roman"/>
                <a:cs typeface="Times New Roman"/>
              </a:rPr>
              <a:t>Step</a:t>
            </a:r>
            <a:r>
              <a:rPr sz="2000" spc="-45">
                <a:latin typeface="Times New Roman"/>
                <a:cs typeface="Times New Roman"/>
              </a:rPr>
              <a:t> </a:t>
            </a:r>
            <a:r>
              <a:rPr sz="2000">
                <a:latin typeface="Times New Roman"/>
                <a:cs typeface="Times New Roman"/>
              </a:rPr>
              <a:t>11:</a:t>
            </a:r>
            <a:r>
              <a:rPr sz="2000" spc="-40">
                <a:latin typeface="Times New Roman"/>
                <a:cs typeface="Times New Roman"/>
              </a:rPr>
              <a:t> </a:t>
            </a:r>
            <a:r>
              <a:rPr sz="2000">
                <a:latin typeface="Times New Roman"/>
                <a:cs typeface="Times New Roman"/>
              </a:rPr>
              <a:t>Output</a:t>
            </a:r>
            <a:r>
              <a:rPr sz="2000" spc="-40">
                <a:latin typeface="Times New Roman"/>
                <a:cs typeface="Times New Roman"/>
              </a:rPr>
              <a:t> </a:t>
            </a:r>
            <a:r>
              <a:rPr sz="2000" spc="-25">
                <a:latin typeface="Times New Roman"/>
                <a:cs typeface="Times New Roman"/>
              </a:rPr>
              <a:t>X1</a:t>
            </a:r>
            <a:endParaRPr sz="2000">
              <a:latin typeface="Times New Roman"/>
              <a:cs typeface="Times New Roman"/>
            </a:endParaRPr>
          </a:p>
          <a:p>
            <a:pPr marL="683895" indent="-189230">
              <a:spcBef>
                <a:spcPts val="480"/>
              </a:spcBef>
              <a:buChar char="–"/>
              <a:tabLst>
                <a:tab pos="684530" algn="l"/>
              </a:tabLst>
            </a:pPr>
            <a:r>
              <a:rPr sz="2000">
                <a:latin typeface="Times New Roman"/>
                <a:cs typeface="Times New Roman"/>
              </a:rPr>
              <a:t>Step</a:t>
            </a:r>
            <a:r>
              <a:rPr sz="2000" spc="-15">
                <a:latin typeface="Times New Roman"/>
                <a:cs typeface="Times New Roman"/>
              </a:rPr>
              <a:t> </a:t>
            </a:r>
            <a:r>
              <a:rPr sz="2000">
                <a:latin typeface="Times New Roman"/>
                <a:cs typeface="Times New Roman"/>
              </a:rPr>
              <a:t>12:</a:t>
            </a:r>
            <a:r>
              <a:rPr sz="2000" spc="-10">
                <a:latin typeface="Times New Roman"/>
                <a:cs typeface="Times New Roman"/>
              </a:rPr>
              <a:t> </a:t>
            </a:r>
            <a:r>
              <a:rPr sz="2000">
                <a:latin typeface="Times New Roman"/>
                <a:cs typeface="Times New Roman"/>
              </a:rPr>
              <a:t>Output</a:t>
            </a:r>
            <a:r>
              <a:rPr sz="2000" spc="-30">
                <a:latin typeface="Times New Roman"/>
                <a:cs typeface="Times New Roman"/>
              </a:rPr>
              <a:t> </a:t>
            </a:r>
            <a:r>
              <a:rPr sz="2000" spc="-25">
                <a:latin typeface="Times New Roman"/>
                <a:cs typeface="Times New Roman"/>
              </a:rPr>
              <a:t>X2</a:t>
            </a:r>
            <a:endParaRPr sz="2000">
              <a:latin typeface="Times New Roman"/>
              <a:cs typeface="Times New Roman"/>
            </a:endParaRPr>
          </a:p>
          <a:p>
            <a:pPr marL="683895" indent="-189230">
              <a:spcBef>
                <a:spcPts val="480"/>
              </a:spcBef>
              <a:buChar char="–"/>
              <a:tabLst>
                <a:tab pos="684530" algn="l"/>
              </a:tabLst>
            </a:pPr>
            <a:r>
              <a:rPr sz="2000">
                <a:latin typeface="Times New Roman"/>
                <a:cs typeface="Times New Roman"/>
              </a:rPr>
              <a:t>Step</a:t>
            </a:r>
            <a:r>
              <a:rPr sz="2000" spc="-15">
                <a:latin typeface="Times New Roman"/>
                <a:cs typeface="Times New Roman"/>
              </a:rPr>
              <a:t> </a:t>
            </a:r>
            <a:r>
              <a:rPr sz="2000">
                <a:latin typeface="Times New Roman"/>
                <a:cs typeface="Times New Roman"/>
              </a:rPr>
              <a:t>13:</a:t>
            </a:r>
            <a:r>
              <a:rPr sz="2000" spc="-10">
                <a:latin typeface="Times New Roman"/>
                <a:cs typeface="Times New Roman"/>
              </a:rPr>
              <a:t> </a:t>
            </a:r>
            <a:r>
              <a:rPr sz="2000" spc="-20">
                <a:latin typeface="Times New Roman"/>
                <a:cs typeface="Times New Roman"/>
              </a:rPr>
              <a:t>Stop</a:t>
            </a:r>
            <a:endParaRPr sz="2000">
              <a:latin typeface="Times New Roman"/>
              <a:cs typeface="Times New Roman"/>
            </a:endParaRPr>
          </a:p>
        </p:txBody>
      </p:sp>
    </p:spTree>
    <p:extLst>
      <p:ext uri="{BB962C8B-B14F-4D97-AF65-F5344CB8AC3E}">
        <p14:creationId xmlns:p14="http://schemas.microsoft.com/office/powerpoint/2010/main" val="18683214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51212" y="6426809"/>
            <a:ext cx="180975" cy="197490"/>
          </a:xfrm>
          <a:prstGeom prst="rect">
            <a:avLst/>
          </a:prstGeom>
        </p:spPr>
        <p:txBody>
          <a:bodyPr vert="horz" wrap="square" lIns="0" tIns="12700" rIns="0" bIns="0" rtlCol="0">
            <a:spAutoFit/>
          </a:bodyPr>
          <a:lstStyle/>
          <a:p>
            <a:pPr marL="12700">
              <a:spcBef>
                <a:spcPts val="100"/>
              </a:spcBef>
            </a:pPr>
            <a:r>
              <a:rPr sz="1200" spc="-25">
                <a:solidFill>
                  <a:srgbClr val="888888"/>
                </a:solidFill>
                <a:latin typeface="Calibri"/>
                <a:cs typeface="Calibri"/>
              </a:rPr>
              <a:t>43</a:t>
            </a:r>
            <a:endParaRPr sz="1200">
              <a:latin typeface="Calibri"/>
              <a:cs typeface="Calibri"/>
            </a:endParaRPr>
          </a:p>
        </p:txBody>
      </p:sp>
      <p:sp>
        <p:nvSpPr>
          <p:cNvPr id="3" name="object 3"/>
          <p:cNvSpPr txBox="1">
            <a:spLocks noGrp="1"/>
          </p:cNvSpPr>
          <p:nvPr>
            <p:ph type="title"/>
          </p:nvPr>
        </p:nvSpPr>
        <p:spPr>
          <a:xfrm>
            <a:off x="1602740" y="-344873"/>
            <a:ext cx="1838325" cy="1366400"/>
          </a:xfrm>
          <a:prstGeom prst="rect">
            <a:avLst/>
          </a:prstGeom>
        </p:spPr>
        <p:txBody>
          <a:bodyPr vert="horz" wrap="square" lIns="0" tIns="12065" rIns="0" bIns="0" rtlCol="0" anchor="ctr">
            <a:spAutoFit/>
          </a:bodyPr>
          <a:lstStyle/>
          <a:p>
            <a:pPr marL="12700">
              <a:lnSpc>
                <a:spcPct val="100000"/>
              </a:lnSpc>
              <a:spcBef>
                <a:spcPts val="95"/>
              </a:spcBef>
            </a:pPr>
            <a:r>
              <a:rPr b="1" spc="-10">
                <a:latin typeface="Times New Roman"/>
                <a:cs typeface="Times New Roman"/>
              </a:rPr>
              <a:t>Flowcharts:</a:t>
            </a:r>
          </a:p>
        </p:txBody>
      </p:sp>
      <p:sp>
        <p:nvSpPr>
          <p:cNvPr id="4" name="object 4"/>
          <p:cNvSpPr txBox="1"/>
          <p:nvPr/>
        </p:nvSpPr>
        <p:spPr>
          <a:xfrm>
            <a:off x="2010868" y="1435353"/>
            <a:ext cx="545465" cy="299720"/>
          </a:xfrm>
          <a:prstGeom prst="rect">
            <a:avLst/>
          </a:prstGeom>
        </p:spPr>
        <p:txBody>
          <a:bodyPr vert="horz" wrap="square" lIns="0" tIns="12700" rIns="0" bIns="0" rtlCol="0">
            <a:spAutoFit/>
          </a:bodyPr>
          <a:lstStyle/>
          <a:p>
            <a:pPr marL="12700">
              <a:spcBef>
                <a:spcPts val="100"/>
              </a:spcBef>
            </a:pPr>
            <a:r>
              <a:rPr b="1" spc="-10">
                <a:latin typeface="Arial"/>
                <a:cs typeface="Arial"/>
              </a:rPr>
              <a:t>Start</a:t>
            </a:r>
            <a:endParaRPr>
              <a:latin typeface="Arial"/>
              <a:cs typeface="Arial"/>
            </a:endParaRPr>
          </a:p>
        </p:txBody>
      </p:sp>
      <p:sp>
        <p:nvSpPr>
          <p:cNvPr id="5" name="object 5"/>
          <p:cNvSpPr txBox="1"/>
          <p:nvPr/>
        </p:nvSpPr>
        <p:spPr>
          <a:xfrm>
            <a:off x="3886580" y="1228090"/>
            <a:ext cx="641350" cy="683895"/>
          </a:xfrm>
          <a:prstGeom prst="rect">
            <a:avLst/>
          </a:prstGeom>
        </p:spPr>
        <p:txBody>
          <a:bodyPr vert="horz" wrap="square" lIns="0" tIns="12700" rIns="0" bIns="0" rtlCol="0">
            <a:spAutoFit/>
          </a:bodyPr>
          <a:lstStyle/>
          <a:p>
            <a:pPr marL="12700" marR="5080" indent="28575">
              <a:lnSpc>
                <a:spcPct val="120000"/>
              </a:lnSpc>
              <a:spcBef>
                <a:spcPts val="100"/>
              </a:spcBef>
            </a:pPr>
            <a:r>
              <a:rPr b="1" spc="-20">
                <a:latin typeface="Arial"/>
                <a:cs typeface="Arial"/>
              </a:rPr>
              <a:t>Read </a:t>
            </a:r>
            <a:r>
              <a:rPr b="1" spc="-25">
                <a:latin typeface="Arial"/>
                <a:cs typeface="Arial"/>
              </a:rPr>
              <a:t>A,B,C</a:t>
            </a:r>
            <a:endParaRPr>
              <a:latin typeface="Arial"/>
              <a:cs typeface="Arial"/>
            </a:endParaRPr>
          </a:p>
        </p:txBody>
      </p:sp>
      <p:sp>
        <p:nvSpPr>
          <p:cNvPr id="6" name="object 6"/>
          <p:cNvSpPr txBox="1"/>
          <p:nvPr/>
        </p:nvSpPr>
        <p:spPr>
          <a:xfrm>
            <a:off x="5384800" y="1266826"/>
            <a:ext cx="2946400" cy="423193"/>
          </a:xfrm>
          <a:prstGeom prst="rect">
            <a:avLst/>
          </a:prstGeom>
          <a:ln w="12700">
            <a:solidFill>
              <a:srgbClr val="000000"/>
            </a:solidFill>
          </a:ln>
        </p:spPr>
        <p:txBody>
          <a:bodyPr vert="horz" wrap="square" lIns="0" tIns="144780" rIns="0" bIns="0" rtlCol="0">
            <a:spAutoFit/>
          </a:bodyPr>
          <a:lstStyle/>
          <a:p>
            <a:pPr marL="340360">
              <a:spcBef>
                <a:spcPts val="1140"/>
              </a:spcBef>
            </a:pPr>
            <a:r>
              <a:rPr b="1">
                <a:latin typeface="Arial"/>
                <a:cs typeface="Arial"/>
              </a:rPr>
              <a:t>Delta=B*B-</a:t>
            </a:r>
            <a:r>
              <a:rPr b="1" spc="-120">
                <a:latin typeface="Arial"/>
                <a:cs typeface="Arial"/>
              </a:rPr>
              <a:t> </a:t>
            </a:r>
            <a:r>
              <a:rPr b="1" spc="-10">
                <a:latin typeface="Arial"/>
                <a:cs typeface="Arial"/>
              </a:rPr>
              <a:t>4*A*C</a:t>
            </a:r>
            <a:endParaRPr>
              <a:latin typeface="Arial"/>
              <a:cs typeface="Arial"/>
            </a:endParaRPr>
          </a:p>
        </p:txBody>
      </p:sp>
      <p:sp>
        <p:nvSpPr>
          <p:cNvPr id="7" name="object 7"/>
          <p:cNvSpPr txBox="1"/>
          <p:nvPr/>
        </p:nvSpPr>
        <p:spPr>
          <a:xfrm>
            <a:off x="2507691" y="2981959"/>
            <a:ext cx="1929130" cy="299720"/>
          </a:xfrm>
          <a:prstGeom prst="rect">
            <a:avLst/>
          </a:prstGeom>
        </p:spPr>
        <p:txBody>
          <a:bodyPr vert="horz" wrap="square" lIns="0" tIns="12700" rIns="0" bIns="0" rtlCol="0">
            <a:spAutoFit/>
          </a:bodyPr>
          <a:lstStyle/>
          <a:p>
            <a:pPr marL="12700">
              <a:spcBef>
                <a:spcPts val="100"/>
              </a:spcBef>
            </a:pPr>
            <a:r>
              <a:rPr b="1">
                <a:latin typeface="Arial"/>
                <a:cs typeface="Arial"/>
              </a:rPr>
              <a:t>“Complex</a:t>
            </a:r>
            <a:r>
              <a:rPr b="1" spc="-15">
                <a:latin typeface="Arial"/>
                <a:cs typeface="Arial"/>
              </a:rPr>
              <a:t> </a:t>
            </a:r>
            <a:r>
              <a:rPr b="1" spc="-10">
                <a:latin typeface="Arial"/>
                <a:cs typeface="Arial"/>
              </a:rPr>
              <a:t>Roots”</a:t>
            </a:r>
            <a:endParaRPr>
              <a:latin typeface="Arial"/>
              <a:cs typeface="Arial"/>
            </a:endParaRPr>
          </a:p>
        </p:txBody>
      </p:sp>
      <p:sp>
        <p:nvSpPr>
          <p:cNvPr id="8" name="object 8"/>
          <p:cNvSpPr txBox="1"/>
          <p:nvPr/>
        </p:nvSpPr>
        <p:spPr>
          <a:xfrm>
            <a:off x="7772781" y="2883534"/>
            <a:ext cx="843915" cy="299720"/>
          </a:xfrm>
          <a:prstGeom prst="rect">
            <a:avLst/>
          </a:prstGeom>
        </p:spPr>
        <p:txBody>
          <a:bodyPr vert="horz" wrap="square" lIns="0" tIns="12700" rIns="0" bIns="0" rtlCol="0">
            <a:spAutoFit/>
          </a:bodyPr>
          <a:lstStyle/>
          <a:p>
            <a:pPr marL="12700">
              <a:spcBef>
                <a:spcPts val="100"/>
              </a:spcBef>
            </a:pPr>
            <a:r>
              <a:rPr b="1" spc="-10">
                <a:latin typeface="Arial"/>
                <a:cs typeface="Arial"/>
              </a:rPr>
              <a:t>Delta&gt;0</a:t>
            </a:r>
            <a:endParaRPr>
              <a:latin typeface="Arial"/>
              <a:cs typeface="Arial"/>
            </a:endParaRPr>
          </a:p>
        </p:txBody>
      </p:sp>
      <p:sp>
        <p:nvSpPr>
          <p:cNvPr id="9" name="object 9"/>
          <p:cNvSpPr txBox="1"/>
          <p:nvPr/>
        </p:nvSpPr>
        <p:spPr>
          <a:xfrm>
            <a:off x="4954016" y="3772661"/>
            <a:ext cx="1445895" cy="299720"/>
          </a:xfrm>
          <a:prstGeom prst="rect">
            <a:avLst/>
          </a:prstGeom>
        </p:spPr>
        <p:txBody>
          <a:bodyPr vert="horz" wrap="square" lIns="0" tIns="12700" rIns="0" bIns="0" rtlCol="0">
            <a:spAutoFit/>
          </a:bodyPr>
          <a:lstStyle/>
          <a:p>
            <a:pPr marL="12700">
              <a:spcBef>
                <a:spcPts val="100"/>
              </a:spcBef>
            </a:pPr>
            <a:r>
              <a:rPr b="1">
                <a:latin typeface="Arial"/>
                <a:cs typeface="Arial"/>
              </a:rPr>
              <a:t>“Real</a:t>
            </a:r>
            <a:r>
              <a:rPr b="1" spc="-25">
                <a:latin typeface="Arial"/>
                <a:cs typeface="Arial"/>
              </a:rPr>
              <a:t> </a:t>
            </a:r>
            <a:r>
              <a:rPr b="1" spc="-10">
                <a:latin typeface="Arial"/>
                <a:cs typeface="Arial"/>
              </a:rPr>
              <a:t>Roots”</a:t>
            </a:r>
            <a:endParaRPr>
              <a:latin typeface="Arial"/>
              <a:cs typeface="Arial"/>
            </a:endParaRPr>
          </a:p>
        </p:txBody>
      </p:sp>
      <p:sp>
        <p:nvSpPr>
          <p:cNvPr id="10" name="object 10"/>
          <p:cNvSpPr txBox="1"/>
          <p:nvPr/>
        </p:nvSpPr>
        <p:spPr>
          <a:xfrm>
            <a:off x="7569200" y="3645534"/>
            <a:ext cx="1586230" cy="299720"/>
          </a:xfrm>
          <a:prstGeom prst="rect">
            <a:avLst/>
          </a:prstGeom>
        </p:spPr>
        <p:txBody>
          <a:bodyPr vert="horz" wrap="square" lIns="0" tIns="12700" rIns="0" bIns="0" rtlCol="0">
            <a:spAutoFit/>
          </a:bodyPr>
          <a:lstStyle/>
          <a:p>
            <a:pPr marL="12700">
              <a:spcBef>
                <a:spcPts val="100"/>
              </a:spcBef>
            </a:pPr>
            <a:r>
              <a:rPr b="1">
                <a:latin typeface="Arial"/>
                <a:cs typeface="Arial"/>
              </a:rPr>
              <a:t>“Equal</a:t>
            </a:r>
            <a:r>
              <a:rPr b="1" spc="-25">
                <a:latin typeface="Arial"/>
                <a:cs typeface="Arial"/>
              </a:rPr>
              <a:t> </a:t>
            </a:r>
            <a:r>
              <a:rPr b="1" spc="-10">
                <a:latin typeface="Arial"/>
                <a:cs typeface="Arial"/>
              </a:rPr>
              <a:t>Roots”</a:t>
            </a:r>
            <a:endParaRPr>
              <a:latin typeface="Arial"/>
              <a:cs typeface="Arial"/>
            </a:endParaRPr>
          </a:p>
        </p:txBody>
      </p:sp>
      <p:sp>
        <p:nvSpPr>
          <p:cNvPr id="11" name="object 11"/>
          <p:cNvSpPr txBox="1"/>
          <p:nvPr/>
        </p:nvSpPr>
        <p:spPr>
          <a:xfrm>
            <a:off x="3352800" y="4495800"/>
            <a:ext cx="3860800" cy="354584"/>
          </a:xfrm>
          <a:prstGeom prst="rect">
            <a:avLst/>
          </a:prstGeom>
          <a:ln w="12700">
            <a:solidFill>
              <a:srgbClr val="000000"/>
            </a:solidFill>
          </a:ln>
        </p:spPr>
        <p:txBody>
          <a:bodyPr vert="horz" wrap="square" lIns="0" tIns="76835" rIns="0" bIns="0" rtlCol="0">
            <a:spAutoFit/>
          </a:bodyPr>
          <a:lstStyle/>
          <a:p>
            <a:pPr marL="768985">
              <a:spcBef>
                <a:spcPts val="605"/>
              </a:spcBef>
            </a:pPr>
            <a:r>
              <a:rPr b="1" spc="-10">
                <a:latin typeface="Arial"/>
                <a:cs typeface="Arial"/>
              </a:rPr>
              <a:t>X1=(-b+</a:t>
            </a:r>
            <a:r>
              <a:rPr spc="-10">
                <a:latin typeface="Arial"/>
                <a:cs typeface="Arial"/>
              </a:rPr>
              <a:t>√delta)/(2*A)</a:t>
            </a:r>
            <a:endParaRPr>
              <a:latin typeface="Arial"/>
              <a:cs typeface="Arial"/>
            </a:endParaRPr>
          </a:p>
        </p:txBody>
      </p:sp>
      <p:sp>
        <p:nvSpPr>
          <p:cNvPr id="12" name="object 12"/>
          <p:cNvSpPr txBox="1"/>
          <p:nvPr/>
        </p:nvSpPr>
        <p:spPr>
          <a:xfrm>
            <a:off x="3352800" y="5170487"/>
            <a:ext cx="3784600" cy="423834"/>
          </a:xfrm>
          <a:prstGeom prst="rect">
            <a:avLst/>
          </a:prstGeom>
          <a:ln w="12700">
            <a:solidFill>
              <a:srgbClr val="000000"/>
            </a:solidFill>
          </a:ln>
        </p:spPr>
        <p:txBody>
          <a:bodyPr vert="horz" wrap="square" lIns="0" tIns="145415" rIns="0" bIns="0" rtlCol="0">
            <a:spAutoFit/>
          </a:bodyPr>
          <a:lstStyle/>
          <a:p>
            <a:pPr marL="861694">
              <a:spcBef>
                <a:spcPts val="1145"/>
              </a:spcBef>
            </a:pPr>
            <a:r>
              <a:rPr b="1" spc="-10">
                <a:latin typeface="Arial"/>
                <a:cs typeface="Arial"/>
              </a:rPr>
              <a:t>X2=(-b-</a:t>
            </a:r>
            <a:r>
              <a:rPr spc="-10">
                <a:latin typeface="Arial"/>
                <a:cs typeface="Arial"/>
              </a:rPr>
              <a:t>√delta)/(2*A)</a:t>
            </a:r>
            <a:endParaRPr>
              <a:latin typeface="Arial"/>
              <a:cs typeface="Arial"/>
            </a:endParaRPr>
          </a:p>
        </p:txBody>
      </p:sp>
      <p:sp>
        <p:nvSpPr>
          <p:cNvPr id="13" name="object 13"/>
          <p:cNvSpPr txBox="1"/>
          <p:nvPr/>
        </p:nvSpPr>
        <p:spPr>
          <a:xfrm>
            <a:off x="3603117" y="6041542"/>
            <a:ext cx="887730" cy="299720"/>
          </a:xfrm>
          <a:prstGeom prst="rect">
            <a:avLst/>
          </a:prstGeom>
        </p:spPr>
        <p:txBody>
          <a:bodyPr vert="horz" wrap="square" lIns="0" tIns="12700" rIns="0" bIns="0" rtlCol="0">
            <a:spAutoFit/>
          </a:bodyPr>
          <a:lstStyle/>
          <a:p>
            <a:pPr marL="12700">
              <a:spcBef>
                <a:spcPts val="100"/>
              </a:spcBef>
            </a:pPr>
            <a:r>
              <a:rPr b="1">
                <a:latin typeface="Arial"/>
                <a:cs typeface="Arial"/>
              </a:rPr>
              <a:t>Print</a:t>
            </a:r>
            <a:r>
              <a:rPr b="1" spc="-70">
                <a:latin typeface="Arial"/>
                <a:cs typeface="Arial"/>
              </a:rPr>
              <a:t> </a:t>
            </a:r>
            <a:r>
              <a:rPr b="1" spc="-25">
                <a:latin typeface="Arial"/>
                <a:cs typeface="Arial"/>
              </a:rPr>
              <a:t>X1</a:t>
            </a:r>
            <a:endParaRPr>
              <a:latin typeface="Arial"/>
              <a:cs typeface="Arial"/>
            </a:endParaRPr>
          </a:p>
        </p:txBody>
      </p:sp>
      <p:sp>
        <p:nvSpPr>
          <p:cNvPr id="14" name="object 14"/>
          <p:cNvSpPr txBox="1"/>
          <p:nvPr/>
        </p:nvSpPr>
        <p:spPr>
          <a:xfrm>
            <a:off x="5638927" y="6041542"/>
            <a:ext cx="887730" cy="299720"/>
          </a:xfrm>
          <a:prstGeom prst="rect">
            <a:avLst/>
          </a:prstGeom>
        </p:spPr>
        <p:txBody>
          <a:bodyPr vert="horz" wrap="square" lIns="0" tIns="12700" rIns="0" bIns="0" rtlCol="0">
            <a:spAutoFit/>
          </a:bodyPr>
          <a:lstStyle/>
          <a:p>
            <a:pPr marL="12700">
              <a:spcBef>
                <a:spcPts val="100"/>
              </a:spcBef>
            </a:pPr>
            <a:r>
              <a:rPr b="1">
                <a:latin typeface="Arial"/>
                <a:cs typeface="Arial"/>
              </a:rPr>
              <a:t>Print</a:t>
            </a:r>
            <a:r>
              <a:rPr b="1" spc="-70">
                <a:latin typeface="Arial"/>
                <a:cs typeface="Arial"/>
              </a:rPr>
              <a:t> </a:t>
            </a:r>
            <a:r>
              <a:rPr b="1" spc="-25">
                <a:latin typeface="Arial"/>
                <a:cs typeface="Arial"/>
              </a:rPr>
              <a:t>X2</a:t>
            </a:r>
            <a:endParaRPr>
              <a:latin typeface="Arial"/>
              <a:cs typeface="Arial"/>
            </a:endParaRPr>
          </a:p>
        </p:txBody>
      </p:sp>
      <p:sp>
        <p:nvSpPr>
          <p:cNvPr id="15" name="object 15"/>
          <p:cNvSpPr txBox="1"/>
          <p:nvPr/>
        </p:nvSpPr>
        <p:spPr>
          <a:xfrm>
            <a:off x="8873109" y="5936692"/>
            <a:ext cx="534035" cy="300355"/>
          </a:xfrm>
          <a:prstGeom prst="rect">
            <a:avLst/>
          </a:prstGeom>
        </p:spPr>
        <p:txBody>
          <a:bodyPr vert="horz" wrap="square" lIns="0" tIns="12700" rIns="0" bIns="0" rtlCol="0">
            <a:spAutoFit/>
          </a:bodyPr>
          <a:lstStyle/>
          <a:p>
            <a:pPr marL="12700">
              <a:spcBef>
                <a:spcPts val="100"/>
              </a:spcBef>
            </a:pPr>
            <a:r>
              <a:rPr b="1" spc="-20">
                <a:latin typeface="Arial"/>
                <a:cs typeface="Arial"/>
              </a:rPr>
              <a:t>Stop</a:t>
            </a:r>
            <a:endParaRPr>
              <a:latin typeface="Arial"/>
              <a:cs typeface="Arial"/>
            </a:endParaRPr>
          </a:p>
        </p:txBody>
      </p:sp>
      <p:grpSp>
        <p:nvGrpSpPr>
          <p:cNvPr id="16" name="object 16"/>
          <p:cNvGrpSpPr/>
          <p:nvPr/>
        </p:nvGrpSpPr>
        <p:grpSpPr>
          <a:xfrm>
            <a:off x="1924050" y="1212851"/>
            <a:ext cx="7835900" cy="5464175"/>
            <a:chOff x="400050" y="1212850"/>
            <a:chExt cx="7835900" cy="5464175"/>
          </a:xfrm>
        </p:grpSpPr>
        <p:sp>
          <p:nvSpPr>
            <p:cNvPr id="17" name="object 17"/>
            <p:cNvSpPr/>
            <p:nvPr/>
          </p:nvSpPr>
          <p:spPr>
            <a:xfrm>
              <a:off x="2057400" y="1219200"/>
              <a:ext cx="1397000" cy="762000"/>
            </a:xfrm>
            <a:custGeom>
              <a:avLst/>
              <a:gdLst/>
              <a:ahLst/>
              <a:cxnLst/>
              <a:rect l="l" t="t" r="r" b="b"/>
              <a:pathLst>
                <a:path w="1397000" h="762000">
                  <a:moveTo>
                    <a:pt x="0" y="762000"/>
                  </a:moveTo>
                  <a:lnTo>
                    <a:pt x="279400" y="0"/>
                  </a:lnTo>
                  <a:lnTo>
                    <a:pt x="1397000" y="0"/>
                  </a:lnTo>
                  <a:lnTo>
                    <a:pt x="1117600" y="762000"/>
                  </a:lnTo>
                  <a:lnTo>
                    <a:pt x="0" y="762000"/>
                  </a:lnTo>
                  <a:close/>
                </a:path>
              </a:pathLst>
            </a:custGeom>
            <a:ln w="12700">
              <a:solidFill>
                <a:srgbClr val="000000"/>
              </a:solidFill>
            </a:ln>
          </p:spPr>
          <p:txBody>
            <a:bodyPr wrap="square" lIns="0" tIns="0" rIns="0" bIns="0" rtlCol="0"/>
            <a:lstStyle/>
            <a:p>
              <a:endParaRPr/>
            </a:p>
          </p:txBody>
        </p:sp>
        <p:sp>
          <p:nvSpPr>
            <p:cNvPr id="18" name="object 18"/>
            <p:cNvSpPr/>
            <p:nvPr/>
          </p:nvSpPr>
          <p:spPr>
            <a:xfrm>
              <a:off x="1524000" y="1544573"/>
              <a:ext cx="2362200" cy="93980"/>
            </a:xfrm>
            <a:custGeom>
              <a:avLst/>
              <a:gdLst/>
              <a:ahLst/>
              <a:cxnLst/>
              <a:rect l="l" t="t" r="r" b="b"/>
              <a:pathLst>
                <a:path w="2362200" h="93980">
                  <a:moveTo>
                    <a:pt x="685800" y="55626"/>
                  </a:moveTo>
                  <a:lnTo>
                    <a:pt x="673100" y="49276"/>
                  </a:lnTo>
                  <a:lnTo>
                    <a:pt x="609600" y="17526"/>
                  </a:lnTo>
                  <a:lnTo>
                    <a:pt x="609600" y="49276"/>
                  </a:lnTo>
                  <a:lnTo>
                    <a:pt x="0" y="49276"/>
                  </a:lnTo>
                  <a:lnTo>
                    <a:pt x="0" y="61976"/>
                  </a:lnTo>
                  <a:lnTo>
                    <a:pt x="609600" y="61976"/>
                  </a:lnTo>
                  <a:lnTo>
                    <a:pt x="609600" y="93726"/>
                  </a:lnTo>
                  <a:lnTo>
                    <a:pt x="673100" y="61976"/>
                  </a:lnTo>
                  <a:lnTo>
                    <a:pt x="685800" y="55626"/>
                  </a:lnTo>
                  <a:close/>
                </a:path>
                <a:path w="2362200" h="93980">
                  <a:moveTo>
                    <a:pt x="2362200" y="38100"/>
                  </a:moveTo>
                  <a:lnTo>
                    <a:pt x="2349500" y="31750"/>
                  </a:lnTo>
                  <a:lnTo>
                    <a:pt x="2286000" y="0"/>
                  </a:lnTo>
                  <a:lnTo>
                    <a:pt x="2286000" y="31750"/>
                  </a:lnTo>
                  <a:lnTo>
                    <a:pt x="1828800" y="31750"/>
                  </a:lnTo>
                  <a:lnTo>
                    <a:pt x="1828800" y="44450"/>
                  </a:lnTo>
                  <a:lnTo>
                    <a:pt x="2286000" y="44450"/>
                  </a:lnTo>
                  <a:lnTo>
                    <a:pt x="2286000" y="76200"/>
                  </a:lnTo>
                  <a:lnTo>
                    <a:pt x="2349500" y="44450"/>
                  </a:lnTo>
                  <a:lnTo>
                    <a:pt x="2362200" y="38100"/>
                  </a:lnTo>
                  <a:close/>
                </a:path>
              </a:pathLst>
            </a:custGeom>
            <a:solidFill>
              <a:srgbClr val="000000"/>
            </a:solidFill>
          </p:spPr>
          <p:txBody>
            <a:bodyPr wrap="square" lIns="0" tIns="0" rIns="0" bIns="0" rtlCol="0"/>
            <a:lstStyle/>
            <a:p>
              <a:endParaRPr/>
            </a:p>
          </p:txBody>
        </p:sp>
        <p:sp>
          <p:nvSpPr>
            <p:cNvPr id="19" name="object 19"/>
            <p:cNvSpPr/>
            <p:nvPr/>
          </p:nvSpPr>
          <p:spPr>
            <a:xfrm>
              <a:off x="3810000" y="2057400"/>
              <a:ext cx="1778000" cy="609600"/>
            </a:xfrm>
            <a:custGeom>
              <a:avLst/>
              <a:gdLst/>
              <a:ahLst/>
              <a:cxnLst/>
              <a:rect l="l" t="t" r="r" b="b"/>
              <a:pathLst>
                <a:path w="1778000" h="609600">
                  <a:moveTo>
                    <a:pt x="0" y="304800"/>
                  </a:moveTo>
                  <a:lnTo>
                    <a:pt x="889000" y="0"/>
                  </a:lnTo>
                  <a:lnTo>
                    <a:pt x="1778000" y="304800"/>
                  </a:lnTo>
                  <a:lnTo>
                    <a:pt x="889000" y="609600"/>
                  </a:lnTo>
                  <a:lnTo>
                    <a:pt x="0" y="304800"/>
                  </a:lnTo>
                  <a:close/>
                </a:path>
              </a:pathLst>
            </a:custGeom>
            <a:ln w="12700">
              <a:solidFill>
                <a:srgbClr val="000000"/>
              </a:solidFill>
            </a:ln>
          </p:spPr>
          <p:txBody>
            <a:bodyPr wrap="square" lIns="0" tIns="0" rIns="0" bIns="0" rtlCol="0"/>
            <a:lstStyle/>
            <a:p>
              <a:endParaRPr/>
            </a:p>
          </p:txBody>
        </p:sp>
        <p:sp>
          <p:nvSpPr>
            <p:cNvPr id="20" name="object 20"/>
            <p:cNvSpPr/>
            <p:nvPr/>
          </p:nvSpPr>
          <p:spPr>
            <a:xfrm>
              <a:off x="4643246" y="1751711"/>
              <a:ext cx="76835" cy="306070"/>
            </a:xfrm>
            <a:custGeom>
              <a:avLst/>
              <a:gdLst/>
              <a:ahLst/>
              <a:cxnLst/>
              <a:rect l="l" t="t" r="r" b="b"/>
              <a:pathLst>
                <a:path w="76835" h="306069">
                  <a:moveTo>
                    <a:pt x="0" y="224916"/>
                  </a:moveTo>
                  <a:lnTo>
                    <a:pt x="27177" y="305688"/>
                  </a:lnTo>
                  <a:lnTo>
                    <a:pt x="69954" y="243712"/>
                  </a:lnTo>
                  <a:lnTo>
                    <a:pt x="42290" y="243712"/>
                  </a:lnTo>
                  <a:lnTo>
                    <a:pt x="29717" y="241935"/>
                  </a:lnTo>
                  <a:lnTo>
                    <a:pt x="31486" y="229362"/>
                  </a:lnTo>
                  <a:lnTo>
                    <a:pt x="0" y="224916"/>
                  </a:lnTo>
                  <a:close/>
                </a:path>
                <a:path w="76835" h="306069">
                  <a:moveTo>
                    <a:pt x="31486" y="229362"/>
                  </a:moveTo>
                  <a:lnTo>
                    <a:pt x="29717" y="241935"/>
                  </a:lnTo>
                  <a:lnTo>
                    <a:pt x="42290" y="243712"/>
                  </a:lnTo>
                  <a:lnTo>
                    <a:pt x="44060" y="231137"/>
                  </a:lnTo>
                  <a:lnTo>
                    <a:pt x="31486" y="229362"/>
                  </a:lnTo>
                  <a:close/>
                </a:path>
                <a:path w="76835" h="306069">
                  <a:moveTo>
                    <a:pt x="44060" y="231137"/>
                  </a:moveTo>
                  <a:lnTo>
                    <a:pt x="42290" y="243712"/>
                  </a:lnTo>
                  <a:lnTo>
                    <a:pt x="69954" y="243712"/>
                  </a:lnTo>
                  <a:lnTo>
                    <a:pt x="75564" y="235585"/>
                  </a:lnTo>
                  <a:lnTo>
                    <a:pt x="44060" y="231137"/>
                  </a:lnTo>
                  <a:close/>
                </a:path>
                <a:path w="76835" h="306069">
                  <a:moveTo>
                    <a:pt x="63753" y="0"/>
                  </a:moveTo>
                  <a:lnTo>
                    <a:pt x="31486" y="229362"/>
                  </a:lnTo>
                  <a:lnTo>
                    <a:pt x="44060" y="231137"/>
                  </a:lnTo>
                  <a:lnTo>
                    <a:pt x="76326" y="1777"/>
                  </a:lnTo>
                  <a:lnTo>
                    <a:pt x="63753" y="0"/>
                  </a:lnTo>
                  <a:close/>
                </a:path>
              </a:pathLst>
            </a:custGeom>
            <a:solidFill>
              <a:srgbClr val="000000"/>
            </a:solidFill>
          </p:spPr>
          <p:txBody>
            <a:bodyPr wrap="square" lIns="0" tIns="0" rIns="0" bIns="0" rtlCol="0"/>
            <a:lstStyle/>
            <a:p>
              <a:endParaRPr/>
            </a:p>
          </p:txBody>
        </p:sp>
        <p:sp>
          <p:nvSpPr>
            <p:cNvPr id="21" name="object 21"/>
            <p:cNvSpPr/>
            <p:nvPr/>
          </p:nvSpPr>
          <p:spPr>
            <a:xfrm>
              <a:off x="2235200" y="2362200"/>
              <a:ext cx="1574800" cy="11430"/>
            </a:xfrm>
            <a:custGeom>
              <a:avLst/>
              <a:gdLst/>
              <a:ahLst/>
              <a:cxnLst/>
              <a:rect l="l" t="t" r="r" b="b"/>
              <a:pathLst>
                <a:path w="1574800" h="11430">
                  <a:moveTo>
                    <a:pt x="1574800" y="0"/>
                  </a:moveTo>
                  <a:lnTo>
                    <a:pt x="0" y="11175"/>
                  </a:lnTo>
                </a:path>
              </a:pathLst>
            </a:custGeom>
            <a:ln w="12700">
              <a:solidFill>
                <a:srgbClr val="000000"/>
              </a:solidFill>
            </a:ln>
          </p:spPr>
          <p:txBody>
            <a:bodyPr wrap="square" lIns="0" tIns="0" rIns="0" bIns="0" rtlCol="0"/>
            <a:lstStyle/>
            <a:p>
              <a:endParaRPr/>
            </a:p>
          </p:txBody>
        </p:sp>
        <p:sp>
          <p:nvSpPr>
            <p:cNvPr id="22" name="object 22"/>
            <p:cNvSpPr/>
            <p:nvPr/>
          </p:nvSpPr>
          <p:spPr>
            <a:xfrm>
              <a:off x="406400" y="2901950"/>
              <a:ext cx="3556000" cy="532130"/>
            </a:xfrm>
            <a:custGeom>
              <a:avLst/>
              <a:gdLst/>
              <a:ahLst/>
              <a:cxnLst/>
              <a:rect l="l" t="t" r="r" b="b"/>
              <a:pathLst>
                <a:path w="3556000" h="532129">
                  <a:moveTo>
                    <a:pt x="0" y="531876"/>
                  </a:moveTo>
                  <a:lnTo>
                    <a:pt x="711200" y="0"/>
                  </a:lnTo>
                  <a:lnTo>
                    <a:pt x="3556000" y="0"/>
                  </a:lnTo>
                  <a:lnTo>
                    <a:pt x="2844800" y="531876"/>
                  </a:lnTo>
                  <a:lnTo>
                    <a:pt x="0" y="531876"/>
                  </a:lnTo>
                  <a:close/>
                </a:path>
              </a:pathLst>
            </a:custGeom>
            <a:ln w="12700">
              <a:solidFill>
                <a:srgbClr val="000000"/>
              </a:solidFill>
            </a:ln>
          </p:spPr>
          <p:txBody>
            <a:bodyPr wrap="square" lIns="0" tIns="0" rIns="0" bIns="0" rtlCol="0"/>
            <a:lstStyle/>
            <a:p>
              <a:endParaRPr/>
            </a:p>
          </p:txBody>
        </p:sp>
        <p:sp>
          <p:nvSpPr>
            <p:cNvPr id="23" name="object 23"/>
            <p:cNvSpPr/>
            <p:nvPr/>
          </p:nvSpPr>
          <p:spPr>
            <a:xfrm>
              <a:off x="2197100" y="2373249"/>
              <a:ext cx="76200" cy="535305"/>
            </a:xfrm>
            <a:custGeom>
              <a:avLst/>
              <a:gdLst/>
              <a:ahLst/>
              <a:cxnLst/>
              <a:rect l="l" t="t" r="r" b="b"/>
              <a:pathLst>
                <a:path w="76200" h="535305">
                  <a:moveTo>
                    <a:pt x="31750" y="458850"/>
                  </a:moveTo>
                  <a:lnTo>
                    <a:pt x="0" y="458850"/>
                  </a:lnTo>
                  <a:lnTo>
                    <a:pt x="38100" y="535051"/>
                  </a:lnTo>
                  <a:lnTo>
                    <a:pt x="69850" y="471550"/>
                  </a:lnTo>
                  <a:lnTo>
                    <a:pt x="31750" y="471550"/>
                  </a:lnTo>
                  <a:lnTo>
                    <a:pt x="31750" y="458850"/>
                  </a:lnTo>
                  <a:close/>
                </a:path>
                <a:path w="76200" h="535305">
                  <a:moveTo>
                    <a:pt x="44450" y="0"/>
                  </a:moveTo>
                  <a:lnTo>
                    <a:pt x="31750" y="0"/>
                  </a:lnTo>
                  <a:lnTo>
                    <a:pt x="31750" y="471550"/>
                  </a:lnTo>
                  <a:lnTo>
                    <a:pt x="44450" y="471550"/>
                  </a:lnTo>
                  <a:lnTo>
                    <a:pt x="44450" y="0"/>
                  </a:lnTo>
                  <a:close/>
                </a:path>
                <a:path w="76200" h="535305">
                  <a:moveTo>
                    <a:pt x="76200" y="458850"/>
                  </a:moveTo>
                  <a:lnTo>
                    <a:pt x="44450" y="458850"/>
                  </a:lnTo>
                  <a:lnTo>
                    <a:pt x="44450" y="471550"/>
                  </a:lnTo>
                  <a:lnTo>
                    <a:pt x="69850" y="471550"/>
                  </a:lnTo>
                  <a:lnTo>
                    <a:pt x="76200" y="458850"/>
                  </a:lnTo>
                  <a:close/>
                </a:path>
              </a:pathLst>
            </a:custGeom>
            <a:solidFill>
              <a:srgbClr val="000000"/>
            </a:solidFill>
          </p:spPr>
          <p:txBody>
            <a:bodyPr wrap="square" lIns="0" tIns="0" rIns="0" bIns="0" rtlCol="0"/>
            <a:lstStyle/>
            <a:p>
              <a:endParaRPr/>
            </a:p>
          </p:txBody>
        </p:sp>
        <p:sp>
          <p:nvSpPr>
            <p:cNvPr id="24" name="object 24"/>
            <p:cNvSpPr/>
            <p:nvPr/>
          </p:nvSpPr>
          <p:spPr>
            <a:xfrm>
              <a:off x="5486400" y="2362200"/>
              <a:ext cx="1143000" cy="11430"/>
            </a:xfrm>
            <a:custGeom>
              <a:avLst/>
              <a:gdLst/>
              <a:ahLst/>
              <a:cxnLst/>
              <a:rect l="l" t="t" r="r" b="b"/>
              <a:pathLst>
                <a:path w="1143000" h="11430">
                  <a:moveTo>
                    <a:pt x="0" y="11175"/>
                  </a:moveTo>
                  <a:lnTo>
                    <a:pt x="1143000" y="0"/>
                  </a:lnTo>
                </a:path>
              </a:pathLst>
            </a:custGeom>
            <a:ln w="12699">
              <a:solidFill>
                <a:srgbClr val="000000"/>
              </a:solidFill>
            </a:ln>
          </p:spPr>
          <p:txBody>
            <a:bodyPr wrap="square" lIns="0" tIns="0" rIns="0" bIns="0" rtlCol="0"/>
            <a:lstStyle/>
            <a:p>
              <a:endParaRPr/>
            </a:p>
          </p:txBody>
        </p:sp>
        <p:sp>
          <p:nvSpPr>
            <p:cNvPr id="25" name="object 25"/>
            <p:cNvSpPr/>
            <p:nvPr/>
          </p:nvSpPr>
          <p:spPr>
            <a:xfrm>
              <a:off x="5791200" y="2667000"/>
              <a:ext cx="1676400" cy="685800"/>
            </a:xfrm>
            <a:custGeom>
              <a:avLst/>
              <a:gdLst/>
              <a:ahLst/>
              <a:cxnLst/>
              <a:rect l="l" t="t" r="r" b="b"/>
              <a:pathLst>
                <a:path w="1676400" h="685800">
                  <a:moveTo>
                    <a:pt x="0" y="342900"/>
                  </a:moveTo>
                  <a:lnTo>
                    <a:pt x="838200" y="0"/>
                  </a:lnTo>
                  <a:lnTo>
                    <a:pt x="1676400" y="342900"/>
                  </a:lnTo>
                  <a:lnTo>
                    <a:pt x="838200" y="685800"/>
                  </a:lnTo>
                  <a:lnTo>
                    <a:pt x="0" y="342900"/>
                  </a:lnTo>
                  <a:close/>
                </a:path>
              </a:pathLst>
            </a:custGeom>
            <a:ln w="12700">
              <a:solidFill>
                <a:srgbClr val="000000"/>
              </a:solidFill>
            </a:ln>
          </p:spPr>
          <p:txBody>
            <a:bodyPr wrap="square" lIns="0" tIns="0" rIns="0" bIns="0" rtlCol="0"/>
            <a:lstStyle/>
            <a:p>
              <a:endParaRPr/>
            </a:p>
          </p:txBody>
        </p:sp>
        <p:sp>
          <p:nvSpPr>
            <p:cNvPr id="26" name="object 26"/>
            <p:cNvSpPr/>
            <p:nvPr/>
          </p:nvSpPr>
          <p:spPr>
            <a:xfrm>
              <a:off x="6591300" y="2362200"/>
              <a:ext cx="76200" cy="304800"/>
            </a:xfrm>
            <a:custGeom>
              <a:avLst/>
              <a:gdLst/>
              <a:ahLst/>
              <a:cxnLst/>
              <a:rect l="l" t="t" r="r" b="b"/>
              <a:pathLst>
                <a:path w="76200" h="304800">
                  <a:moveTo>
                    <a:pt x="31750" y="228600"/>
                  </a:moveTo>
                  <a:lnTo>
                    <a:pt x="0" y="228600"/>
                  </a:lnTo>
                  <a:lnTo>
                    <a:pt x="38100" y="304800"/>
                  </a:lnTo>
                  <a:lnTo>
                    <a:pt x="69850" y="241300"/>
                  </a:lnTo>
                  <a:lnTo>
                    <a:pt x="31750" y="241300"/>
                  </a:lnTo>
                  <a:lnTo>
                    <a:pt x="31750" y="228600"/>
                  </a:lnTo>
                  <a:close/>
                </a:path>
                <a:path w="76200" h="304800">
                  <a:moveTo>
                    <a:pt x="44450" y="0"/>
                  </a:moveTo>
                  <a:lnTo>
                    <a:pt x="31750" y="0"/>
                  </a:lnTo>
                  <a:lnTo>
                    <a:pt x="31750" y="241300"/>
                  </a:lnTo>
                  <a:lnTo>
                    <a:pt x="44450" y="241300"/>
                  </a:lnTo>
                  <a:lnTo>
                    <a:pt x="44450" y="0"/>
                  </a:lnTo>
                  <a:close/>
                </a:path>
                <a:path w="76200" h="304800">
                  <a:moveTo>
                    <a:pt x="76200" y="228600"/>
                  </a:moveTo>
                  <a:lnTo>
                    <a:pt x="44450" y="228600"/>
                  </a:lnTo>
                  <a:lnTo>
                    <a:pt x="44450" y="241300"/>
                  </a:lnTo>
                  <a:lnTo>
                    <a:pt x="69850" y="241300"/>
                  </a:lnTo>
                  <a:lnTo>
                    <a:pt x="76200" y="228600"/>
                  </a:lnTo>
                  <a:close/>
                </a:path>
              </a:pathLst>
            </a:custGeom>
            <a:solidFill>
              <a:srgbClr val="000000"/>
            </a:solidFill>
          </p:spPr>
          <p:txBody>
            <a:bodyPr wrap="square" lIns="0" tIns="0" rIns="0" bIns="0" rtlCol="0"/>
            <a:lstStyle/>
            <a:p>
              <a:endParaRPr/>
            </a:p>
          </p:txBody>
        </p:sp>
        <p:sp>
          <p:nvSpPr>
            <p:cNvPr id="27" name="object 27"/>
            <p:cNvSpPr/>
            <p:nvPr/>
          </p:nvSpPr>
          <p:spPr>
            <a:xfrm>
              <a:off x="4165600" y="3006725"/>
              <a:ext cx="1600200" cy="17780"/>
            </a:xfrm>
            <a:custGeom>
              <a:avLst/>
              <a:gdLst/>
              <a:ahLst/>
              <a:cxnLst/>
              <a:rect l="l" t="t" r="r" b="b"/>
              <a:pathLst>
                <a:path w="1600200" h="17780">
                  <a:moveTo>
                    <a:pt x="1600200" y="17399"/>
                  </a:moveTo>
                  <a:lnTo>
                    <a:pt x="0" y="0"/>
                  </a:lnTo>
                </a:path>
              </a:pathLst>
            </a:custGeom>
            <a:ln w="12700">
              <a:solidFill>
                <a:srgbClr val="000000"/>
              </a:solidFill>
            </a:ln>
          </p:spPr>
          <p:txBody>
            <a:bodyPr wrap="square" lIns="0" tIns="0" rIns="0" bIns="0" rtlCol="0"/>
            <a:lstStyle/>
            <a:p>
              <a:endParaRPr/>
            </a:p>
          </p:txBody>
        </p:sp>
        <p:sp>
          <p:nvSpPr>
            <p:cNvPr id="28" name="object 28"/>
            <p:cNvSpPr/>
            <p:nvPr/>
          </p:nvSpPr>
          <p:spPr>
            <a:xfrm>
              <a:off x="3048000" y="3587750"/>
              <a:ext cx="2540000" cy="532130"/>
            </a:xfrm>
            <a:custGeom>
              <a:avLst/>
              <a:gdLst/>
              <a:ahLst/>
              <a:cxnLst/>
              <a:rect l="l" t="t" r="r" b="b"/>
              <a:pathLst>
                <a:path w="2540000" h="532129">
                  <a:moveTo>
                    <a:pt x="0" y="531749"/>
                  </a:moveTo>
                  <a:lnTo>
                    <a:pt x="508000" y="0"/>
                  </a:lnTo>
                  <a:lnTo>
                    <a:pt x="2540000" y="0"/>
                  </a:lnTo>
                  <a:lnTo>
                    <a:pt x="2032000" y="531749"/>
                  </a:lnTo>
                  <a:lnTo>
                    <a:pt x="0" y="531749"/>
                  </a:lnTo>
                  <a:close/>
                </a:path>
              </a:pathLst>
            </a:custGeom>
            <a:ln w="12699">
              <a:solidFill>
                <a:srgbClr val="000000"/>
              </a:solidFill>
            </a:ln>
          </p:spPr>
          <p:txBody>
            <a:bodyPr wrap="square" lIns="0" tIns="0" rIns="0" bIns="0" rtlCol="0"/>
            <a:lstStyle/>
            <a:p>
              <a:endParaRPr/>
            </a:p>
          </p:txBody>
        </p:sp>
        <p:sp>
          <p:nvSpPr>
            <p:cNvPr id="29" name="object 29"/>
            <p:cNvSpPr/>
            <p:nvPr/>
          </p:nvSpPr>
          <p:spPr>
            <a:xfrm>
              <a:off x="4127500" y="3006725"/>
              <a:ext cx="76200" cy="581025"/>
            </a:xfrm>
            <a:custGeom>
              <a:avLst/>
              <a:gdLst/>
              <a:ahLst/>
              <a:cxnLst/>
              <a:rect l="l" t="t" r="r" b="b"/>
              <a:pathLst>
                <a:path w="76200" h="581025">
                  <a:moveTo>
                    <a:pt x="31750" y="504825"/>
                  </a:moveTo>
                  <a:lnTo>
                    <a:pt x="0" y="504825"/>
                  </a:lnTo>
                  <a:lnTo>
                    <a:pt x="38100" y="581025"/>
                  </a:lnTo>
                  <a:lnTo>
                    <a:pt x="69850" y="517525"/>
                  </a:lnTo>
                  <a:lnTo>
                    <a:pt x="31750" y="517525"/>
                  </a:lnTo>
                  <a:lnTo>
                    <a:pt x="31750" y="504825"/>
                  </a:lnTo>
                  <a:close/>
                </a:path>
                <a:path w="76200" h="581025">
                  <a:moveTo>
                    <a:pt x="44450" y="0"/>
                  </a:moveTo>
                  <a:lnTo>
                    <a:pt x="31750" y="0"/>
                  </a:lnTo>
                  <a:lnTo>
                    <a:pt x="31750" y="517525"/>
                  </a:lnTo>
                  <a:lnTo>
                    <a:pt x="44450" y="517525"/>
                  </a:lnTo>
                  <a:lnTo>
                    <a:pt x="44450" y="0"/>
                  </a:lnTo>
                  <a:close/>
                </a:path>
                <a:path w="76200" h="581025">
                  <a:moveTo>
                    <a:pt x="76200" y="504825"/>
                  </a:moveTo>
                  <a:lnTo>
                    <a:pt x="44450" y="504825"/>
                  </a:lnTo>
                  <a:lnTo>
                    <a:pt x="44450" y="517525"/>
                  </a:lnTo>
                  <a:lnTo>
                    <a:pt x="69850" y="517525"/>
                  </a:lnTo>
                  <a:lnTo>
                    <a:pt x="76200" y="504825"/>
                  </a:lnTo>
                  <a:close/>
                </a:path>
              </a:pathLst>
            </a:custGeom>
            <a:solidFill>
              <a:srgbClr val="000000"/>
            </a:solidFill>
          </p:spPr>
          <p:txBody>
            <a:bodyPr wrap="square" lIns="0" tIns="0" rIns="0" bIns="0" rtlCol="0"/>
            <a:lstStyle/>
            <a:p>
              <a:endParaRPr/>
            </a:p>
          </p:txBody>
        </p:sp>
        <p:sp>
          <p:nvSpPr>
            <p:cNvPr id="30" name="object 30"/>
            <p:cNvSpPr/>
            <p:nvPr/>
          </p:nvSpPr>
          <p:spPr>
            <a:xfrm>
              <a:off x="1320800" y="3429000"/>
              <a:ext cx="4572000" cy="3218180"/>
            </a:xfrm>
            <a:custGeom>
              <a:avLst/>
              <a:gdLst/>
              <a:ahLst/>
              <a:cxnLst/>
              <a:rect l="l" t="t" r="r" b="b"/>
              <a:pathLst>
                <a:path w="4572000" h="3218179">
                  <a:moveTo>
                    <a:pt x="0" y="0"/>
                  </a:moveTo>
                  <a:lnTo>
                    <a:pt x="0" y="3200400"/>
                  </a:lnTo>
                </a:path>
                <a:path w="4572000" h="3218179">
                  <a:moveTo>
                    <a:pt x="0" y="3217862"/>
                  </a:moveTo>
                  <a:lnTo>
                    <a:pt x="4572000" y="3217862"/>
                  </a:lnTo>
                </a:path>
              </a:pathLst>
            </a:custGeom>
            <a:ln w="12700">
              <a:solidFill>
                <a:srgbClr val="000000"/>
              </a:solidFill>
            </a:ln>
          </p:spPr>
          <p:txBody>
            <a:bodyPr wrap="square" lIns="0" tIns="0" rIns="0" bIns="0" rtlCol="0"/>
            <a:lstStyle/>
            <a:p>
              <a:endParaRPr/>
            </a:p>
          </p:txBody>
        </p:sp>
        <p:pic>
          <p:nvPicPr>
            <p:cNvPr id="31" name="object 31"/>
            <p:cNvPicPr/>
            <p:nvPr/>
          </p:nvPicPr>
          <p:blipFill>
            <a:blip r:embed="rId2" cstate="print"/>
            <a:stretch>
              <a:fillRect/>
            </a:stretch>
          </p:blipFill>
          <p:spPr>
            <a:xfrm>
              <a:off x="3086100" y="4953000"/>
              <a:ext cx="76200" cy="228600"/>
            </a:xfrm>
            <a:prstGeom prst="rect">
              <a:avLst/>
            </a:prstGeom>
          </p:spPr>
        </p:pic>
        <p:sp>
          <p:nvSpPr>
            <p:cNvPr id="32" name="object 32"/>
            <p:cNvSpPr/>
            <p:nvPr/>
          </p:nvSpPr>
          <p:spPr>
            <a:xfrm>
              <a:off x="1524000" y="5867400"/>
              <a:ext cx="1828800" cy="533400"/>
            </a:xfrm>
            <a:custGeom>
              <a:avLst/>
              <a:gdLst/>
              <a:ahLst/>
              <a:cxnLst/>
              <a:rect l="l" t="t" r="r" b="b"/>
              <a:pathLst>
                <a:path w="1828800" h="533400">
                  <a:moveTo>
                    <a:pt x="0" y="533400"/>
                  </a:moveTo>
                  <a:lnTo>
                    <a:pt x="365760" y="0"/>
                  </a:lnTo>
                  <a:lnTo>
                    <a:pt x="1828800" y="0"/>
                  </a:lnTo>
                  <a:lnTo>
                    <a:pt x="1463039" y="533400"/>
                  </a:lnTo>
                  <a:lnTo>
                    <a:pt x="0" y="533400"/>
                  </a:lnTo>
                  <a:close/>
                </a:path>
              </a:pathLst>
            </a:custGeom>
            <a:ln w="12700">
              <a:solidFill>
                <a:srgbClr val="000000"/>
              </a:solidFill>
            </a:ln>
          </p:spPr>
          <p:txBody>
            <a:bodyPr wrap="square" lIns="0" tIns="0" rIns="0" bIns="0" rtlCol="0"/>
            <a:lstStyle/>
            <a:p>
              <a:endParaRPr/>
            </a:p>
          </p:txBody>
        </p:sp>
        <p:pic>
          <p:nvPicPr>
            <p:cNvPr id="33" name="object 33"/>
            <p:cNvPicPr/>
            <p:nvPr/>
          </p:nvPicPr>
          <p:blipFill>
            <a:blip r:embed="rId2" cstate="print"/>
            <a:stretch>
              <a:fillRect/>
            </a:stretch>
          </p:blipFill>
          <p:spPr>
            <a:xfrm>
              <a:off x="2933700" y="5638800"/>
              <a:ext cx="76200" cy="228600"/>
            </a:xfrm>
            <a:prstGeom prst="rect">
              <a:avLst/>
            </a:prstGeom>
          </p:spPr>
        </p:pic>
        <p:sp>
          <p:nvSpPr>
            <p:cNvPr id="34" name="object 34"/>
            <p:cNvSpPr/>
            <p:nvPr/>
          </p:nvSpPr>
          <p:spPr>
            <a:xfrm>
              <a:off x="3962400" y="5791200"/>
              <a:ext cx="1600200" cy="609600"/>
            </a:xfrm>
            <a:custGeom>
              <a:avLst/>
              <a:gdLst/>
              <a:ahLst/>
              <a:cxnLst/>
              <a:rect l="l" t="t" r="r" b="b"/>
              <a:pathLst>
                <a:path w="1600200" h="609600">
                  <a:moveTo>
                    <a:pt x="0" y="609600"/>
                  </a:moveTo>
                  <a:lnTo>
                    <a:pt x="320039" y="0"/>
                  </a:lnTo>
                  <a:lnTo>
                    <a:pt x="1600200" y="0"/>
                  </a:lnTo>
                  <a:lnTo>
                    <a:pt x="1280160" y="609600"/>
                  </a:lnTo>
                  <a:lnTo>
                    <a:pt x="0" y="609600"/>
                  </a:lnTo>
                  <a:close/>
                </a:path>
              </a:pathLst>
            </a:custGeom>
            <a:ln w="12700">
              <a:solidFill>
                <a:srgbClr val="000000"/>
              </a:solidFill>
            </a:ln>
          </p:spPr>
          <p:txBody>
            <a:bodyPr wrap="square" lIns="0" tIns="0" rIns="0" bIns="0" rtlCol="0"/>
            <a:lstStyle/>
            <a:p>
              <a:endParaRPr/>
            </a:p>
          </p:txBody>
        </p:sp>
        <p:sp>
          <p:nvSpPr>
            <p:cNvPr id="35" name="object 35"/>
            <p:cNvSpPr/>
            <p:nvPr/>
          </p:nvSpPr>
          <p:spPr>
            <a:xfrm>
              <a:off x="3149600" y="6013450"/>
              <a:ext cx="3987800" cy="663575"/>
            </a:xfrm>
            <a:custGeom>
              <a:avLst/>
              <a:gdLst/>
              <a:ahLst/>
              <a:cxnLst/>
              <a:rect l="l" t="t" r="r" b="b"/>
              <a:pathLst>
                <a:path w="3987800" h="663575">
                  <a:moveTo>
                    <a:pt x="914400" y="158750"/>
                  </a:moveTo>
                  <a:lnTo>
                    <a:pt x="901700" y="152400"/>
                  </a:lnTo>
                  <a:lnTo>
                    <a:pt x="838200" y="120650"/>
                  </a:lnTo>
                  <a:lnTo>
                    <a:pt x="838200" y="152400"/>
                  </a:lnTo>
                  <a:lnTo>
                    <a:pt x="0" y="152400"/>
                  </a:lnTo>
                  <a:lnTo>
                    <a:pt x="0" y="165100"/>
                  </a:lnTo>
                  <a:lnTo>
                    <a:pt x="838200" y="165100"/>
                  </a:lnTo>
                  <a:lnTo>
                    <a:pt x="838200" y="196850"/>
                  </a:lnTo>
                  <a:lnTo>
                    <a:pt x="901700" y="165100"/>
                  </a:lnTo>
                  <a:lnTo>
                    <a:pt x="914400" y="158750"/>
                  </a:lnTo>
                  <a:close/>
                </a:path>
                <a:path w="3987800" h="663575">
                  <a:moveTo>
                    <a:pt x="3987800" y="53975"/>
                  </a:moveTo>
                  <a:lnTo>
                    <a:pt x="3975100" y="47625"/>
                  </a:lnTo>
                  <a:lnTo>
                    <a:pt x="3911600" y="15875"/>
                  </a:lnTo>
                  <a:lnTo>
                    <a:pt x="3911600" y="47625"/>
                  </a:lnTo>
                  <a:lnTo>
                    <a:pt x="2767012" y="47625"/>
                  </a:lnTo>
                  <a:lnTo>
                    <a:pt x="2743200" y="0"/>
                  </a:lnTo>
                  <a:lnTo>
                    <a:pt x="2719387" y="47625"/>
                  </a:lnTo>
                  <a:lnTo>
                    <a:pt x="2235200" y="47625"/>
                  </a:lnTo>
                  <a:lnTo>
                    <a:pt x="2235200" y="60325"/>
                  </a:lnTo>
                  <a:lnTo>
                    <a:pt x="2713037" y="60325"/>
                  </a:lnTo>
                  <a:lnTo>
                    <a:pt x="2705100" y="76200"/>
                  </a:lnTo>
                  <a:lnTo>
                    <a:pt x="2736850" y="76200"/>
                  </a:lnTo>
                  <a:lnTo>
                    <a:pt x="2736850" y="663575"/>
                  </a:lnTo>
                  <a:lnTo>
                    <a:pt x="2749550" y="663575"/>
                  </a:lnTo>
                  <a:lnTo>
                    <a:pt x="2749550" y="76200"/>
                  </a:lnTo>
                  <a:lnTo>
                    <a:pt x="2781300" y="76200"/>
                  </a:lnTo>
                  <a:lnTo>
                    <a:pt x="2774950" y="63500"/>
                  </a:lnTo>
                  <a:lnTo>
                    <a:pt x="2773362" y="60325"/>
                  </a:lnTo>
                  <a:lnTo>
                    <a:pt x="3911600" y="60325"/>
                  </a:lnTo>
                  <a:lnTo>
                    <a:pt x="3911600" y="92075"/>
                  </a:lnTo>
                  <a:lnTo>
                    <a:pt x="3975100" y="60325"/>
                  </a:lnTo>
                  <a:lnTo>
                    <a:pt x="3987800" y="53975"/>
                  </a:lnTo>
                  <a:close/>
                </a:path>
              </a:pathLst>
            </a:custGeom>
            <a:solidFill>
              <a:srgbClr val="000000"/>
            </a:solidFill>
          </p:spPr>
          <p:txBody>
            <a:bodyPr wrap="square" lIns="0" tIns="0" rIns="0" bIns="0" rtlCol="0"/>
            <a:lstStyle/>
            <a:p>
              <a:endParaRPr/>
            </a:p>
          </p:txBody>
        </p:sp>
        <p:sp>
          <p:nvSpPr>
            <p:cNvPr id="36" name="object 36"/>
            <p:cNvSpPr/>
            <p:nvPr/>
          </p:nvSpPr>
          <p:spPr>
            <a:xfrm>
              <a:off x="5486400" y="3505200"/>
              <a:ext cx="2743200" cy="609600"/>
            </a:xfrm>
            <a:custGeom>
              <a:avLst/>
              <a:gdLst/>
              <a:ahLst/>
              <a:cxnLst/>
              <a:rect l="l" t="t" r="r" b="b"/>
              <a:pathLst>
                <a:path w="2743200" h="609600">
                  <a:moveTo>
                    <a:pt x="0" y="609600"/>
                  </a:moveTo>
                  <a:lnTo>
                    <a:pt x="548639" y="0"/>
                  </a:lnTo>
                  <a:lnTo>
                    <a:pt x="2743200" y="0"/>
                  </a:lnTo>
                  <a:lnTo>
                    <a:pt x="2194559" y="609600"/>
                  </a:lnTo>
                  <a:lnTo>
                    <a:pt x="0" y="609600"/>
                  </a:lnTo>
                  <a:close/>
                </a:path>
              </a:pathLst>
            </a:custGeom>
            <a:ln w="12700">
              <a:solidFill>
                <a:srgbClr val="000000"/>
              </a:solidFill>
            </a:ln>
          </p:spPr>
          <p:txBody>
            <a:bodyPr wrap="square" lIns="0" tIns="0" rIns="0" bIns="0" rtlCol="0"/>
            <a:lstStyle/>
            <a:p>
              <a:endParaRPr/>
            </a:p>
          </p:txBody>
        </p:sp>
        <p:sp>
          <p:nvSpPr>
            <p:cNvPr id="37" name="object 37"/>
            <p:cNvSpPr/>
            <p:nvPr/>
          </p:nvSpPr>
          <p:spPr>
            <a:xfrm>
              <a:off x="6705600" y="4114800"/>
              <a:ext cx="0" cy="228600"/>
            </a:xfrm>
            <a:custGeom>
              <a:avLst/>
              <a:gdLst/>
              <a:ahLst/>
              <a:cxnLst/>
              <a:rect l="l" t="t" r="r" b="b"/>
              <a:pathLst>
                <a:path h="228600">
                  <a:moveTo>
                    <a:pt x="0" y="0"/>
                  </a:moveTo>
                  <a:lnTo>
                    <a:pt x="0" y="228600"/>
                  </a:lnTo>
                </a:path>
              </a:pathLst>
            </a:custGeom>
            <a:ln w="12700">
              <a:solidFill>
                <a:srgbClr val="000000"/>
              </a:solidFill>
            </a:ln>
          </p:spPr>
          <p:txBody>
            <a:bodyPr wrap="square" lIns="0" tIns="0" rIns="0" bIns="0" rtlCol="0"/>
            <a:lstStyle/>
            <a:p>
              <a:endParaRPr/>
            </a:p>
          </p:txBody>
        </p:sp>
        <p:sp>
          <p:nvSpPr>
            <p:cNvPr id="38" name="object 38"/>
            <p:cNvSpPr/>
            <p:nvPr/>
          </p:nvSpPr>
          <p:spPr>
            <a:xfrm>
              <a:off x="4165600" y="4288408"/>
              <a:ext cx="2540000" cy="76200"/>
            </a:xfrm>
            <a:custGeom>
              <a:avLst/>
              <a:gdLst/>
              <a:ahLst/>
              <a:cxnLst/>
              <a:rect l="l" t="t" r="r" b="b"/>
              <a:pathLst>
                <a:path w="2540000" h="76200">
                  <a:moveTo>
                    <a:pt x="76453" y="0"/>
                  </a:moveTo>
                  <a:lnTo>
                    <a:pt x="0" y="37465"/>
                  </a:lnTo>
                  <a:lnTo>
                    <a:pt x="75946" y="76200"/>
                  </a:lnTo>
                  <a:lnTo>
                    <a:pt x="76157" y="44409"/>
                  </a:lnTo>
                  <a:lnTo>
                    <a:pt x="63500" y="44323"/>
                  </a:lnTo>
                  <a:lnTo>
                    <a:pt x="63500" y="31623"/>
                  </a:lnTo>
                  <a:lnTo>
                    <a:pt x="76243" y="31623"/>
                  </a:lnTo>
                  <a:lnTo>
                    <a:pt x="76453" y="0"/>
                  </a:lnTo>
                  <a:close/>
                </a:path>
                <a:path w="2540000" h="76200">
                  <a:moveTo>
                    <a:pt x="76242" y="31710"/>
                  </a:moveTo>
                  <a:lnTo>
                    <a:pt x="76157" y="44409"/>
                  </a:lnTo>
                  <a:lnTo>
                    <a:pt x="2540000" y="61341"/>
                  </a:lnTo>
                  <a:lnTo>
                    <a:pt x="2540000" y="48641"/>
                  </a:lnTo>
                  <a:lnTo>
                    <a:pt x="76242" y="31710"/>
                  </a:lnTo>
                  <a:close/>
                </a:path>
                <a:path w="2540000" h="76200">
                  <a:moveTo>
                    <a:pt x="63500" y="31623"/>
                  </a:moveTo>
                  <a:lnTo>
                    <a:pt x="63500" y="44323"/>
                  </a:lnTo>
                  <a:lnTo>
                    <a:pt x="76157" y="44409"/>
                  </a:lnTo>
                  <a:lnTo>
                    <a:pt x="76242" y="31710"/>
                  </a:lnTo>
                  <a:lnTo>
                    <a:pt x="63500" y="31623"/>
                  </a:lnTo>
                  <a:close/>
                </a:path>
                <a:path w="2540000" h="76200">
                  <a:moveTo>
                    <a:pt x="76243" y="31623"/>
                  </a:moveTo>
                  <a:lnTo>
                    <a:pt x="63500" y="31623"/>
                  </a:lnTo>
                  <a:lnTo>
                    <a:pt x="76242" y="31710"/>
                  </a:lnTo>
                  <a:close/>
                </a:path>
              </a:pathLst>
            </a:custGeom>
            <a:solidFill>
              <a:srgbClr val="000000"/>
            </a:solidFill>
          </p:spPr>
          <p:txBody>
            <a:bodyPr wrap="square" lIns="0" tIns="0" rIns="0" bIns="0" rtlCol="0"/>
            <a:lstStyle/>
            <a:p>
              <a:endParaRPr/>
            </a:p>
          </p:txBody>
        </p:sp>
      </p:grpSp>
      <p:sp>
        <p:nvSpPr>
          <p:cNvPr id="39" name="object 39"/>
          <p:cNvSpPr txBox="1"/>
          <p:nvPr/>
        </p:nvSpPr>
        <p:spPr>
          <a:xfrm>
            <a:off x="5184775" y="1932178"/>
            <a:ext cx="419734" cy="299720"/>
          </a:xfrm>
          <a:prstGeom prst="rect">
            <a:avLst/>
          </a:prstGeom>
        </p:spPr>
        <p:txBody>
          <a:bodyPr vert="horz" wrap="square" lIns="0" tIns="12700" rIns="0" bIns="0" rtlCol="0">
            <a:spAutoFit/>
          </a:bodyPr>
          <a:lstStyle/>
          <a:p>
            <a:pPr marL="12700">
              <a:spcBef>
                <a:spcPts val="100"/>
              </a:spcBef>
            </a:pPr>
            <a:r>
              <a:rPr b="1" spc="-25">
                <a:latin typeface="Arial"/>
                <a:cs typeface="Arial"/>
              </a:rPr>
              <a:t>Yes</a:t>
            </a:r>
            <a:endParaRPr>
              <a:latin typeface="Arial"/>
              <a:cs typeface="Arial"/>
            </a:endParaRPr>
          </a:p>
        </p:txBody>
      </p:sp>
      <p:sp>
        <p:nvSpPr>
          <p:cNvPr id="40" name="object 40"/>
          <p:cNvSpPr txBox="1"/>
          <p:nvPr/>
        </p:nvSpPr>
        <p:spPr>
          <a:xfrm>
            <a:off x="5699886" y="1895322"/>
            <a:ext cx="1226820" cy="648335"/>
          </a:xfrm>
          <a:prstGeom prst="rect">
            <a:avLst/>
          </a:prstGeom>
        </p:spPr>
        <p:txBody>
          <a:bodyPr vert="horz" wrap="square" lIns="0" tIns="49530" rIns="0" bIns="0" rtlCol="0">
            <a:spAutoFit/>
          </a:bodyPr>
          <a:lstStyle/>
          <a:p>
            <a:pPr marR="5080" algn="r">
              <a:spcBef>
                <a:spcPts val="390"/>
              </a:spcBef>
            </a:pPr>
            <a:r>
              <a:rPr b="1" spc="-25">
                <a:latin typeface="Arial"/>
                <a:cs typeface="Arial"/>
              </a:rPr>
              <a:t>No</a:t>
            </a:r>
            <a:endParaRPr>
              <a:latin typeface="Arial"/>
              <a:cs typeface="Arial"/>
            </a:endParaRPr>
          </a:p>
          <a:p>
            <a:pPr marL="12700">
              <a:spcBef>
                <a:spcPts val="290"/>
              </a:spcBef>
            </a:pPr>
            <a:r>
              <a:rPr b="1">
                <a:latin typeface="Arial"/>
                <a:cs typeface="Arial"/>
              </a:rPr>
              <a:t>Delta</a:t>
            </a:r>
            <a:r>
              <a:rPr b="1" spc="-25">
                <a:latin typeface="Arial"/>
                <a:cs typeface="Arial"/>
              </a:rPr>
              <a:t> </a:t>
            </a:r>
            <a:r>
              <a:rPr b="1">
                <a:latin typeface="Arial"/>
                <a:cs typeface="Arial"/>
              </a:rPr>
              <a:t>&lt;</a:t>
            </a:r>
            <a:r>
              <a:rPr b="1" spc="-10">
                <a:latin typeface="Arial"/>
                <a:cs typeface="Arial"/>
              </a:rPr>
              <a:t> </a:t>
            </a:r>
            <a:r>
              <a:rPr b="1" spc="-50">
                <a:latin typeface="Arial"/>
                <a:cs typeface="Arial"/>
              </a:rPr>
              <a:t>0</a:t>
            </a:r>
            <a:endParaRPr>
              <a:latin typeface="Arial"/>
              <a:cs typeface="Arial"/>
            </a:endParaRPr>
          </a:p>
        </p:txBody>
      </p:sp>
      <p:sp>
        <p:nvSpPr>
          <p:cNvPr id="41" name="object 41"/>
          <p:cNvSpPr txBox="1"/>
          <p:nvPr/>
        </p:nvSpPr>
        <p:spPr>
          <a:xfrm>
            <a:off x="6801358" y="2665857"/>
            <a:ext cx="419734" cy="299720"/>
          </a:xfrm>
          <a:prstGeom prst="rect">
            <a:avLst/>
          </a:prstGeom>
        </p:spPr>
        <p:txBody>
          <a:bodyPr vert="horz" wrap="square" lIns="0" tIns="12700" rIns="0" bIns="0" rtlCol="0">
            <a:spAutoFit/>
          </a:bodyPr>
          <a:lstStyle/>
          <a:p>
            <a:pPr marL="12700">
              <a:spcBef>
                <a:spcPts val="100"/>
              </a:spcBef>
            </a:pPr>
            <a:r>
              <a:rPr b="1" spc="-25">
                <a:latin typeface="Arial"/>
                <a:cs typeface="Arial"/>
              </a:rPr>
              <a:t>Yes</a:t>
            </a:r>
            <a:endParaRPr>
              <a:latin typeface="Arial"/>
              <a:cs typeface="Arial"/>
            </a:endParaRPr>
          </a:p>
        </p:txBody>
      </p:sp>
      <p:grpSp>
        <p:nvGrpSpPr>
          <p:cNvPr id="42" name="object 42"/>
          <p:cNvGrpSpPr/>
          <p:nvPr/>
        </p:nvGrpSpPr>
        <p:grpSpPr>
          <a:xfrm>
            <a:off x="1746250" y="1289050"/>
            <a:ext cx="8191500" cy="5053330"/>
            <a:chOff x="222250" y="1289050"/>
            <a:chExt cx="8191500" cy="5053330"/>
          </a:xfrm>
        </p:grpSpPr>
        <p:pic>
          <p:nvPicPr>
            <p:cNvPr id="43" name="object 43"/>
            <p:cNvPicPr/>
            <p:nvPr/>
          </p:nvPicPr>
          <p:blipFill>
            <a:blip r:embed="rId3" cstate="print"/>
            <a:stretch>
              <a:fillRect/>
            </a:stretch>
          </p:blipFill>
          <p:spPr>
            <a:xfrm>
              <a:off x="6591300" y="3352800"/>
              <a:ext cx="76200" cy="152400"/>
            </a:xfrm>
            <a:prstGeom prst="rect">
              <a:avLst/>
            </a:prstGeom>
          </p:spPr>
        </p:pic>
        <p:sp>
          <p:nvSpPr>
            <p:cNvPr id="44" name="object 44"/>
            <p:cNvSpPr/>
            <p:nvPr/>
          </p:nvSpPr>
          <p:spPr>
            <a:xfrm>
              <a:off x="228600" y="1295400"/>
              <a:ext cx="8178800" cy="5040630"/>
            </a:xfrm>
            <a:custGeom>
              <a:avLst/>
              <a:gdLst/>
              <a:ahLst/>
              <a:cxnLst/>
              <a:rect l="l" t="t" r="r" b="b"/>
              <a:pathLst>
                <a:path w="8178800" h="5040630">
                  <a:moveTo>
                    <a:pt x="208406" y="0"/>
                  </a:moveTo>
                  <a:lnTo>
                    <a:pt x="1086993" y="0"/>
                  </a:lnTo>
                  <a:lnTo>
                    <a:pt x="1128983" y="5417"/>
                  </a:lnTo>
                  <a:lnTo>
                    <a:pt x="1168098" y="20954"/>
                  </a:lnTo>
                  <a:lnTo>
                    <a:pt x="1203498" y="45541"/>
                  </a:lnTo>
                  <a:lnTo>
                    <a:pt x="1234344" y="78104"/>
                  </a:lnTo>
                  <a:lnTo>
                    <a:pt x="1259797" y="117574"/>
                  </a:lnTo>
                  <a:lnTo>
                    <a:pt x="1279016" y="162877"/>
                  </a:lnTo>
                  <a:lnTo>
                    <a:pt x="1291164" y="212943"/>
                  </a:lnTo>
                  <a:lnTo>
                    <a:pt x="1295400" y="266700"/>
                  </a:lnTo>
                  <a:lnTo>
                    <a:pt x="1291164" y="320456"/>
                  </a:lnTo>
                  <a:lnTo>
                    <a:pt x="1279017" y="370522"/>
                  </a:lnTo>
                  <a:lnTo>
                    <a:pt x="1259797" y="415825"/>
                  </a:lnTo>
                  <a:lnTo>
                    <a:pt x="1234344" y="455295"/>
                  </a:lnTo>
                  <a:lnTo>
                    <a:pt x="1203498" y="487858"/>
                  </a:lnTo>
                  <a:lnTo>
                    <a:pt x="1168098" y="512445"/>
                  </a:lnTo>
                  <a:lnTo>
                    <a:pt x="1128983" y="527982"/>
                  </a:lnTo>
                  <a:lnTo>
                    <a:pt x="1086993" y="533400"/>
                  </a:lnTo>
                  <a:lnTo>
                    <a:pt x="208406" y="533400"/>
                  </a:lnTo>
                  <a:lnTo>
                    <a:pt x="166405" y="527982"/>
                  </a:lnTo>
                  <a:lnTo>
                    <a:pt x="127285" y="512445"/>
                  </a:lnTo>
                  <a:lnTo>
                    <a:pt x="91884" y="487858"/>
                  </a:lnTo>
                  <a:lnTo>
                    <a:pt x="61040" y="455295"/>
                  </a:lnTo>
                  <a:lnTo>
                    <a:pt x="35592" y="415825"/>
                  </a:lnTo>
                  <a:lnTo>
                    <a:pt x="16377" y="370522"/>
                  </a:lnTo>
                  <a:lnTo>
                    <a:pt x="4234" y="320456"/>
                  </a:lnTo>
                  <a:lnTo>
                    <a:pt x="0" y="266700"/>
                  </a:lnTo>
                  <a:lnTo>
                    <a:pt x="4234" y="212943"/>
                  </a:lnTo>
                  <a:lnTo>
                    <a:pt x="16377" y="162877"/>
                  </a:lnTo>
                  <a:lnTo>
                    <a:pt x="35592" y="117574"/>
                  </a:lnTo>
                  <a:lnTo>
                    <a:pt x="61040" y="78104"/>
                  </a:lnTo>
                  <a:lnTo>
                    <a:pt x="91884" y="45541"/>
                  </a:lnTo>
                  <a:lnTo>
                    <a:pt x="127285" y="20954"/>
                  </a:lnTo>
                  <a:lnTo>
                    <a:pt x="166405" y="5417"/>
                  </a:lnTo>
                  <a:lnTo>
                    <a:pt x="208406" y="0"/>
                  </a:lnTo>
                  <a:close/>
                </a:path>
                <a:path w="8178800" h="5040630">
                  <a:moveTo>
                    <a:pt x="7091807" y="4506912"/>
                  </a:moveTo>
                  <a:lnTo>
                    <a:pt x="7970393" y="4506912"/>
                  </a:lnTo>
                  <a:lnTo>
                    <a:pt x="8012383" y="4512330"/>
                  </a:lnTo>
                  <a:lnTo>
                    <a:pt x="8051498" y="4527871"/>
                  </a:lnTo>
                  <a:lnTo>
                    <a:pt x="8086898" y="4552460"/>
                  </a:lnTo>
                  <a:lnTo>
                    <a:pt x="8117744" y="4585027"/>
                  </a:lnTo>
                  <a:lnTo>
                    <a:pt x="8143197" y="4624497"/>
                  </a:lnTo>
                  <a:lnTo>
                    <a:pt x="8162416" y="4669800"/>
                  </a:lnTo>
                  <a:lnTo>
                    <a:pt x="8174564" y="4719863"/>
                  </a:lnTo>
                  <a:lnTo>
                    <a:pt x="8178800" y="4773612"/>
                  </a:lnTo>
                  <a:lnTo>
                    <a:pt x="8174564" y="4827361"/>
                  </a:lnTo>
                  <a:lnTo>
                    <a:pt x="8162417" y="4877424"/>
                  </a:lnTo>
                  <a:lnTo>
                    <a:pt x="8143197" y="4922727"/>
                  </a:lnTo>
                  <a:lnTo>
                    <a:pt x="8117744" y="4962197"/>
                  </a:lnTo>
                  <a:lnTo>
                    <a:pt x="8086898" y="4994764"/>
                  </a:lnTo>
                  <a:lnTo>
                    <a:pt x="8051498" y="5019353"/>
                  </a:lnTo>
                  <a:lnTo>
                    <a:pt x="8012383" y="5034894"/>
                  </a:lnTo>
                  <a:lnTo>
                    <a:pt x="7970393" y="5040312"/>
                  </a:lnTo>
                  <a:lnTo>
                    <a:pt x="7091807" y="5040312"/>
                  </a:lnTo>
                  <a:lnTo>
                    <a:pt x="7049816" y="5034894"/>
                  </a:lnTo>
                  <a:lnTo>
                    <a:pt x="7010701" y="5019353"/>
                  </a:lnTo>
                  <a:lnTo>
                    <a:pt x="6975301" y="4994764"/>
                  </a:lnTo>
                  <a:lnTo>
                    <a:pt x="6944455" y="4962197"/>
                  </a:lnTo>
                  <a:lnTo>
                    <a:pt x="6919002" y="4922727"/>
                  </a:lnTo>
                  <a:lnTo>
                    <a:pt x="6899783" y="4877424"/>
                  </a:lnTo>
                  <a:lnTo>
                    <a:pt x="6887635" y="4827361"/>
                  </a:lnTo>
                  <a:lnTo>
                    <a:pt x="6883400" y="4773612"/>
                  </a:lnTo>
                  <a:lnTo>
                    <a:pt x="6887635" y="4719863"/>
                  </a:lnTo>
                  <a:lnTo>
                    <a:pt x="6899783" y="4669800"/>
                  </a:lnTo>
                  <a:lnTo>
                    <a:pt x="6919002" y="4624497"/>
                  </a:lnTo>
                  <a:lnTo>
                    <a:pt x="6944455" y="4585027"/>
                  </a:lnTo>
                  <a:lnTo>
                    <a:pt x="6975301" y="4552460"/>
                  </a:lnTo>
                  <a:lnTo>
                    <a:pt x="7010701" y="4527871"/>
                  </a:lnTo>
                  <a:lnTo>
                    <a:pt x="7049816" y="4512330"/>
                  </a:lnTo>
                  <a:lnTo>
                    <a:pt x="7091807" y="4506912"/>
                  </a:lnTo>
                  <a:close/>
                </a:path>
              </a:pathLst>
            </a:custGeom>
            <a:ln w="12700">
              <a:solidFill>
                <a:srgbClr val="000000"/>
              </a:solidFill>
            </a:ln>
          </p:spPr>
          <p:txBody>
            <a:bodyPr wrap="square" lIns="0" tIns="0" rIns="0" bIns="0" rtlCol="0"/>
            <a:lstStyle/>
            <a:p>
              <a:endParaRPr/>
            </a:p>
          </p:txBody>
        </p:sp>
        <p:sp>
          <p:nvSpPr>
            <p:cNvPr id="45" name="object 45"/>
            <p:cNvSpPr/>
            <p:nvPr/>
          </p:nvSpPr>
          <p:spPr>
            <a:xfrm>
              <a:off x="4127500" y="4114800"/>
              <a:ext cx="76200" cy="370205"/>
            </a:xfrm>
            <a:custGeom>
              <a:avLst/>
              <a:gdLst/>
              <a:ahLst/>
              <a:cxnLst/>
              <a:rect l="l" t="t" r="r" b="b"/>
              <a:pathLst>
                <a:path w="76200" h="370204">
                  <a:moveTo>
                    <a:pt x="31750" y="293624"/>
                  </a:moveTo>
                  <a:lnTo>
                    <a:pt x="0" y="293624"/>
                  </a:lnTo>
                  <a:lnTo>
                    <a:pt x="38100" y="369824"/>
                  </a:lnTo>
                  <a:lnTo>
                    <a:pt x="69850" y="306324"/>
                  </a:lnTo>
                  <a:lnTo>
                    <a:pt x="31750" y="306324"/>
                  </a:lnTo>
                  <a:lnTo>
                    <a:pt x="31750" y="293624"/>
                  </a:lnTo>
                  <a:close/>
                </a:path>
                <a:path w="76200" h="370204">
                  <a:moveTo>
                    <a:pt x="44450" y="0"/>
                  </a:moveTo>
                  <a:lnTo>
                    <a:pt x="31750" y="0"/>
                  </a:lnTo>
                  <a:lnTo>
                    <a:pt x="31750" y="306324"/>
                  </a:lnTo>
                  <a:lnTo>
                    <a:pt x="44450" y="306324"/>
                  </a:lnTo>
                  <a:lnTo>
                    <a:pt x="44450" y="0"/>
                  </a:lnTo>
                  <a:close/>
                </a:path>
                <a:path w="76200" h="370204">
                  <a:moveTo>
                    <a:pt x="76200" y="293624"/>
                  </a:moveTo>
                  <a:lnTo>
                    <a:pt x="44450" y="293624"/>
                  </a:lnTo>
                  <a:lnTo>
                    <a:pt x="44450" y="306324"/>
                  </a:lnTo>
                  <a:lnTo>
                    <a:pt x="69850" y="306324"/>
                  </a:lnTo>
                  <a:lnTo>
                    <a:pt x="76200" y="293624"/>
                  </a:lnTo>
                  <a:close/>
                </a:path>
              </a:pathLst>
            </a:custGeom>
            <a:solidFill>
              <a:srgbClr val="000000"/>
            </a:solidFill>
          </p:spPr>
          <p:txBody>
            <a:bodyPr wrap="square" lIns="0" tIns="0" rIns="0" bIns="0" rtlCol="0"/>
            <a:lstStyle/>
            <a:p>
              <a:endParaRPr/>
            </a:p>
          </p:txBody>
        </p:sp>
      </p:grpSp>
      <p:sp>
        <p:nvSpPr>
          <p:cNvPr id="46" name="object 46"/>
          <p:cNvSpPr txBox="1"/>
          <p:nvPr/>
        </p:nvSpPr>
        <p:spPr>
          <a:xfrm>
            <a:off x="8654923" y="3151759"/>
            <a:ext cx="329565" cy="299720"/>
          </a:xfrm>
          <a:prstGeom prst="rect">
            <a:avLst/>
          </a:prstGeom>
        </p:spPr>
        <p:txBody>
          <a:bodyPr vert="horz" wrap="square" lIns="0" tIns="12700" rIns="0" bIns="0" rtlCol="0">
            <a:spAutoFit/>
          </a:bodyPr>
          <a:lstStyle/>
          <a:p>
            <a:pPr marL="12700">
              <a:spcBef>
                <a:spcPts val="100"/>
              </a:spcBef>
            </a:pPr>
            <a:r>
              <a:rPr b="1" spc="-25">
                <a:latin typeface="Arial"/>
                <a:cs typeface="Arial"/>
              </a:rPr>
              <a:t>No</a:t>
            </a:r>
            <a:endParaRPr>
              <a:latin typeface="Arial"/>
              <a:cs typeface="Arial"/>
            </a:endParaRPr>
          </a:p>
        </p:txBody>
      </p:sp>
    </p:spTree>
    <p:extLst>
      <p:ext uri="{BB962C8B-B14F-4D97-AF65-F5344CB8AC3E}">
        <p14:creationId xmlns:p14="http://schemas.microsoft.com/office/powerpoint/2010/main" val="18738856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58334" y="14731"/>
            <a:ext cx="2275840" cy="406400"/>
          </a:xfrm>
          <a:prstGeom prst="rect">
            <a:avLst/>
          </a:prstGeom>
        </p:spPr>
        <p:txBody>
          <a:bodyPr vert="horz" wrap="square" lIns="0" tIns="12065" rIns="0" bIns="0" rtlCol="0" anchor="ctr">
            <a:spAutoFit/>
          </a:bodyPr>
          <a:lstStyle/>
          <a:p>
            <a:pPr marL="12700">
              <a:lnSpc>
                <a:spcPct val="100000"/>
              </a:lnSpc>
              <a:spcBef>
                <a:spcPts val="95"/>
              </a:spcBef>
            </a:pPr>
            <a:r>
              <a:rPr sz="2500"/>
              <a:t>Intoduction</a:t>
            </a:r>
            <a:r>
              <a:rPr sz="2500" spc="-20"/>
              <a:t> </a:t>
            </a:r>
            <a:r>
              <a:rPr sz="2500"/>
              <a:t>to</a:t>
            </a:r>
            <a:r>
              <a:rPr sz="2500" spc="-55"/>
              <a:t> </a:t>
            </a:r>
            <a:r>
              <a:rPr sz="2500"/>
              <a:t>C</a:t>
            </a:r>
            <a:r>
              <a:rPr sz="2500" spc="-55"/>
              <a:t> </a:t>
            </a:r>
            <a:r>
              <a:rPr sz="2500" spc="-50"/>
              <a:t>:</a:t>
            </a:r>
            <a:endParaRPr sz="2500"/>
          </a:p>
        </p:txBody>
      </p:sp>
      <p:sp>
        <p:nvSpPr>
          <p:cNvPr id="3" name="object 3"/>
          <p:cNvSpPr txBox="1"/>
          <p:nvPr/>
        </p:nvSpPr>
        <p:spPr>
          <a:xfrm>
            <a:off x="1602740" y="511505"/>
            <a:ext cx="8988425" cy="3069590"/>
          </a:xfrm>
          <a:prstGeom prst="rect">
            <a:avLst/>
          </a:prstGeom>
        </p:spPr>
        <p:txBody>
          <a:bodyPr vert="horz" wrap="square" lIns="0" tIns="12700" rIns="0" bIns="0" rtlCol="0">
            <a:spAutoFit/>
          </a:bodyPr>
          <a:lstStyle/>
          <a:p>
            <a:pPr marL="355600" indent="-342900">
              <a:lnSpc>
                <a:spcPts val="2765"/>
              </a:lnSpc>
              <a:spcBef>
                <a:spcPts val="100"/>
              </a:spcBef>
              <a:buClr>
                <a:srgbClr val="800080"/>
              </a:buClr>
              <a:buSzPct val="68750"/>
              <a:buFont typeface="Arial"/>
              <a:buChar char="•"/>
              <a:tabLst>
                <a:tab pos="354965" algn="l"/>
                <a:tab pos="355600" algn="l"/>
                <a:tab pos="702945" algn="l"/>
                <a:tab pos="2083435" algn="l"/>
                <a:tab pos="3883660" algn="l"/>
                <a:tab pos="5127625" algn="l"/>
                <a:tab pos="6522720" algn="l"/>
                <a:tab pos="6904990" algn="l"/>
                <a:tab pos="7659370" algn="l"/>
                <a:tab pos="8107680" algn="l"/>
              </a:tabLst>
            </a:pPr>
            <a:r>
              <a:rPr sz="2400" spc="-50">
                <a:latin typeface="Times New Roman"/>
                <a:cs typeface="Times New Roman"/>
              </a:rPr>
              <a:t>A</a:t>
            </a:r>
            <a:r>
              <a:rPr sz="2400">
                <a:latin typeface="Times New Roman"/>
                <a:cs typeface="Times New Roman"/>
              </a:rPr>
              <a:t>	high-</a:t>
            </a:r>
            <a:r>
              <a:rPr sz="2400" spc="-20">
                <a:latin typeface="Times New Roman"/>
                <a:cs typeface="Times New Roman"/>
              </a:rPr>
              <a:t>level</a:t>
            </a:r>
            <a:r>
              <a:rPr sz="2400">
                <a:latin typeface="Times New Roman"/>
                <a:cs typeface="Times New Roman"/>
              </a:rPr>
              <a:t>	</a:t>
            </a:r>
            <a:r>
              <a:rPr sz="2400" spc="-10">
                <a:latin typeface="Times New Roman"/>
                <a:cs typeface="Times New Roman"/>
              </a:rPr>
              <a:t>programming</a:t>
            </a:r>
            <a:r>
              <a:rPr sz="2400">
                <a:latin typeface="Times New Roman"/>
                <a:cs typeface="Times New Roman"/>
              </a:rPr>
              <a:t>	</a:t>
            </a:r>
            <a:r>
              <a:rPr sz="2400" spc="-10">
                <a:latin typeface="Times New Roman"/>
                <a:cs typeface="Times New Roman"/>
              </a:rPr>
              <a:t>language</a:t>
            </a:r>
            <a:r>
              <a:rPr sz="2400">
                <a:latin typeface="Times New Roman"/>
                <a:cs typeface="Times New Roman"/>
              </a:rPr>
              <a:t>	</a:t>
            </a:r>
            <a:r>
              <a:rPr sz="2400" spc="-10">
                <a:latin typeface="Times New Roman"/>
                <a:cs typeface="Times New Roman"/>
              </a:rPr>
              <a:t>developed</a:t>
            </a:r>
            <a:r>
              <a:rPr sz="2400">
                <a:latin typeface="Times New Roman"/>
                <a:cs typeface="Times New Roman"/>
              </a:rPr>
              <a:t>	</a:t>
            </a:r>
            <a:r>
              <a:rPr sz="2400" spc="-25">
                <a:latin typeface="Times New Roman"/>
                <a:cs typeface="Times New Roman"/>
              </a:rPr>
              <a:t>in</a:t>
            </a:r>
            <a:r>
              <a:rPr sz="2400">
                <a:latin typeface="Times New Roman"/>
                <a:cs typeface="Times New Roman"/>
              </a:rPr>
              <a:t>	</a:t>
            </a:r>
            <a:r>
              <a:rPr sz="2400" spc="-20">
                <a:latin typeface="Times New Roman"/>
                <a:cs typeface="Times New Roman"/>
              </a:rPr>
              <a:t>1972</a:t>
            </a:r>
            <a:r>
              <a:rPr sz="2400">
                <a:latin typeface="Times New Roman"/>
                <a:cs typeface="Times New Roman"/>
              </a:rPr>
              <a:t>	</a:t>
            </a:r>
            <a:r>
              <a:rPr sz="2400" spc="-25">
                <a:latin typeface="Times New Roman"/>
                <a:cs typeface="Times New Roman"/>
              </a:rPr>
              <a:t>by</a:t>
            </a:r>
            <a:r>
              <a:rPr sz="2400">
                <a:latin typeface="Times New Roman"/>
                <a:cs typeface="Times New Roman"/>
              </a:rPr>
              <a:t>	</a:t>
            </a:r>
            <a:r>
              <a:rPr sz="2400" spc="-10">
                <a:latin typeface="Times New Roman"/>
                <a:cs typeface="Times New Roman"/>
              </a:rPr>
              <a:t>Dennis</a:t>
            </a:r>
            <a:endParaRPr sz="2400">
              <a:latin typeface="Times New Roman"/>
              <a:cs typeface="Times New Roman"/>
            </a:endParaRPr>
          </a:p>
          <a:p>
            <a:pPr marL="355600">
              <a:lnSpc>
                <a:spcPts val="2765"/>
              </a:lnSpc>
            </a:pPr>
            <a:r>
              <a:rPr sz="2400">
                <a:latin typeface="Times New Roman"/>
                <a:cs typeface="Times New Roman"/>
              </a:rPr>
              <a:t>Ritchie</a:t>
            </a:r>
            <a:r>
              <a:rPr sz="2400" spc="-45">
                <a:latin typeface="Times New Roman"/>
                <a:cs typeface="Times New Roman"/>
              </a:rPr>
              <a:t> </a:t>
            </a:r>
            <a:r>
              <a:rPr sz="2400">
                <a:latin typeface="Times New Roman"/>
                <a:cs typeface="Times New Roman"/>
              </a:rPr>
              <a:t>at</a:t>
            </a:r>
            <a:r>
              <a:rPr sz="2400" spc="-145">
                <a:latin typeface="Times New Roman"/>
                <a:cs typeface="Times New Roman"/>
              </a:rPr>
              <a:t> </a:t>
            </a:r>
            <a:r>
              <a:rPr sz="2400" spc="-65">
                <a:latin typeface="Times New Roman"/>
                <a:cs typeface="Times New Roman"/>
              </a:rPr>
              <a:t>AT&amp;T</a:t>
            </a:r>
            <a:r>
              <a:rPr sz="2400" spc="-55">
                <a:latin typeface="Times New Roman"/>
                <a:cs typeface="Times New Roman"/>
              </a:rPr>
              <a:t> </a:t>
            </a:r>
            <a:r>
              <a:rPr sz="2400">
                <a:latin typeface="Times New Roman"/>
                <a:cs typeface="Times New Roman"/>
              </a:rPr>
              <a:t>Bell</a:t>
            </a:r>
            <a:r>
              <a:rPr sz="2400" spc="-25">
                <a:latin typeface="Times New Roman"/>
                <a:cs typeface="Times New Roman"/>
              </a:rPr>
              <a:t> </a:t>
            </a:r>
            <a:r>
              <a:rPr sz="2400" spc="-10">
                <a:latin typeface="Times New Roman"/>
                <a:cs typeface="Times New Roman"/>
              </a:rPr>
              <a:t>Labs.</a:t>
            </a:r>
            <a:endParaRPr sz="2400">
              <a:latin typeface="Times New Roman"/>
              <a:cs typeface="Times New Roman"/>
            </a:endParaRPr>
          </a:p>
          <a:p>
            <a:pPr marL="355600" indent="-342900">
              <a:spcBef>
                <a:spcPts val="290"/>
              </a:spcBef>
              <a:buClr>
                <a:srgbClr val="800080"/>
              </a:buClr>
              <a:buSzPct val="68750"/>
              <a:buFont typeface="Arial"/>
              <a:buChar char="•"/>
              <a:tabLst>
                <a:tab pos="354965" algn="l"/>
                <a:tab pos="355600" algn="l"/>
              </a:tabLst>
            </a:pPr>
            <a:r>
              <a:rPr sz="2400">
                <a:latin typeface="Times New Roman"/>
                <a:cs typeface="Times New Roman"/>
              </a:rPr>
              <a:t>C</a:t>
            </a:r>
            <a:r>
              <a:rPr sz="2400" spc="-40">
                <a:latin typeface="Times New Roman"/>
                <a:cs typeface="Times New Roman"/>
              </a:rPr>
              <a:t> </a:t>
            </a:r>
            <a:r>
              <a:rPr sz="2400">
                <a:latin typeface="Times New Roman"/>
                <a:cs typeface="Times New Roman"/>
              </a:rPr>
              <a:t>is</a:t>
            </a:r>
            <a:r>
              <a:rPr sz="2400" spc="-5">
                <a:latin typeface="Times New Roman"/>
                <a:cs typeface="Times New Roman"/>
              </a:rPr>
              <a:t> </a:t>
            </a:r>
            <a:r>
              <a:rPr sz="2400">
                <a:latin typeface="Times New Roman"/>
                <a:cs typeface="Times New Roman"/>
              </a:rPr>
              <a:t>a</a:t>
            </a:r>
            <a:r>
              <a:rPr sz="2400" spc="-15">
                <a:latin typeface="Times New Roman"/>
                <a:cs typeface="Times New Roman"/>
              </a:rPr>
              <a:t> </a:t>
            </a:r>
            <a:r>
              <a:rPr sz="2400">
                <a:latin typeface="Times New Roman"/>
                <a:cs typeface="Times New Roman"/>
              </a:rPr>
              <a:t>structured</a:t>
            </a:r>
            <a:r>
              <a:rPr sz="2400" spc="-35">
                <a:latin typeface="Times New Roman"/>
                <a:cs typeface="Times New Roman"/>
              </a:rPr>
              <a:t> </a:t>
            </a:r>
            <a:r>
              <a:rPr sz="2400" spc="-10">
                <a:latin typeface="Times New Roman"/>
                <a:cs typeface="Times New Roman"/>
              </a:rPr>
              <a:t>Language</a:t>
            </a:r>
            <a:endParaRPr sz="2400">
              <a:latin typeface="Times New Roman"/>
              <a:cs typeface="Times New Roman"/>
            </a:endParaRPr>
          </a:p>
          <a:p>
            <a:pPr marL="355600" indent="-342900">
              <a:spcBef>
                <a:spcPts val="285"/>
              </a:spcBef>
              <a:buClr>
                <a:srgbClr val="800080"/>
              </a:buClr>
              <a:buSzPct val="68750"/>
              <a:buFont typeface="Arial"/>
              <a:buChar char="•"/>
              <a:tabLst>
                <a:tab pos="354965" algn="l"/>
                <a:tab pos="355600" algn="l"/>
              </a:tabLst>
            </a:pPr>
            <a:r>
              <a:rPr sz="2400">
                <a:latin typeface="Times New Roman"/>
                <a:cs typeface="Times New Roman"/>
              </a:rPr>
              <a:t>It</a:t>
            </a:r>
            <a:r>
              <a:rPr sz="2400" spc="-30">
                <a:latin typeface="Times New Roman"/>
                <a:cs typeface="Times New Roman"/>
              </a:rPr>
              <a:t> </a:t>
            </a:r>
            <a:r>
              <a:rPr sz="2400">
                <a:latin typeface="Times New Roman"/>
                <a:cs typeface="Times New Roman"/>
              </a:rPr>
              <a:t>was</a:t>
            </a:r>
            <a:r>
              <a:rPr sz="2400" spc="-15">
                <a:latin typeface="Times New Roman"/>
                <a:cs typeface="Times New Roman"/>
              </a:rPr>
              <a:t> </a:t>
            </a:r>
            <a:r>
              <a:rPr sz="2400">
                <a:latin typeface="Times New Roman"/>
                <a:cs typeface="Times New Roman"/>
              </a:rPr>
              <a:t>designed</a:t>
            </a:r>
            <a:r>
              <a:rPr sz="2400" spc="-20">
                <a:latin typeface="Times New Roman"/>
                <a:cs typeface="Times New Roman"/>
              </a:rPr>
              <a:t> </a:t>
            </a:r>
            <a:r>
              <a:rPr sz="2400">
                <a:latin typeface="Times New Roman"/>
                <a:cs typeface="Times New Roman"/>
              </a:rPr>
              <a:t>as</a:t>
            </a:r>
            <a:r>
              <a:rPr sz="2400" spc="-20">
                <a:latin typeface="Times New Roman"/>
                <a:cs typeface="Times New Roman"/>
              </a:rPr>
              <a:t> </a:t>
            </a:r>
            <a:r>
              <a:rPr sz="2400">
                <a:latin typeface="Times New Roman"/>
                <a:cs typeface="Times New Roman"/>
              </a:rPr>
              <a:t>a</a:t>
            </a:r>
            <a:r>
              <a:rPr sz="2400" spc="-5">
                <a:latin typeface="Times New Roman"/>
                <a:cs typeface="Times New Roman"/>
              </a:rPr>
              <a:t> </a:t>
            </a:r>
            <a:r>
              <a:rPr sz="2400">
                <a:latin typeface="Times New Roman"/>
                <a:cs typeface="Times New Roman"/>
              </a:rPr>
              <a:t>language</a:t>
            </a:r>
            <a:r>
              <a:rPr sz="2400" spc="-30">
                <a:latin typeface="Times New Roman"/>
                <a:cs typeface="Times New Roman"/>
              </a:rPr>
              <a:t> </a:t>
            </a:r>
            <a:r>
              <a:rPr sz="2400">
                <a:latin typeface="Times New Roman"/>
                <a:cs typeface="Times New Roman"/>
              </a:rPr>
              <a:t>to</a:t>
            </a:r>
            <a:r>
              <a:rPr sz="2400" spc="-25">
                <a:latin typeface="Times New Roman"/>
                <a:cs typeface="Times New Roman"/>
              </a:rPr>
              <a:t> </a:t>
            </a:r>
            <a:r>
              <a:rPr sz="2400">
                <a:latin typeface="Times New Roman"/>
                <a:cs typeface="Times New Roman"/>
              </a:rPr>
              <a:t>develop</a:t>
            </a:r>
            <a:r>
              <a:rPr sz="2400" spc="-30">
                <a:latin typeface="Times New Roman"/>
                <a:cs typeface="Times New Roman"/>
              </a:rPr>
              <a:t> </a:t>
            </a:r>
            <a:r>
              <a:rPr sz="2400">
                <a:latin typeface="Times New Roman"/>
                <a:cs typeface="Times New Roman"/>
              </a:rPr>
              <a:t>UNIX</a:t>
            </a:r>
            <a:r>
              <a:rPr sz="2400" spc="10">
                <a:latin typeface="Times New Roman"/>
                <a:cs typeface="Times New Roman"/>
              </a:rPr>
              <a:t> </a:t>
            </a:r>
            <a:r>
              <a:rPr sz="2400">
                <a:latin typeface="Times New Roman"/>
                <a:cs typeface="Times New Roman"/>
              </a:rPr>
              <a:t>operating</a:t>
            </a:r>
            <a:r>
              <a:rPr sz="2400" spc="-25">
                <a:latin typeface="Times New Roman"/>
                <a:cs typeface="Times New Roman"/>
              </a:rPr>
              <a:t> </a:t>
            </a:r>
            <a:r>
              <a:rPr sz="2400" spc="-10">
                <a:latin typeface="Times New Roman"/>
                <a:cs typeface="Times New Roman"/>
              </a:rPr>
              <a:t>system</a:t>
            </a:r>
            <a:endParaRPr sz="2400">
              <a:latin typeface="Times New Roman"/>
              <a:cs typeface="Times New Roman"/>
            </a:endParaRPr>
          </a:p>
          <a:p>
            <a:pPr marL="355600" indent="-342900">
              <a:lnSpc>
                <a:spcPts val="2735"/>
              </a:lnSpc>
              <a:spcBef>
                <a:spcPts val="295"/>
              </a:spcBef>
              <a:buClr>
                <a:srgbClr val="800080"/>
              </a:buClr>
              <a:buSzPct val="68750"/>
              <a:buFont typeface="Arial"/>
              <a:buChar char="•"/>
              <a:tabLst>
                <a:tab pos="354965" algn="l"/>
                <a:tab pos="355600" algn="l"/>
              </a:tabLst>
            </a:pPr>
            <a:r>
              <a:rPr sz="2400">
                <a:latin typeface="Times New Roman"/>
                <a:cs typeface="Times New Roman"/>
              </a:rPr>
              <a:t>American</a:t>
            </a:r>
            <a:r>
              <a:rPr sz="2400" spc="200">
                <a:latin typeface="Times New Roman"/>
                <a:cs typeface="Times New Roman"/>
              </a:rPr>
              <a:t> </a:t>
            </a:r>
            <a:r>
              <a:rPr sz="2400">
                <a:latin typeface="Times New Roman"/>
                <a:cs typeface="Times New Roman"/>
              </a:rPr>
              <a:t>National</a:t>
            </a:r>
            <a:r>
              <a:rPr sz="2400" spc="200">
                <a:latin typeface="Times New Roman"/>
                <a:cs typeface="Times New Roman"/>
              </a:rPr>
              <a:t> </a:t>
            </a:r>
            <a:r>
              <a:rPr sz="2400">
                <a:latin typeface="Times New Roman"/>
                <a:cs typeface="Times New Roman"/>
              </a:rPr>
              <a:t>Standards</a:t>
            </a:r>
            <a:r>
              <a:rPr sz="2400" spc="210">
                <a:latin typeface="Times New Roman"/>
                <a:cs typeface="Times New Roman"/>
              </a:rPr>
              <a:t> </a:t>
            </a:r>
            <a:r>
              <a:rPr sz="2400">
                <a:latin typeface="Times New Roman"/>
                <a:cs typeface="Times New Roman"/>
              </a:rPr>
              <a:t>Institute</a:t>
            </a:r>
            <a:r>
              <a:rPr sz="2400" spc="204">
                <a:latin typeface="Times New Roman"/>
                <a:cs typeface="Times New Roman"/>
              </a:rPr>
              <a:t> </a:t>
            </a:r>
            <a:r>
              <a:rPr sz="2400">
                <a:latin typeface="Times New Roman"/>
                <a:cs typeface="Times New Roman"/>
              </a:rPr>
              <a:t>(ANSI)</a:t>
            </a:r>
            <a:r>
              <a:rPr sz="2400" spc="210">
                <a:latin typeface="Times New Roman"/>
                <a:cs typeface="Times New Roman"/>
              </a:rPr>
              <a:t> </a:t>
            </a:r>
            <a:r>
              <a:rPr sz="2400">
                <a:latin typeface="Times New Roman"/>
                <a:cs typeface="Times New Roman"/>
              </a:rPr>
              <a:t>approved</a:t>
            </a:r>
            <a:r>
              <a:rPr sz="2400" spc="210">
                <a:latin typeface="Times New Roman"/>
                <a:cs typeface="Times New Roman"/>
              </a:rPr>
              <a:t> </a:t>
            </a:r>
            <a:r>
              <a:rPr sz="2400">
                <a:latin typeface="Times New Roman"/>
                <a:cs typeface="Times New Roman"/>
              </a:rPr>
              <a:t>first</a:t>
            </a:r>
            <a:r>
              <a:rPr sz="2400" spc="220">
                <a:latin typeface="Times New Roman"/>
                <a:cs typeface="Times New Roman"/>
              </a:rPr>
              <a:t> </a:t>
            </a:r>
            <a:r>
              <a:rPr sz="2400" spc="-10">
                <a:latin typeface="Times New Roman"/>
                <a:cs typeface="Times New Roman"/>
              </a:rPr>
              <a:t>version</a:t>
            </a:r>
            <a:endParaRPr sz="2400">
              <a:latin typeface="Times New Roman"/>
              <a:cs typeface="Times New Roman"/>
            </a:endParaRPr>
          </a:p>
          <a:p>
            <a:pPr marL="355600">
              <a:lnSpc>
                <a:spcPts val="2735"/>
              </a:lnSpc>
            </a:pPr>
            <a:r>
              <a:rPr sz="2400">
                <a:latin typeface="Times New Roman"/>
                <a:cs typeface="Times New Roman"/>
              </a:rPr>
              <a:t>of</a:t>
            </a:r>
            <a:r>
              <a:rPr sz="2400" spc="-50">
                <a:latin typeface="Times New Roman"/>
                <a:cs typeface="Times New Roman"/>
              </a:rPr>
              <a:t> </a:t>
            </a:r>
            <a:r>
              <a:rPr sz="2400">
                <a:latin typeface="Times New Roman"/>
                <a:cs typeface="Times New Roman"/>
              </a:rPr>
              <a:t>C</a:t>
            </a:r>
            <a:r>
              <a:rPr sz="2400" spc="-50">
                <a:latin typeface="Times New Roman"/>
                <a:cs typeface="Times New Roman"/>
              </a:rPr>
              <a:t> </a:t>
            </a:r>
            <a:r>
              <a:rPr sz="2400">
                <a:latin typeface="Times New Roman"/>
                <a:cs typeface="Times New Roman"/>
              </a:rPr>
              <a:t>in</a:t>
            </a:r>
            <a:r>
              <a:rPr sz="2400" spc="-50">
                <a:latin typeface="Times New Roman"/>
                <a:cs typeface="Times New Roman"/>
              </a:rPr>
              <a:t> </a:t>
            </a:r>
            <a:r>
              <a:rPr sz="2400">
                <a:latin typeface="Times New Roman"/>
                <a:cs typeface="Times New Roman"/>
              </a:rPr>
              <a:t>1989</a:t>
            </a:r>
            <a:r>
              <a:rPr sz="2400" spc="-45">
                <a:latin typeface="Times New Roman"/>
                <a:cs typeface="Times New Roman"/>
              </a:rPr>
              <a:t> </a:t>
            </a:r>
            <a:r>
              <a:rPr sz="2400">
                <a:latin typeface="Times New Roman"/>
                <a:cs typeface="Times New Roman"/>
              </a:rPr>
              <a:t>which</a:t>
            </a:r>
            <a:r>
              <a:rPr sz="2400" spc="-35">
                <a:latin typeface="Times New Roman"/>
                <a:cs typeface="Times New Roman"/>
              </a:rPr>
              <a:t> </a:t>
            </a:r>
            <a:r>
              <a:rPr sz="2400">
                <a:latin typeface="Times New Roman"/>
                <a:cs typeface="Times New Roman"/>
              </a:rPr>
              <a:t>called</a:t>
            </a:r>
            <a:r>
              <a:rPr sz="2400" spc="-70">
                <a:latin typeface="Times New Roman"/>
                <a:cs typeface="Times New Roman"/>
              </a:rPr>
              <a:t> </a:t>
            </a:r>
            <a:r>
              <a:rPr sz="2400" spc="-25">
                <a:latin typeface="Times New Roman"/>
                <a:cs typeface="Times New Roman"/>
              </a:rPr>
              <a:t>C89</a:t>
            </a:r>
            <a:endParaRPr sz="2400">
              <a:latin typeface="Times New Roman"/>
              <a:cs typeface="Times New Roman"/>
            </a:endParaRPr>
          </a:p>
          <a:p>
            <a:pPr marL="355600" indent="-342900">
              <a:spcBef>
                <a:spcPts val="285"/>
              </a:spcBef>
              <a:buClr>
                <a:srgbClr val="800080"/>
              </a:buClr>
              <a:buSzPct val="68750"/>
              <a:buFont typeface="Arial"/>
              <a:buChar char="•"/>
              <a:tabLst>
                <a:tab pos="354965" algn="l"/>
                <a:tab pos="355600" algn="l"/>
              </a:tabLst>
            </a:pPr>
            <a:r>
              <a:rPr sz="2400">
                <a:latin typeface="Times New Roman"/>
                <a:cs typeface="Times New Roman"/>
              </a:rPr>
              <a:t>Major</a:t>
            </a:r>
            <a:r>
              <a:rPr sz="2400" spc="-20">
                <a:latin typeface="Times New Roman"/>
                <a:cs typeface="Times New Roman"/>
              </a:rPr>
              <a:t> </a:t>
            </a:r>
            <a:r>
              <a:rPr sz="2400">
                <a:latin typeface="Times New Roman"/>
                <a:cs typeface="Times New Roman"/>
              </a:rPr>
              <a:t>changes</a:t>
            </a:r>
            <a:r>
              <a:rPr sz="2400" spc="-25">
                <a:latin typeface="Times New Roman"/>
                <a:cs typeface="Times New Roman"/>
              </a:rPr>
              <a:t> </a:t>
            </a:r>
            <a:r>
              <a:rPr sz="2400">
                <a:latin typeface="Times New Roman"/>
                <a:cs typeface="Times New Roman"/>
              </a:rPr>
              <a:t>were made in</a:t>
            </a:r>
            <a:r>
              <a:rPr sz="2400" spc="-20">
                <a:latin typeface="Times New Roman"/>
                <a:cs typeface="Times New Roman"/>
              </a:rPr>
              <a:t> </a:t>
            </a:r>
            <a:r>
              <a:rPr sz="2400">
                <a:latin typeface="Times New Roman"/>
                <a:cs typeface="Times New Roman"/>
              </a:rPr>
              <a:t>1995</a:t>
            </a:r>
            <a:r>
              <a:rPr sz="2400" spc="-5">
                <a:latin typeface="Times New Roman"/>
                <a:cs typeface="Times New Roman"/>
              </a:rPr>
              <a:t> </a:t>
            </a:r>
            <a:r>
              <a:rPr sz="2400">
                <a:latin typeface="Times New Roman"/>
                <a:cs typeface="Times New Roman"/>
              </a:rPr>
              <a:t>and</a:t>
            </a:r>
            <a:r>
              <a:rPr sz="2400" spc="-5">
                <a:latin typeface="Times New Roman"/>
                <a:cs typeface="Times New Roman"/>
              </a:rPr>
              <a:t> </a:t>
            </a:r>
            <a:r>
              <a:rPr sz="2400">
                <a:latin typeface="Times New Roman"/>
                <a:cs typeface="Times New Roman"/>
              </a:rPr>
              <a:t>is</a:t>
            </a:r>
            <a:r>
              <a:rPr sz="2400" spc="-15">
                <a:latin typeface="Times New Roman"/>
                <a:cs typeface="Times New Roman"/>
              </a:rPr>
              <a:t> </a:t>
            </a:r>
            <a:r>
              <a:rPr sz="2400">
                <a:latin typeface="Times New Roman"/>
                <a:cs typeface="Times New Roman"/>
              </a:rPr>
              <a:t>known as </a:t>
            </a:r>
            <a:r>
              <a:rPr sz="2400" spc="-25">
                <a:latin typeface="Times New Roman"/>
                <a:cs typeface="Times New Roman"/>
              </a:rPr>
              <a:t>C95</a:t>
            </a:r>
            <a:endParaRPr sz="2400">
              <a:latin typeface="Times New Roman"/>
              <a:cs typeface="Times New Roman"/>
            </a:endParaRPr>
          </a:p>
          <a:p>
            <a:pPr marL="355600" indent="-342900">
              <a:spcBef>
                <a:spcPts val="290"/>
              </a:spcBef>
              <a:buClr>
                <a:srgbClr val="800080"/>
              </a:buClr>
              <a:buSzPct val="68750"/>
              <a:buFont typeface="Arial"/>
              <a:buChar char="•"/>
              <a:tabLst>
                <a:tab pos="354965" algn="l"/>
                <a:tab pos="355600" algn="l"/>
              </a:tabLst>
            </a:pPr>
            <a:r>
              <a:rPr sz="2400">
                <a:latin typeface="Times New Roman"/>
                <a:cs typeface="Times New Roman"/>
              </a:rPr>
              <a:t>Another</a:t>
            </a:r>
            <a:r>
              <a:rPr sz="2400" spc="-25">
                <a:latin typeface="Times New Roman"/>
                <a:cs typeface="Times New Roman"/>
              </a:rPr>
              <a:t> </a:t>
            </a:r>
            <a:r>
              <a:rPr sz="2400">
                <a:latin typeface="Times New Roman"/>
                <a:cs typeface="Times New Roman"/>
              </a:rPr>
              <a:t>update</a:t>
            </a:r>
            <a:r>
              <a:rPr sz="2400" spc="-20">
                <a:latin typeface="Times New Roman"/>
                <a:cs typeface="Times New Roman"/>
              </a:rPr>
              <a:t> </a:t>
            </a:r>
            <a:r>
              <a:rPr sz="2400">
                <a:latin typeface="Times New Roman"/>
                <a:cs typeface="Times New Roman"/>
              </a:rPr>
              <a:t>was</a:t>
            </a:r>
            <a:r>
              <a:rPr sz="2400" spc="-5">
                <a:latin typeface="Times New Roman"/>
                <a:cs typeface="Times New Roman"/>
              </a:rPr>
              <a:t> </a:t>
            </a:r>
            <a:r>
              <a:rPr sz="2400">
                <a:latin typeface="Times New Roman"/>
                <a:cs typeface="Times New Roman"/>
              </a:rPr>
              <a:t>made</a:t>
            </a:r>
            <a:r>
              <a:rPr sz="2400" spc="-5">
                <a:latin typeface="Times New Roman"/>
                <a:cs typeface="Times New Roman"/>
              </a:rPr>
              <a:t> </a:t>
            </a:r>
            <a:r>
              <a:rPr sz="2400">
                <a:latin typeface="Times New Roman"/>
                <a:cs typeface="Times New Roman"/>
              </a:rPr>
              <a:t>in</a:t>
            </a:r>
            <a:r>
              <a:rPr sz="2400" spc="-25">
                <a:latin typeface="Times New Roman"/>
                <a:cs typeface="Times New Roman"/>
              </a:rPr>
              <a:t> </a:t>
            </a:r>
            <a:r>
              <a:rPr sz="2400">
                <a:latin typeface="Times New Roman"/>
                <a:cs typeface="Times New Roman"/>
              </a:rPr>
              <a:t>1999</a:t>
            </a:r>
            <a:r>
              <a:rPr sz="2400" spc="-5">
                <a:latin typeface="Times New Roman"/>
                <a:cs typeface="Times New Roman"/>
              </a:rPr>
              <a:t> </a:t>
            </a:r>
            <a:r>
              <a:rPr sz="2400">
                <a:latin typeface="Times New Roman"/>
                <a:cs typeface="Times New Roman"/>
              </a:rPr>
              <a:t>and</a:t>
            </a:r>
            <a:r>
              <a:rPr sz="2400" spc="-10">
                <a:latin typeface="Times New Roman"/>
                <a:cs typeface="Times New Roman"/>
              </a:rPr>
              <a:t> </a:t>
            </a:r>
            <a:r>
              <a:rPr sz="2400">
                <a:latin typeface="Times New Roman"/>
                <a:cs typeface="Times New Roman"/>
              </a:rPr>
              <a:t>is</a:t>
            </a:r>
            <a:r>
              <a:rPr sz="2400" spc="-20">
                <a:latin typeface="Times New Roman"/>
                <a:cs typeface="Times New Roman"/>
              </a:rPr>
              <a:t> </a:t>
            </a:r>
            <a:r>
              <a:rPr sz="2400">
                <a:latin typeface="Times New Roman"/>
                <a:cs typeface="Times New Roman"/>
              </a:rPr>
              <a:t>known as</a:t>
            </a:r>
            <a:r>
              <a:rPr sz="2400" spc="-5">
                <a:latin typeface="Times New Roman"/>
                <a:cs typeface="Times New Roman"/>
              </a:rPr>
              <a:t> </a:t>
            </a:r>
            <a:r>
              <a:rPr sz="2400" spc="-25">
                <a:latin typeface="Times New Roman"/>
                <a:cs typeface="Times New Roman"/>
              </a:rPr>
              <a:t>C99</a:t>
            </a:r>
            <a:endParaRPr sz="2400">
              <a:latin typeface="Times New Roman"/>
              <a:cs typeface="Times New Roman"/>
            </a:endParaRPr>
          </a:p>
        </p:txBody>
      </p:sp>
      <p:pic>
        <p:nvPicPr>
          <p:cNvPr id="4" name="object 4"/>
          <p:cNvPicPr/>
          <p:nvPr/>
        </p:nvPicPr>
        <p:blipFill>
          <a:blip r:embed="rId2" cstate="print"/>
          <a:stretch>
            <a:fillRect/>
          </a:stretch>
        </p:blipFill>
        <p:spPr>
          <a:xfrm>
            <a:off x="1620838" y="3505189"/>
            <a:ext cx="9037625" cy="3352808"/>
          </a:xfrm>
          <a:prstGeom prst="rect">
            <a:avLst/>
          </a:prstGeom>
        </p:spPr>
      </p:pic>
    </p:spTree>
    <p:extLst>
      <p:ext uri="{BB962C8B-B14F-4D97-AF65-F5344CB8AC3E}">
        <p14:creationId xmlns:p14="http://schemas.microsoft.com/office/powerpoint/2010/main" val="23789720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40" y="-88614"/>
            <a:ext cx="7574816" cy="689291"/>
          </a:xfrm>
          <a:prstGeom prst="rect">
            <a:avLst/>
          </a:prstGeom>
        </p:spPr>
        <p:txBody>
          <a:bodyPr vert="horz" wrap="square" lIns="0" tIns="12065" rIns="0" bIns="0" rtlCol="0" anchor="ctr">
            <a:spAutoFit/>
          </a:bodyPr>
          <a:lstStyle/>
          <a:p>
            <a:pPr marL="12700">
              <a:lnSpc>
                <a:spcPct val="100000"/>
              </a:lnSpc>
              <a:spcBef>
                <a:spcPts val="95"/>
              </a:spcBef>
            </a:pPr>
            <a:r>
              <a:rPr b="1" spc="-10">
                <a:latin typeface="Times New Roman"/>
                <a:cs typeface="Times New Roman"/>
              </a:rPr>
              <a:t>Characteristics</a:t>
            </a:r>
            <a:r>
              <a:rPr b="1" spc="-45">
                <a:latin typeface="Times New Roman"/>
                <a:cs typeface="Times New Roman"/>
              </a:rPr>
              <a:t> </a:t>
            </a:r>
            <a:r>
              <a:rPr b="1">
                <a:latin typeface="Times New Roman"/>
                <a:cs typeface="Times New Roman"/>
              </a:rPr>
              <a:t>of</a:t>
            </a:r>
            <a:r>
              <a:rPr b="1" spc="-30">
                <a:latin typeface="Times New Roman"/>
                <a:cs typeface="Times New Roman"/>
              </a:rPr>
              <a:t> </a:t>
            </a:r>
            <a:r>
              <a:rPr b="1" spc="-50">
                <a:latin typeface="Times New Roman"/>
                <a:cs typeface="Times New Roman"/>
              </a:rPr>
              <a:t>C</a:t>
            </a:r>
          </a:p>
        </p:txBody>
      </p:sp>
      <p:sp>
        <p:nvSpPr>
          <p:cNvPr id="3" name="object 3"/>
          <p:cNvSpPr txBox="1"/>
          <p:nvPr/>
        </p:nvSpPr>
        <p:spPr>
          <a:xfrm>
            <a:off x="922790" y="462689"/>
            <a:ext cx="10217790" cy="6226961"/>
          </a:xfrm>
          <a:prstGeom prst="rect">
            <a:avLst/>
          </a:prstGeom>
        </p:spPr>
        <p:txBody>
          <a:bodyPr vert="horz" wrap="square" lIns="0" tIns="122555" rIns="0" bIns="0" rtlCol="0" anchor="t">
            <a:spAutoFit/>
          </a:bodyPr>
          <a:lstStyle/>
          <a:p>
            <a:pPr marL="355600" indent="-342900">
              <a:spcBef>
                <a:spcPts val="965"/>
              </a:spcBef>
              <a:buFont typeface="Arial"/>
              <a:buChar char="•"/>
              <a:tabLst>
                <a:tab pos="354965" algn="l"/>
                <a:tab pos="355600" algn="l"/>
              </a:tabLst>
            </a:pPr>
            <a:r>
              <a:rPr sz="2400">
                <a:latin typeface="Times New Roman"/>
                <a:cs typeface="Times New Roman"/>
              </a:rPr>
              <a:t>A</a:t>
            </a:r>
            <a:r>
              <a:rPr sz="2400" spc="-150">
                <a:latin typeface="Times New Roman"/>
                <a:cs typeface="Times New Roman"/>
              </a:rPr>
              <a:t> </a:t>
            </a:r>
            <a:r>
              <a:rPr sz="2400">
                <a:latin typeface="Times New Roman"/>
                <a:cs typeface="Times New Roman"/>
              </a:rPr>
              <a:t>high</a:t>
            </a:r>
            <a:r>
              <a:rPr sz="2400" spc="-20">
                <a:latin typeface="Times New Roman"/>
                <a:cs typeface="Times New Roman"/>
              </a:rPr>
              <a:t> </a:t>
            </a:r>
            <a:r>
              <a:rPr sz="2400">
                <a:latin typeface="Times New Roman"/>
                <a:cs typeface="Times New Roman"/>
              </a:rPr>
              <a:t>level</a:t>
            </a:r>
            <a:r>
              <a:rPr sz="2400" spc="-40">
                <a:latin typeface="Times New Roman"/>
                <a:cs typeface="Times New Roman"/>
              </a:rPr>
              <a:t> </a:t>
            </a:r>
            <a:r>
              <a:rPr sz="2400">
                <a:latin typeface="Times New Roman"/>
                <a:cs typeface="Times New Roman"/>
              </a:rPr>
              <a:t>programming language</a:t>
            </a:r>
            <a:r>
              <a:rPr sz="2400" spc="-30">
                <a:latin typeface="Times New Roman"/>
                <a:cs typeface="Times New Roman"/>
              </a:rPr>
              <a:t> </a:t>
            </a:r>
            <a:r>
              <a:rPr sz="2400" spc="-50">
                <a:latin typeface="Times New Roman"/>
                <a:cs typeface="Times New Roman"/>
              </a:rPr>
              <a:t>.</a:t>
            </a:r>
            <a:endParaRPr sz="2400">
              <a:latin typeface="Times New Roman"/>
              <a:cs typeface="Times New Roman"/>
            </a:endParaRPr>
          </a:p>
          <a:p>
            <a:pPr marL="355600" marR="304165" indent="-342900">
              <a:lnSpc>
                <a:spcPct val="110000"/>
              </a:lnSpc>
              <a:spcBef>
                <a:spcPts val="575"/>
              </a:spcBef>
              <a:buFont typeface="Arial"/>
              <a:buChar char="•"/>
              <a:tabLst>
                <a:tab pos="354965" algn="l"/>
                <a:tab pos="355600" algn="l"/>
              </a:tabLst>
            </a:pPr>
            <a:r>
              <a:rPr sz="2400">
                <a:latin typeface="Times New Roman"/>
                <a:cs typeface="Times New Roman"/>
              </a:rPr>
              <a:t>Small</a:t>
            </a:r>
            <a:r>
              <a:rPr sz="2400" spc="-25">
                <a:latin typeface="Times New Roman"/>
                <a:cs typeface="Times New Roman"/>
              </a:rPr>
              <a:t> </a:t>
            </a:r>
            <a:r>
              <a:rPr sz="2400">
                <a:latin typeface="Times New Roman"/>
                <a:cs typeface="Times New Roman"/>
              </a:rPr>
              <a:t>size.</a:t>
            </a:r>
            <a:r>
              <a:rPr sz="2400" spc="-35">
                <a:latin typeface="Times New Roman"/>
                <a:cs typeface="Times New Roman"/>
              </a:rPr>
              <a:t> </a:t>
            </a:r>
            <a:r>
              <a:rPr sz="2400">
                <a:latin typeface="Times New Roman"/>
                <a:cs typeface="Times New Roman"/>
              </a:rPr>
              <a:t>C</a:t>
            </a:r>
            <a:r>
              <a:rPr sz="2400" spc="-15">
                <a:latin typeface="Times New Roman"/>
                <a:cs typeface="Times New Roman"/>
              </a:rPr>
              <a:t> </a:t>
            </a:r>
            <a:r>
              <a:rPr sz="2400">
                <a:latin typeface="Times New Roman"/>
                <a:cs typeface="Times New Roman"/>
              </a:rPr>
              <a:t>has</a:t>
            </a:r>
            <a:r>
              <a:rPr sz="2400" spc="-10">
                <a:latin typeface="Times New Roman"/>
                <a:cs typeface="Times New Roman"/>
              </a:rPr>
              <a:t> </a:t>
            </a:r>
            <a:r>
              <a:rPr sz="2400">
                <a:latin typeface="Times New Roman"/>
                <a:cs typeface="Times New Roman"/>
              </a:rPr>
              <a:t>only</a:t>
            </a:r>
            <a:r>
              <a:rPr sz="2400" spc="-20">
                <a:latin typeface="Times New Roman"/>
                <a:cs typeface="Times New Roman"/>
              </a:rPr>
              <a:t> </a:t>
            </a:r>
            <a:r>
              <a:rPr sz="2400">
                <a:latin typeface="Times New Roman"/>
                <a:cs typeface="Times New Roman"/>
              </a:rPr>
              <a:t>32</a:t>
            </a:r>
            <a:r>
              <a:rPr sz="2400" spc="-15">
                <a:latin typeface="Times New Roman"/>
                <a:cs typeface="Times New Roman"/>
              </a:rPr>
              <a:t> </a:t>
            </a:r>
            <a:r>
              <a:rPr sz="2400">
                <a:latin typeface="Times New Roman"/>
                <a:cs typeface="Times New Roman"/>
              </a:rPr>
              <a:t>keywords.</a:t>
            </a:r>
            <a:r>
              <a:rPr sz="2400" spc="-45">
                <a:latin typeface="Times New Roman"/>
                <a:cs typeface="Times New Roman"/>
              </a:rPr>
              <a:t> </a:t>
            </a:r>
            <a:r>
              <a:rPr sz="2400">
                <a:latin typeface="Times New Roman"/>
                <a:cs typeface="Times New Roman"/>
              </a:rPr>
              <a:t>This</a:t>
            </a:r>
            <a:r>
              <a:rPr sz="2400" spc="-20">
                <a:latin typeface="Times New Roman"/>
                <a:cs typeface="Times New Roman"/>
              </a:rPr>
              <a:t> </a:t>
            </a:r>
            <a:r>
              <a:rPr sz="2400">
                <a:latin typeface="Times New Roman"/>
                <a:cs typeface="Times New Roman"/>
              </a:rPr>
              <a:t>makes</a:t>
            </a:r>
            <a:r>
              <a:rPr sz="2400" spc="-10">
                <a:latin typeface="Times New Roman"/>
                <a:cs typeface="Times New Roman"/>
              </a:rPr>
              <a:t> </a:t>
            </a:r>
            <a:r>
              <a:rPr sz="2400">
                <a:latin typeface="Times New Roman"/>
                <a:cs typeface="Times New Roman"/>
              </a:rPr>
              <a:t>it</a:t>
            </a:r>
            <a:r>
              <a:rPr sz="2400" spc="-15">
                <a:latin typeface="Times New Roman"/>
                <a:cs typeface="Times New Roman"/>
              </a:rPr>
              <a:t> </a:t>
            </a:r>
            <a:r>
              <a:rPr sz="2400">
                <a:latin typeface="Times New Roman"/>
                <a:cs typeface="Times New Roman"/>
              </a:rPr>
              <a:t>relatively</a:t>
            </a:r>
            <a:r>
              <a:rPr sz="2400" spc="-65">
                <a:latin typeface="Times New Roman"/>
                <a:cs typeface="Times New Roman"/>
              </a:rPr>
              <a:t> </a:t>
            </a:r>
            <a:r>
              <a:rPr sz="2400">
                <a:latin typeface="Times New Roman"/>
                <a:cs typeface="Times New Roman"/>
              </a:rPr>
              <a:t>easy</a:t>
            </a:r>
            <a:r>
              <a:rPr sz="2400" spc="-30">
                <a:latin typeface="Times New Roman"/>
                <a:cs typeface="Times New Roman"/>
              </a:rPr>
              <a:t> </a:t>
            </a:r>
            <a:r>
              <a:rPr sz="2400" spc="-25">
                <a:latin typeface="Times New Roman"/>
                <a:cs typeface="Times New Roman"/>
              </a:rPr>
              <a:t>to </a:t>
            </a:r>
            <a:r>
              <a:rPr sz="2400" spc="-10">
                <a:latin typeface="Times New Roman"/>
                <a:cs typeface="Times New Roman"/>
              </a:rPr>
              <a:t>learn.</a:t>
            </a:r>
            <a:endParaRPr sz="2400">
              <a:latin typeface="Times New Roman"/>
              <a:cs typeface="Times New Roman"/>
            </a:endParaRPr>
          </a:p>
          <a:p>
            <a:pPr marL="355600" indent="-342900">
              <a:spcBef>
                <a:spcPts val="870"/>
              </a:spcBef>
              <a:buFont typeface="Arial"/>
              <a:buChar char="•"/>
              <a:tabLst>
                <a:tab pos="354965" algn="l"/>
                <a:tab pos="355600" algn="l"/>
              </a:tabLst>
            </a:pPr>
            <a:r>
              <a:rPr sz="2400">
                <a:latin typeface="Times New Roman"/>
                <a:cs typeface="Times New Roman"/>
              </a:rPr>
              <a:t>Makes</a:t>
            </a:r>
            <a:r>
              <a:rPr sz="2400" spc="-35">
                <a:latin typeface="Times New Roman"/>
                <a:cs typeface="Times New Roman"/>
              </a:rPr>
              <a:t> </a:t>
            </a:r>
            <a:r>
              <a:rPr sz="2400">
                <a:latin typeface="Times New Roman"/>
                <a:cs typeface="Times New Roman"/>
              </a:rPr>
              <a:t>extensive</a:t>
            </a:r>
            <a:r>
              <a:rPr sz="2400" spc="-30">
                <a:latin typeface="Times New Roman"/>
                <a:cs typeface="Times New Roman"/>
              </a:rPr>
              <a:t> </a:t>
            </a:r>
            <a:r>
              <a:rPr sz="2400">
                <a:latin typeface="Times New Roman"/>
                <a:cs typeface="Times New Roman"/>
              </a:rPr>
              <a:t>use</a:t>
            </a:r>
            <a:r>
              <a:rPr sz="2400" spc="-10">
                <a:latin typeface="Times New Roman"/>
                <a:cs typeface="Times New Roman"/>
              </a:rPr>
              <a:t> </a:t>
            </a:r>
            <a:r>
              <a:rPr sz="2400">
                <a:latin typeface="Times New Roman"/>
                <a:cs typeface="Times New Roman"/>
              </a:rPr>
              <a:t>of</a:t>
            </a:r>
            <a:r>
              <a:rPr sz="2400" spc="-5">
                <a:latin typeface="Times New Roman"/>
                <a:cs typeface="Times New Roman"/>
              </a:rPr>
              <a:t> </a:t>
            </a:r>
            <a:r>
              <a:rPr sz="2400">
                <a:latin typeface="Times New Roman"/>
                <a:cs typeface="Times New Roman"/>
              </a:rPr>
              <a:t>function</a:t>
            </a:r>
            <a:r>
              <a:rPr sz="2400" spc="-35">
                <a:latin typeface="Times New Roman"/>
                <a:cs typeface="Times New Roman"/>
              </a:rPr>
              <a:t> </a:t>
            </a:r>
            <a:r>
              <a:rPr sz="2400" spc="-10">
                <a:latin typeface="Times New Roman"/>
                <a:cs typeface="Times New Roman"/>
              </a:rPr>
              <a:t>calls.</a:t>
            </a:r>
            <a:endParaRPr sz="2400">
              <a:latin typeface="Times New Roman"/>
              <a:cs typeface="Times New Roman"/>
            </a:endParaRPr>
          </a:p>
          <a:p>
            <a:pPr marL="355600" indent="-342900">
              <a:spcBef>
                <a:spcPts val="860"/>
              </a:spcBef>
              <a:buFont typeface="Arial"/>
              <a:buChar char="•"/>
              <a:tabLst>
                <a:tab pos="354965" algn="l"/>
                <a:tab pos="355600" algn="l"/>
                <a:tab pos="988060" algn="l"/>
              </a:tabLst>
            </a:pPr>
            <a:r>
              <a:rPr sz="2400">
                <a:latin typeface="Times New Roman"/>
                <a:cs typeface="Times New Roman"/>
              </a:rPr>
              <a:t>C</a:t>
            </a:r>
            <a:r>
              <a:rPr sz="2400" spc="-20">
                <a:latin typeface="Times New Roman"/>
                <a:cs typeface="Times New Roman"/>
              </a:rPr>
              <a:t> </a:t>
            </a:r>
            <a:r>
              <a:rPr sz="2400" spc="-25">
                <a:latin typeface="Times New Roman"/>
                <a:cs typeface="Times New Roman"/>
              </a:rPr>
              <a:t>is</a:t>
            </a:r>
            <a:r>
              <a:rPr sz="2400">
                <a:latin typeface="Times New Roman"/>
                <a:cs typeface="Times New Roman"/>
              </a:rPr>
              <a:t>	a</a:t>
            </a:r>
            <a:r>
              <a:rPr sz="2400" spc="-15">
                <a:latin typeface="Times New Roman"/>
                <a:cs typeface="Times New Roman"/>
              </a:rPr>
              <a:t> </a:t>
            </a:r>
            <a:r>
              <a:rPr sz="2400">
                <a:latin typeface="Times New Roman"/>
                <a:cs typeface="Times New Roman"/>
              </a:rPr>
              <a:t>structured</a:t>
            </a:r>
            <a:r>
              <a:rPr sz="2400" spc="-50">
                <a:latin typeface="Times New Roman"/>
                <a:cs typeface="Times New Roman"/>
              </a:rPr>
              <a:t> </a:t>
            </a:r>
            <a:r>
              <a:rPr sz="2400" spc="-10">
                <a:latin typeface="Times New Roman"/>
                <a:cs typeface="Times New Roman"/>
              </a:rPr>
              <a:t>programming.</a:t>
            </a:r>
            <a:endParaRPr sz="2400">
              <a:latin typeface="Times New Roman"/>
              <a:cs typeface="Times New Roman"/>
            </a:endParaRPr>
          </a:p>
          <a:p>
            <a:pPr marL="355600" marR="5080" indent="-342900">
              <a:lnSpc>
                <a:spcPct val="110000"/>
              </a:lnSpc>
              <a:spcBef>
                <a:spcPts val="580"/>
              </a:spcBef>
              <a:buFont typeface="Arial"/>
              <a:buChar char="•"/>
              <a:tabLst>
                <a:tab pos="354965" algn="l"/>
                <a:tab pos="355600" algn="l"/>
              </a:tabLst>
            </a:pPr>
            <a:r>
              <a:rPr sz="2400">
                <a:latin typeface="Times New Roman"/>
                <a:cs typeface="Times New Roman"/>
              </a:rPr>
              <a:t>It</a:t>
            </a:r>
            <a:r>
              <a:rPr sz="2400" spc="-25">
                <a:latin typeface="Times New Roman"/>
                <a:cs typeface="Times New Roman"/>
              </a:rPr>
              <a:t> </a:t>
            </a:r>
            <a:r>
              <a:rPr sz="2400">
                <a:latin typeface="Times New Roman"/>
                <a:cs typeface="Times New Roman"/>
              </a:rPr>
              <a:t>supports loose typing</a:t>
            </a:r>
            <a:r>
              <a:rPr sz="2400" spc="-30">
                <a:latin typeface="Times New Roman"/>
                <a:cs typeface="Times New Roman"/>
              </a:rPr>
              <a:t> </a:t>
            </a:r>
            <a:r>
              <a:rPr sz="2400">
                <a:latin typeface="Times New Roman"/>
                <a:cs typeface="Times New Roman"/>
              </a:rPr>
              <a:t>(as a character</a:t>
            </a:r>
            <a:r>
              <a:rPr sz="2400" spc="-50">
                <a:latin typeface="Times New Roman"/>
                <a:cs typeface="Times New Roman"/>
              </a:rPr>
              <a:t> </a:t>
            </a:r>
            <a:r>
              <a:rPr sz="2400">
                <a:latin typeface="Times New Roman"/>
                <a:cs typeface="Times New Roman"/>
              </a:rPr>
              <a:t>can be</a:t>
            </a:r>
            <a:r>
              <a:rPr sz="2400" spc="-10">
                <a:latin typeface="Times New Roman"/>
                <a:cs typeface="Times New Roman"/>
              </a:rPr>
              <a:t> </a:t>
            </a:r>
            <a:r>
              <a:rPr sz="2400">
                <a:latin typeface="Times New Roman"/>
                <a:cs typeface="Times New Roman"/>
              </a:rPr>
              <a:t>treated</a:t>
            </a:r>
            <a:r>
              <a:rPr sz="2400" spc="-40">
                <a:latin typeface="Times New Roman"/>
                <a:cs typeface="Times New Roman"/>
              </a:rPr>
              <a:t> </a:t>
            </a:r>
            <a:r>
              <a:rPr sz="2400">
                <a:latin typeface="Times New Roman"/>
                <a:cs typeface="Times New Roman"/>
              </a:rPr>
              <a:t>as an integer</a:t>
            </a:r>
            <a:r>
              <a:rPr sz="2400" spc="-40">
                <a:latin typeface="Times New Roman"/>
                <a:cs typeface="Times New Roman"/>
              </a:rPr>
              <a:t> </a:t>
            </a:r>
            <a:r>
              <a:rPr sz="2400" spc="-25">
                <a:latin typeface="Times New Roman"/>
                <a:cs typeface="Times New Roman"/>
              </a:rPr>
              <a:t>and </a:t>
            </a:r>
            <a:r>
              <a:rPr sz="2400">
                <a:latin typeface="Times New Roman"/>
                <a:cs typeface="Times New Roman"/>
              </a:rPr>
              <a:t>vice</a:t>
            </a:r>
            <a:r>
              <a:rPr sz="2400" spc="-35">
                <a:latin typeface="Times New Roman"/>
                <a:cs typeface="Times New Roman"/>
              </a:rPr>
              <a:t> </a:t>
            </a:r>
            <a:r>
              <a:rPr sz="2400" spc="-10">
                <a:latin typeface="Times New Roman"/>
                <a:cs typeface="Times New Roman"/>
              </a:rPr>
              <a:t>versa).</a:t>
            </a:r>
            <a:endParaRPr sz="2400">
              <a:latin typeface="Times New Roman"/>
              <a:cs typeface="Times New Roman"/>
            </a:endParaRPr>
          </a:p>
          <a:p>
            <a:pPr marL="355600" indent="-342900">
              <a:spcBef>
                <a:spcPts val="865"/>
              </a:spcBef>
              <a:buFont typeface="Arial"/>
              <a:buChar char="•"/>
              <a:tabLst>
                <a:tab pos="354965" algn="l"/>
                <a:tab pos="355600" algn="l"/>
              </a:tabLst>
            </a:pPr>
            <a:r>
              <a:rPr sz="2400">
                <a:latin typeface="Times New Roman"/>
                <a:cs typeface="Times New Roman"/>
              </a:rPr>
              <a:t>Facilitates</a:t>
            </a:r>
            <a:r>
              <a:rPr sz="2400" spc="-75">
                <a:latin typeface="Times New Roman"/>
                <a:cs typeface="Times New Roman"/>
              </a:rPr>
              <a:t> </a:t>
            </a:r>
            <a:r>
              <a:rPr sz="2400">
                <a:latin typeface="Times New Roman"/>
                <a:cs typeface="Times New Roman"/>
              </a:rPr>
              <a:t>low</a:t>
            </a:r>
            <a:r>
              <a:rPr sz="2400" spc="-30">
                <a:latin typeface="Times New Roman"/>
                <a:cs typeface="Times New Roman"/>
              </a:rPr>
              <a:t> </a:t>
            </a:r>
            <a:r>
              <a:rPr sz="2400">
                <a:latin typeface="Times New Roman"/>
                <a:cs typeface="Times New Roman"/>
              </a:rPr>
              <a:t>level</a:t>
            </a:r>
            <a:r>
              <a:rPr sz="2400" spc="-60">
                <a:latin typeface="Times New Roman"/>
                <a:cs typeface="Times New Roman"/>
              </a:rPr>
              <a:t> </a:t>
            </a:r>
            <a:r>
              <a:rPr sz="2400">
                <a:latin typeface="Times New Roman"/>
                <a:cs typeface="Times New Roman"/>
              </a:rPr>
              <a:t>(bitwise)</a:t>
            </a:r>
            <a:r>
              <a:rPr sz="2400" spc="-55">
                <a:latin typeface="Times New Roman"/>
                <a:cs typeface="Times New Roman"/>
              </a:rPr>
              <a:t> </a:t>
            </a:r>
            <a:r>
              <a:rPr sz="2400" spc="-10">
                <a:latin typeface="Times New Roman"/>
                <a:cs typeface="Times New Roman"/>
              </a:rPr>
              <a:t>programming</a:t>
            </a:r>
            <a:endParaRPr sz="2400">
              <a:latin typeface="Times New Roman"/>
              <a:cs typeface="Times New Roman"/>
            </a:endParaRPr>
          </a:p>
          <a:p>
            <a:pPr marL="355600" marR="591185" indent="-342900">
              <a:lnSpc>
                <a:spcPct val="110000"/>
              </a:lnSpc>
              <a:spcBef>
                <a:spcPts val="575"/>
              </a:spcBef>
              <a:buFont typeface="Arial"/>
              <a:buChar char="•"/>
              <a:tabLst>
                <a:tab pos="354965" algn="l"/>
                <a:tab pos="355600" algn="l"/>
              </a:tabLst>
            </a:pPr>
            <a:r>
              <a:rPr sz="2400">
                <a:latin typeface="Times New Roman"/>
                <a:cs typeface="Times New Roman"/>
              </a:rPr>
              <a:t>Supports</a:t>
            </a:r>
            <a:r>
              <a:rPr sz="2400" spc="-65">
                <a:latin typeface="Times New Roman"/>
                <a:cs typeface="Times New Roman"/>
              </a:rPr>
              <a:t> </a:t>
            </a:r>
            <a:r>
              <a:rPr sz="2400">
                <a:latin typeface="Times New Roman"/>
                <a:cs typeface="Times New Roman"/>
              </a:rPr>
              <a:t>pointers</a:t>
            </a:r>
            <a:r>
              <a:rPr sz="2400" spc="-60">
                <a:latin typeface="Times New Roman"/>
                <a:cs typeface="Times New Roman"/>
              </a:rPr>
              <a:t> </a:t>
            </a:r>
            <a:r>
              <a:rPr sz="2400">
                <a:latin typeface="Times New Roman"/>
                <a:cs typeface="Times New Roman"/>
              </a:rPr>
              <a:t>to</a:t>
            </a:r>
            <a:r>
              <a:rPr sz="2400" spc="-45">
                <a:latin typeface="Times New Roman"/>
                <a:cs typeface="Times New Roman"/>
              </a:rPr>
              <a:t> </a:t>
            </a:r>
            <a:r>
              <a:rPr sz="2400">
                <a:latin typeface="Times New Roman"/>
                <a:cs typeface="Times New Roman"/>
              </a:rPr>
              <a:t>refer</a:t>
            </a:r>
            <a:r>
              <a:rPr sz="2400" spc="-35">
                <a:latin typeface="Times New Roman"/>
                <a:cs typeface="Times New Roman"/>
              </a:rPr>
              <a:t> </a:t>
            </a:r>
            <a:r>
              <a:rPr sz="2400">
                <a:latin typeface="Times New Roman"/>
                <a:cs typeface="Times New Roman"/>
              </a:rPr>
              <a:t>computer</a:t>
            </a:r>
            <a:r>
              <a:rPr sz="2400" spc="-35">
                <a:latin typeface="Times New Roman"/>
                <a:cs typeface="Times New Roman"/>
              </a:rPr>
              <a:t> </a:t>
            </a:r>
            <a:r>
              <a:rPr sz="2400" spc="-10">
                <a:latin typeface="Times New Roman"/>
                <a:cs typeface="Times New Roman"/>
              </a:rPr>
              <a:t>memory,</a:t>
            </a:r>
            <a:r>
              <a:rPr sz="2400" spc="-35">
                <a:latin typeface="Times New Roman"/>
                <a:cs typeface="Times New Roman"/>
              </a:rPr>
              <a:t> </a:t>
            </a:r>
            <a:r>
              <a:rPr sz="2400" spc="-10">
                <a:latin typeface="Times New Roman"/>
                <a:cs typeface="Times New Roman"/>
              </a:rPr>
              <a:t>array,</a:t>
            </a:r>
            <a:r>
              <a:rPr sz="2400" spc="-50">
                <a:latin typeface="Times New Roman"/>
                <a:cs typeface="Times New Roman"/>
              </a:rPr>
              <a:t> </a:t>
            </a:r>
            <a:r>
              <a:rPr sz="2400">
                <a:latin typeface="Times New Roman"/>
                <a:cs typeface="Times New Roman"/>
              </a:rPr>
              <a:t>structures</a:t>
            </a:r>
            <a:r>
              <a:rPr sz="2400" spc="-70">
                <a:latin typeface="Times New Roman"/>
                <a:cs typeface="Times New Roman"/>
              </a:rPr>
              <a:t> </a:t>
            </a:r>
            <a:r>
              <a:rPr sz="2400" spc="-25">
                <a:latin typeface="Times New Roman"/>
                <a:cs typeface="Times New Roman"/>
              </a:rPr>
              <a:t>and </a:t>
            </a:r>
            <a:r>
              <a:rPr sz="2400" spc="-10">
                <a:latin typeface="Times New Roman"/>
                <a:cs typeface="Times New Roman"/>
              </a:rPr>
              <a:t>functions.</a:t>
            </a:r>
            <a:endParaRPr sz="2400">
              <a:latin typeface="Times New Roman"/>
              <a:cs typeface="Times New Roman"/>
            </a:endParaRPr>
          </a:p>
          <a:p>
            <a:pPr marL="355600" indent="-342900">
              <a:spcBef>
                <a:spcPts val="865"/>
              </a:spcBef>
              <a:buFont typeface="Arial"/>
              <a:buChar char="•"/>
              <a:tabLst>
                <a:tab pos="354965" algn="l"/>
                <a:tab pos="355600" algn="l"/>
              </a:tabLst>
            </a:pPr>
            <a:r>
              <a:rPr sz="2400">
                <a:latin typeface="Times New Roman"/>
                <a:cs typeface="Times New Roman"/>
              </a:rPr>
              <a:t>C</a:t>
            </a:r>
            <a:r>
              <a:rPr sz="2400" spc="-25">
                <a:latin typeface="Times New Roman"/>
                <a:cs typeface="Times New Roman"/>
              </a:rPr>
              <a:t> </a:t>
            </a:r>
            <a:r>
              <a:rPr sz="2400">
                <a:latin typeface="Times New Roman"/>
                <a:cs typeface="Times New Roman"/>
              </a:rPr>
              <a:t>is a</a:t>
            </a:r>
            <a:r>
              <a:rPr sz="2400" spc="-5">
                <a:latin typeface="Times New Roman"/>
                <a:cs typeface="Times New Roman"/>
              </a:rPr>
              <a:t> </a:t>
            </a:r>
            <a:r>
              <a:rPr sz="2400">
                <a:latin typeface="Times New Roman"/>
                <a:cs typeface="Times New Roman"/>
              </a:rPr>
              <a:t>Portable</a:t>
            </a:r>
            <a:r>
              <a:rPr sz="2400" spc="-20">
                <a:latin typeface="Times New Roman"/>
                <a:cs typeface="Times New Roman"/>
              </a:rPr>
              <a:t> </a:t>
            </a:r>
            <a:r>
              <a:rPr sz="2400" spc="-10">
                <a:latin typeface="Times New Roman"/>
                <a:cs typeface="Times New Roman"/>
              </a:rPr>
              <a:t>language.</a:t>
            </a:r>
            <a:endParaRPr sz="2400">
              <a:latin typeface="Times New Roman"/>
              <a:cs typeface="Times New Roman"/>
            </a:endParaRPr>
          </a:p>
          <a:p>
            <a:pPr marL="355600" indent="-342900">
              <a:spcBef>
                <a:spcPts val="865"/>
              </a:spcBef>
              <a:buFont typeface="Arial"/>
              <a:buChar char="•"/>
              <a:tabLst>
                <a:tab pos="354965" algn="l"/>
                <a:tab pos="355600" algn="l"/>
              </a:tabLst>
            </a:pPr>
            <a:r>
              <a:rPr sz="2400">
                <a:latin typeface="Times New Roman"/>
                <a:cs typeface="Times New Roman"/>
              </a:rPr>
              <a:t>C</a:t>
            </a:r>
            <a:r>
              <a:rPr sz="2400" spc="-25">
                <a:latin typeface="Times New Roman"/>
                <a:cs typeface="Times New Roman"/>
              </a:rPr>
              <a:t> </a:t>
            </a:r>
            <a:r>
              <a:rPr sz="2400">
                <a:latin typeface="Times New Roman"/>
                <a:cs typeface="Times New Roman"/>
              </a:rPr>
              <a:t>is</a:t>
            </a:r>
            <a:r>
              <a:rPr sz="2400" spc="-5">
                <a:latin typeface="Times New Roman"/>
                <a:cs typeface="Times New Roman"/>
              </a:rPr>
              <a:t> </a:t>
            </a:r>
            <a:r>
              <a:rPr sz="2400">
                <a:latin typeface="Times New Roman"/>
                <a:cs typeface="Times New Roman"/>
              </a:rPr>
              <a:t>a</a:t>
            </a:r>
            <a:r>
              <a:rPr sz="2400" spc="-5">
                <a:latin typeface="Times New Roman"/>
                <a:cs typeface="Times New Roman"/>
              </a:rPr>
              <a:t> </a:t>
            </a:r>
            <a:r>
              <a:rPr sz="2400">
                <a:latin typeface="Times New Roman"/>
                <a:cs typeface="Times New Roman"/>
              </a:rPr>
              <a:t>core</a:t>
            </a:r>
            <a:r>
              <a:rPr sz="2400" spc="-15">
                <a:latin typeface="Times New Roman"/>
                <a:cs typeface="Times New Roman"/>
              </a:rPr>
              <a:t> </a:t>
            </a:r>
            <a:r>
              <a:rPr sz="2400" spc="-10">
                <a:latin typeface="Times New Roman"/>
                <a:cs typeface="Times New Roman"/>
              </a:rPr>
              <a:t>language</a:t>
            </a:r>
            <a:endParaRPr sz="2400">
              <a:latin typeface="Times New Roman"/>
              <a:cs typeface="Times New Roman"/>
            </a:endParaRPr>
          </a:p>
          <a:p>
            <a:pPr marL="355600" indent="-342900">
              <a:spcBef>
                <a:spcPts val="865"/>
              </a:spcBef>
              <a:buFont typeface="Arial"/>
              <a:buChar char="•"/>
              <a:tabLst>
                <a:tab pos="354965" algn="l"/>
                <a:tab pos="355600" algn="l"/>
              </a:tabLst>
            </a:pPr>
            <a:r>
              <a:rPr sz="2400">
                <a:latin typeface="Times New Roman"/>
                <a:cs typeface="Times New Roman"/>
              </a:rPr>
              <a:t>C</a:t>
            </a:r>
            <a:r>
              <a:rPr sz="2400" spc="-25">
                <a:latin typeface="Times New Roman"/>
                <a:cs typeface="Times New Roman"/>
              </a:rPr>
              <a:t> </a:t>
            </a:r>
            <a:r>
              <a:rPr sz="2400">
                <a:latin typeface="Times New Roman"/>
                <a:cs typeface="Times New Roman"/>
              </a:rPr>
              <a:t>is an</a:t>
            </a:r>
            <a:r>
              <a:rPr sz="2400" spc="-15">
                <a:latin typeface="Times New Roman"/>
                <a:cs typeface="Times New Roman"/>
              </a:rPr>
              <a:t> </a:t>
            </a:r>
            <a:r>
              <a:rPr sz="2400">
                <a:latin typeface="Times New Roman"/>
                <a:cs typeface="Times New Roman"/>
              </a:rPr>
              <a:t>extensible</a:t>
            </a:r>
            <a:r>
              <a:rPr sz="2400" spc="-35">
                <a:latin typeface="Times New Roman"/>
                <a:cs typeface="Times New Roman"/>
              </a:rPr>
              <a:t> </a:t>
            </a:r>
            <a:r>
              <a:rPr sz="2400" spc="-10">
                <a:latin typeface="Times New Roman"/>
                <a:cs typeface="Times New Roman"/>
              </a:rPr>
              <a:t>language</a:t>
            </a:r>
            <a:endParaRPr lang="en-US" sz="2400" spc="-10">
              <a:latin typeface="Times New Roman"/>
              <a:cs typeface="Times New Roman"/>
            </a:endParaRPr>
          </a:p>
          <a:p>
            <a:pPr marL="355600" indent="-342900">
              <a:spcBef>
                <a:spcPts val="865"/>
              </a:spcBef>
              <a:buFont typeface="Arial"/>
              <a:buChar char="•"/>
              <a:tabLst>
                <a:tab pos="354965" algn="l"/>
                <a:tab pos="355600" algn="l"/>
              </a:tabLst>
            </a:pPr>
            <a:endParaRPr lang="en-US" sz="2400" spc="-10">
              <a:latin typeface="Times New Roman"/>
              <a:cs typeface="Times New Roman"/>
            </a:endParaRPr>
          </a:p>
          <a:p>
            <a:pPr marL="12700">
              <a:spcBef>
                <a:spcPts val="865"/>
              </a:spcBef>
              <a:tabLst>
                <a:tab pos="354965" algn="l"/>
                <a:tab pos="355600" algn="l"/>
              </a:tabLst>
            </a:pPr>
            <a:endParaRPr lang="en-US" sz="2400" spc="-10">
              <a:latin typeface="Times New Roman"/>
              <a:cs typeface="Times New Roman"/>
            </a:endParaRPr>
          </a:p>
        </p:txBody>
      </p:sp>
      <p:sp>
        <p:nvSpPr>
          <p:cNvPr id="4" name="TextBox 3">
            <a:extLst>
              <a:ext uri="{FF2B5EF4-FFF2-40B4-BE49-F238E27FC236}">
                <a16:creationId xmlns:a16="http://schemas.microsoft.com/office/drawing/2014/main" id="{298F86E2-7311-D750-7978-922AB3CFEF86}"/>
              </a:ext>
            </a:extLst>
          </p:cNvPr>
          <p:cNvSpPr txBox="1"/>
          <p:nvPr/>
        </p:nvSpPr>
        <p:spPr>
          <a:xfrm>
            <a:off x="5549430" y="483729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err="1">
              <a:cs typeface="Calibri"/>
            </a:endParaRPr>
          </a:p>
        </p:txBody>
      </p:sp>
    </p:spTree>
    <p:extLst>
      <p:ext uri="{BB962C8B-B14F-4D97-AF65-F5344CB8AC3E}">
        <p14:creationId xmlns:p14="http://schemas.microsoft.com/office/powerpoint/2010/main" val="19919280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40" y="-97758"/>
            <a:ext cx="6366801" cy="689291"/>
          </a:xfrm>
          <a:prstGeom prst="rect">
            <a:avLst/>
          </a:prstGeom>
        </p:spPr>
        <p:txBody>
          <a:bodyPr vert="horz" wrap="square" lIns="0" tIns="12065" rIns="0" bIns="0" rtlCol="0" anchor="ctr">
            <a:spAutoFit/>
          </a:bodyPr>
          <a:lstStyle/>
          <a:p>
            <a:pPr marL="12700">
              <a:lnSpc>
                <a:spcPct val="100000"/>
              </a:lnSpc>
              <a:spcBef>
                <a:spcPts val="95"/>
              </a:spcBef>
            </a:pPr>
            <a:r>
              <a:t>Uses</a:t>
            </a:r>
            <a:r>
              <a:rPr spc="-50"/>
              <a:t> </a:t>
            </a:r>
            <a:r>
              <a:t>of</a:t>
            </a:r>
            <a:r>
              <a:rPr spc="-20"/>
              <a:t> </a:t>
            </a:r>
            <a:r>
              <a:t>C</a:t>
            </a:r>
            <a:r>
              <a:rPr spc="-40"/>
              <a:t> </a:t>
            </a:r>
            <a:r>
              <a:rPr spc="-10"/>
              <a:t>Language:</a:t>
            </a:r>
          </a:p>
        </p:txBody>
      </p:sp>
      <p:sp>
        <p:nvSpPr>
          <p:cNvPr id="3" name="object 3"/>
          <p:cNvSpPr txBox="1"/>
          <p:nvPr/>
        </p:nvSpPr>
        <p:spPr>
          <a:xfrm>
            <a:off x="1602740" y="484062"/>
            <a:ext cx="8988425" cy="5513705"/>
          </a:xfrm>
          <a:prstGeom prst="rect">
            <a:avLst/>
          </a:prstGeom>
        </p:spPr>
        <p:txBody>
          <a:bodyPr vert="horz" wrap="square" lIns="0" tIns="12700" rIns="0" bIns="0" rtlCol="0">
            <a:spAutoFit/>
          </a:bodyPr>
          <a:lstStyle/>
          <a:p>
            <a:pPr marL="355600" marR="5080" indent="-342900" algn="just">
              <a:lnSpc>
                <a:spcPct val="120000"/>
              </a:lnSpc>
              <a:spcBef>
                <a:spcPts val="100"/>
              </a:spcBef>
              <a:buFont typeface="Arial"/>
              <a:buChar char="•"/>
              <a:tabLst>
                <a:tab pos="355600" algn="l"/>
              </a:tabLst>
            </a:pPr>
            <a:r>
              <a:rPr sz="2400">
                <a:latin typeface="Times New Roman"/>
                <a:cs typeface="Times New Roman"/>
              </a:rPr>
              <a:t>C</a:t>
            </a:r>
            <a:r>
              <a:rPr sz="2400" spc="-30">
                <a:latin typeface="Times New Roman"/>
                <a:cs typeface="Times New Roman"/>
              </a:rPr>
              <a:t> </a:t>
            </a:r>
            <a:r>
              <a:rPr sz="2400">
                <a:latin typeface="Times New Roman"/>
                <a:cs typeface="Times New Roman"/>
              </a:rPr>
              <a:t>language</a:t>
            </a:r>
            <a:r>
              <a:rPr sz="2400" spc="-10">
                <a:latin typeface="Times New Roman"/>
                <a:cs typeface="Times New Roman"/>
              </a:rPr>
              <a:t> </a:t>
            </a:r>
            <a:r>
              <a:rPr sz="2400">
                <a:latin typeface="Times New Roman"/>
                <a:cs typeface="Times New Roman"/>
              </a:rPr>
              <a:t>is</a:t>
            </a:r>
            <a:r>
              <a:rPr sz="2400" spc="-10">
                <a:latin typeface="Times New Roman"/>
                <a:cs typeface="Times New Roman"/>
              </a:rPr>
              <a:t> </a:t>
            </a:r>
            <a:r>
              <a:rPr sz="2400">
                <a:latin typeface="Times New Roman"/>
                <a:cs typeface="Times New Roman"/>
              </a:rPr>
              <a:t>primarily</a:t>
            </a:r>
            <a:r>
              <a:rPr sz="2400" spc="-10">
                <a:latin typeface="Times New Roman"/>
                <a:cs typeface="Times New Roman"/>
              </a:rPr>
              <a:t> </a:t>
            </a:r>
            <a:r>
              <a:rPr sz="2400">
                <a:latin typeface="Times New Roman"/>
                <a:cs typeface="Times New Roman"/>
              </a:rPr>
              <a:t>used</a:t>
            </a:r>
            <a:r>
              <a:rPr sz="2400" spc="-5">
                <a:latin typeface="Times New Roman"/>
                <a:cs typeface="Times New Roman"/>
              </a:rPr>
              <a:t> </a:t>
            </a:r>
            <a:r>
              <a:rPr sz="2400">
                <a:latin typeface="Times New Roman"/>
                <a:cs typeface="Times New Roman"/>
              </a:rPr>
              <a:t>for</a:t>
            </a:r>
            <a:r>
              <a:rPr sz="2400" spc="-10">
                <a:latin typeface="Times New Roman"/>
                <a:cs typeface="Times New Roman"/>
              </a:rPr>
              <a:t> </a:t>
            </a:r>
            <a:r>
              <a:rPr sz="2400">
                <a:latin typeface="Times New Roman"/>
                <a:cs typeface="Times New Roman"/>
              </a:rPr>
              <a:t>system</a:t>
            </a:r>
            <a:r>
              <a:rPr sz="2400" spc="-25">
                <a:latin typeface="Times New Roman"/>
                <a:cs typeface="Times New Roman"/>
              </a:rPr>
              <a:t> </a:t>
            </a:r>
            <a:r>
              <a:rPr sz="2400">
                <a:latin typeface="Times New Roman"/>
                <a:cs typeface="Times New Roman"/>
              </a:rPr>
              <a:t>programming.</a:t>
            </a:r>
            <a:r>
              <a:rPr sz="2400" spc="-15">
                <a:latin typeface="Times New Roman"/>
                <a:cs typeface="Times New Roman"/>
              </a:rPr>
              <a:t> </a:t>
            </a:r>
            <a:r>
              <a:rPr sz="2400">
                <a:latin typeface="Times New Roman"/>
                <a:cs typeface="Times New Roman"/>
              </a:rPr>
              <a:t>The</a:t>
            </a:r>
            <a:r>
              <a:rPr sz="2400" spc="-10">
                <a:latin typeface="Times New Roman"/>
                <a:cs typeface="Times New Roman"/>
              </a:rPr>
              <a:t> portability, </a:t>
            </a:r>
            <a:r>
              <a:rPr sz="2400">
                <a:latin typeface="Times New Roman"/>
                <a:cs typeface="Times New Roman"/>
              </a:rPr>
              <a:t>efficiency,</a:t>
            </a:r>
            <a:r>
              <a:rPr sz="2400" spc="215">
                <a:latin typeface="Times New Roman"/>
                <a:cs typeface="Times New Roman"/>
              </a:rPr>
              <a:t> </a:t>
            </a:r>
            <a:r>
              <a:rPr sz="2400">
                <a:latin typeface="Times New Roman"/>
                <a:cs typeface="Times New Roman"/>
              </a:rPr>
              <a:t>the</a:t>
            </a:r>
            <a:r>
              <a:rPr sz="2400" spc="225">
                <a:latin typeface="Times New Roman"/>
                <a:cs typeface="Times New Roman"/>
              </a:rPr>
              <a:t> </a:t>
            </a:r>
            <a:r>
              <a:rPr sz="2400">
                <a:latin typeface="Times New Roman"/>
                <a:cs typeface="Times New Roman"/>
              </a:rPr>
              <a:t>ability</a:t>
            </a:r>
            <a:r>
              <a:rPr sz="2400" spc="220">
                <a:latin typeface="Times New Roman"/>
                <a:cs typeface="Times New Roman"/>
              </a:rPr>
              <a:t> </a:t>
            </a:r>
            <a:r>
              <a:rPr sz="2400">
                <a:latin typeface="Times New Roman"/>
                <a:cs typeface="Times New Roman"/>
              </a:rPr>
              <a:t>to</a:t>
            </a:r>
            <a:r>
              <a:rPr sz="2400" spc="215">
                <a:latin typeface="Times New Roman"/>
                <a:cs typeface="Times New Roman"/>
              </a:rPr>
              <a:t> </a:t>
            </a:r>
            <a:r>
              <a:rPr sz="2400">
                <a:latin typeface="Times New Roman"/>
                <a:cs typeface="Times New Roman"/>
              </a:rPr>
              <a:t>access</a:t>
            </a:r>
            <a:r>
              <a:rPr sz="2400" spc="240">
                <a:latin typeface="Times New Roman"/>
                <a:cs typeface="Times New Roman"/>
              </a:rPr>
              <a:t> </a:t>
            </a:r>
            <a:r>
              <a:rPr sz="2400">
                <a:latin typeface="Times New Roman"/>
                <a:cs typeface="Times New Roman"/>
              </a:rPr>
              <a:t>specific</a:t>
            </a:r>
            <a:r>
              <a:rPr sz="2400" spc="245">
                <a:latin typeface="Times New Roman"/>
                <a:cs typeface="Times New Roman"/>
              </a:rPr>
              <a:t> </a:t>
            </a:r>
            <a:r>
              <a:rPr sz="2400">
                <a:latin typeface="Times New Roman"/>
                <a:cs typeface="Times New Roman"/>
              </a:rPr>
              <a:t>hardware</a:t>
            </a:r>
            <a:r>
              <a:rPr sz="2400" spc="245">
                <a:latin typeface="Times New Roman"/>
                <a:cs typeface="Times New Roman"/>
              </a:rPr>
              <a:t> </a:t>
            </a:r>
            <a:r>
              <a:rPr sz="2400">
                <a:latin typeface="Times New Roman"/>
                <a:cs typeface="Times New Roman"/>
              </a:rPr>
              <a:t>addresses</a:t>
            </a:r>
            <a:r>
              <a:rPr sz="2400" spc="235">
                <a:latin typeface="Times New Roman"/>
                <a:cs typeface="Times New Roman"/>
              </a:rPr>
              <a:t> </a:t>
            </a:r>
            <a:r>
              <a:rPr sz="2400">
                <a:latin typeface="Times New Roman"/>
                <a:cs typeface="Times New Roman"/>
              </a:rPr>
              <a:t>and</a:t>
            </a:r>
            <a:r>
              <a:rPr sz="2400" spc="245">
                <a:latin typeface="Times New Roman"/>
                <a:cs typeface="Times New Roman"/>
              </a:rPr>
              <a:t> </a:t>
            </a:r>
            <a:r>
              <a:rPr sz="2400" spc="-25">
                <a:latin typeface="Times New Roman"/>
                <a:cs typeface="Times New Roman"/>
              </a:rPr>
              <a:t>low </a:t>
            </a:r>
            <a:r>
              <a:rPr sz="2400">
                <a:latin typeface="Times New Roman"/>
                <a:cs typeface="Times New Roman"/>
              </a:rPr>
              <a:t>runtime</a:t>
            </a:r>
            <a:r>
              <a:rPr sz="2400" spc="620">
                <a:latin typeface="Times New Roman"/>
                <a:cs typeface="Times New Roman"/>
              </a:rPr>
              <a:t> </a:t>
            </a:r>
            <a:r>
              <a:rPr sz="2400">
                <a:latin typeface="Times New Roman"/>
                <a:cs typeface="Times New Roman"/>
              </a:rPr>
              <a:t>demand</a:t>
            </a:r>
            <a:r>
              <a:rPr sz="2400" spc="615">
                <a:latin typeface="Times New Roman"/>
                <a:cs typeface="Times New Roman"/>
              </a:rPr>
              <a:t> </a:t>
            </a:r>
            <a:r>
              <a:rPr sz="2400">
                <a:latin typeface="Times New Roman"/>
                <a:cs typeface="Times New Roman"/>
              </a:rPr>
              <a:t>on</a:t>
            </a:r>
            <a:r>
              <a:rPr sz="2400" spc="615">
                <a:latin typeface="Times New Roman"/>
                <a:cs typeface="Times New Roman"/>
              </a:rPr>
              <a:t> </a:t>
            </a:r>
            <a:r>
              <a:rPr sz="2400">
                <a:latin typeface="Times New Roman"/>
                <a:cs typeface="Times New Roman"/>
              </a:rPr>
              <a:t>system</a:t>
            </a:r>
            <a:r>
              <a:rPr sz="2400" spc="600">
                <a:latin typeface="Times New Roman"/>
                <a:cs typeface="Times New Roman"/>
              </a:rPr>
              <a:t> </a:t>
            </a:r>
            <a:r>
              <a:rPr sz="2400">
                <a:latin typeface="Times New Roman"/>
                <a:cs typeface="Times New Roman"/>
              </a:rPr>
              <a:t>resources</a:t>
            </a:r>
            <a:r>
              <a:rPr sz="2400" spc="625">
                <a:latin typeface="Times New Roman"/>
                <a:cs typeface="Times New Roman"/>
              </a:rPr>
              <a:t> </a:t>
            </a:r>
            <a:r>
              <a:rPr sz="2400">
                <a:latin typeface="Times New Roman"/>
                <a:cs typeface="Times New Roman"/>
              </a:rPr>
              <a:t>makes</a:t>
            </a:r>
            <a:r>
              <a:rPr sz="2400" spc="610">
                <a:latin typeface="Times New Roman"/>
                <a:cs typeface="Times New Roman"/>
              </a:rPr>
              <a:t> </a:t>
            </a:r>
            <a:r>
              <a:rPr sz="2400">
                <a:latin typeface="Times New Roman"/>
                <a:cs typeface="Times New Roman"/>
              </a:rPr>
              <a:t>it</a:t>
            </a:r>
            <a:r>
              <a:rPr sz="2400" spc="610">
                <a:latin typeface="Times New Roman"/>
                <a:cs typeface="Times New Roman"/>
              </a:rPr>
              <a:t> </a:t>
            </a:r>
            <a:r>
              <a:rPr sz="2400">
                <a:latin typeface="Times New Roman"/>
                <a:cs typeface="Times New Roman"/>
              </a:rPr>
              <a:t>a</a:t>
            </a:r>
            <a:r>
              <a:rPr sz="2400" spc="615">
                <a:latin typeface="Times New Roman"/>
                <a:cs typeface="Times New Roman"/>
              </a:rPr>
              <a:t> </a:t>
            </a:r>
            <a:r>
              <a:rPr sz="2400">
                <a:latin typeface="Times New Roman"/>
                <a:cs typeface="Times New Roman"/>
              </a:rPr>
              <a:t>good</a:t>
            </a:r>
            <a:r>
              <a:rPr sz="2400" spc="605">
                <a:latin typeface="Times New Roman"/>
                <a:cs typeface="Times New Roman"/>
              </a:rPr>
              <a:t> </a:t>
            </a:r>
            <a:r>
              <a:rPr sz="2400">
                <a:latin typeface="Times New Roman"/>
                <a:cs typeface="Times New Roman"/>
              </a:rPr>
              <a:t>choice</a:t>
            </a:r>
            <a:r>
              <a:rPr sz="2400" spc="615">
                <a:latin typeface="Times New Roman"/>
                <a:cs typeface="Times New Roman"/>
              </a:rPr>
              <a:t> </a:t>
            </a:r>
            <a:r>
              <a:rPr sz="2400" spc="-25">
                <a:latin typeface="Times New Roman"/>
                <a:cs typeface="Times New Roman"/>
              </a:rPr>
              <a:t>for </a:t>
            </a:r>
            <a:r>
              <a:rPr sz="2400">
                <a:latin typeface="Times New Roman"/>
                <a:cs typeface="Times New Roman"/>
              </a:rPr>
              <a:t>implementing</a:t>
            </a:r>
            <a:r>
              <a:rPr sz="2400" spc="-50">
                <a:latin typeface="Times New Roman"/>
                <a:cs typeface="Times New Roman"/>
              </a:rPr>
              <a:t> </a:t>
            </a:r>
            <a:r>
              <a:rPr sz="2400">
                <a:latin typeface="Times New Roman"/>
                <a:cs typeface="Times New Roman"/>
              </a:rPr>
              <a:t>operating</a:t>
            </a:r>
            <a:r>
              <a:rPr sz="2400" spc="-40">
                <a:latin typeface="Times New Roman"/>
                <a:cs typeface="Times New Roman"/>
              </a:rPr>
              <a:t> </a:t>
            </a:r>
            <a:r>
              <a:rPr sz="2400">
                <a:latin typeface="Times New Roman"/>
                <a:cs typeface="Times New Roman"/>
              </a:rPr>
              <a:t>systems</a:t>
            </a:r>
            <a:r>
              <a:rPr sz="2400" spc="-15">
                <a:latin typeface="Times New Roman"/>
                <a:cs typeface="Times New Roman"/>
              </a:rPr>
              <a:t> </a:t>
            </a:r>
            <a:r>
              <a:rPr sz="2400">
                <a:latin typeface="Times New Roman"/>
                <a:cs typeface="Times New Roman"/>
              </a:rPr>
              <a:t>and</a:t>
            </a:r>
            <a:r>
              <a:rPr sz="2400" spc="-35">
                <a:latin typeface="Times New Roman"/>
                <a:cs typeface="Times New Roman"/>
              </a:rPr>
              <a:t> </a:t>
            </a:r>
            <a:r>
              <a:rPr sz="2400">
                <a:latin typeface="Times New Roman"/>
                <a:cs typeface="Times New Roman"/>
              </a:rPr>
              <a:t>embedded</a:t>
            </a:r>
            <a:r>
              <a:rPr sz="2400" spc="-20">
                <a:latin typeface="Times New Roman"/>
                <a:cs typeface="Times New Roman"/>
              </a:rPr>
              <a:t> </a:t>
            </a:r>
            <a:r>
              <a:rPr sz="2400">
                <a:latin typeface="Times New Roman"/>
                <a:cs typeface="Times New Roman"/>
              </a:rPr>
              <a:t>system</a:t>
            </a:r>
            <a:r>
              <a:rPr sz="2400" spc="-35">
                <a:latin typeface="Times New Roman"/>
                <a:cs typeface="Times New Roman"/>
              </a:rPr>
              <a:t> </a:t>
            </a:r>
            <a:r>
              <a:rPr sz="2400" spc="-10">
                <a:latin typeface="Times New Roman"/>
                <a:cs typeface="Times New Roman"/>
              </a:rPr>
              <a:t>applications.</a:t>
            </a:r>
            <a:endParaRPr sz="2400">
              <a:latin typeface="Times New Roman"/>
              <a:cs typeface="Times New Roman"/>
            </a:endParaRPr>
          </a:p>
          <a:p>
            <a:pPr marL="355600" marR="5080" indent="-342900" algn="just">
              <a:lnSpc>
                <a:spcPct val="120000"/>
              </a:lnSpc>
              <a:spcBef>
                <a:spcPts val="580"/>
              </a:spcBef>
              <a:buFont typeface="Arial"/>
              <a:buChar char="•"/>
              <a:tabLst>
                <a:tab pos="355600" algn="l"/>
              </a:tabLst>
            </a:pPr>
            <a:r>
              <a:rPr sz="2400">
                <a:latin typeface="Times New Roman"/>
                <a:cs typeface="Times New Roman"/>
              </a:rPr>
              <a:t>C</a:t>
            </a:r>
            <a:r>
              <a:rPr sz="2400" spc="95">
                <a:latin typeface="Times New Roman"/>
                <a:cs typeface="Times New Roman"/>
              </a:rPr>
              <a:t>  </a:t>
            </a:r>
            <a:r>
              <a:rPr sz="2400">
                <a:latin typeface="Times New Roman"/>
                <a:cs typeface="Times New Roman"/>
              </a:rPr>
              <a:t>has</a:t>
            </a:r>
            <a:r>
              <a:rPr sz="2400" spc="100">
                <a:latin typeface="Times New Roman"/>
                <a:cs typeface="Times New Roman"/>
              </a:rPr>
              <a:t>  </a:t>
            </a:r>
            <a:r>
              <a:rPr sz="2400">
                <a:latin typeface="Times New Roman"/>
                <a:cs typeface="Times New Roman"/>
              </a:rPr>
              <a:t>been</a:t>
            </a:r>
            <a:r>
              <a:rPr sz="2400" spc="105">
                <a:latin typeface="Times New Roman"/>
                <a:cs typeface="Times New Roman"/>
              </a:rPr>
              <a:t>  </a:t>
            </a:r>
            <a:r>
              <a:rPr sz="2400">
                <a:latin typeface="Times New Roman"/>
                <a:cs typeface="Times New Roman"/>
              </a:rPr>
              <a:t>so</a:t>
            </a:r>
            <a:r>
              <a:rPr sz="2400" spc="105">
                <a:latin typeface="Times New Roman"/>
                <a:cs typeface="Times New Roman"/>
              </a:rPr>
              <a:t>  </a:t>
            </a:r>
            <a:r>
              <a:rPr sz="2400">
                <a:latin typeface="Times New Roman"/>
                <a:cs typeface="Times New Roman"/>
              </a:rPr>
              <a:t>widely</a:t>
            </a:r>
            <a:r>
              <a:rPr sz="2400" spc="95">
                <a:latin typeface="Times New Roman"/>
                <a:cs typeface="Times New Roman"/>
              </a:rPr>
              <a:t>  </a:t>
            </a:r>
            <a:r>
              <a:rPr sz="2400">
                <a:latin typeface="Times New Roman"/>
                <a:cs typeface="Times New Roman"/>
              </a:rPr>
              <a:t>accepted</a:t>
            </a:r>
            <a:r>
              <a:rPr sz="2400" spc="100">
                <a:latin typeface="Times New Roman"/>
                <a:cs typeface="Times New Roman"/>
              </a:rPr>
              <a:t>  </a:t>
            </a:r>
            <a:r>
              <a:rPr sz="2400">
                <a:latin typeface="Times New Roman"/>
                <a:cs typeface="Times New Roman"/>
              </a:rPr>
              <a:t>by</a:t>
            </a:r>
            <a:r>
              <a:rPr sz="2400" spc="100">
                <a:latin typeface="Times New Roman"/>
                <a:cs typeface="Times New Roman"/>
              </a:rPr>
              <a:t>  </a:t>
            </a:r>
            <a:r>
              <a:rPr sz="2400">
                <a:latin typeface="Times New Roman"/>
                <a:cs typeface="Times New Roman"/>
              </a:rPr>
              <a:t>professionals</a:t>
            </a:r>
            <a:r>
              <a:rPr sz="2400" spc="100">
                <a:latin typeface="Times New Roman"/>
                <a:cs typeface="Times New Roman"/>
              </a:rPr>
              <a:t>  </a:t>
            </a:r>
            <a:r>
              <a:rPr sz="2400">
                <a:latin typeface="Times New Roman"/>
                <a:cs typeface="Times New Roman"/>
              </a:rPr>
              <a:t>that</a:t>
            </a:r>
            <a:r>
              <a:rPr sz="2400" spc="100">
                <a:latin typeface="Times New Roman"/>
                <a:cs typeface="Times New Roman"/>
              </a:rPr>
              <a:t>  </a:t>
            </a:r>
            <a:r>
              <a:rPr sz="2400" spc="-10">
                <a:latin typeface="Times New Roman"/>
                <a:cs typeface="Times New Roman"/>
              </a:rPr>
              <a:t>compilers, </a:t>
            </a:r>
            <a:r>
              <a:rPr sz="2400">
                <a:latin typeface="Times New Roman"/>
                <a:cs typeface="Times New Roman"/>
              </a:rPr>
              <a:t>libraries,</a:t>
            </a:r>
            <a:r>
              <a:rPr sz="2400" spc="310">
                <a:latin typeface="Times New Roman"/>
                <a:cs typeface="Times New Roman"/>
              </a:rPr>
              <a:t> </a:t>
            </a:r>
            <a:r>
              <a:rPr sz="2400">
                <a:latin typeface="Times New Roman"/>
                <a:cs typeface="Times New Roman"/>
              </a:rPr>
              <a:t>and</a:t>
            </a:r>
            <a:r>
              <a:rPr sz="2400" spc="305">
                <a:latin typeface="Times New Roman"/>
                <a:cs typeface="Times New Roman"/>
              </a:rPr>
              <a:t> </a:t>
            </a:r>
            <a:r>
              <a:rPr sz="2400">
                <a:latin typeface="Times New Roman"/>
                <a:cs typeface="Times New Roman"/>
              </a:rPr>
              <a:t>interpreters</a:t>
            </a:r>
            <a:r>
              <a:rPr sz="2400" spc="310">
                <a:latin typeface="Times New Roman"/>
                <a:cs typeface="Times New Roman"/>
              </a:rPr>
              <a:t> </a:t>
            </a:r>
            <a:r>
              <a:rPr sz="2400">
                <a:latin typeface="Times New Roman"/>
                <a:cs typeface="Times New Roman"/>
              </a:rPr>
              <a:t>of</a:t>
            </a:r>
            <a:r>
              <a:rPr sz="2400" spc="295">
                <a:latin typeface="Times New Roman"/>
                <a:cs typeface="Times New Roman"/>
              </a:rPr>
              <a:t> </a:t>
            </a:r>
            <a:r>
              <a:rPr sz="2400" i="1">
                <a:latin typeface="Times New Roman"/>
                <a:cs typeface="Times New Roman"/>
              </a:rPr>
              <a:t>other</a:t>
            </a:r>
            <a:r>
              <a:rPr sz="2400" i="1" spc="315">
                <a:latin typeface="Times New Roman"/>
                <a:cs typeface="Times New Roman"/>
              </a:rPr>
              <a:t> </a:t>
            </a:r>
            <a:r>
              <a:rPr sz="2400">
                <a:latin typeface="Times New Roman"/>
                <a:cs typeface="Times New Roman"/>
              </a:rPr>
              <a:t>programming</a:t>
            </a:r>
            <a:r>
              <a:rPr sz="2400" spc="315">
                <a:latin typeface="Times New Roman"/>
                <a:cs typeface="Times New Roman"/>
              </a:rPr>
              <a:t> </a:t>
            </a:r>
            <a:r>
              <a:rPr sz="2400">
                <a:latin typeface="Times New Roman"/>
                <a:cs typeface="Times New Roman"/>
              </a:rPr>
              <a:t>languages</a:t>
            </a:r>
            <a:r>
              <a:rPr sz="2400" spc="305">
                <a:latin typeface="Times New Roman"/>
                <a:cs typeface="Times New Roman"/>
              </a:rPr>
              <a:t> </a:t>
            </a:r>
            <a:r>
              <a:rPr sz="2400">
                <a:latin typeface="Times New Roman"/>
                <a:cs typeface="Times New Roman"/>
              </a:rPr>
              <a:t>are</a:t>
            </a:r>
            <a:r>
              <a:rPr sz="2400" spc="310">
                <a:latin typeface="Times New Roman"/>
                <a:cs typeface="Times New Roman"/>
              </a:rPr>
              <a:t> </a:t>
            </a:r>
            <a:r>
              <a:rPr sz="2400" spc="-10">
                <a:latin typeface="Times New Roman"/>
                <a:cs typeface="Times New Roman"/>
              </a:rPr>
              <a:t>often </a:t>
            </a:r>
            <a:r>
              <a:rPr sz="2400">
                <a:latin typeface="Times New Roman"/>
                <a:cs typeface="Times New Roman"/>
              </a:rPr>
              <a:t>implemented</a:t>
            </a:r>
            <a:r>
              <a:rPr sz="2400" spc="-30">
                <a:latin typeface="Times New Roman"/>
                <a:cs typeface="Times New Roman"/>
              </a:rPr>
              <a:t> </a:t>
            </a:r>
            <a:r>
              <a:rPr sz="2400">
                <a:latin typeface="Times New Roman"/>
                <a:cs typeface="Times New Roman"/>
              </a:rPr>
              <a:t>in</a:t>
            </a:r>
            <a:r>
              <a:rPr sz="2400" spc="-25">
                <a:latin typeface="Times New Roman"/>
                <a:cs typeface="Times New Roman"/>
              </a:rPr>
              <a:t> C.</a:t>
            </a:r>
            <a:endParaRPr sz="2400">
              <a:latin typeface="Times New Roman"/>
              <a:cs typeface="Times New Roman"/>
            </a:endParaRPr>
          </a:p>
          <a:p>
            <a:pPr marL="355600" marR="5080" indent="-342900" algn="just">
              <a:lnSpc>
                <a:spcPct val="120000"/>
              </a:lnSpc>
              <a:spcBef>
                <a:spcPts val="580"/>
              </a:spcBef>
              <a:buFont typeface="Arial"/>
              <a:buChar char="•"/>
              <a:tabLst>
                <a:tab pos="355600" algn="l"/>
              </a:tabLst>
            </a:pPr>
            <a:r>
              <a:rPr sz="2400">
                <a:latin typeface="Times New Roman"/>
                <a:cs typeface="Times New Roman"/>
              </a:rPr>
              <a:t>For</a:t>
            </a:r>
            <a:r>
              <a:rPr sz="2400" spc="300">
                <a:latin typeface="Times New Roman"/>
                <a:cs typeface="Times New Roman"/>
              </a:rPr>
              <a:t> </a:t>
            </a:r>
            <a:r>
              <a:rPr sz="2400">
                <a:latin typeface="Times New Roman"/>
                <a:cs typeface="Times New Roman"/>
              </a:rPr>
              <a:t>portability</a:t>
            </a:r>
            <a:r>
              <a:rPr sz="2400" spc="285">
                <a:latin typeface="Times New Roman"/>
                <a:cs typeface="Times New Roman"/>
              </a:rPr>
              <a:t> </a:t>
            </a:r>
            <a:r>
              <a:rPr sz="2400">
                <a:latin typeface="Times New Roman"/>
                <a:cs typeface="Times New Roman"/>
              </a:rPr>
              <a:t>and</a:t>
            </a:r>
            <a:r>
              <a:rPr sz="2400" spc="300">
                <a:latin typeface="Times New Roman"/>
                <a:cs typeface="Times New Roman"/>
              </a:rPr>
              <a:t> </a:t>
            </a:r>
            <a:r>
              <a:rPr sz="2400">
                <a:latin typeface="Times New Roman"/>
                <a:cs typeface="Times New Roman"/>
              </a:rPr>
              <a:t>convenience</a:t>
            </a:r>
            <a:r>
              <a:rPr sz="2400" spc="300">
                <a:latin typeface="Times New Roman"/>
                <a:cs typeface="Times New Roman"/>
              </a:rPr>
              <a:t> </a:t>
            </a:r>
            <a:r>
              <a:rPr sz="2400">
                <a:latin typeface="Times New Roman"/>
                <a:cs typeface="Times New Roman"/>
              </a:rPr>
              <a:t>reasons,</a:t>
            </a:r>
            <a:r>
              <a:rPr sz="2400" spc="305">
                <a:latin typeface="Times New Roman"/>
                <a:cs typeface="Times New Roman"/>
              </a:rPr>
              <a:t> </a:t>
            </a:r>
            <a:r>
              <a:rPr sz="2400">
                <a:latin typeface="Times New Roman"/>
                <a:cs typeface="Times New Roman"/>
              </a:rPr>
              <a:t>C</a:t>
            </a:r>
            <a:r>
              <a:rPr sz="2400" spc="280">
                <a:latin typeface="Times New Roman"/>
                <a:cs typeface="Times New Roman"/>
              </a:rPr>
              <a:t> </a:t>
            </a:r>
            <a:r>
              <a:rPr sz="2400">
                <a:latin typeface="Times New Roman"/>
                <a:cs typeface="Times New Roman"/>
              </a:rPr>
              <a:t>is</a:t>
            </a:r>
            <a:r>
              <a:rPr sz="2400" spc="285">
                <a:latin typeface="Times New Roman"/>
                <a:cs typeface="Times New Roman"/>
              </a:rPr>
              <a:t> </a:t>
            </a:r>
            <a:r>
              <a:rPr sz="2400">
                <a:latin typeface="Times New Roman"/>
                <a:cs typeface="Times New Roman"/>
              </a:rPr>
              <a:t>sometimes</a:t>
            </a:r>
            <a:r>
              <a:rPr sz="2400" spc="310">
                <a:latin typeface="Times New Roman"/>
                <a:cs typeface="Times New Roman"/>
              </a:rPr>
              <a:t> </a:t>
            </a:r>
            <a:r>
              <a:rPr sz="2400">
                <a:latin typeface="Times New Roman"/>
                <a:cs typeface="Times New Roman"/>
              </a:rPr>
              <a:t>used</a:t>
            </a:r>
            <a:r>
              <a:rPr sz="2400" spc="310">
                <a:latin typeface="Times New Roman"/>
                <a:cs typeface="Times New Roman"/>
              </a:rPr>
              <a:t> </a:t>
            </a:r>
            <a:r>
              <a:rPr sz="2400">
                <a:latin typeface="Times New Roman"/>
                <a:cs typeface="Times New Roman"/>
              </a:rPr>
              <a:t>as</a:t>
            </a:r>
            <a:r>
              <a:rPr sz="2400" spc="285">
                <a:latin typeface="Times New Roman"/>
                <a:cs typeface="Times New Roman"/>
              </a:rPr>
              <a:t> </a:t>
            </a:r>
            <a:r>
              <a:rPr sz="2400" spc="-25">
                <a:latin typeface="Times New Roman"/>
                <a:cs typeface="Times New Roman"/>
              </a:rPr>
              <a:t>an </a:t>
            </a:r>
            <a:r>
              <a:rPr sz="2400">
                <a:latin typeface="Times New Roman"/>
                <a:cs typeface="Times New Roman"/>
              </a:rPr>
              <a:t>intermediate</a:t>
            </a:r>
            <a:r>
              <a:rPr sz="2400" spc="370">
                <a:latin typeface="Times New Roman"/>
                <a:cs typeface="Times New Roman"/>
              </a:rPr>
              <a:t>  </a:t>
            </a:r>
            <a:r>
              <a:rPr sz="2400">
                <a:latin typeface="Times New Roman"/>
                <a:cs typeface="Times New Roman"/>
              </a:rPr>
              <a:t>language</a:t>
            </a:r>
            <a:r>
              <a:rPr sz="2400" spc="370">
                <a:latin typeface="Times New Roman"/>
                <a:cs typeface="Times New Roman"/>
              </a:rPr>
              <a:t>  </a:t>
            </a:r>
            <a:r>
              <a:rPr sz="2400">
                <a:latin typeface="Times New Roman"/>
                <a:cs typeface="Times New Roman"/>
              </a:rPr>
              <a:t>by</a:t>
            </a:r>
            <a:r>
              <a:rPr sz="2400" spc="370">
                <a:latin typeface="Times New Roman"/>
                <a:cs typeface="Times New Roman"/>
              </a:rPr>
              <a:t>  </a:t>
            </a:r>
            <a:r>
              <a:rPr sz="2400">
                <a:latin typeface="Times New Roman"/>
                <a:cs typeface="Times New Roman"/>
              </a:rPr>
              <a:t>implementations</a:t>
            </a:r>
            <a:r>
              <a:rPr sz="2400" spc="370">
                <a:latin typeface="Times New Roman"/>
                <a:cs typeface="Times New Roman"/>
              </a:rPr>
              <a:t>  </a:t>
            </a:r>
            <a:r>
              <a:rPr sz="2400">
                <a:latin typeface="Times New Roman"/>
                <a:cs typeface="Times New Roman"/>
              </a:rPr>
              <a:t>of</a:t>
            </a:r>
            <a:r>
              <a:rPr sz="2400" spc="370">
                <a:latin typeface="Times New Roman"/>
                <a:cs typeface="Times New Roman"/>
              </a:rPr>
              <a:t>  </a:t>
            </a:r>
            <a:r>
              <a:rPr sz="2400">
                <a:latin typeface="Times New Roman"/>
                <a:cs typeface="Times New Roman"/>
              </a:rPr>
              <a:t>other</a:t>
            </a:r>
            <a:r>
              <a:rPr sz="2400" spc="375">
                <a:latin typeface="Times New Roman"/>
                <a:cs typeface="Times New Roman"/>
              </a:rPr>
              <a:t>  </a:t>
            </a:r>
            <a:r>
              <a:rPr sz="2400" spc="-10">
                <a:latin typeface="Times New Roman"/>
                <a:cs typeface="Times New Roman"/>
              </a:rPr>
              <a:t>languages. </a:t>
            </a:r>
            <a:r>
              <a:rPr sz="2400">
                <a:latin typeface="Times New Roman"/>
                <a:cs typeface="Times New Roman"/>
              </a:rPr>
              <a:t>Example</a:t>
            </a:r>
            <a:r>
              <a:rPr sz="2400" spc="390">
                <a:latin typeface="Times New Roman"/>
                <a:cs typeface="Times New Roman"/>
              </a:rPr>
              <a:t> </a:t>
            </a:r>
            <a:r>
              <a:rPr sz="2400">
                <a:latin typeface="Times New Roman"/>
                <a:cs typeface="Times New Roman"/>
              </a:rPr>
              <a:t>of</a:t>
            </a:r>
            <a:r>
              <a:rPr sz="2400" spc="370">
                <a:latin typeface="Times New Roman"/>
                <a:cs typeface="Times New Roman"/>
              </a:rPr>
              <a:t> </a:t>
            </a:r>
            <a:r>
              <a:rPr sz="2400">
                <a:latin typeface="Times New Roman"/>
                <a:cs typeface="Times New Roman"/>
              </a:rPr>
              <a:t>compilers</a:t>
            </a:r>
            <a:r>
              <a:rPr sz="2400" spc="385">
                <a:latin typeface="Times New Roman"/>
                <a:cs typeface="Times New Roman"/>
              </a:rPr>
              <a:t> </a:t>
            </a:r>
            <a:r>
              <a:rPr sz="2400">
                <a:latin typeface="Times New Roman"/>
                <a:cs typeface="Times New Roman"/>
              </a:rPr>
              <a:t>which</a:t>
            </a:r>
            <a:r>
              <a:rPr sz="2400" spc="380">
                <a:latin typeface="Times New Roman"/>
                <a:cs typeface="Times New Roman"/>
              </a:rPr>
              <a:t> </a:t>
            </a:r>
            <a:r>
              <a:rPr sz="2400">
                <a:latin typeface="Times New Roman"/>
                <a:cs typeface="Times New Roman"/>
              </a:rPr>
              <a:t>use</a:t>
            </a:r>
            <a:r>
              <a:rPr sz="2400" spc="385">
                <a:latin typeface="Times New Roman"/>
                <a:cs typeface="Times New Roman"/>
              </a:rPr>
              <a:t> </a:t>
            </a:r>
            <a:r>
              <a:rPr sz="2400">
                <a:latin typeface="Times New Roman"/>
                <a:cs typeface="Times New Roman"/>
              </a:rPr>
              <a:t>C</a:t>
            </a:r>
            <a:r>
              <a:rPr sz="2400" spc="380">
                <a:latin typeface="Times New Roman"/>
                <a:cs typeface="Times New Roman"/>
              </a:rPr>
              <a:t> </a:t>
            </a:r>
            <a:r>
              <a:rPr sz="2400">
                <a:latin typeface="Times New Roman"/>
                <a:cs typeface="Times New Roman"/>
              </a:rPr>
              <a:t>this</a:t>
            </a:r>
            <a:r>
              <a:rPr sz="2400" spc="385">
                <a:latin typeface="Times New Roman"/>
                <a:cs typeface="Times New Roman"/>
              </a:rPr>
              <a:t> </a:t>
            </a:r>
            <a:r>
              <a:rPr sz="2400">
                <a:latin typeface="Times New Roman"/>
                <a:cs typeface="Times New Roman"/>
              </a:rPr>
              <a:t>way</a:t>
            </a:r>
            <a:r>
              <a:rPr sz="2400" spc="375">
                <a:latin typeface="Times New Roman"/>
                <a:cs typeface="Times New Roman"/>
              </a:rPr>
              <a:t> </a:t>
            </a:r>
            <a:r>
              <a:rPr sz="2400">
                <a:latin typeface="Times New Roman"/>
                <a:cs typeface="Times New Roman"/>
              </a:rPr>
              <a:t>are</a:t>
            </a:r>
            <a:r>
              <a:rPr sz="2400" spc="390">
                <a:latin typeface="Times New Roman"/>
                <a:cs typeface="Times New Roman"/>
              </a:rPr>
              <a:t> </a:t>
            </a:r>
            <a:r>
              <a:rPr sz="2400">
                <a:latin typeface="Times New Roman"/>
                <a:cs typeface="Times New Roman"/>
              </a:rPr>
              <a:t>BitC,</a:t>
            </a:r>
            <a:r>
              <a:rPr sz="2400" spc="380">
                <a:latin typeface="Times New Roman"/>
                <a:cs typeface="Times New Roman"/>
              </a:rPr>
              <a:t> </a:t>
            </a:r>
            <a:r>
              <a:rPr sz="2400">
                <a:latin typeface="Times New Roman"/>
                <a:cs typeface="Times New Roman"/>
              </a:rPr>
              <a:t>Gambit,</a:t>
            </a:r>
            <a:r>
              <a:rPr sz="2400" spc="385">
                <a:latin typeface="Times New Roman"/>
                <a:cs typeface="Times New Roman"/>
              </a:rPr>
              <a:t> </a:t>
            </a:r>
            <a:r>
              <a:rPr sz="2400" spc="-25">
                <a:latin typeface="Times New Roman"/>
                <a:cs typeface="Times New Roman"/>
              </a:rPr>
              <a:t>the </a:t>
            </a:r>
            <a:r>
              <a:rPr sz="2400">
                <a:latin typeface="Times New Roman"/>
                <a:cs typeface="Times New Roman"/>
              </a:rPr>
              <a:t>Glasgow</a:t>
            </a:r>
            <a:r>
              <a:rPr sz="2400" spc="-50">
                <a:latin typeface="Times New Roman"/>
                <a:cs typeface="Times New Roman"/>
              </a:rPr>
              <a:t> </a:t>
            </a:r>
            <a:r>
              <a:rPr sz="2400">
                <a:latin typeface="Times New Roman"/>
                <a:cs typeface="Times New Roman"/>
              </a:rPr>
              <a:t>Haskell</a:t>
            </a:r>
            <a:r>
              <a:rPr sz="2400" spc="-35">
                <a:latin typeface="Times New Roman"/>
                <a:cs typeface="Times New Roman"/>
              </a:rPr>
              <a:t> </a:t>
            </a:r>
            <a:r>
              <a:rPr sz="2400">
                <a:latin typeface="Times New Roman"/>
                <a:cs typeface="Times New Roman"/>
              </a:rPr>
              <a:t>Compiler,</a:t>
            </a:r>
            <a:r>
              <a:rPr sz="2400" spc="-35">
                <a:latin typeface="Times New Roman"/>
                <a:cs typeface="Times New Roman"/>
              </a:rPr>
              <a:t> </a:t>
            </a:r>
            <a:r>
              <a:rPr sz="2400">
                <a:latin typeface="Times New Roman"/>
                <a:cs typeface="Times New Roman"/>
              </a:rPr>
              <a:t>Squeak,</a:t>
            </a:r>
            <a:r>
              <a:rPr sz="2400" spc="-35">
                <a:latin typeface="Times New Roman"/>
                <a:cs typeface="Times New Roman"/>
              </a:rPr>
              <a:t> </a:t>
            </a:r>
            <a:r>
              <a:rPr sz="2400">
                <a:latin typeface="Times New Roman"/>
                <a:cs typeface="Times New Roman"/>
              </a:rPr>
              <a:t>and</a:t>
            </a:r>
            <a:r>
              <a:rPr sz="2400" spc="-70">
                <a:latin typeface="Times New Roman"/>
                <a:cs typeface="Times New Roman"/>
              </a:rPr>
              <a:t> </a:t>
            </a:r>
            <a:r>
              <a:rPr sz="2400" spc="-10">
                <a:latin typeface="Times New Roman"/>
                <a:cs typeface="Times New Roman"/>
              </a:rPr>
              <a:t>Vala.</a:t>
            </a:r>
            <a:endParaRPr sz="2400">
              <a:latin typeface="Times New Roman"/>
              <a:cs typeface="Times New Roman"/>
            </a:endParaRPr>
          </a:p>
          <a:p>
            <a:pPr marL="355600" indent="-342900" algn="just">
              <a:spcBef>
                <a:spcPts val="1150"/>
              </a:spcBef>
              <a:buFont typeface="Arial"/>
              <a:buChar char="•"/>
              <a:tabLst>
                <a:tab pos="355600" algn="l"/>
              </a:tabLst>
            </a:pPr>
            <a:r>
              <a:rPr sz="2400">
                <a:latin typeface="Times New Roman"/>
                <a:cs typeface="Times New Roman"/>
              </a:rPr>
              <a:t>C</a:t>
            </a:r>
            <a:r>
              <a:rPr sz="2400" spc="-35">
                <a:latin typeface="Times New Roman"/>
                <a:cs typeface="Times New Roman"/>
              </a:rPr>
              <a:t> </a:t>
            </a:r>
            <a:r>
              <a:rPr sz="2400">
                <a:latin typeface="Times New Roman"/>
                <a:cs typeface="Times New Roman"/>
              </a:rPr>
              <a:t>is</a:t>
            </a:r>
            <a:r>
              <a:rPr sz="2400" spc="-5">
                <a:latin typeface="Times New Roman"/>
                <a:cs typeface="Times New Roman"/>
              </a:rPr>
              <a:t> </a:t>
            </a:r>
            <a:r>
              <a:rPr sz="2400">
                <a:latin typeface="Times New Roman"/>
                <a:cs typeface="Times New Roman"/>
              </a:rPr>
              <a:t>widely</a:t>
            </a:r>
            <a:r>
              <a:rPr sz="2400" spc="-35">
                <a:latin typeface="Times New Roman"/>
                <a:cs typeface="Times New Roman"/>
              </a:rPr>
              <a:t> </a:t>
            </a:r>
            <a:r>
              <a:rPr sz="2400">
                <a:latin typeface="Times New Roman"/>
                <a:cs typeface="Times New Roman"/>
              </a:rPr>
              <a:t>used</a:t>
            </a:r>
            <a:r>
              <a:rPr sz="2400" spc="-10">
                <a:latin typeface="Times New Roman"/>
                <a:cs typeface="Times New Roman"/>
              </a:rPr>
              <a:t> </a:t>
            </a:r>
            <a:r>
              <a:rPr sz="2400">
                <a:latin typeface="Times New Roman"/>
                <a:cs typeface="Times New Roman"/>
              </a:rPr>
              <a:t>to</a:t>
            </a:r>
            <a:r>
              <a:rPr sz="2400" spc="-20">
                <a:latin typeface="Times New Roman"/>
                <a:cs typeface="Times New Roman"/>
              </a:rPr>
              <a:t> </a:t>
            </a:r>
            <a:r>
              <a:rPr sz="2400">
                <a:latin typeface="Times New Roman"/>
                <a:cs typeface="Times New Roman"/>
              </a:rPr>
              <a:t>implement</a:t>
            </a:r>
            <a:r>
              <a:rPr sz="2400" spc="-15">
                <a:latin typeface="Times New Roman"/>
                <a:cs typeface="Times New Roman"/>
              </a:rPr>
              <a:t> </a:t>
            </a:r>
            <a:r>
              <a:rPr sz="2400">
                <a:latin typeface="Times New Roman"/>
                <a:cs typeface="Times New Roman"/>
              </a:rPr>
              <a:t>end-user</a:t>
            </a:r>
            <a:r>
              <a:rPr sz="2400" spc="-20">
                <a:latin typeface="Times New Roman"/>
                <a:cs typeface="Times New Roman"/>
              </a:rPr>
              <a:t> </a:t>
            </a:r>
            <a:r>
              <a:rPr sz="2400" spc="-10">
                <a:latin typeface="Times New Roman"/>
                <a:cs typeface="Times New Roman"/>
              </a:rPr>
              <a:t>applications</a:t>
            </a:r>
            <a:endParaRPr sz="2400">
              <a:latin typeface="Times New Roman"/>
              <a:cs typeface="Times New Roman"/>
            </a:endParaRPr>
          </a:p>
        </p:txBody>
      </p:sp>
    </p:spTree>
    <p:extLst>
      <p:ext uri="{BB962C8B-B14F-4D97-AF65-F5344CB8AC3E}">
        <p14:creationId xmlns:p14="http://schemas.microsoft.com/office/powerpoint/2010/main" val="4131284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2739" y="0"/>
            <a:ext cx="5519420" cy="1121410"/>
          </a:xfrm>
          <a:prstGeom prst="rect">
            <a:avLst/>
          </a:prstGeom>
        </p:spPr>
        <p:txBody>
          <a:bodyPr vert="horz" wrap="square" lIns="0" tIns="96520" rIns="0" bIns="0" rtlCol="0">
            <a:spAutoFit/>
          </a:bodyPr>
          <a:lstStyle/>
          <a:p>
            <a:pPr marL="3820160" indent="-343535">
              <a:spcBef>
                <a:spcPts val="760"/>
              </a:spcBef>
              <a:buFont typeface="Arial"/>
              <a:buChar char="•"/>
              <a:tabLst>
                <a:tab pos="3820160" algn="l"/>
                <a:tab pos="3820795" algn="l"/>
              </a:tabLst>
            </a:pPr>
            <a:r>
              <a:rPr sz="2800">
                <a:solidFill>
                  <a:srgbClr val="C00000"/>
                </a:solidFill>
                <a:latin typeface="Times New Roman"/>
                <a:cs typeface="Times New Roman"/>
              </a:rPr>
              <a:t>C</a:t>
            </a:r>
            <a:r>
              <a:rPr sz="2800" spc="-25">
                <a:solidFill>
                  <a:srgbClr val="C00000"/>
                </a:solidFill>
                <a:latin typeface="Times New Roman"/>
                <a:cs typeface="Times New Roman"/>
              </a:rPr>
              <a:t> </a:t>
            </a:r>
            <a:r>
              <a:rPr sz="2800" spc="-10">
                <a:solidFill>
                  <a:srgbClr val="C00000"/>
                </a:solidFill>
                <a:latin typeface="Times New Roman"/>
                <a:cs typeface="Times New Roman"/>
              </a:rPr>
              <a:t>Programs</a:t>
            </a:r>
            <a:endParaRPr sz="2800">
              <a:latin typeface="Times New Roman"/>
              <a:cs typeface="Times New Roman"/>
            </a:endParaRPr>
          </a:p>
          <a:p>
            <a:pPr marL="12700">
              <a:spcBef>
                <a:spcPts val="765"/>
              </a:spcBef>
            </a:pPr>
            <a:r>
              <a:rPr sz="3200">
                <a:solidFill>
                  <a:srgbClr val="C00000"/>
                </a:solidFill>
                <a:latin typeface="Times New Roman"/>
                <a:cs typeface="Times New Roman"/>
              </a:rPr>
              <a:t>Structure</a:t>
            </a:r>
            <a:r>
              <a:rPr sz="3200" spc="-50">
                <a:solidFill>
                  <a:srgbClr val="C00000"/>
                </a:solidFill>
                <a:latin typeface="Times New Roman"/>
                <a:cs typeface="Times New Roman"/>
              </a:rPr>
              <a:t> </a:t>
            </a:r>
            <a:r>
              <a:rPr sz="3200">
                <a:solidFill>
                  <a:srgbClr val="C00000"/>
                </a:solidFill>
                <a:latin typeface="Times New Roman"/>
                <a:cs typeface="Times New Roman"/>
              </a:rPr>
              <a:t>Of C</a:t>
            </a:r>
            <a:r>
              <a:rPr sz="3200" spc="-10">
                <a:solidFill>
                  <a:srgbClr val="C00000"/>
                </a:solidFill>
                <a:latin typeface="Times New Roman"/>
                <a:cs typeface="Times New Roman"/>
              </a:rPr>
              <a:t> Program:</a:t>
            </a:r>
            <a:endParaRPr sz="3200">
              <a:latin typeface="Times New Roman"/>
              <a:cs typeface="Times New Roman"/>
            </a:endParaRPr>
          </a:p>
        </p:txBody>
      </p:sp>
      <p:pic>
        <p:nvPicPr>
          <p:cNvPr id="3" name="object 3"/>
          <p:cNvPicPr/>
          <p:nvPr/>
        </p:nvPicPr>
        <p:blipFill>
          <a:blip r:embed="rId2" cstate="print"/>
          <a:stretch>
            <a:fillRect/>
          </a:stretch>
        </p:blipFill>
        <p:spPr>
          <a:xfrm>
            <a:off x="3336489" y="1205606"/>
            <a:ext cx="5343612" cy="5507510"/>
          </a:xfrm>
          <a:prstGeom prst="rect">
            <a:avLst/>
          </a:prstGeom>
        </p:spPr>
      </p:pic>
    </p:spTree>
    <p:extLst>
      <p:ext uri="{BB962C8B-B14F-4D97-AF65-F5344CB8AC3E}">
        <p14:creationId xmlns:p14="http://schemas.microsoft.com/office/powerpoint/2010/main" val="15881732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2739" y="20828"/>
            <a:ext cx="8989060" cy="6596036"/>
          </a:xfrm>
          <a:prstGeom prst="rect">
            <a:avLst/>
          </a:prstGeom>
        </p:spPr>
        <p:txBody>
          <a:bodyPr vert="horz" wrap="square" lIns="0" tIns="12065" rIns="0" bIns="0" rtlCol="0">
            <a:spAutoFit/>
          </a:bodyPr>
          <a:lstStyle/>
          <a:p>
            <a:pPr marL="12700">
              <a:spcBef>
                <a:spcPts val="95"/>
              </a:spcBef>
            </a:pPr>
            <a:r>
              <a:rPr sz="2800">
                <a:solidFill>
                  <a:srgbClr val="C00000"/>
                </a:solidFill>
                <a:latin typeface="Times New Roman"/>
                <a:cs typeface="Times New Roman"/>
              </a:rPr>
              <a:t>Preprocessor</a:t>
            </a:r>
            <a:r>
              <a:rPr sz="2800" spc="-140">
                <a:solidFill>
                  <a:srgbClr val="C00000"/>
                </a:solidFill>
                <a:latin typeface="Times New Roman"/>
                <a:cs typeface="Times New Roman"/>
              </a:rPr>
              <a:t> </a:t>
            </a:r>
            <a:r>
              <a:rPr sz="2800" spc="-10">
                <a:solidFill>
                  <a:srgbClr val="C00000"/>
                </a:solidFill>
                <a:latin typeface="Times New Roman"/>
                <a:cs typeface="Times New Roman"/>
              </a:rPr>
              <a:t>directives:</a:t>
            </a:r>
            <a:endParaRPr sz="2800">
              <a:latin typeface="Times New Roman"/>
              <a:cs typeface="Times New Roman"/>
            </a:endParaRPr>
          </a:p>
          <a:p>
            <a:pPr>
              <a:spcBef>
                <a:spcPts val="45"/>
              </a:spcBef>
            </a:pPr>
            <a:endParaRPr sz="4050">
              <a:latin typeface="Times New Roman"/>
              <a:cs typeface="Times New Roman"/>
            </a:endParaRPr>
          </a:p>
          <a:p>
            <a:pPr marL="756285" marR="6985" indent="-287020">
              <a:spcBef>
                <a:spcPts val="5"/>
              </a:spcBef>
              <a:buClr>
                <a:srgbClr val="800080"/>
              </a:buClr>
              <a:buSzPct val="69642"/>
              <a:buChar char="•"/>
              <a:tabLst>
                <a:tab pos="756285" algn="l"/>
                <a:tab pos="756920" algn="l"/>
                <a:tab pos="1743710" algn="l"/>
                <a:tab pos="2118995" algn="l"/>
                <a:tab pos="3462020" algn="l"/>
                <a:tab pos="3837940" algn="l"/>
                <a:tab pos="4743450" algn="l"/>
                <a:tab pos="5179695" algn="l"/>
                <a:tab pos="5833110" algn="l"/>
                <a:tab pos="6269355" algn="l"/>
                <a:tab pos="7138034" algn="l"/>
              </a:tabLst>
            </a:pPr>
            <a:r>
              <a:rPr sz="2800" spc="-10">
                <a:latin typeface="Times New Roman"/>
                <a:cs typeface="Times New Roman"/>
              </a:rPr>
              <a:t>Every</a:t>
            </a:r>
            <a:r>
              <a:rPr sz="2800">
                <a:latin typeface="Times New Roman"/>
                <a:cs typeface="Times New Roman"/>
              </a:rPr>
              <a:t>	</a:t>
            </a:r>
            <a:r>
              <a:rPr sz="2800" spc="-50">
                <a:latin typeface="Times New Roman"/>
                <a:cs typeface="Times New Roman"/>
              </a:rPr>
              <a:t>C</a:t>
            </a:r>
            <a:r>
              <a:rPr sz="2800">
                <a:latin typeface="Times New Roman"/>
                <a:cs typeface="Times New Roman"/>
              </a:rPr>
              <a:t>	</a:t>
            </a:r>
            <a:r>
              <a:rPr sz="2800" spc="-10">
                <a:latin typeface="Times New Roman"/>
                <a:cs typeface="Times New Roman"/>
              </a:rPr>
              <a:t>program</a:t>
            </a:r>
            <a:r>
              <a:rPr sz="2800">
                <a:latin typeface="Times New Roman"/>
                <a:cs typeface="Times New Roman"/>
              </a:rPr>
              <a:t>	</a:t>
            </a:r>
            <a:r>
              <a:rPr sz="2800" spc="-25">
                <a:latin typeface="Times New Roman"/>
                <a:cs typeface="Times New Roman"/>
              </a:rPr>
              <a:t>is</a:t>
            </a:r>
            <a:r>
              <a:rPr sz="2800">
                <a:latin typeface="Times New Roman"/>
                <a:cs typeface="Times New Roman"/>
              </a:rPr>
              <a:t>	</a:t>
            </a:r>
            <a:r>
              <a:rPr sz="2800" spc="-20">
                <a:latin typeface="Times New Roman"/>
                <a:cs typeface="Times New Roman"/>
              </a:rPr>
              <a:t>made</a:t>
            </a:r>
            <a:r>
              <a:rPr sz="2800">
                <a:latin typeface="Times New Roman"/>
                <a:cs typeface="Times New Roman"/>
              </a:rPr>
              <a:t>	</a:t>
            </a:r>
            <a:r>
              <a:rPr sz="2800" spc="-25">
                <a:latin typeface="Times New Roman"/>
                <a:cs typeface="Times New Roman"/>
              </a:rPr>
              <a:t>of</a:t>
            </a:r>
            <a:r>
              <a:rPr sz="2800">
                <a:latin typeface="Times New Roman"/>
                <a:cs typeface="Times New Roman"/>
              </a:rPr>
              <a:t>	</a:t>
            </a:r>
            <a:r>
              <a:rPr sz="2800" spc="-25">
                <a:latin typeface="Times New Roman"/>
                <a:cs typeface="Times New Roman"/>
              </a:rPr>
              <a:t>one</a:t>
            </a:r>
            <a:r>
              <a:rPr sz="2800">
                <a:latin typeface="Times New Roman"/>
                <a:cs typeface="Times New Roman"/>
              </a:rPr>
              <a:t>	</a:t>
            </a:r>
            <a:r>
              <a:rPr sz="2800" spc="-25">
                <a:latin typeface="Times New Roman"/>
                <a:cs typeface="Times New Roman"/>
              </a:rPr>
              <a:t>or</a:t>
            </a:r>
            <a:r>
              <a:rPr sz="2800">
                <a:latin typeface="Times New Roman"/>
                <a:cs typeface="Times New Roman"/>
              </a:rPr>
              <a:t>	</a:t>
            </a:r>
            <a:r>
              <a:rPr sz="2800" spc="-20">
                <a:latin typeface="Times New Roman"/>
                <a:cs typeface="Times New Roman"/>
              </a:rPr>
              <a:t>more</a:t>
            </a:r>
            <a:r>
              <a:rPr sz="2800">
                <a:latin typeface="Times New Roman"/>
                <a:cs typeface="Times New Roman"/>
              </a:rPr>
              <a:t>	</a:t>
            </a:r>
            <a:r>
              <a:rPr sz="2800" spc="-10">
                <a:latin typeface="Times New Roman"/>
                <a:cs typeface="Times New Roman"/>
              </a:rPr>
              <a:t>Preprocessor </a:t>
            </a:r>
            <a:r>
              <a:rPr sz="2800">
                <a:latin typeface="Times New Roman"/>
                <a:cs typeface="Times New Roman"/>
              </a:rPr>
              <a:t>directives</a:t>
            </a:r>
            <a:r>
              <a:rPr sz="2800" spc="-85">
                <a:latin typeface="Times New Roman"/>
                <a:cs typeface="Times New Roman"/>
              </a:rPr>
              <a:t> </a:t>
            </a:r>
            <a:r>
              <a:rPr sz="2800">
                <a:latin typeface="Times New Roman"/>
                <a:cs typeface="Times New Roman"/>
              </a:rPr>
              <a:t>or</a:t>
            </a:r>
            <a:r>
              <a:rPr sz="2800" spc="-60">
                <a:latin typeface="Times New Roman"/>
                <a:cs typeface="Times New Roman"/>
              </a:rPr>
              <a:t> </a:t>
            </a:r>
            <a:r>
              <a:rPr sz="2800" spc="-10">
                <a:latin typeface="Times New Roman"/>
                <a:cs typeface="Times New Roman"/>
              </a:rPr>
              <a:t>commands.</a:t>
            </a:r>
            <a:endParaRPr sz="2800">
              <a:latin typeface="Times New Roman"/>
              <a:cs typeface="Times New Roman"/>
            </a:endParaRPr>
          </a:p>
          <a:p>
            <a:pPr marL="756285" marR="6350" indent="-287020">
              <a:spcBef>
                <a:spcPts val="675"/>
              </a:spcBef>
              <a:buClr>
                <a:srgbClr val="800080"/>
              </a:buClr>
              <a:buSzPct val="69642"/>
              <a:buChar char="•"/>
              <a:tabLst>
                <a:tab pos="756285" algn="l"/>
                <a:tab pos="756920" algn="l"/>
              </a:tabLst>
            </a:pPr>
            <a:r>
              <a:rPr sz="2800">
                <a:latin typeface="Times New Roman"/>
                <a:cs typeface="Times New Roman"/>
              </a:rPr>
              <a:t>They</a:t>
            </a:r>
            <a:r>
              <a:rPr sz="2800" spc="110">
                <a:latin typeface="Times New Roman"/>
                <a:cs typeface="Times New Roman"/>
              </a:rPr>
              <a:t> </a:t>
            </a:r>
            <a:r>
              <a:rPr sz="2800">
                <a:latin typeface="Times New Roman"/>
                <a:cs typeface="Times New Roman"/>
              </a:rPr>
              <a:t>are</a:t>
            </a:r>
            <a:r>
              <a:rPr sz="2800" spc="100">
                <a:latin typeface="Times New Roman"/>
                <a:cs typeface="Times New Roman"/>
              </a:rPr>
              <a:t> </a:t>
            </a:r>
            <a:r>
              <a:rPr sz="2800">
                <a:latin typeface="Times New Roman"/>
                <a:cs typeface="Times New Roman"/>
              </a:rPr>
              <a:t>special</a:t>
            </a:r>
            <a:r>
              <a:rPr sz="2800" spc="114">
                <a:latin typeface="Times New Roman"/>
                <a:cs typeface="Times New Roman"/>
              </a:rPr>
              <a:t> </a:t>
            </a:r>
            <a:r>
              <a:rPr sz="2800">
                <a:latin typeface="Times New Roman"/>
                <a:cs typeface="Times New Roman"/>
              </a:rPr>
              <a:t>instructions</a:t>
            </a:r>
            <a:r>
              <a:rPr sz="2800" spc="120">
                <a:latin typeface="Times New Roman"/>
                <a:cs typeface="Times New Roman"/>
              </a:rPr>
              <a:t> </a:t>
            </a:r>
            <a:r>
              <a:rPr sz="2800">
                <a:latin typeface="Times New Roman"/>
                <a:cs typeface="Times New Roman"/>
              </a:rPr>
              <a:t>to</a:t>
            </a:r>
            <a:r>
              <a:rPr sz="2800" spc="105">
                <a:latin typeface="Times New Roman"/>
                <a:cs typeface="Times New Roman"/>
              </a:rPr>
              <a:t> </a:t>
            </a:r>
            <a:r>
              <a:rPr sz="2800">
                <a:latin typeface="Times New Roman"/>
                <a:cs typeface="Times New Roman"/>
              </a:rPr>
              <a:t>the</a:t>
            </a:r>
            <a:r>
              <a:rPr sz="2800" spc="110">
                <a:latin typeface="Times New Roman"/>
                <a:cs typeface="Times New Roman"/>
              </a:rPr>
              <a:t> </a:t>
            </a:r>
            <a:r>
              <a:rPr sz="2800">
                <a:latin typeface="Times New Roman"/>
                <a:cs typeface="Times New Roman"/>
              </a:rPr>
              <a:t>preprocessor</a:t>
            </a:r>
            <a:r>
              <a:rPr sz="2800" spc="110">
                <a:latin typeface="Times New Roman"/>
                <a:cs typeface="Times New Roman"/>
              </a:rPr>
              <a:t> </a:t>
            </a:r>
            <a:r>
              <a:rPr sz="2800">
                <a:latin typeface="Times New Roman"/>
                <a:cs typeface="Times New Roman"/>
              </a:rPr>
              <a:t>that</a:t>
            </a:r>
            <a:r>
              <a:rPr sz="2800" spc="114">
                <a:latin typeface="Times New Roman"/>
                <a:cs typeface="Times New Roman"/>
              </a:rPr>
              <a:t> </a:t>
            </a:r>
            <a:r>
              <a:rPr sz="2800" spc="-20">
                <a:latin typeface="Times New Roman"/>
                <a:cs typeface="Times New Roman"/>
              </a:rPr>
              <a:t>tell </a:t>
            </a:r>
            <a:r>
              <a:rPr sz="2800">
                <a:latin typeface="Times New Roman"/>
                <a:cs typeface="Times New Roman"/>
              </a:rPr>
              <a:t>it</a:t>
            </a:r>
            <a:r>
              <a:rPr sz="2800" spc="-70">
                <a:latin typeface="Times New Roman"/>
                <a:cs typeface="Times New Roman"/>
              </a:rPr>
              <a:t> </a:t>
            </a:r>
            <a:r>
              <a:rPr sz="2800">
                <a:latin typeface="Times New Roman"/>
                <a:cs typeface="Times New Roman"/>
              </a:rPr>
              <a:t>how</a:t>
            </a:r>
            <a:r>
              <a:rPr sz="2800" spc="-40">
                <a:latin typeface="Times New Roman"/>
                <a:cs typeface="Times New Roman"/>
              </a:rPr>
              <a:t> </a:t>
            </a:r>
            <a:r>
              <a:rPr sz="2800">
                <a:latin typeface="Times New Roman"/>
                <a:cs typeface="Times New Roman"/>
              </a:rPr>
              <a:t>to</a:t>
            </a:r>
            <a:r>
              <a:rPr sz="2800" spc="-55">
                <a:latin typeface="Times New Roman"/>
                <a:cs typeface="Times New Roman"/>
              </a:rPr>
              <a:t> </a:t>
            </a:r>
            <a:r>
              <a:rPr sz="2800">
                <a:latin typeface="Times New Roman"/>
                <a:cs typeface="Times New Roman"/>
              </a:rPr>
              <a:t>prepare</a:t>
            </a:r>
            <a:r>
              <a:rPr sz="2800" spc="-35">
                <a:latin typeface="Times New Roman"/>
                <a:cs typeface="Times New Roman"/>
              </a:rPr>
              <a:t> </a:t>
            </a:r>
            <a:r>
              <a:rPr sz="2800">
                <a:latin typeface="Times New Roman"/>
                <a:cs typeface="Times New Roman"/>
              </a:rPr>
              <a:t>the</a:t>
            </a:r>
            <a:r>
              <a:rPr sz="2800" spc="-55">
                <a:latin typeface="Times New Roman"/>
                <a:cs typeface="Times New Roman"/>
              </a:rPr>
              <a:t> </a:t>
            </a:r>
            <a:r>
              <a:rPr sz="2800">
                <a:latin typeface="Times New Roman"/>
                <a:cs typeface="Times New Roman"/>
              </a:rPr>
              <a:t>program</a:t>
            </a:r>
            <a:r>
              <a:rPr sz="2800" spc="-55">
                <a:latin typeface="Times New Roman"/>
                <a:cs typeface="Times New Roman"/>
              </a:rPr>
              <a:t> </a:t>
            </a:r>
            <a:r>
              <a:rPr sz="2800">
                <a:latin typeface="Times New Roman"/>
                <a:cs typeface="Times New Roman"/>
              </a:rPr>
              <a:t>for</a:t>
            </a:r>
            <a:r>
              <a:rPr sz="2800" spc="-30">
                <a:latin typeface="Times New Roman"/>
                <a:cs typeface="Times New Roman"/>
              </a:rPr>
              <a:t> </a:t>
            </a:r>
            <a:r>
              <a:rPr sz="2800" spc="-10">
                <a:latin typeface="Times New Roman"/>
                <a:cs typeface="Times New Roman"/>
              </a:rPr>
              <a:t>compilation.</a:t>
            </a:r>
            <a:endParaRPr sz="2800">
              <a:latin typeface="Times New Roman"/>
              <a:cs typeface="Times New Roman"/>
            </a:endParaRPr>
          </a:p>
          <a:p>
            <a:pPr marL="756285" marR="5080" indent="-287020">
              <a:spcBef>
                <a:spcPts val="670"/>
              </a:spcBef>
              <a:buClr>
                <a:srgbClr val="800080"/>
              </a:buClr>
              <a:buSzPct val="69642"/>
              <a:buChar char="•"/>
              <a:tabLst>
                <a:tab pos="756285" algn="l"/>
                <a:tab pos="756920" algn="l"/>
                <a:tab pos="1533525" algn="l"/>
                <a:tab pos="3577590" algn="l"/>
                <a:tab pos="5182870" algn="l"/>
                <a:tab pos="5840730" algn="l"/>
                <a:tab pos="7607934" algn="l"/>
                <a:tab pos="8363584" algn="l"/>
              </a:tabLst>
            </a:pPr>
            <a:r>
              <a:rPr sz="2800" spc="-25">
                <a:latin typeface="Times New Roman"/>
                <a:cs typeface="Times New Roman"/>
              </a:rPr>
              <a:t>The</a:t>
            </a:r>
            <a:r>
              <a:rPr sz="2800">
                <a:latin typeface="Times New Roman"/>
                <a:cs typeface="Times New Roman"/>
              </a:rPr>
              <a:t>	</a:t>
            </a:r>
            <a:r>
              <a:rPr sz="2800" spc="-10">
                <a:latin typeface="Times New Roman"/>
                <a:cs typeface="Times New Roman"/>
              </a:rPr>
              <a:t>preprocessor</a:t>
            </a:r>
            <a:r>
              <a:rPr sz="2800">
                <a:latin typeface="Times New Roman"/>
                <a:cs typeface="Times New Roman"/>
              </a:rPr>
              <a:t>	</a:t>
            </a:r>
            <a:r>
              <a:rPr sz="2800" spc="-10">
                <a:latin typeface="Times New Roman"/>
                <a:cs typeface="Times New Roman"/>
              </a:rPr>
              <a:t>directives</a:t>
            </a:r>
            <a:r>
              <a:rPr sz="2800">
                <a:latin typeface="Times New Roman"/>
                <a:cs typeface="Times New Roman"/>
              </a:rPr>
              <a:t>	</a:t>
            </a:r>
            <a:r>
              <a:rPr sz="2800" spc="-25">
                <a:latin typeface="Times New Roman"/>
                <a:cs typeface="Times New Roman"/>
              </a:rPr>
              <a:t>are</a:t>
            </a:r>
            <a:r>
              <a:rPr sz="2800">
                <a:latin typeface="Times New Roman"/>
                <a:cs typeface="Times New Roman"/>
              </a:rPr>
              <a:t>	</a:t>
            </a:r>
            <a:r>
              <a:rPr sz="2800" spc="-10">
                <a:latin typeface="Times New Roman"/>
                <a:cs typeface="Times New Roman"/>
              </a:rPr>
              <a:t>commands</a:t>
            </a:r>
            <a:r>
              <a:rPr sz="2800">
                <a:latin typeface="Times New Roman"/>
                <a:cs typeface="Times New Roman"/>
              </a:rPr>
              <a:t>	</a:t>
            </a:r>
            <a:r>
              <a:rPr sz="2800" spc="-20">
                <a:latin typeface="Times New Roman"/>
                <a:cs typeface="Times New Roman"/>
              </a:rPr>
              <a:t>that</a:t>
            </a:r>
            <a:r>
              <a:rPr sz="2800">
                <a:latin typeface="Times New Roman"/>
                <a:cs typeface="Times New Roman"/>
              </a:rPr>
              <a:t>	</a:t>
            </a:r>
            <a:r>
              <a:rPr sz="2800" spc="-20">
                <a:latin typeface="Times New Roman"/>
                <a:cs typeface="Times New Roman"/>
              </a:rPr>
              <a:t>give </a:t>
            </a:r>
            <a:r>
              <a:rPr sz="2800">
                <a:latin typeface="Times New Roman"/>
                <a:cs typeface="Times New Roman"/>
              </a:rPr>
              <a:t>instructions</a:t>
            </a:r>
            <a:r>
              <a:rPr sz="2800" spc="-80">
                <a:latin typeface="Times New Roman"/>
                <a:cs typeface="Times New Roman"/>
              </a:rPr>
              <a:t> </a:t>
            </a:r>
            <a:r>
              <a:rPr sz="2800">
                <a:latin typeface="Times New Roman"/>
                <a:cs typeface="Times New Roman"/>
              </a:rPr>
              <a:t>to</a:t>
            </a:r>
            <a:r>
              <a:rPr sz="2800" spc="-55">
                <a:latin typeface="Times New Roman"/>
                <a:cs typeface="Times New Roman"/>
              </a:rPr>
              <a:t> </a:t>
            </a:r>
            <a:r>
              <a:rPr sz="2800">
                <a:latin typeface="Times New Roman"/>
                <a:cs typeface="Times New Roman"/>
              </a:rPr>
              <a:t>the</a:t>
            </a:r>
            <a:r>
              <a:rPr sz="2800" spc="-55">
                <a:latin typeface="Times New Roman"/>
                <a:cs typeface="Times New Roman"/>
              </a:rPr>
              <a:t> </a:t>
            </a:r>
            <a:r>
              <a:rPr sz="2800">
                <a:latin typeface="Times New Roman"/>
                <a:cs typeface="Times New Roman"/>
              </a:rPr>
              <a:t>C</a:t>
            </a:r>
            <a:r>
              <a:rPr sz="2800" spc="-50">
                <a:latin typeface="Times New Roman"/>
                <a:cs typeface="Times New Roman"/>
              </a:rPr>
              <a:t> </a:t>
            </a:r>
            <a:r>
              <a:rPr sz="2800" spc="-10">
                <a:latin typeface="Times New Roman"/>
                <a:cs typeface="Times New Roman"/>
              </a:rPr>
              <a:t>preprocessor.</a:t>
            </a:r>
            <a:endParaRPr sz="2800">
              <a:latin typeface="Times New Roman"/>
              <a:cs typeface="Times New Roman"/>
            </a:endParaRPr>
          </a:p>
          <a:p>
            <a:pPr marL="756285" marR="8255" indent="-287020">
              <a:spcBef>
                <a:spcPts val="675"/>
              </a:spcBef>
              <a:buClr>
                <a:srgbClr val="800080"/>
              </a:buClr>
              <a:buSzPct val="69642"/>
              <a:buChar char="•"/>
              <a:tabLst>
                <a:tab pos="756285" algn="l"/>
                <a:tab pos="756920" algn="l"/>
                <a:tab pos="3117215" algn="l"/>
                <a:tab pos="4511675" algn="l"/>
                <a:tab pos="5592445" algn="l"/>
                <a:tab pos="6377940" algn="l"/>
                <a:tab pos="6687184" algn="l"/>
                <a:tab pos="7926070" algn="l"/>
              </a:tabLst>
            </a:pPr>
            <a:r>
              <a:rPr sz="2800">
                <a:latin typeface="Times New Roman"/>
                <a:cs typeface="Times New Roman"/>
              </a:rPr>
              <a:t>A</a:t>
            </a:r>
            <a:r>
              <a:rPr sz="2800" spc="315">
                <a:latin typeface="Times New Roman"/>
                <a:cs typeface="Times New Roman"/>
              </a:rPr>
              <a:t> </a:t>
            </a:r>
            <a:r>
              <a:rPr sz="2800" spc="-10">
                <a:latin typeface="Times New Roman"/>
                <a:cs typeface="Times New Roman"/>
              </a:rPr>
              <a:t>preprocessor</a:t>
            </a:r>
            <a:r>
              <a:rPr sz="2800">
                <a:latin typeface="Times New Roman"/>
                <a:cs typeface="Times New Roman"/>
              </a:rPr>
              <a:t>	</a:t>
            </a:r>
            <a:r>
              <a:rPr sz="2800" spc="-10">
                <a:latin typeface="Times New Roman"/>
                <a:cs typeface="Times New Roman"/>
              </a:rPr>
              <a:t>directive</a:t>
            </a:r>
            <a:r>
              <a:rPr sz="2800">
                <a:latin typeface="Times New Roman"/>
                <a:cs typeface="Times New Roman"/>
              </a:rPr>
              <a:t>	</a:t>
            </a:r>
            <a:r>
              <a:rPr sz="2800" spc="-10">
                <a:latin typeface="Times New Roman"/>
                <a:cs typeface="Times New Roman"/>
              </a:rPr>
              <a:t>begins</a:t>
            </a:r>
            <a:r>
              <a:rPr sz="2800">
                <a:latin typeface="Times New Roman"/>
                <a:cs typeface="Times New Roman"/>
              </a:rPr>
              <a:t>	</a:t>
            </a:r>
            <a:r>
              <a:rPr sz="2800" spc="-20">
                <a:latin typeface="Times New Roman"/>
                <a:cs typeface="Times New Roman"/>
              </a:rPr>
              <a:t>with</a:t>
            </a:r>
            <a:r>
              <a:rPr sz="2800">
                <a:latin typeface="Times New Roman"/>
                <a:cs typeface="Times New Roman"/>
              </a:rPr>
              <a:t>	</a:t>
            </a:r>
            <a:r>
              <a:rPr sz="2800" spc="-50">
                <a:latin typeface="Times New Roman"/>
                <a:cs typeface="Times New Roman"/>
              </a:rPr>
              <a:t>a</a:t>
            </a:r>
            <a:r>
              <a:rPr sz="2800">
                <a:latin typeface="Times New Roman"/>
                <a:cs typeface="Times New Roman"/>
              </a:rPr>
              <a:t>	</a:t>
            </a:r>
            <a:r>
              <a:rPr sz="2800" spc="-10">
                <a:latin typeface="Times New Roman"/>
                <a:cs typeface="Times New Roman"/>
              </a:rPr>
              <a:t>number</a:t>
            </a:r>
            <a:r>
              <a:rPr sz="2800">
                <a:latin typeface="Times New Roman"/>
                <a:cs typeface="Times New Roman"/>
              </a:rPr>
              <a:t>	</a:t>
            </a:r>
            <a:r>
              <a:rPr sz="2800" spc="-10">
                <a:latin typeface="Times New Roman"/>
                <a:cs typeface="Times New Roman"/>
              </a:rPr>
              <a:t>symbol </a:t>
            </a:r>
            <a:r>
              <a:rPr sz="2800">
                <a:latin typeface="Times New Roman"/>
                <a:cs typeface="Times New Roman"/>
              </a:rPr>
              <a:t>(#)</a:t>
            </a:r>
            <a:r>
              <a:rPr sz="2800" spc="-50">
                <a:latin typeface="Times New Roman"/>
                <a:cs typeface="Times New Roman"/>
              </a:rPr>
              <a:t> </a:t>
            </a:r>
            <a:r>
              <a:rPr sz="2800">
                <a:latin typeface="Times New Roman"/>
                <a:cs typeface="Times New Roman"/>
              </a:rPr>
              <a:t>as</a:t>
            </a:r>
            <a:r>
              <a:rPr sz="2800" spc="-35">
                <a:latin typeface="Times New Roman"/>
                <a:cs typeface="Times New Roman"/>
              </a:rPr>
              <a:t> </a:t>
            </a:r>
            <a:r>
              <a:rPr sz="2800">
                <a:latin typeface="Times New Roman"/>
                <a:cs typeface="Times New Roman"/>
              </a:rPr>
              <a:t>its</a:t>
            </a:r>
            <a:r>
              <a:rPr sz="2800" spc="-50">
                <a:latin typeface="Times New Roman"/>
                <a:cs typeface="Times New Roman"/>
              </a:rPr>
              <a:t> </a:t>
            </a:r>
            <a:r>
              <a:rPr sz="2800">
                <a:latin typeface="Times New Roman"/>
                <a:cs typeface="Times New Roman"/>
              </a:rPr>
              <a:t>first</a:t>
            </a:r>
            <a:r>
              <a:rPr sz="2800" spc="-30">
                <a:latin typeface="Times New Roman"/>
                <a:cs typeface="Times New Roman"/>
              </a:rPr>
              <a:t> </a:t>
            </a:r>
            <a:r>
              <a:rPr sz="2800" spc="-10">
                <a:latin typeface="Times New Roman"/>
                <a:cs typeface="Times New Roman"/>
              </a:rPr>
              <a:t>non-</a:t>
            </a:r>
            <a:r>
              <a:rPr sz="2800">
                <a:latin typeface="Times New Roman"/>
                <a:cs typeface="Times New Roman"/>
              </a:rPr>
              <a:t>blank</a:t>
            </a:r>
            <a:r>
              <a:rPr sz="2800" spc="-55">
                <a:latin typeface="Times New Roman"/>
                <a:cs typeface="Times New Roman"/>
              </a:rPr>
              <a:t> </a:t>
            </a:r>
            <a:r>
              <a:rPr sz="2800" spc="-10">
                <a:latin typeface="Times New Roman"/>
                <a:cs typeface="Times New Roman"/>
              </a:rPr>
              <a:t>character.</a:t>
            </a:r>
            <a:endParaRPr sz="2800">
              <a:latin typeface="Times New Roman"/>
              <a:cs typeface="Times New Roman"/>
            </a:endParaRPr>
          </a:p>
          <a:p>
            <a:pPr marL="756285" indent="-287020">
              <a:spcBef>
                <a:spcPts val="670"/>
              </a:spcBef>
              <a:buClr>
                <a:srgbClr val="800080"/>
              </a:buClr>
              <a:buSzPct val="69642"/>
              <a:buChar char="•"/>
              <a:tabLst>
                <a:tab pos="756285" algn="l"/>
                <a:tab pos="756920" algn="l"/>
                <a:tab pos="1205865" algn="l"/>
                <a:tab pos="2664460" algn="l"/>
                <a:tab pos="4695190" algn="l"/>
                <a:tab pos="6307455" algn="l"/>
                <a:tab pos="6760209" algn="l"/>
                <a:tab pos="8422005" algn="l"/>
              </a:tabLst>
            </a:pPr>
            <a:r>
              <a:rPr sz="2800" spc="-50">
                <a:latin typeface="Times New Roman"/>
                <a:cs typeface="Times New Roman"/>
              </a:rPr>
              <a:t>A</a:t>
            </a:r>
            <a:r>
              <a:rPr sz="2800">
                <a:latin typeface="Times New Roman"/>
                <a:cs typeface="Times New Roman"/>
              </a:rPr>
              <a:t>	</a:t>
            </a:r>
            <a:r>
              <a:rPr sz="2800" spc="-10">
                <a:latin typeface="Times New Roman"/>
                <a:cs typeface="Times New Roman"/>
              </a:rPr>
              <a:t>common</a:t>
            </a:r>
            <a:r>
              <a:rPr sz="2800">
                <a:latin typeface="Times New Roman"/>
                <a:cs typeface="Times New Roman"/>
              </a:rPr>
              <a:t>	</a:t>
            </a:r>
            <a:r>
              <a:rPr sz="2800" spc="-10">
                <a:latin typeface="Times New Roman"/>
                <a:cs typeface="Times New Roman"/>
              </a:rPr>
              <a:t>preprocessor</a:t>
            </a:r>
            <a:r>
              <a:rPr sz="2800">
                <a:latin typeface="Times New Roman"/>
                <a:cs typeface="Times New Roman"/>
              </a:rPr>
              <a:t>	</a:t>
            </a:r>
            <a:r>
              <a:rPr sz="2800" spc="-10">
                <a:latin typeface="Times New Roman"/>
                <a:cs typeface="Times New Roman"/>
              </a:rPr>
              <a:t>command</a:t>
            </a:r>
            <a:r>
              <a:rPr sz="2800">
                <a:latin typeface="Times New Roman"/>
                <a:cs typeface="Times New Roman"/>
              </a:rPr>
              <a:t>	</a:t>
            </a:r>
            <a:r>
              <a:rPr sz="2800" spc="-25">
                <a:latin typeface="Times New Roman"/>
                <a:cs typeface="Times New Roman"/>
              </a:rPr>
              <a:t>is</a:t>
            </a:r>
            <a:r>
              <a:rPr sz="2800">
                <a:latin typeface="Times New Roman"/>
                <a:cs typeface="Times New Roman"/>
              </a:rPr>
              <a:t>	</a:t>
            </a:r>
            <a:r>
              <a:rPr sz="2800" spc="-10">
                <a:latin typeface="Times New Roman"/>
                <a:cs typeface="Times New Roman"/>
              </a:rPr>
              <a:t>―include‖.</a:t>
            </a:r>
            <a:r>
              <a:rPr sz="2800">
                <a:latin typeface="Times New Roman"/>
                <a:cs typeface="Times New Roman"/>
              </a:rPr>
              <a:t>	</a:t>
            </a:r>
            <a:r>
              <a:rPr sz="2800" spc="-25">
                <a:latin typeface="Times New Roman"/>
                <a:cs typeface="Times New Roman"/>
              </a:rPr>
              <a:t>The</a:t>
            </a:r>
            <a:endParaRPr sz="2800">
              <a:latin typeface="Times New Roman"/>
              <a:cs typeface="Times New Roman"/>
            </a:endParaRPr>
          </a:p>
          <a:p>
            <a:pPr marL="756285" marR="6350">
              <a:spcBef>
                <a:spcPts val="5"/>
              </a:spcBef>
              <a:tabLst>
                <a:tab pos="2531745" algn="l"/>
                <a:tab pos="2581910" algn="l"/>
                <a:tab pos="2967990" algn="l"/>
                <a:tab pos="4119879" algn="l"/>
                <a:tab pos="4350385" algn="l"/>
                <a:tab pos="4958715" algn="l"/>
                <a:tab pos="5358130" algn="l"/>
                <a:tab pos="6208395" algn="l"/>
                <a:tab pos="6249670" algn="l"/>
                <a:tab pos="7562215" algn="l"/>
                <a:tab pos="8442960" algn="l"/>
                <a:tab pos="8677910" algn="l"/>
              </a:tabLst>
            </a:pPr>
            <a:r>
              <a:rPr sz="2800" spc="-10">
                <a:latin typeface="Times New Roman"/>
                <a:cs typeface="Times New Roman"/>
              </a:rPr>
              <a:t>―include‖</a:t>
            </a:r>
            <a:r>
              <a:rPr sz="2800">
                <a:latin typeface="Times New Roman"/>
                <a:cs typeface="Times New Roman"/>
              </a:rPr>
              <a:t>	</a:t>
            </a:r>
            <a:r>
              <a:rPr sz="2800" spc="-10">
                <a:latin typeface="Times New Roman"/>
                <a:cs typeface="Times New Roman"/>
              </a:rPr>
              <a:t>command</a:t>
            </a:r>
            <a:r>
              <a:rPr sz="2800">
                <a:latin typeface="Times New Roman"/>
                <a:cs typeface="Times New Roman"/>
              </a:rPr>
              <a:t>		</a:t>
            </a:r>
            <a:r>
              <a:rPr sz="2800" spc="-10">
                <a:latin typeface="Times New Roman"/>
                <a:cs typeface="Times New Roman"/>
              </a:rPr>
              <a:t>tells</a:t>
            </a:r>
            <a:r>
              <a:rPr sz="2800">
                <a:latin typeface="Times New Roman"/>
                <a:cs typeface="Times New Roman"/>
              </a:rPr>
              <a:t>		</a:t>
            </a:r>
            <a:r>
              <a:rPr sz="2800" spc="-25">
                <a:latin typeface="Times New Roman"/>
                <a:cs typeface="Times New Roman"/>
              </a:rPr>
              <a:t>the</a:t>
            </a:r>
            <a:r>
              <a:rPr sz="2800">
                <a:latin typeface="Times New Roman"/>
                <a:cs typeface="Times New Roman"/>
              </a:rPr>
              <a:t>	</a:t>
            </a:r>
            <a:r>
              <a:rPr sz="2800" spc="-10">
                <a:latin typeface="Times New Roman"/>
                <a:cs typeface="Times New Roman"/>
              </a:rPr>
              <a:t>preprocessor</a:t>
            </a:r>
            <a:r>
              <a:rPr sz="2800">
                <a:latin typeface="Times New Roman"/>
                <a:cs typeface="Times New Roman"/>
              </a:rPr>
              <a:t>	</a:t>
            </a:r>
            <a:r>
              <a:rPr sz="2800" spc="-20">
                <a:latin typeface="Times New Roman"/>
                <a:cs typeface="Times New Roman"/>
              </a:rPr>
              <a:t>that </a:t>
            </a:r>
            <a:r>
              <a:rPr sz="2800" spc="-10">
                <a:latin typeface="Times New Roman"/>
                <a:cs typeface="Times New Roman"/>
              </a:rPr>
              <a:t>information</a:t>
            </a:r>
            <a:r>
              <a:rPr sz="2800">
                <a:latin typeface="Times New Roman"/>
                <a:cs typeface="Times New Roman"/>
              </a:rPr>
              <a:t>		</a:t>
            </a:r>
            <a:r>
              <a:rPr sz="2800" spc="-25">
                <a:latin typeface="Times New Roman"/>
                <a:cs typeface="Times New Roman"/>
              </a:rPr>
              <a:t>is</a:t>
            </a:r>
            <a:r>
              <a:rPr sz="2800">
                <a:latin typeface="Times New Roman"/>
                <a:cs typeface="Times New Roman"/>
              </a:rPr>
              <a:t>	</a:t>
            </a:r>
            <a:r>
              <a:rPr sz="2800" spc="-10">
                <a:latin typeface="Times New Roman"/>
                <a:cs typeface="Times New Roman"/>
              </a:rPr>
              <a:t>needed</a:t>
            </a:r>
            <a:r>
              <a:rPr sz="2800">
                <a:latin typeface="Times New Roman"/>
                <a:cs typeface="Times New Roman"/>
              </a:rPr>
              <a:t>	</a:t>
            </a:r>
            <a:r>
              <a:rPr sz="2800" spc="-20">
                <a:latin typeface="Times New Roman"/>
                <a:cs typeface="Times New Roman"/>
              </a:rPr>
              <a:t>from</a:t>
            </a:r>
            <a:r>
              <a:rPr sz="2800">
                <a:latin typeface="Times New Roman"/>
                <a:cs typeface="Times New Roman"/>
              </a:rPr>
              <a:t>	</a:t>
            </a:r>
            <a:r>
              <a:rPr sz="2800" spc="-10">
                <a:latin typeface="Times New Roman"/>
                <a:cs typeface="Times New Roman"/>
              </a:rPr>
              <a:t>selected</a:t>
            </a:r>
            <a:r>
              <a:rPr sz="2800">
                <a:latin typeface="Times New Roman"/>
                <a:cs typeface="Times New Roman"/>
              </a:rPr>
              <a:t>		</a:t>
            </a:r>
            <a:r>
              <a:rPr sz="2800" spc="-10">
                <a:latin typeface="Times New Roman"/>
                <a:cs typeface="Times New Roman"/>
              </a:rPr>
              <a:t>libraries</a:t>
            </a:r>
            <a:r>
              <a:rPr sz="2800">
                <a:latin typeface="Times New Roman"/>
                <a:cs typeface="Times New Roman"/>
              </a:rPr>
              <a:t>	</a:t>
            </a:r>
            <a:r>
              <a:rPr sz="2800" spc="-10">
                <a:latin typeface="Times New Roman"/>
                <a:cs typeface="Times New Roman"/>
              </a:rPr>
              <a:t>known</a:t>
            </a:r>
            <a:r>
              <a:rPr sz="2800">
                <a:latin typeface="Times New Roman"/>
                <a:cs typeface="Times New Roman"/>
              </a:rPr>
              <a:t>	</a:t>
            </a:r>
            <a:r>
              <a:rPr sz="2800" spc="-25">
                <a:latin typeface="Times New Roman"/>
                <a:cs typeface="Times New Roman"/>
              </a:rPr>
              <a:t>as</a:t>
            </a:r>
            <a:endParaRPr sz="2800">
              <a:latin typeface="Times New Roman"/>
              <a:cs typeface="Times New Roman"/>
            </a:endParaRPr>
          </a:p>
          <a:p>
            <a:pPr marL="756285"/>
            <a:r>
              <a:rPr sz="2800" spc="-245">
                <a:latin typeface="Times New Roman"/>
                <a:cs typeface="Times New Roman"/>
              </a:rPr>
              <a:t>―header</a:t>
            </a:r>
            <a:r>
              <a:rPr sz="2800" spc="25">
                <a:latin typeface="Times New Roman"/>
                <a:cs typeface="Times New Roman"/>
              </a:rPr>
              <a:t> </a:t>
            </a:r>
            <a:r>
              <a:rPr sz="2800" spc="45">
                <a:latin typeface="Times New Roman"/>
                <a:cs typeface="Times New Roman"/>
              </a:rPr>
              <a:t>files‖.</a:t>
            </a:r>
            <a:endParaRPr sz="2800">
              <a:latin typeface="Times New Roman"/>
              <a:cs typeface="Times New Roman"/>
            </a:endParaRPr>
          </a:p>
        </p:txBody>
      </p:sp>
    </p:spTree>
    <p:extLst>
      <p:ext uri="{BB962C8B-B14F-4D97-AF65-F5344CB8AC3E}">
        <p14:creationId xmlns:p14="http://schemas.microsoft.com/office/powerpoint/2010/main" val="20339944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2739" y="0"/>
            <a:ext cx="8989060" cy="6751464"/>
          </a:xfrm>
          <a:prstGeom prst="rect">
            <a:avLst/>
          </a:prstGeom>
        </p:spPr>
        <p:txBody>
          <a:bodyPr vert="horz" wrap="square" lIns="0" tIns="57785" rIns="0" bIns="0" rtlCol="0">
            <a:spAutoFit/>
          </a:bodyPr>
          <a:lstStyle/>
          <a:p>
            <a:pPr marL="756285" marR="5715" indent="-287020" algn="just">
              <a:lnSpc>
                <a:spcPts val="2810"/>
              </a:lnSpc>
              <a:spcBef>
                <a:spcPts val="455"/>
              </a:spcBef>
              <a:buClr>
                <a:srgbClr val="800080"/>
              </a:buClr>
              <a:buSzPct val="69230"/>
              <a:buChar char="•"/>
              <a:tabLst>
                <a:tab pos="756920" algn="l"/>
              </a:tabLst>
            </a:pPr>
            <a:r>
              <a:rPr sz="2600">
                <a:latin typeface="Times New Roman"/>
                <a:cs typeface="Times New Roman"/>
              </a:rPr>
              <a:t>Preprocessor</a:t>
            </a:r>
            <a:r>
              <a:rPr sz="2600" spc="565">
                <a:latin typeface="Times New Roman"/>
                <a:cs typeface="Times New Roman"/>
              </a:rPr>
              <a:t> </a:t>
            </a:r>
            <a:r>
              <a:rPr sz="2600">
                <a:latin typeface="Times New Roman"/>
                <a:cs typeface="Times New Roman"/>
              </a:rPr>
              <a:t>commands</a:t>
            </a:r>
            <a:r>
              <a:rPr sz="2600" spc="575">
                <a:latin typeface="Times New Roman"/>
                <a:cs typeface="Times New Roman"/>
              </a:rPr>
              <a:t> </a:t>
            </a:r>
            <a:r>
              <a:rPr sz="2600">
                <a:latin typeface="Times New Roman"/>
                <a:cs typeface="Times New Roman"/>
              </a:rPr>
              <a:t>can</a:t>
            </a:r>
            <a:r>
              <a:rPr sz="2600" spc="580">
                <a:latin typeface="Times New Roman"/>
                <a:cs typeface="Times New Roman"/>
              </a:rPr>
              <a:t> </a:t>
            </a:r>
            <a:r>
              <a:rPr sz="2600">
                <a:latin typeface="Times New Roman"/>
                <a:cs typeface="Times New Roman"/>
              </a:rPr>
              <a:t>start</a:t>
            </a:r>
            <a:r>
              <a:rPr sz="2600" spc="565">
                <a:latin typeface="Times New Roman"/>
                <a:cs typeface="Times New Roman"/>
              </a:rPr>
              <a:t> </a:t>
            </a:r>
            <a:r>
              <a:rPr sz="2600">
                <a:latin typeface="Times New Roman"/>
                <a:cs typeface="Times New Roman"/>
              </a:rPr>
              <a:t>in</a:t>
            </a:r>
            <a:r>
              <a:rPr sz="2600" spc="575">
                <a:latin typeface="Times New Roman"/>
                <a:cs typeface="Times New Roman"/>
              </a:rPr>
              <a:t> </a:t>
            </a:r>
            <a:r>
              <a:rPr sz="2600">
                <a:latin typeface="Times New Roman"/>
                <a:cs typeface="Times New Roman"/>
              </a:rPr>
              <a:t>any</a:t>
            </a:r>
            <a:r>
              <a:rPr sz="2600" spc="570">
                <a:latin typeface="Times New Roman"/>
                <a:cs typeface="Times New Roman"/>
              </a:rPr>
              <a:t> </a:t>
            </a:r>
            <a:r>
              <a:rPr sz="2600">
                <a:latin typeface="Times New Roman"/>
                <a:cs typeface="Times New Roman"/>
              </a:rPr>
              <a:t>column,</a:t>
            </a:r>
            <a:r>
              <a:rPr sz="2600" spc="570">
                <a:latin typeface="Times New Roman"/>
                <a:cs typeface="Times New Roman"/>
              </a:rPr>
              <a:t> </a:t>
            </a:r>
            <a:r>
              <a:rPr sz="2600">
                <a:latin typeface="Times New Roman"/>
                <a:cs typeface="Times New Roman"/>
              </a:rPr>
              <a:t>but</a:t>
            </a:r>
            <a:r>
              <a:rPr sz="2600" spc="570">
                <a:latin typeface="Times New Roman"/>
                <a:cs typeface="Times New Roman"/>
              </a:rPr>
              <a:t> </a:t>
            </a:r>
            <a:r>
              <a:rPr sz="2600" spc="-20">
                <a:latin typeface="Times New Roman"/>
                <a:cs typeface="Times New Roman"/>
              </a:rPr>
              <a:t>they </a:t>
            </a:r>
            <a:r>
              <a:rPr sz="2600">
                <a:latin typeface="Times New Roman"/>
                <a:cs typeface="Times New Roman"/>
              </a:rPr>
              <a:t>traditionally</a:t>
            </a:r>
            <a:r>
              <a:rPr sz="2600" spc="-20">
                <a:latin typeface="Times New Roman"/>
                <a:cs typeface="Times New Roman"/>
              </a:rPr>
              <a:t> </a:t>
            </a:r>
            <a:r>
              <a:rPr sz="2600">
                <a:latin typeface="Times New Roman"/>
                <a:cs typeface="Times New Roman"/>
              </a:rPr>
              <a:t>start</a:t>
            </a:r>
            <a:r>
              <a:rPr sz="2600" spc="-5">
                <a:latin typeface="Times New Roman"/>
                <a:cs typeface="Times New Roman"/>
              </a:rPr>
              <a:t> </a:t>
            </a:r>
            <a:r>
              <a:rPr sz="2600">
                <a:latin typeface="Times New Roman"/>
                <a:cs typeface="Times New Roman"/>
              </a:rPr>
              <a:t>in</a:t>
            </a:r>
            <a:r>
              <a:rPr sz="2600" spc="-10">
                <a:latin typeface="Times New Roman"/>
                <a:cs typeface="Times New Roman"/>
              </a:rPr>
              <a:t> </a:t>
            </a:r>
            <a:r>
              <a:rPr sz="2600">
                <a:latin typeface="Times New Roman"/>
                <a:cs typeface="Times New Roman"/>
              </a:rPr>
              <a:t>column</a:t>
            </a:r>
            <a:r>
              <a:rPr sz="2600" spc="-20">
                <a:latin typeface="Times New Roman"/>
                <a:cs typeface="Times New Roman"/>
              </a:rPr>
              <a:t> </a:t>
            </a:r>
            <a:r>
              <a:rPr sz="2600" spc="-25">
                <a:latin typeface="Times New Roman"/>
                <a:cs typeface="Times New Roman"/>
              </a:rPr>
              <a:t>1.</a:t>
            </a:r>
            <a:endParaRPr sz="2600">
              <a:latin typeface="Times New Roman"/>
              <a:cs typeface="Times New Roman"/>
            </a:endParaRPr>
          </a:p>
          <a:p>
            <a:pPr marL="1376680" algn="just">
              <a:spcBef>
                <a:spcPts val="270"/>
              </a:spcBef>
            </a:pPr>
            <a:r>
              <a:rPr sz="2600">
                <a:solidFill>
                  <a:srgbClr val="C00000"/>
                </a:solidFill>
                <a:latin typeface="Times New Roman"/>
                <a:cs typeface="Times New Roman"/>
              </a:rPr>
              <a:t>Ex</a:t>
            </a:r>
            <a:r>
              <a:rPr sz="2600">
                <a:latin typeface="Times New Roman"/>
                <a:cs typeface="Times New Roman"/>
              </a:rPr>
              <a:t>:</a:t>
            </a:r>
            <a:r>
              <a:rPr sz="2600" spc="-15">
                <a:latin typeface="Times New Roman"/>
                <a:cs typeface="Times New Roman"/>
              </a:rPr>
              <a:t> </a:t>
            </a:r>
            <a:r>
              <a:rPr sz="2600">
                <a:latin typeface="Times New Roman"/>
                <a:cs typeface="Times New Roman"/>
              </a:rPr>
              <a:t>#include</a:t>
            </a:r>
            <a:r>
              <a:rPr sz="2600" spc="-15">
                <a:latin typeface="Times New Roman"/>
                <a:cs typeface="Times New Roman"/>
              </a:rPr>
              <a:t> </a:t>
            </a:r>
            <a:r>
              <a:rPr sz="2600" spc="-10">
                <a:latin typeface="Times New Roman"/>
                <a:cs typeface="Times New Roman"/>
              </a:rPr>
              <a:t>&lt;stdio.h&gt;</a:t>
            </a:r>
            <a:endParaRPr sz="2600">
              <a:latin typeface="Times New Roman"/>
              <a:cs typeface="Times New Roman"/>
            </a:endParaRPr>
          </a:p>
          <a:p>
            <a:pPr marL="756285" marR="5080" indent="-287020" algn="just">
              <a:lnSpc>
                <a:spcPct val="90000"/>
              </a:lnSpc>
              <a:spcBef>
                <a:spcPts val="625"/>
              </a:spcBef>
              <a:buClr>
                <a:srgbClr val="800080"/>
              </a:buClr>
              <a:buSzPct val="69230"/>
              <a:buChar char="•"/>
              <a:tabLst>
                <a:tab pos="756920" algn="l"/>
              </a:tabLst>
            </a:pPr>
            <a:r>
              <a:rPr sz="2600">
                <a:latin typeface="Times New Roman"/>
                <a:cs typeface="Times New Roman"/>
              </a:rPr>
              <a:t>This</a:t>
            </a:r>
            <a:r>
              <a:rPr sz="2600" spc="50">
                <a:latin typeface="Times New Roman"/>
                <a:cs typeface="Times New Roman"/>
              </a:rPr>
              <a:t> </a:t>
            </a:r>
            <a:r>
              <a:rPr sz="2600">
                <a:latin typeface="Times New Roman"/>
                <a:cs typeface="Times New Roman"/>
              </a:rPr>
              <a:t>command</a:t>
            </a:r>
            <a:r>
              <a:rPr sz="2600" spc="60">
                <a:latin typeface="Times New Roman"/>
                <a:cs typeface="Times New Roman"/>
              </a:rPr>
              <a:t> </a:t>
            </a:r>
            <a:r>
              <a:rPr sz="2600">
                <a:latin typeface="Times New Roman"/>
                <a:cs typeface="Times New Roman"/>
              </a:rPr>
              <a:t>tells</a:t>
            </a:r>
            <a:r>
              <a:rPr sz="2600" spc="60">
                <a:latin typeface="Times New Roman"/>
                <a:cs typeface="Times New Roman"/>
              </a:rPr>
              <a:t> </a:t>
            </a:r>
            <a:r>
              <a:rPr sz="2600">
                <a:latin typeface="Times New Roman"/>
                <a:cs typeface="Times New Roman"/>
              </a:rPr>
              <a:t>the</a:t>
            </a:r>
            <a:r>
              <a:rPr sz="2600" spc="50">
                <a:latin typeface="Times New Roman"/>
                <a:cs typeface="Times New Roman"/>
              </a:rPr>
              <a:t> </a:t>
            </a:r>
            <a:r>
              <a:rPr sz="2600">
                <a:latin typeface="Times New Roman"/>
                <a:cs typeface="Times New Roman"/>
              </a:rPr>
              <a:t>preprocessor</a:t>
            </a:r>
            <a:r>
              <a:rPr sz="2600" spc="60">
                <a:latin typeface="Times New Roman"/>
                <a:cs typeface="Times New Roman"/>
              </a:rPr>
              <a:t> </a:t>
            </a:r>
            <a:r>
              <a:rPr sz="2600">
                <a:latin typeface="Times New Roman"/>
                <a:cs typeface="Times New Roman"/>
              </a:rPr>
              <a:t>that</a:t>
            </a:r>
            <a:r>
              <a:rPr sz="2600" spc="45">
                <a:latin typeface="Times New Roman"/>
                <a:cs typeface="Times New Roman"/>
              </a:rPr>
              <a:t> </a:t>
            </a:r>
            <a:r>
              <a:rPr sz="2600">
                <a:latin typeface="Times New Roman"/>
                <a:cs typeface="Times New Roman"/>
              </a:rPr>
              <a:t>definitions</a:t>
            </a:r>
            <a:r>
              <a:rPr sz="2600" spc="55">
                <a:latin typeface="Times New Roman"/>
                <a:cs typeface="Times New Roman"/>
              </a:rPr>
              <a:t> </a:t>
            </a:r>
            <a:r>
              <a:rPr sz="2600">
                <a:latin typeface="Times New Roman"/>
                <a:cs typeface="Times New Roman"/>
              </a:rPr>
              <a:t>from</a:t>
            </a:r>
            <a:r>
              <a:rPr sz="2600" spc="60">
                <a:latin typeface="Times New Roman"/>
                <a:cs typeface="Times New Roman"/>
              </a:rPr>
              <a:t> </a:t>
            </a:r>
            <a:r>
              <a:rPr sz="2600" spc="-25">
                <a:latin typeface="Times New Roman"/>
                <a:cs typeface="Times New Roman"/>
              </a:rPr>
              <a:t>the </a:t>
            </a:r>
            <a:r>
              <a:rPr sz="2600">
                <a:latin typeface="Times New Roman"/>
                <a:cs typeface="Times New Roman"/>
              </a:rPr>
              <a:t>library</a:t>
            </a:r>
            <a:r>
              <a:rPr sz="2600" spc="5">
                <a:latin typeface="Times New Roman"/>
                <a:cs typeface="Times New Roman"/>
              </a:rPr>
              <a:t> </a:t>
            </a:r>
            <a:r>
              <a:rPr sz="2600">
                <a:latin typeface="Times New Roman"/>
                <a:cs typeface="Times New Roman"/>
              </a:rPr>
              <a:t>file</a:t>
            </a:r>
            <a:r>
              <a:rPr sz="2600" spc="15">
                <a:latin typeface="Times New Roman"/>
                <a:cs typeface="Times New Roman"/>
              </a:rPr>
              <a:t> </a:t>
            </a:r>
            <a:r>
              <a:rPr sz="2600">
                <a:latin typeface="Times New Roman"/>
                <a:cs typeface="Times New Roman"/>
              </a:rPr>
              <a:t>in</a:t>
            </a:r>
            <a:r>
              <a:rPr sz="2600" spc="20">
                <a:latin typeface="Times New Roman"/>
                <a:cs typeface="Times New Roman"/>
              </a:rPr>
              <a:t> </a:t>
            </a:r>
            <a:r>
              <a:rPr sz="2600">
                <a:latin typeface="Times New Roman"/>
                <a:cs typeface="Times New Roman"/>
              </a:rPr>
              <a:t>the</a:t>
            </a:r>
            <a:r>
              <a:rPr sz="2600" spc="10">
                <a:latin typeface="Times New Roman"/>
                <a:cs typeface="Times New Roman"/>
              </a:rPr>
              <a:t> </a:t>
            </a:r>
            <a:r>
              <a:rPr sz="2600">
                <a:latin typeface="Times New Roman"/>
                <a:cs typeface="Times New Roman"/>
              </a:rPr>
              <a:t>brackets &lt;</a:t>
            </a:r>
            <a:r>
              <a:rPr sz="2600" spc="10">
                <a:latin typeface="Times New Roman"/>
                <a:cs typeface="Times New Roman"/>
              </a:rPr>
              <a:t> </a:t>
            </a:r>
            <a:r>
              <a:rPr sz="2600">
                <a:latin typeface="Times New Roman"/>
                <a:cs typeface="Times New Roman"/>
              </a:rPr>
              <a:t>&gt;</a:t>
            </a:r>
            <a:r>
              <a:rPr sz="2600" spc="15">
                <a:latin typeface="Times New Roman"/>
                <a:cs typeface="Times New Roman"/>
              </a:rPr>
              <a:t> </a:t>
            </a:r>
            <a:r>
              <a:rPr sz="2600">
                <a:latin typeface="Times New Roman"/>
                <a:cs typeface="Times New Roman"/>
              </a:rPr>
              <a:t>is</a:t>
            </a:r>
            <a:r>
              <a:rPr sz="2600" spc="30">
                <a:latin typeface="Times New Roman"/>
                <a:cs typeface="Times New Roman"/>
              </a:rPr>
              <a:t> </a:t>
            </a:r>
            <a:r>
              <a:rPr sz="2600">
                <a:latin typeface="Times New Roman"/>
                <a:cs typeface="Times New Roman"/>
              </a:rPr>
              <a:t>included</a:t>
            </a:r>
            <a:r>
              <a:rPr sz="2600" spc="35">
                <a:latin typeface="Times New Roman"/>
                <a:cs typeface="Times New Roman"/>
              </a:rPr>
              <a:t> </a:t>
            </a:r>
            <a:r>
              <a:rPr sz="2600">
                <a:latin typeface="Times New Roman"/>
                <a:cs typeface="Times New Roman"/>
              </a:rPr>
              <a:t>in</a:t>
            </a:r>
            <a:r>
              <a:rPr sz="2600" spc="20">
                <a:latin typeface="Times New Roman"/>
                <a:cs typeface="Times New Roman"/>
              </a:rPr>
              <a:t> </a:t>
            </a:r>
            <a:r>
              <a:rPr sz="2600">
                <a:latin typeface="Times New Roman"/>
                <a:cs typeface="Times New Roman"/>
              </a:rPr>
              <a:t>the</a:t>
            </a:r>
            <a:r>
              <a:rPr sz="2600" spc="10">
                <a:latin typeface="Times New Roman"/>
                <a:cs typeface="Times New Roman"/>
              </a:rPr>
              <a:t> </a:t>
            </a:r>
            <a:r>
              <a:rPr sz="2600">
                <a:latin typeface="Times New Roman"/>
                <a:cs typeface="Times New Roman"/>
              </a:rPr>
              <a:t>program.</a:t>
            </a:r>
            <a:r>
              <a:rPr sz="2600" spc="25">
                <a:latin typeface="Times New Roman"/>
                <a:cs typeface="Times New Roman"/>
              </a:rPr>
              <a:t> </a:t>
            </a:r>
            <a:r>
              <a:rPr sz="2600" spc="-25">
                <a:latin typeface="Times New Roman"/>
                <a:cs typeface="Times New Roman"/>
              </a:rPr>
              <a:t>The </a:t>
            </a:r>
            <a:r>
              <a:rPr sz="2600">
                <a:latin typeface="Times New Roman"/>
                <a:cs typeface="Times New Roman"/>
              </a:rPr>
              <a:t>name</a:t>
            </a:r>
            <a:r>
              <a:rPr sz="2600" spc="285">
                <a:latin typeface="Times New Roman"/>
                <a:cs typeface="Times New Roman"/>
              </a:rPr>
              <a:t> </a:t>
            </a:r>
            <a:r>
              <a:rPr sz="2600">
                <a:latin typeface="Times New Roman"/>
                <a:cs typeface="Times New Roman"/>
              </a:rPr>
              <a:t>of</a:t>
            </a:r>
            <a:r>
              <a:rPr sz="2600" spc="285">
                <a:latin typeface="Times New Roman"/>
                <a:cs typeface="Times New Roman"/>
              </a:rPr>
              <a:t> </a:t>
            </a:r>
            <a:r>
              <a:rPr sz="2600">
                <a:latin typeface="Times New Roman"/>
                <a:cs typeface="Times New Roman"/>
              </a:rPr>
              <a:t>the</a:t>
            </a:r>
            <a:r>
              <a:rPr sz="2600" spc="285">
                <a:latin typeface="Times New Roman"/>
                <a:cs typeface="Times New Roman"/>
              </a:rPr>
              <a:t> </a:t>
            </a:r>
            <a:r>
              <a:rPr sz="2600">
                <a:latin typeface="Times New Roman"/>
                <a:cs typeface="Times New Roman"/>
              </a:rPr>
              <a:t>header</a:t>
            </a:r>
            <a:r>
              <a:rPr sz="2600" spc="285">
                <a:latin typeface="Times New Roman"/>
                <a:cs typeface="Times New Roman"/>
              </a:rPr>
              <a:t> </a:t>
            </a:r>
            <a:r>
              <a:rPr sz="2600">
                <a:latin typeface="Times New Roman"/>
                <a:cs typeface="Times New Roman"/>
              </a:rPr>
              <a:t>file</a:t>
            </a:r>
            <a:r>
              <a:rPr sz="2600" spc="285">
                <a:latin typeface="Times New Roman"/>
                <a:cs typeface="Times New Roman"/>
              </a:rPr>
              <a:t> </a:t>
            </a:r>
            <a:r>
              <a:rPr sz="2600">
                <a:latin typeface="Times New Roman"/>
                <a:cs typeface="Times New Roman"/>
              </a:rPr>
              <a:t>is</a:t>
            </a:r>
            <a:r>
              <a:rPr sz="2600" spc="280">
                <a:latin typeface="Times New Roman"/>
                <a:cs typeface="Times New Roman"/>
              </a:rPr>
              <a:t> </a:t>
            </a:r>
            <a:r>
              <a:rPr sz="2600" spc="-70">
                <a:latin typeface="Times New Roman"/>
                <a:cs typeface="Times New Roman"/>
              </a:rPr>
              <a:t>―stdio.h‖.</a:t>
            </a:r>
            <a:r>
              <a:rPr sz="2600" spc="285">
                <a:latin typeface="Times New Roman"/>
                <a:cs typeface="Times New Roman"/>
              </a:rPr>
              <a:t> </a:t>
            </a:r>
            <a:r>
              <a:rPr sz="2600">
                <a:latin typeface="Times New Roman"/>
                <a:cs typeface="Times New Roman"/>
              </a:rPr>
              <a:t>This</a:t>
            </a:r>
            <a:r>
              <a:rPr sz="2600" spc="285">
                <a:latin typeface="Times New Roman"/>
                <a:cs typeface="Times New Roman"/>
              </a:rPr>
              <a:t> </a:t>
            </a:r>
            <a:r>
              <a:rPr sz="2600">
                <a:latin typeface="Times New Roman"/>
                <a:cs typeface="Times New Roman"/>
              </a:rPr>
              <a:t>is</a:t>
            </a:r>
            <a:r>
              <a:rPr sz="2600" spc="300">
                <a:latin typeface="Times New Roman"/>
                <a:cs typeface="Times New Roman"/>
              </a:rPr>
              <a:t> </a:t>
            </a:r>
            <a:r>
              <a:rPr sz="2600">
                <a:latin typeface="Times New Roman"/>
                <a:cs typeface="Times New Roman"/>
              </a:rPr>
              <a:t>an</a:t>
            </a:r>
            <a:r>
              <a:rPr sz="2600" spc="290">
                <a:latin typeface="Times New Roman"/>
                <a:cs typeface="Times New Roman"/>
              </a:rPr>
              <a:t> </a:t>
            </a:r>
            <a:r>
              <a:rPr sz="2600" spc="-10">
                <a:latin typeface="Times New Roman"/>
                <a:cs typeface="Times New Roman"/>
              </a:rPr>
              <a:t>abbreviation </a:t>
            </a:r>
            <a:r>
              <a:rPr sz="2600">
                <a:latin typeface="Times New Roman"/>
                <a:cs typeface="Times New Roman"/>
              </a:rPr>
              <a:t>for</a:t>
            </a:r>
            <a:r>
              <a:rPr sz="2600" spc="-10">
                <a:latin typeface="Times New Roman"/>
                <a:cs typeface="Times New Roman"/>
              </a:rPr>
              <a:t> </a:t>
            </a:r>
            <a:r>
              <a:rPr sz="2600" spc="-170">
                <a:latin typeface="Times New Roman"/>
                <a:cs typeface="Times New Roman"/>
              </a:rPr>
              <a:t>―standard</a:t>
            </a:r>
            <a:r>
              <a:rPr sz="2600">
                <a:latin typeface="Times New Roman"/>
                <a:cs typeface="Times New Roman"/>
              </a:rPr>
              <a:t> input</a:t>
            </a:r>
            <a:r>
              <a:rPr sz="2600" spc="5">
                <a:latin typeface="Times New Roman"/>
                <a:cs typeface="Times New Roman"/>
              </a:rPr>
              <a:t> </a:t>
            </a:r>
            <a:r>
              <a:rPr sz="2600">
                <a:latin typeface="Times New Roman"/>
                <a:cs typeface="Times New Roman"/>
              </a:rPr>
              <a:t>/</a:t>
            </a:r>
            <a:r>
              <a:rPr sz="2600" spc="5">
                <a:latin typeface="Times New Roman"/>
                <a:cs typeface="Times New Roman"/>
              </a:rPr>
              <a:t> </a:t>
            </a:r>
            <a:r>
              <a:rPr sz="2600">
                <a:latin typeface="Times New Roman"/>
                <a:cs typeface="Times New Roman"/>
              </a:rPr>
              <a:t>output header</a:t>
            </a:r>
            <a:r>
              <a:rPr sz="2600" spc="-10">
                <a:latin typeface="Times New Roman"/>
                <a:cs typeface="Times New Roman"/>
              </a:rPr>
              <a:t> file.</a:t>
            </a:r>
            <a:endParaRPr sz="2600">
              <a:latin typeface="Times New Roman"/>
              <a:cs typeface="Times New Roman"/>
            </a:endParaRPr>
          </a:p>
          <a:p>
            <a:pPr marL="756285" marR="6350" indent="-287020" algn="just">
              <a:lnSpc>
                <a:spcPts val="2810"/>
              </a:lnSpc>
              <a:spcBef>
                <a:spcPts val="660"/>
              </a:spcBef>
              <a:buClr>
                <a:srgbClr val="800080"/>
              </a:buClr>
              <a:buSzPct val="69230"/>
              <a:buChar char="•"/>
              <a:tabLst>
                <a:tab pos="756920" algn="l"/>
              </a:tabLst>
            </a:pPr>
            <a:r>
              <a:rPr sz="2600">
                <a:latin typeface="Times New Roman"/>
                <a:cs typeface="Times New Roman"/>
              </a:rPr>
              <a:t>C</a:t>
            </a:r>
            <a:r>
              <a:rPr sz="2600" spc="100">
                <a:latin typeface="Times New Roman"/>
                <a:cs typeface="Times New Roman"/>
              </a:rPr>
              <a:t> </a:t>
            </a:r>
            <a:r>
              <a:rPr sz="2600">
                <a:latin typeface="Times New Roman"/>
                <a:cs typeface="Times New Roman"/>
              </a:rPr>
              <a:t>requires</a:t>
            </a:r>
            <a:r>
              <a:rPr sz="2600" spc="75">
                <a:latin typeface="Times New Roman"/>
                <a:cs typeface="Times New Roman"/>
              </a:rPr>
              <a:t> </a:t>
            </a:r>
            <a:r>
              <a:rPr sz="2600">
                <a:latin typeface="Times New Roman"/>
                <a:cs typeface="Times New Roman"/>
              </a:rPr>
              <a:t>that</a:t>
            </a:r>
            <a:r>
              <a:rPr sz="2600" spc="90">
                <a:latin typeface="Times New Roman"/>
                <a:cs typeface="Times New Roman"/>
              </a:rPr>
              <a:t> </a:t>
            </a:r>
            <a:r>
              <a:rPr sz="2600">
                <a:latin typeface="Times New Roman"/>
                <a:cs typeface="Times New Roman"/>
              </a:rPr>
              <a:t>certain</a:t>
            </a:r>
            <a:r>
              <a:rPr sz="2600" spc="100">
                <a:latin typeface="Times New Roman"/>
                <a:cs typeface="Times New Roman"/>
              </a:rPr>
              <a:t> </a:t>
            </a:r>
            <a:r>
              <a:rPr sz="2600">
                <a:latin typeface="Times New Roman"/>
                <a:cs typeface="Times New Roman"/>
              </a:rPr>
              <a:t>standard</a:t>
            </a:r>
            <a:r>
              <a:rPr sz="2600" spc="95">
                <a:latin typeface="Times New Roman"/>
                <a:cs typeface="Times New Roman"/>
              </a:rPr>
              <a:t> </a:t>
            </a:r>
            <a:r>
              <a:rPr sz="2600">
                <a:latin typeface="Times New Roman"/>
                <a:cs typeface="Times New Roman"/>
              </a:rPr>
              <a:t>libraries</a:t>
            </a:r>
            <a:r>
              <a:rPr sz="2600" spc="90">
                <a:latin typeface="Times New Roman"/>
                <a:cs typeface="Times New Roman"/>
              </a:rPr>
              <a:t> </a:t>
            </a:r>
            <a:r>
              <a:rPr sz="2600">
                <a:latin typeface="Times New Roman"/>
                <a:cs typeface="Times New Roman"/>
              </a:rPr>
              <a:t>be</a:t>
            </a:r>
            <a:r>
              <a:rPr sz="2600" spc="95">
                <a:latin typeface="Times New Roman"/>
                <a:cs typeface="Times New Roman"/>
              </a:rPr>
              <a:t> </a:t>
            </a:r>
            <a:r>
              <a:rPr sz="2600">
                <a:latin typeface="Times New Roman"/>
                <a:cs typeface="Times New Roman"/>
              </a:rPr>
              <a:t>provided</a:t>
            </a:r>
            <a:r>
              <a:rPr sz="2600" spc="105">
                <a:latin typeface="Times New Roman"/>
                <a:cs typeface="Times New Roman"/>
              </a:rPr>
              <a:t> </a:t>
            </a:r>
            <a:r>
              <a:rPr sz="2600">
                <a:latin typeface="Times New Roman"/>
                <a:cs typeface="Times New Roman"/>
              </a:rPr>
              <a:t>in</a:t>
            </a:r>
            <a:r>
              <a:rPr sz="2600" spc="95">
                <a:latin typeface="Times New Roman"/>
                <a:cs typeface="Times New Roman"/>
              </a:rPr>
              <a:t> </a:t>
            </a:r>
            <a:r>
              <a:rPr sz="2600" spc="-10">
                <a:latin typeface="Times New Roman"/>
                <a:cs typeface="Times New Roman"/>
              </a:rPr>
              <a:t>every </a:t>
            </a:r>
            <a:r>
              <a:rPr sz="2600">
                <a:latin typeface="Times New Roman"/>
                <a:cs typeface="Times New Roman"/>
              </a:rPr>
              <a:t>ANSI</a:t>
            </a:r>
            <a:r>
              <a:rPr sz="2600" spc="-40">
                <a:latin typeface="Times New Roman"/>
                <a:cs typeface="Times New Roman"/>
              </a:rPr>
              <a:t> </a:t>
            </a:r>
            <a:r>
              <a:rPr sz="2600">
                <a:latin typeface="Times New Roman"/>
                <a:cs typeface="Times New Roman"/>
              </a:rPr>
              <a:t>C </a:t>
            </a:r>
            <a:r>
              <a:rPr sz="2600" spc="-10">
                <a:latin typeface="Times New Roman"/>
                <a:cs typeface="Times New Roman"/>
              </a:rPr>
              <a:t>implementation.</a:t>
            </a:r>
            <a:endParaRPr sz="2600">
              <a:latin typeface="Times New Roman"/>
              <a:cs typeface="Times New Roman"/>
            </a:endParaRPr>
          </a:p>
          <a:p>
            <a:pPr marL="12700" algn="just">
              <a:spcBef>
                <a:spcPts val="270"/>
              </a:spcBef>
            </a:pPr>
            <a:r>
              <a:rPr sz="2600">
                <a:solidFill>
                  <a:srgbClr val="C00000"/>
                </a:solidFill>
                <a:latin typeface="Times New Roman"/>
                <a:cs typeface="Times New Roman"/>
              </a:rPr>
              <a:t>Global</a:t>
            </a:r>
            <a:r>
              <a:rPr sz="2600" spc="-60">
                <a:solidFill>
                  <a:srgbClr val="C00000"/>
                </a:solidFill>
                <a:latin typeface="Times New Roman"/>
                <a:cs typeface="Times New Roman"/>
              </a:rPr>
              <a:t> </a:t>
            </a:r>
            <a:r>
              <a:rPr sz="2600">
                <a:solidFill>
                  <a:srgbClr val="C00000"/>
                </a:solidFill>
                <a:latin typeface="Times New Roman"/>
                <a:cs typeface="Times New Roman"/>
              </a:rPr>
              <a:t>Declaration</a:t>
            </a:r>
            <a:r>
              <a:rPr sz="2600" spc="-40">
                <a:solidFill>
                  <a:srgbClr val="C00000"/>
                </a:solidFill>
                <a:latin typeface="Times New Roman"/>
                <a:cs typeface="Times New Roman"/>
              </a:rPr>
              <a:t> </a:t>
            </a:r>
            <a:r>
              <a:rPr sz="2600">
                <a:solidFill>
                  <a:srgbClr val="C00000"/>
                </a:solidFill>
                <a:latin typeface="Times New Roman"/>
                <a:cs typeface="Times New Roman"/>
              </a:rPr>
              <a:t>Section</a:t>
            </a:r>
            <a:r>
              <a:rPr sz="2600" spc="-25">
                <a:solidFill>
                  <a:srgbClr val="C00000"/>
                </a:solidFill>
                <a:latin typeface="Times New Roman"/>
                <a:cs typeface="Times New Roman"/>
              </a:rPr>
              <a:t> </a:t>
            </a:r>
            <a:r>
              <a:rPr sz="2600" spc="-50">
                <a:solidFill>
                  <a:srgbClr val="C00000"/>
                </a:solidFill>
                <a:latin typeface="Times New Roman"/>
                <a:cs typeface="Times New Roman"/>
              </a:rPr>
              <a:t>:</a:t>
            </a:r>
            <a:endParaRPr sz="2600">
              <a:latin typeface="Times New Roman"/>
              <a:cs typeface="Times New Roman"/>
            </a:endParaRPr>
          </a:p>
          <a:p>
            <a:pPr marL="756285" marR="6985" indent="-287020" algn="just">
              <a:lnSpc>
                <a:spcPts val="2810"/>
              </a:lnSpc>
              <a:spcBef>
                <a:spcPts val="665"/>
              </a:spcBef>
              <a:buClr>
                <a:srgbClr val="800080"/>
              </a:buClr>
              <a:buSzPct val="69230"/>
              <a:buChar char="•"/>
              <a:tabLst>
                <a:tab pos="756920" algn="l"/>
              </a:tabLst>
            </a:pPr>
            <a:r>
              <a:rPr sz="2600">
                <a:latin typeface="Times New Roman"/>
                <a:cs typeface="Times New Roman"/>
              </a:rPr>
              <a:t>Contains</a:t>
            </a:r>
            <a:r>
              <a:rPr sz="2600" spc="114">
                <a:latin typeface="Times New Roman"/>
                <a:cs typeface="Times New Roman"/>
              </a:rPr>
              <a:t>  </a:t>
            </a:r>
            <a:r>
              <a:rPr sz="2600">
                <a:latin typeface="Times New Roman"/>
                <a:cs typeface="Times New Roman"/>
              </a:rPr>
              <a:t>declarations</a:t>
            </a:r>
            <a:r>
              <a:rPr sz="2600" spc="110">
                <a:latin typeface="Times New Roman"/>
                <a:cs typeface="Times New Roman"/>
              </a:rPr>
              <a:t>  </a:t>
            </a:r>
            <a:r>
              <a:rPr sz="2600">
                <a:latin typeface="Times New Roman"/>
                <a:cs typeface="Times New Roman"/>
              </a:rPr>
              <a:t>that</a:t>
            </a:r>
            <a:r>
              <a:rPr sz="2600" spc="110">
                <a:latin typeface="Times New Roman"/>
                <a:cs typeface="Times New Roman"/>
              </a:rPr>
              <a:t>  </a:t>
            </a:r>
            <a:r>
              <a:rPr sz="2600">
                <a:latin typeface="Times New Roman"/>
                <a:cs typeface="Times New Roman"/>
              </a:rPr>
              <a:t>are</a:t>
            </a:r>
            <a:r>
              <a:rPr sz="2600" spc="114">
                <a:latin typeface="Times New Roman"/>
                <a:cs typeface="Times New Roman"/>
              </a:rPr>
              <a:t>  </a:t>
            </a:r>
            <a:r>
              <a:rPr sz="2600">
                <a:latin typeface="Times New Roman"/>
                <a:cs typeface="Times New Roman"/>
              </a:rPr>
              <a:t>visible</a:t>
            </a:r>
            <a:r>
              <a:rPr sz="2600" spc="110">
                <a:latin typeface="Times New Roman"/>
                <a:cs typeface="Times New Roman"/>
              </a:rPr>
              <a:t>  </a:t>
            </a:r>
            <a:r>
              <a:rPr sz="2600">
                <a:latin typeface="Times New Roman"/>
                <a:cs typeface="Times New Roman"/>
              </a:rPr>
              <a:t>to</a:t>
            </a:r>
            <a:r>
              <a:rPr sz="2600" spc="125">
                <a:latin typeface="Times New Roman"/>
                <a:cs typeface="Times New Roman"/>
              </a:rPr>
              <a:t>  </a:t>
            </a:r>
            <a:r>
              <a:rPr sz="2600">
                <a:latin typeface="Times New Roman"/>
                <a:cs typeface="Times New Roman"/>
              </a:rPr>
              <a:t>all</a:t>
            </a:r>
            <a:r>
              <a:rPr sz="2600" spc="114">
                <a:latin typeface="Times New Roman"/>
                <a:cs typeface="Times New Roman"/>
              </a:rPr>
              <a:t>  </a:t>
            </a:r>
            <a:r>
              <a:rPr sz="2600">
                <a:latin typeface="Times New Roman"/>
                <a:cs typeface="Times New Roman"/>
              </a:rPr>
              <a:t>parts</a:t>
            </a:r>
            <a:r>
              <a:rPr sz="2600" spc="114">
                <a:latin typeface="Times New Roman"/>
                <a:cs typeface="Times New Roman"/>
              </a:rPr>
              <a:t>  </a:t>
            </a:r>
            <a:r>
              <a:rPr sz="2600">
                <a:latin typeface="Times New Roman"/>
                <a:cs typeface="Times New Roman"/>
              </a:rPr>
              <a:t>of</a:t>
            </a:r>
            <a:r>
              <a:rPr sz="2600" spc="110">
                <a:latin typeface="Times New Roman"/>
                <a:cs typeface="Times New Roman"/>
              </a:rPr>
              <a:t>  </a:t>
            </a:r>
            <a:r>
              <a:rPr sz="2600" spc="-25">
                <a:latin typeface="Times New Roman"/>
                <a:cs typeface="Times New Roman"/>
              </a:rPr>
              <a:t>the </a:t>
            </a:r>
            <a:r>
              <a:rPr sz="2600" spc="-10">
                <a:latin typeface="Times New Roman"/>
                <a:cs typeface="Times New Roman"/>
              </a:rPr>
              <a:t>program</a:t>
            </a:r>
            <a:endParaRPr sz="2600">
              <a:latin typeface="Times New Roman"/>
              <a:cs typeface="Times New Roman"/>
            </a:endParaRPr>
          </a:p>
          <a:p>
            <a:pPr marL="12700" algn="just">
              <a:spcBef>
                <a:spcPts val="270"/>
              </a:spcBef>
            </a:pPr>
            <a:r>
              <a:rPr sz="2600">
                <a:solidFill>
                  <a:srgbClr val="C00000"/>
                </a:solidFill>
                <a:latin typeface="Times New Roman"/>
                <a:cs typeface="Times New Roman"/>
              </a:rPr>
              <a:t>Declaration</a:t>
            </a:r>
            <a:r>
              <a:rPr sz="2600" spc="-55">
                <a:solidFill>
                  <a:srgbClr val="C00000"/>
                </a:solidFill>
                <a:latin typeface="Times New Roman"/>
                <a:cs typeface="Times New Roman"/>
              </a:rPr>
              <a:t> </a:t>
            </a:r>
            <a:r>
              <a:rPr sz="2600">
                <a:solidFill>
                  <a:srgbClr val="C00000"/>
                </a:solidFill>
                <a:latin typeface="Times New Roman"/>
                <a:cs typeface="Times New Roman"/>
              </a:rPr>
              <a:t>section</a:t>
            </a:r>
            <a:r>
              <a:rPr sz="2600" spc="-35">
                <a:solidFill>
                  <a:srgbClr val="C00000"/>
                </a:solidFill>
                <a:latin typeface="Times New Roman"/>
                <a:cs typeface="Times New Roman"/>
              </a:rPr>
              <a:t> </a:t>
            </a:r>
            <a:r>
              <a:rPr sz="2600" spc="-50">
                <a:solidFill>
                  <a:srgbClr val="C00000"/>
                </a:solidFill>
                <a:latin typeface="Times New Roman"/>
                <a:cs typeface="Times New Roman"/>
              </a:rPr>
              <a:t>:</a:t>
            </a:r>
            <a:endParaRPr sz="2600">
              <a:latin typeface="Times New Roman"/>
              <a:cs typeface="Times New Roman"/>
            </a:endParaRPr>
          </a:p>
          <a:p>
            <a:pPr marL="756285" marR="5080" indent="-287020" algn="just">
              <a:lnSpc>
                <a:spcPts val="2810"/>
              </a:lnSpc>
              <a:spcBef>
                <a:spcPts val="665"/>
              </a:spcBef>
              <a:buClr>
                <a:srgbClr val="800080"/>
              </a:buClr>
              <a:buSzPct val="69230"/>
              <a:buChar char="•"/>
              <a:tabLst>
                <a:tab pos="756920" algn="l"/>
              </a:tabLst>
            </a:pPr>
            <a:r>
              <a:rPr sz="2600">
                <a:latin typeface="Times New Roman"/>
                <a:cs typeface="Times New Roman"/>
              </a:rPr>
              <a:t>It</a:t>
            </a:r>
            <a:r>
              <a:rPr sz="2600" spc="50">
                <a:latin typeface="Times New Roman"/>
                <a:cs typeface="Times New Roman"/>
              </a:rPr>
              <a:t> </a:t>
            </a:r>
            <a:r>
              <a:rPr sz="2600">
                <a:latin typeface="Times New Roman"/>
                <a:cs typeface="Times New Roman"/>
              </a:rPr>
              <a:t>is</a:t>
            </a:r>
            <a:r>
              <a:rPr sz="2600" spc="50">
                <a:latin typeface="Times New Roman"/>
                <a:cs typeface="Times New Roman"/>
              </a:rPr>
              <a:t> </a:t>
            </a:r>
            <a:r>
              <a:rPr sz="2600">
                <a:latin typeface="Times New Roman"/>
                <a:cs typeface="Times New Roman"/>
              </a:rPr>
              <a:t>at</a:t>
            </a:r>
            <a:r>
              <a:rPr sz="2600" spc="55">
                <a:latin typeface="Times New Roman"/>
                <a:cs typeface="Times New Roman"/>
              </a:rPr>
              <a:t> </a:t>
            </a:r>
            <a:r>
              <a:rPr sz="2600">
                <a:latin typeface="Times New Roman"/>
                <a:cs typeface="Times New Roman"/>
              </a:rPr>
              <a:t>the</a:t>
            </a:r>
            <a:r>
              <a:rPr sz="2600" spc="50">
                <a:latin typeface="Times New Roman"/>
                <a:cs typeface="Times New Roman"/>
              </a:rPr>
              <a:t> </a:t>
            </a:r>
            <a:r>
              <a:rPr sz="2600">
                <a:latin typeface="Times New Roman"/>
                <a:cs typeface="Times New Roman"/>
              </a:rPr>
              <a:t>beginning</a:t>
            </a:r>
            <a:r>
              <a:rPr sz="2600" spc="60">
                <a:latin typeface="Times New Roman"/>
                <a:cs typeface="Times New Roman"/>
              </a:rPr>
              <a:t> </a:t>
            </a:r>
            <a:r>
              <a:rPr sz="2600">
                <a:latin typeface="Times New Roman"/>
                <a:cs typeface="Times New Roman"/>
              </a:rPr>
              <a:t>of</a:t>
            </a:r>
            <a:r>
              <a:rPr sz="2600" spc="50">
                <a:latin typeface="Times New Roman"/>
                <a:cs typeface="Times New Roman"/>
              </a:rPr>
              <a:t> </a:t>
            </a:r>
            <a:r>
              <a:rPr sz="2600">
                <a:latin typeface="Times New Roman"/>
                <a:cs typeface="Times New Roman"/>
              </a:rPr>
              <a:t>the</a:t>
            </a:r>
            <a:r>
              <a:rPr sz="2600" spc="40">
                <a:latin typeface="Times New Roman"/>
                <a:cs typeface="Times New Roman"/>
              </a:rPr>
              <a:t> </a:t>
            </a:r>
            <a:r>
              <a:rPr sz="2600">
                <a:latin typeface="Times New Roman"/>
                <a:cs typeface="Times New Roman"/>
              </a:rPr>
              <a:t>function.</a:t>
            </a:r>
            <a:r>
              <a:rPr sz="2600" spc="55">
                <a:latin typeface="Times New Roman"/>
                <a:cs typeface="Times New Roman"/>
              </a:rPr>
              <a:t> </a:t>
            </a:r>
            <a:r>
              <a:rPr sz="2600">
                <a:latin typeface="Times New Roman"/>
                <a:cs typeface="Times New Roman"/>
              </a:rPr>
              <a:t>It</a:t>
            </a:r>
            <a:r>
              <a:rPr sz="2600" spc="55">
                <a:latin typeface="Times New Roman"/>
                <a:cs typeface="Times New Roman"/>
              </a:rPr>
              <a:t> </a:t>
            </a:r>
            <a:r>
              <a:rPr sz="2600">
                <a:latin typeface="Times New Roman"/>
                <a:cs typeface="Times New Roman"/>
              </a:rPr>
              <a:t>describes</a:t>
            </a:r>
            <a:r>
              <a:rPr sz="2600" spc="50">
                <a:latin typeface="Times New Roman"/>
                <a:cs typeface="Times New Roman"/>
              </a:rPr>
              <a:t> </a:t>
            </a:r>
            <a:r>
              <a:rPr sz="2600">
                <a:latin typeface="Times New Roman"/>
                <a:cs typeface="Times New Roman"/>
              </a:rPr>
              <a:t>the</a:t>
            </a:r>
            <a:r>
              <a:rPr sz="2600" spc="55">
                <a:latin typeface="Times New Roman"/>
                <a:cs typeface="Times New Roman"/>
              </a:rPr>
              <a:t> </a:t>
            </a:r>
            <a:r>
              <a:rPr sz="2600">
                <a:latin typeface="Times New Roman"/>
                <a:cs typeface="Times New Roman"/>
              </a:rPr>
              <a:t>data</a:t>
            </a:r>
            <a:r>
              <a:rPr sz="2600" spc="50">
                <a:latin typeface="Times New Roman"/>
                <a:cs typeface="Times New Roman"/>
              </a:rPr>
              <a:t> </a:t>
            </a:r>
            <a:r>
              <a:rPr sz="2600" spc="-20">
                <a:latin typeface="Times New Roman"/>
                <a:cs typeface="Times New Roman"/>
              </a:rPr>
              <a:t>that </a:t>
            </a:r>
            <a:r>
              <a:rPr sz="2600">
                <a:latin typeface="Times New Roman"/>
                <a:cs typeface="Times New Roman"/>
              </a:rPr>
              <a:t>will</a:t>
            </a:r>
            <a:r>
              <a:rPr sz="2600" spc="409">
                <a:latin typeface="Times New Roman"/>
                <a:cs typeface="Times New Roman"/>
              </a:rPr>
              <a:t> </a:t>
            </a:r>
            <a:r>
              <a:rPr sz="2600">
                <a:latin typeface="Times New Roman"/>
                <a:cs typeface="Times New Roman"/>
              </a:rPr>
              <a:t>be</a:t>
            </a:r>
            <a:r>
              <a:rPr sz="2600" spc="415">
                <a:latin typeface="Times New Roman"/>
                <a:cs typeface="Times New Roman"/>
              </a:rPr>
              <a:t> </a:t>
            </a:r>
            <a:r>
              <a:rPr sz="2600">
                <a:latin typeface="Times New Roman"/>
                <a:cs typeface="Times New Roman"/>
              </a:rPr>
              <a:t>used</a:t>
            </a:r>
            <a:r>
              <a:rPr sz="2600" spc="420">
                <a:latin typeface="Times New Roman"/>
                <a:cs typeface="Times New Roman"/>
              </a:rPr>
              <a:t> </a:t>
            </a:r>
            <a:r>
              <a:rPr sz="2600">
                <a:latin typeface="Times New Roman"/>
                <a:cs typeface="Times New Roman"/>
              </a:rPr>
              <a:t>in</a:t>
            </a:r>
            <a:r>
              <a:rPr sz="2600" spc="425">
                <a:latin typeface="Times New Roman"/>
                <a:cs typeface="Times New Roman"/>
              </a:rPr>
              <a:t> </a:t>
            </a:r>
            <a:r>
              <a:rPr sz="2600">
                <a:latin typeface="Times New Roman"/>
                <a:cs typeface="Times New Roman"/>
              </a:rPr>
              <a:t>the</a:t>
            </a:r>
            <a:r>
              <a:rPr sz="2600" spc="415">
                <a:latin typeface="Times New Roman"/>
                <a:cs typeface="Times New Roman"/>
              </a:rPr>
              <a:t> </a:t>
            </a:r>
            <a:r>
              <a:rPr sz="2600">
                <a:latin typeface="Times New Roman"/>
                <a:cs typeface="Times New Roman"/>
              </a:rPr>
              <a:t>function.</a:t>
            </a:r>
            <a:r>
              <a:rPr sz="2600" spc="400">
                <a:latin typeface="Times New Roman"/>
                <a:cs typeface="Times New Roman"/>
              </a:rPr>
              <a:t> </a:t>
            </a:r>
            <a:r>
              <a:rPr sz="2600">
                <a:latin typeface="Times New Roman"/>
                <a:cs typeface="Times New Roman"/>
              </a:rPr>
              <a:t>Declarations</a:t>
            </a:r>
            <a:r>
              <a:rPr sz="2600" spc="420">
                <a:latin typeface="Times New Roman"/>
                <a:cs typeface="Times New Roman"/>
              </a:rPr>
              <a:t> </a:t>
            </a:r>
            <a:r>
              <a:rPr sz="2600">
                <a:latin typeface="Times New Roman"/>
                <a:cs typeface="Times New Roman"/>
              </a:rPr>
              <a:t>in</a:t>
            </a:r>
            <a:r>
              <a:rPr sz="2600" spc="420">
                <a:latin typeface="Times New Roman"/>
                <a:cs typeface="Times New Roman"/>
              </a:rPr>
              <a:t> </a:t>
            </a:r>
            <a:r>
              <a:rPr sz="2600">
                <a:latin typeface="Times New Roman"/>
                <a:cs typeface="Times New Roman"/>
              </a:rPr>
              <a:t>a</a:t>
            </a:r>
            <a:r>
              <a:rPr sz="2600" spc="415">
                <a:latin typeface="Times New Roman"/>
                <a:cs typeface="Times New Roman"/>
              </a:rPr>
              <a:t> </a:t>
            </a:r>
            <a:r>
              <a:rPr sz="2600">
                <a:latin typeface="Times New Roman"/>
                <a:cs typeface="Times New Roman"/>
              </a:rPr>
              <a:t>function</a:t>
            </a:r>
            <a:r>
              <a:rPr sz="2600" spc="430">
                <a:latin typeface="Times New Roman"/>
                <a:cs typeface="Times New Roman"/>
              </a:rPr>
              <a:t> </a:t>
            </a:r>
            <a:r>
              <a:rPr sz="2600" spc="-25">
                <a:latin typeface="Times New Roman"/>
                <a:cs typeface="Times New Roman"/>
              </a:rPr>
              <a:t>are </a:t>
            </a:r>
            <a:r>
              <a:rPr sz="2600">
                <a:latin typeface="Times New Roman"/>
                <a:cs typeface="Times New Roman"/>
              </a:rPr>
              <a:t>known</a:t>
            </a:r>
            <a:r>
              <a:rPr sz="2600" spc="470">
                <a:latin typeface="Times New Roman"/>
                <a:cs typeface="Times New Roman"/>
              </a:rPr>
              <a:t> </a:t>
            </a:r>
            <a:r>
              <a:rPr sz="2600">
                <a:latin typeface="Times New Roman"/>
                <a:cs typeface="Times New Roman"/>
              </a:rPr>
              <a:t>as</a:t>
            </a:r>
            <a:r>
              <a:rPr sz="2600" spc="459">
                <a:latin typeface="Times New Roman"/>
                <a:cs typeface="Times New Roman"/>
              </a:rPr>
              <a:t> </a:t>
            </a:r>
            <a:r>
              <a:rPr sz="2600">
                <a:latin typeface="Times New Roman"/>
                <a:cs typeface="Times New Roman"/>
              </a:rPr>
              <a:t>local</a:t>
            </a:r>
            <a:r>
              <a:rPr sz="2600" spc="459">
                <a:latin typeface="Times New Roman"/>
                <a:cs typeface="Times New Roman"/>
              </a:rPr>
              <a:t> </a:t>
            </a:r>
            <a:r>
              <a:rPr sz="2600">
                <a:latin typeface="Times New Roman"/>
                <a:cs typeface="Times New Roman"/>
              </a:rPr>
              <a:t>declarations</a:t>
            </a:r>
            <a:r>
              <a:rPr sz="2600" spc="470">
                <a:latin typeface="Times New Roman"/>
                <a:cs typeface="Times New Roman"/>
              </a:rPr>
              <a:t> </a:t>
            </a:r>
            <a:r>
              <a:rPr sz="2600">
                <a:latin typeface="Times New Roman"/>
                <a:cs typeface="Times New Roman"/>
              </a:rPr>
              <a:t>as</a:t>
            </a:r>
            <a:r>
              <a:rPr sz="2600" spc="465">
                <a:latin typeface="Times New Roman"/>
                <a:cs typeface="Times New Roman"/>
              </a:rPr>
              <a:t> </a:t>
            </a:r>
            <a:r>
              <a:rPr sz="2600">
                <a:latin typeface="Times New Roman"/>
                <a:cs typeface="Times New Roman"/>
              </a:rPr>
              <a:t>they</a:t>
            </a:r>
            <a:r>
              <a:rPr sz="2600" spc="475">
                <a:latin typeface="Times New Roman"/>
                <a:cs typeface="Times New Roman"/>
              </a:rPr>
              <a:t> </a:t>
            </a:r>
            <a:r>
              <a:rPr sz="2600">
                <a:latin typeface="Times New Roman"/>
                <a:cs typeface="Times New Roman"/>
              </a:rPr>
              <a:t>are</a:t>
            </a:r>
            <a:r>
              <a:rPr sz="2600" spc="455">
                <a:latin typeface="Times New Roman"/>
                <a:cs typeface="Times New Roman"/>
              </a:rPr>
              <a:t> </a:t>
            </a:r>
            <a:r>
              <a:rPr sz="2600">
                <a:latin typeface="Times New Roman"/>
                <a:cs typeface="Times New Roman"/>
              </a:rPr>
              <a:t>visible</a:t>
            </a:r>
            <a:r>
              <a:rPr sz="2600" spc="459">
                <a:latin typeface="Times New Roman"/>
                <a:cs typeface="Times New Roman"/>
              </a:rPr>
              <a:t> </a:t>
            </a:r>
            <a:r>
              <a:rPr sz="2600">
                <a:latin typeface="Times New Roman"/>
                <a:cs typeface="Times New Roman"/>
              </a:rPr>
              <a:t>only</a:t>
            </a:r>
            <a:r>
              <a:rPr sz="2600" spc="470">
                <a:latin typeface="Times New Roman"/>
                <a:cs typeface="Times New Roman"/>
              </a:rPr>
              <a:t> </a:t>
            </a:r>
            <a:r>
              <a:rPr sz="2600">
                <a:latin typeface="Times New Roman"/>
                <a:cs typeface="Times New Roman"/>
              </a:rPr>
              <a:t>to</a:t>
            </a:r>
            <a:r>
              <a:rPr sz="2600" spc="480">
                <a:latin typeface="Times New Roman"/>
                <a:cs typeface="Times New Roman"/>
              </a:rPr>
              <a:t> </a:t>
            </a:r>
            <a:r>
              <a:rPr sz="2600" spc="-25">
                <a:latin typeface="Times New Roman"/>
                <a:cs typeface="Times New Roman"/>
              </a:rPr>
              <a:t>the </a:t>
            </a:r>
            <a:r>
              <a:rPr sz="2600">
                <a:latin typeface="Times New Roman"/>
                <a:cs typeface="Times New Roman"/>
              </a:rPr>
              <a:t>function</a:t>
            </a:r>
            <a:r>
              <a:rPr sz="2600" spc="-30">
                <a:latin typeface="Times New Roman"/>
                <a:cs typeface="Times New Roman"/>
              </a:rPr>
              <a:t> </a:t>
            </a:r>
            <a:r>
              <a:rPr sz="2600">
                <a:latin typeface="Times New Roman"/>
                <a:cs typeface="Times New Roman"/>
              </a:rPr>
              <a:t>that</a:t>
            </a:r>
            <a:r>
              <a:rPr sz="2600" spc="-15">
                <a:latin typeface="Times New Roman"/>
                <a:cs typeface="Times New Roman"/>
              </a:rPr>
              <a:t> </a:t>
            </a:r>
            <a:r>
              <a:rPr sz="2600">
                <a:latin typeface="Times New Roman"/>
                <a:cs typeface="Times New Roman"/>
              </a:rPr>
              <a:t>contains</a:t>
            </a:r>
            <a:r>
              <a:rPr sz="2600" spc="-15">
                <a:latin typeface="Times New Roman"/>
                <a:cs typeface="Times New Roman"/>
              </a:rPr>
              <a:t> </a:t>
            </a:r>
            <a:r>
              <a:rPr sz="2600" spc="-10">
                <a:latin typeface="Times New Roman"/>
                <a:cs typeface="Times New Roman"/>
              </a:rPr>
              <a:t>them.</a:t>
            </a:r>
            <a:endParaRPr sz="2600">
              <a:latin typeface="Times New Roman"/>
              <a:cs typeface="Times New Roman"/>
            </a:endParaRPr>
          </a:p>
        </p:txBody>
      </p:sp>
    </p:spTree>
    <p:extLst>
      <p:ext uri="{BB962C8B-B14F-4D97-AF65-F5344CB8AC3E}">
        <p14:creationId xmlns:p14="http://schemas.microsoft.com/office/powerpoint/2010/main" val="8744703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39" y="-195384"/>
            <a:ext cx="1565910" cy="813043"/>
          </a:xfrm>
          <a:prstGeom prst="rect">
            <a:avLst/>
          </a:prstGeom>
        </p:spPr>
        <p:txBody>
          <a:bodyPr vert="horz" wrap="square" lIns="0" tIns="12700" rIns="0" bIns="0" rtlCol="0" anchor="ctr">
            <a:spAutoFit/>
          </a:bodyPr>
          <a:lstStyle/>
          <a:p>
            <a:pPr marL="12700">
              <a:lnSpc>
                <a:spcPct val="100000"/>
              </a:lnSpc>
              <a:spcBef>
                <a:spcPts val="100"/>
              </a:spcBef>
            </a:pPr>
            <a:r>
              <a:rPr sz="2600" spc="-10"/>
              <a:t>Statements:</a:t>
            </a:r>
            <a:endParaRPr sz="2600"/>
          </a:p>
        </p:txBody>
      </p:sp>
      <p:sp>
        <p:nvSpPr>
          <p:cNvPr id="3" name="object 3"/>
          <p:cNvSpPr txBox="1"/>
          <p:nvPr/>
        </p:nvSpPr>
        <p:spPr>
          <a:xfrm>
            <a:off x="1602739" y="417069"/>
            <a:ext cx="8989060" cy="5967095"/>
          </a:xfrm>
          <a:prstGeom prst="rect">
            <a:avLst/>
          </a:prstGeom>
        </p:spPr>
        <p:txBody>
          <a:bodyPr vert="horz" wrap="square" lIns="0" tIns="57785" rIns="0" bIns="0" rtlCol="0">
            <a:spAutoFit/>
          </a:bodyPr>
          <a:lstStyle/>
          <a:p>
            <a:pPr marL="652780" marR="6350" indent="-247015">
              <a:lnSpc>
                <a:spcPts val="2810"/>
              </a:lnSpc>
              <a:spcBef>
                <a:spcPts val="455"/>
              </a:spcBef>
              <a:buClr>
                <a:srgbClr val="800080"/>
              </a:buClr>
              <a:buSzPct val="69230"/>
              <a:buChar char="•"/>
              <a:tabLst>
                <a:tab pos="652145" algn="l"/>
                <a:tab pos="652780" algn="l"/>
                <a:tab pos="2286635" algn="l"/>
                <a:tab pos="3462020" algn="l"/>
                <a:tab pos="4048760" algn="l"/>
                <a:tab pos="5699125" algn="l"/>
                <a:tab pos="6899275" algn="l"/>
                <a:tab pos="7284720" algn="l"/>
                <a:tab pos="8569325" algn="l"/>
              </a:tabLst>
            </a:pPr>
            <a:r>
              <a:rPr sz="2600" spc="-10">
                <a:latin typeface="Times New Roman"/>
                <a:cs typeface="Times New Roman"/>
              </a:rPr>
              <a:t>Statements</a:t>
            </a:r>
            <a:r>
              <a:rPr sz="2600">
                <a:latin typeface="Times New Roman"/>
                <a:cs typeface="Times New Roman"/>
              </a:rPr>
              <a:t>	</a:t>
            </a:r>
            <a:r>
              <a:rPr sz="2600" spc="-10">
                <a:latin typeface="Times New Roman"/>
                <a:cs typeface="Times New Roman"/>
              </a:rPr>
              <a:t>follows</a:t>
            </a:r>
            <a:r>
              <a:rPr sz="2600">
                <a:latin typeface="Times New Roman"/>
                <a:cs typeface="Times New Roman"/>
              </a:rPr>
              <a:t>	</a:t>
            </a:r>
            <a:r>
              <a:rPr sz="2600" spc="-25">
                <a:latin typeface="Times New Roman"/>
                <a:cs typeface="Times New Roman"/>
              </a:rPr>
              <a:t>the</a:t>
            </a:r>
            <a:r>
              <a:rPr sz="2600">
                <a:latin typeface="Times New Roman"/>
                <a:cs typeface="Times New Roman"/>
              </a:rPr>
              <a:t>	</a:t>
            </a:r>
            <a:r>
              <a:rPr sz="2600" spc="-10">
                <a:latin typeface="Times New Roman"/>
                <a:cs typeface="Times New Roman"/>
              </a:rPr>
              <a:t>declaration</a:t>
            </a:r>
            <a:r>
              <a:rPr sz="2600">
                <a:latin typeface="Times New Roman"/>
                <a:cs typeface="Times New Roman"/>
              </a:rPr>
              <a:t>	</a:t>
            </a:r>
            <a:r>
              <a:rPr sz="2600" spc="-10">
                <a:latin typeface="Times New Roman"/>
                <a:cs typeface="Times New Roman"/>
              </a:rPr>
              <a:t>section.</a:t>
            </a:r>
            <a:r>
              <a:rPr sz="2600">
                <a:latin typeface="Times New Roman"/>
                <a:cs typeface="Times New Roman"/>
              </a:rPr>
              <a:t>	</a:t>
            </a:r>
            <a:r>
              <a:rPr sz="2600" spc="-25">
                <a:latin typeface="Times New Roman"/>
                <a:cs typeface="Times New Roman"/>
              </a:rPr>
              <a:t>It</a:t>
            </a:r>
            <a:r>
              <a:rPr sz="2600">
                <a:latin typeface="Times New Roman"/>
                <a:cs typeface="Times New Roman"/>
              </a:rPr>
              <a:t>	</a:t>
            </a:r>
            <a:r>
              <a:rPr sz="2600" spc="-10">
                <a:latin typeface="Times New Roman"/>
                <a:cs typeface="Times New Roman"/>
              </a:rPr>
              <a:t>contains</a:t>
            </a:r>
            <a:r>
              <a:rPr sz="2600">
                <a:latin typeface="Times New Roman"/>
                <a:cs typeface="Times New Roman"/>
              </a:rPr>
              <a:t>	</a:t>
            </a:r>
            <a:r>
              <a:rPr sz="2600" spc="-25">
                <a:latin typeface="Times New Roman"/>
                <a:cs typeface="Times New Roman"/>
              </a:rPr>
              <a:t>the </a:t>
            </a:r>
            <a:r>
              <a:rPr sz="2600">
                <a:latin typeface="Times New Roman"/>
                <a:cs typeface="Times New Roman"/>
              </a:rPr>
              <a:t>instructions</a:t>
            </a:r>
            <a:r>
              <a:rPr sz="2600" spc="-30">
                <a:latin typeface="Times New Roman"/>
                <a:cs typeface="Times New Roman"/>
              </a:rPr>
              <a:t> </a:t>
            </a:r>
            <a:r>
              <a:rPr sz="2600">
                <a:latin typeface="Times New Roman"/>
                <a:cs typeface="Times New Roman"/>
              </a:rPr>
              <a:t>to</a:t>
            </a:r>
            <a:r>
              <a:rPr sz="2600" spc="-5">
                <a:latin typeface="Times New Roman"/>
                <a:cs typeface="Times New Roman"/>
              </a:rPr>
              <a:t> </a:t>
            </a:r>
            <a:r>
              <a:rPr sz="2600">
                <a:latin typeface="Times New Roman"/>
                <a:cs typeface="Times New Roman"/>
              </a:rPr>
              <a:t>the</a:t>
            </a:r>
            <a:r>
              <a:rPr sz="2600" spc="-20">
                <a:latin typeface="Times New Roman"/>
                <a:cs typeface="Times New Roman"/>
              </a:rPr>
              <a:t> </a:t>
            </a:r>
            <a:r>
              <a:rPr sz="2600" spc="-10">
                <a:latin typeface="Times New Roman"/>
                <a:cs typeface="Times New Roman"/>
              </a:rPr>
              <a:t>computer.</a:t>
            </a:r>
            <a:endParaRPr sz="2600">
              <a:latin typeface="Times New Roman"/>
              <a:cs typeface="Times New Roman"/>
            </a:endParaRPr>
          </a:p>
          <a:p>
            <a:pPr marL="12700" marR="3000375" indent="393065">
              <a:lnSpc>
                <a:spcPts val="3429"/>
              </a:lnSpc>
              <a:spcBef>
                <a:spcPts val="125"/>
              </a:spcBef>
              <a:buClr>
                <a:srgbClr val="800080"/>
              </a:buClr>
              <a:buSzPct val="69230"/>
              <a:buChar char="•"/>
              <a:tabLst>
                <a:tab pos="652145" algn="l"/>
                <a:tab pos="652780" algn="l"/>
              </a:tabLst>
            </a:pPr>
            <a:r>
              <a:rPr sz="2600">
                <a:latin typeface="Times New Roman"/>
                <a:cs typeface="Times New Roman"/>
              </a:rPr>
              <a:t>Every</a:t>
            </a:r>
            <a:r>
              <a:rPr sz="2600" spc="-45">
                <a:latin typeface="Times New Roman"/>
                <a:cs typeface="Times New Roman"/>
              </a:rPr>
              <a:t> </a:t>
            </a:r>
            <a:r>
              <a:rPr sz="2600">
                <a:latin typeface="Times New Roman"/>
                <a:cs typeface="Times New Roman"/>
              </a:rPr>
              <a:t>statement ends</a:t>
            </a:r>
            <a:r>
              <a:rPr sz="2600" spc="-30">
                <a:latin typeface="Times New Roman"/>
                <a:cs typeface="Times New Roman"/>
              </a:rPr>
              <a:t> </a:t>
            </a:r>
            <a:r>
              <a:rPr sz="2600">
                <a:latin typeface="Times New Roman"/>
                <a:cs typeface="Times New Roman"/>
              </a:rPr>
              <a:t>with</a:t>
            </a:r>
            <a:r>
              <a:rPr sz="2600" spc="-10">
                <a:latin typeface="Times New Roman"/>
                <a:cs typeface="Times New Roman"/>
              </a:rPr>
              <a:t> </a:t>
            </a:r>
            <a:r>
              <a:rPr sz="2600">
                <a:latin typeface="Times New Roman"/>
                <a:cs typeface="Times New Roman"/>
              </a:rPr>
              <a:t>a</a:t>
            </a:r>
            <a:r>
              <a:rPr sz="2600" spc="-20">
                <a:latin typeface="Times New Roman"/>
                <a:cs typeface="Times New Roman"/>
              </a:rPr>
              <a:t> </a:t>
            </a:r>
            <a:r>
              <a:rPr sz="2600">
                <a:latin typeface="Times New Roman"/>
                <a:cs typeface="Times New Roman"/>
              </a:rPr>
              <a:t>semi</a:t>
            </a:r>
            <a:r>
              <a:rPr sz="2600" spc="5">
                <a:latin typeface="Times New Roman"/>
                <a:cs typeface="Times New Roman"/>
              </a:rPr>
              <a:t> </a:t>
            </a:r>
            <a:r>
              <a:rPr sz="2600" spc="-10">
                <a:latin typeface="Times New Roman"/>
                <a:cs typeface="Times New Roman"/>
              </a:rPr>
              <a:t>colon. </a:t>
            </a:r>
            <a:r>
              <a:rPr sz="2600" spc="-10">
                <a:solidFill>
                  <a:srgbClr val="C00000"/>
                </a:solidFill>
                <a:latin typeface="Times New Roman"/>
                <a:cs typeface="Times New Roman"/>
              </a:rPr>
              <a:t>Comments:</a:t>
            </a:r>
            <a:endParaRPr sz="2600">
              <a:latin typeface="Times New Roman"/>
              <a:cs typeface="Times New Roman"/>
            </a:endParaRPr>
          </a:p>
          <a:p>
            <a:pPr marL="652780" indent="-247015">
              <a:spcBef>
                <a:spcPts val="150"/>
              </a:spcBef>
              <a:buFont typeface="Wingdings 2"/>
              <a:buChar char=""/>
              <a:tabLst>
                <a:tab pos="652780" algn="l"/>
              </a:tabLst>
            </a:pPr>
            <a:r>
              <a:rPr sz="2600">
                <a:latin typeface="Times New Roman"/>
                <a:cs typeface="Times New Roman"/>
              </a:rPr>
              <a:t>Comment</a:t>
            </a:r>
            <a:r>
              <a:rPr sz="2600" spc="-20">
                <a:latin typeface="Times New Roman"/>
                <a:cs typeface="Times New Roman"/>
              </a:rPr>
              <a:t> </a:t>
            </a:r>
            <a:r>
              <a:rPr sz="2600">
                <a:latin typeface="Times New Roman"/>
                <a:cs typeface="Times New Roman"/>
              </a:rPr>
              <a:t>about</a:t>
            </a:r>
            <a:r>
              <a:rPr sz="2600" spc="-20">
                <a:latin typeface="Times New Roman"/>
                <a:cs typeface="Times New Roman"/>
              </a:rPr>
              <a:t> </a:t>
            </a:r>
            <a:r>
              <a:rPr sz="2600">
                <a:latin typeface="Times New Roman"/>
                <a:cs typeface="Times New Roman"/>
              </a:rPr>
              <a:t>the</a:t>
            </a:r>
            <a:r>
              <a:rPr sz="2600" spc="-15">
                <a:latin typeface="Times New Roman"/>
                <a:cs typeface="Times New Roman"/>
              </a:rPr>
              <a:t> </a:t>
            </a:r>
            <a:r>
              <a:rPr sz="2600">
                <a:latin typeface="Times New Roman"/>
                <a:cs typeface="Times New Roman"/>
              </a:rPr>
              <a:t>program</a:t>
            </a:r>
            <a:r>
              <a:rPr sz="2600" spc="-40">
                <a:latin typeface="Times New Roman"/>
                <a:cs typeface="Times New Roman"/>
              </a:rPr>
              <a:t> </a:t>
            </a:r>
            <a:r>
              <a:rPr sz="2600">
                <a:latin typeface="Times New Roman"/>
                <a:cs typeface="Times New Roman"/>
              </a:rPr>
              <a:t>should</a:t>
            </a:r>
            <a:r>
              <a:rPr sz="2600" spc="-30">
                <a:latin typeface="Times New Roman"/>
                <a:cs typeface="Times New Roman"/>
              </a:rPr>
              <a:t> </a:t>
            </a:r>
            <a:r>
              <a:rPr sz="2600">
                <a:latin typeface="Times New Roman"/>
                <a:cs typeface="Times New Roman"/>
              </a:rPr>
              <a:t>be</a:t>
            </a:r>
            <a:r>
              <a:rPr sz="2600" spc="-15">
                <a:latin typeface="Times New Roman"/>
                <a:cs typeface="Times New Roman"/>
              </a:rPr>
              <a:t> </a:t>
            </a:r>
            <a:r>
              <a:rPr sz="2600">
                <a:latin typeface="Times New Roman"/>
                <a:cs typeface="Times New Roman"/>
              </a:rPr>
              <a:t>enclosed</a:t>
            </a:r>
            <a:r>
              <a:rPr sz="2600" spc="-30">
                <a:latin typeface="Times New Roman"/>
                <a:cs typeface="Times New Roman"/>
              </a:rPr>
              <a:t> </a:t>
            </a:r>
            <a:r>
              <a:rPr sz="2600">
                <a:latin typeface="Times New Roman"/>
                <a:cs typeface="Times New Roman"/>
              </a:rPr>
              <a:t>within</a:t>
            </a:r>
            <a:r>
              <a:rPr sz="2600" spc="-20">
                <a:latin typeface="Times New Roman"/>
                <a:cs typeface="Times New Roman"/>
              </a:rPr>
              <a:t> </a:t>
            </a:r>
            <a:r>
              <a:rPr sz="2600">
                <a:latin typeface="Times New Roman"/>
                <a:cs typeface="Times New Roman"/>
              </a:rPr>
              <a:t>/*</a:t>
            </a:r>
            <a:r>
              <a:rPr sz="2600" spc="5">
                <a:latin typeface="Times New Roman"/>
                <a:cs typeface="Times New Roman"/>
              </a:rPr>
              <a:t> </a:t>
            </a:r>
            <a:r>
              <a:rPr sz="2600" spc="-25">
                <a:latin typeface="Times New Roman"/>
                <a:cs typeface="Times New Roman"/>
              </a:rPr>
              <a:t>*/.</a:t>
            </a:r>
            <a:endParaRPr sz="2600">
              <a:latin typeface="Times New Roman"/>
              <a:cs typeface="Times New Roman"/>
            </a:endParaRPr>
          </a:p>
          <a:p>
            <a:pPr marL="652780" marR="5080" indent="-247015">
              <a:lnSpc>
                <a:spcPts val="2810"/>
              </a:lnSpc>
              <a:spcBef>
                <a:spcPts val="665"/>
              </a:spcBef>
              <a:buFont typeface="Wingdings 2"/>
              <a:buChar char=""/>
              <a:tabLst>
                <a:tab pos="716280" algn="l"/>
                <a:tab pos="716915" algn="l"/>
              </a:tabLst>
            </a:pPr>
            <a:r>
              <a:t>	</a:t>
            </a:r>
            <a:r>
              <a:rPr sz="2600">
                <a:latin typeface="Times New Roman"/>
                <a:cs typeface="Times New Roman"/>
              </a:rPr>
              <a:t>Any</a:t>
            </a:r>
            <a:r>
              <a:rPr sz="2600" spc="235">
                <a:latin typeface="Times New Roman"/>
                <a:cs typeface="Times New Roman"/>
              </a:rPr>
              <a:t> </a:t>
            </a:r>
            <a:r>
              <a:rPr sz="2600">
                <a:latin typeface="Times New Roman"/>
                <a:cs typeface="Times New Roman"/>
              </a:rPr>
              <a:t>number</a:t>
            </a:r>
            <a:r>
              <a:rPr sz="2600" spc="250">
                <a:latin typeface="Times New Roman"/>
                <a:cs typeface="Times New Roman"/>
              </a:rPr>
              <a:t> </a:t>
            </a:r>
            <a:r>
              <a:rPr sz="2600">
                <a:latin typeface="Times New Roman"/>
                <a:cs typeface="Times New Roman"/>
              </a:rPr>
              <a:t>of</a:t>
            </a:r>
            <a:r>
              <a:rPr sz="2600" spc="250">
                <a:latin typeface="Times New Roman"/>
                <a:cs typeface="Times New Roman"/>
              </a:rPr>
              <a:t> </a:t>
            </a:r>
            <a:r>
              <a:rPr sz="2600">
                <a:latin typeface="Times New Roman"/>
                <a:cs typeface="Times New Roman"/>
              </a:rPr>
              <a:t>comments</a:t>
            </a:r>
            <a:r>
              <a:rPr sz="2600" spc="240">
                <a:latin typeface="Times New Roman"/>
                <a:cs typeface="Times New Roman"/>
              </a:rPr>
              <a:t> </a:t>
            </a:r>
            <a:r>
              <a:rPr sz="2600">
                <a:latin typeface="Times New Roman"/>
                <a:cs typeface="Times New Roman"/>
              </a:rPr>
              <a:t>can</a:t>
            </a:r>
            <a:r>
              <a:rPr sz="2600" spc="260">
                <a:latin typeface="Times New Roman"/>
                <a:cs typeface="Times New Roman"/>
              </a:rPr>
              <a:t> </a:t>
            </a:r>
            <a:r>
              <a:rPr sz="2600">
                <a:latin typeface="Times New Roman"/>
                <a:cs typeface="Times New Roman"/>
              </a:rPr>
              <a:t>be</a:t>
            </a:r>
            <a:r>
              <a:rPr sz="2600" spc="240">
                <a:latin typeface="Times New Roman"/>
                <a:cs typeface="Times New Roman"/>
              </a:rPr>
              <a:t> </a:t>
            </a:r>
            <a:r>
              <a:rPr sz="2600">
                <a:latin typeface="Times New Roman"/>
                <a:cs typeface="Times New Roman"/>
              </a:rPr>
              <a:t>written</a:t>
            </a:r>
            <a:r>
              <a:rPr sz="2600" spc="254">
                <a:latin typeface="Times New Roman"/>
                <a:cs typeface="Times New Roman"/>
              </a:rPr>
              <a:t> </a:t>
            </a:r>
            <a:r>
              <a:rPr sz="2600">
                <a:latin typeface="Times New Roman"/>
                <a:cs typeface="Times New Roman"/>
              </a:rPr>
              <a:t>at</a:t>
            </a:r>
            <a:r>
              <a:rPr sz="2600" spc="245">
                <a:latin typeface="Times New Roman"/>
                <a:cs typeface="Times New Roman"/>
              </a:rPr>
              <a:t> </a:t>
            </a:r>
            <a:r>
              <a:rPr sz="2600">
                <a:latin typeface="Times New Roman"/>
                <a:cs typeface="Times New Roman"/>
              </a:rPr>
              <a:t>any</a:t>
            </a:r>
            <a:r>
              <a:rPr sz="2600" spc="245">
                <a:latin typeface="Times New Roman"/>
                <a:cs typeface="Times New Roman"/>
              </a:rPr>
              <a:t> </a:t>
            </a:r>
            <a:r>
              <a:rPr sz="2600">
                <a:latin typeface="Times New Roman"/>
                <a:cs typeface="Times New Roman"/>
              </a:rPr>
              <a:t>place</a:t>
            </a:r>
            <a:r>
              <a:rPr sz="2600" spc="245">
                <a:latin typeface="Times New Roman"/>
                <a:cs typeface="Times New Roman"/>
              </a:rPr>
              <a:t> </a:t>
            </a:r>
            <a:r>
              <a:rPr sz="2600">
                <a:latin typeface="Times New Roman"/>
                <a:cs typeface="Times New Roman"/>
              </a:rPr>
              <a:t>in</a:t>
            </a:r>
            <a:r>
              <a:rPr sz="2600" spc="265">
                <a:latin typeface="Times New Roman"/>
                <a:cs typeface="Times New Roman"/>
              </a:rPr>
              <a:t> </a:t>
            </a:r>
            <a:r>
              <a:rPr sz="2600" spc="-25">
                <a:latin typeface="Times New Roman"/>
                <a:cs typeface="Times New Roman"/>
              </a:rPr>
              <a:t>the </a:t>
            </a:r>
            <a:r>
              <a:rPr sz="2600" spc="-10">
                <a:latin typeface="Times New Roman"/>
                <a:cs typeface="Times New Roman"/>
              </a:rPr>
              <a:t>program.</a:t>
            </a:r>
            <a:endParaRPr sz="2600">
              <a:latin typeface="Times New Roman"/>
              <a:cs typeface="Times New Roman"/>
            </a:endParaRPr>
          </a:p>
          <a:p>
            <a:pPr marL="652780" indent="-247015">
              <a:spcBef>
                <a:spcPts val="270"/>
              </a:spcBef>
              <a:buFont typeface="Wingdings 2"/>
              <a:buChar char=""/>
              <a:tabLst>
                <a:tab pos="652780" algn="l"/>
              </a:tabLst>
            </a:pPr>
            <a:r>
              <a:rPr sz="2600">
                <a:latin typeface="Times New Roman"/>
                <a:cs typeface="Times New Roman"/>
              </a:rPr>
              <a:t>Comments</a:t>
            </a:r>
            <a:r>
              <a:rPr sz="2600" spc="-10">
                <a:latin typeface="Times New Roman"/>
                <a:cs typeface="Times New Roman"/>
              </a:rPr>
              <a:t> </a:t>
            </a:r>
            <a:r>
              <a:rPr sz="2600">
                <a:latin typeface="Times New Roman"/>
                <a:cs typeface="Times New Roman"/>
              </a:rPr>
              <a:t>in</a:t>
            </a:r>
            <a:r>
              <a:rPr sz="2600" spc="-5">
                <a:latin typeface="Times New Roman"/>
                <a:cs typeface="Times New Roman"/>
              </a:rPr>
              <a:t> </a:t>
            </a:r>
            <a:r>
              <a:rPr sz="2600">
                <a:latin typeface="Times New Roman"/>
                <a:cs typeface="Times New Roman"/>
              </a:rPr>
              <a:t>the</a:t>
            </a:r>
            <a:r>
              <a:rPr sz="2600" spc="-20">
                <a:latin typeface="Times New Roman"/>
                <a:cs typeface="Times New Roman"/>
              </a:rPr>
              <a:t> </a:t>
            </a:r>
            <a:r>
              <a:rPr sz="2600">
                <a:latin typeface="Times New Roman"/>
                <a:cs typeface="Times New Roman"/>
              </a:rPr>
              <a:t>code</a:t>
            </a:r>
            <a:r>
              <a:rPr sz="2600" spc="-25">
                <a:latin typeface="Times New Roman"/>
                <a:cs typeface="Times New Roman"/>
              </a:rPr>
              <a:t> </a:t>
            </a:r>
            <a:r>
              <a:rPr sz="2600">
                <a:latin typeface="Times New Roman"/>
                <a:cs typeface="Times New Roman"/>
              </a:rPr>
              <a:t>helps</a:t>
            </a:r>
            <a:r>
              <a:rPr sz="2600" spc="-20">
                <a:latin typeface="Times New Roman"/>
                <a:cs typeface="Times New Roman"/>
              </a:rPr>
              <a:t> </a:t>
            </a:r>
            <a:r>
              <a:rPr sz="2600">
                <a:latin typeface="Times New Roman"/>
                <a:cs typeface="Times New Roman"/>
              </a:rPr>
              <a:t>to understand</a:t>
            </a:r>
            <a:r>
              <a:rPr sz="2600" spc="-35">
                <a:latin typeface="Times New Roman"/>
                <a:cs typeface="Times New Roman"/>
              </a:rPr>
              <a:t> </a:t>
            </a:r>
            <a:r>
              <a:rPr sz="2600">
                <a:latin typeface="Times New Roman"/>
                <a:cs typeface="Times New Roman"/>
              </a:rPr>
              <a:t>the</a:t>
            </a:r>
            <a:r>
              <a:rPr sz="2600" spc="-5">
                <a:latin typeface="Times New Roman"/>
                <a:cs typeface="Times New Roman"/>
              </a:rPr>
              <a:t> </a:t>
            </a:r>
            <a:r>
              <a:rPr sz="2600" spc="-20">
                <a:latin typeface="Times New Roman"/>
                <a:cs typeface="Times New Roman"/>
              </a:rPr>
              <a:t>code</a:t>
            </a:r>
            <a:endParaRPr sz="2600">
              <a:latin typeface="Times New Roman"/>
              <a:cs typeface="Times New Roman"/>
            </a:endParaRPr>
          </a:p>
          <a:p>
            <a:pPr marL="652780" indent="-247015">
              <a:spcBef>
                <a:spcPts val="310"/>
              </a:spcBef>
              <a:buFont typeface="Wingdings 2"/>
              <a:buChar char=""/>
              <a:tabLst>
                <a:tab pos="652780" algn="l"/>
              </a:tabLst>
            </a:pPr>
            <a:r>
              <a:rPr sz="2600">
                <a:latin typeface="Times New Roman"/>
                <a:cs typeface="Times New Roman"/>
              </a:rPr>
              <a:t>Comments</a:t>
            </a:r>
            <a:r>
              <a:rPr sz="2600" spc="-15">
                <a:latin typeface="Times New Roman"/>
                <a:cs typeface="Times New Roman"/>
              </a:rPr>
              <a:t> </a:t>
            </a:r>
            <a:r>
              <a:rPr sz="2600">
                <a:latin typeface="Times New Roman"/>
                <a:cs typeface="Times New Roman"/>
              </a:rPr>
              <a:t>cannot</a:t>
            </a:r>
            <a:r>
              <a:rPr sz="2600" spc="-25">
                <a:latin typeface="Times New Roman"/>
                <a:cs typeface="Times New Roman"/>
              </a:rPr>
              <a:t> </a:t>
            </a:r>
            <a:r>
              <a:rPr sz="2600">
                <a:latin typeface="Times New Roman"/>
                <a:cs typeface="Times New Roman"/>
              </a:rPr>
              <a:t>be</a:t>
            </a:r>
            <a:r>
              <a:rPr sz="2600" spc="-25">
                <a:latin typeface="Times New Roman"/>
                <a:cs typeface="Times New Roman"/>
              </a:rPr>
              <a:t> </a:t>
            </a:r>
            <a:r>
              <a:rPr sz="2600" spc="-10">
                <a:latin typeface="Times New Roman"/>
                <a:cs typeface="Times New Roman"/>
              </a:rPr>
              <a:t>nested.</a:t>
            </a:r>
            <a:endParaRPr sz="2600">
              <a:latin typeface="Times New Roman"/>
              <a:cs typeface="Times New Roman"/>
            </a:endParaRPr>
          </a:p>
          <a:p>
            <a:pPr marL="1268095" marR="876935" lvl="1" indent="-360045">
              <a:lnSpc>
                <a:spcPct val="110000"/>
              </a:lnSpc>
              <a:spcBef>
                <a:spcPts val="20"/>
              </a:spcBef>
              <a:buFont typeface="Wingdings 2"/>
              <a:buChar char=""/>
              <a:tabLst>
                <a:tab pos="1156335" algn="l"/>
              </a:tabLst>
            </a:pPr>
            <a:r>
              <a:rPr sz="2200">
                <a:latin typeface="Times New Roman"/>
                <a:cs typeface="Times New Roman"/>
              </a:rPr>
              <a:t>For</a:t>
            </a:r>
            <a:r>
              <a:rPr sz="2200" spc="-55">
                <a:latin typeface="Times New Roman"/>
                <a:cs typeface="Times New Roman"/>
              </a:rPr>
              <a:t> </a:t>
            </a:r>
            <a:r>
              <a:rPr sz="2200">
                <a:latin typeface="Times New Roman"/>
                <a:cs typeface="Times New Roman"/>
              </a:rPr>
              <a:t>example,</a:t>
            </a:r>
            <a:r>
              <a:rPr sz="2200" spc="-10">
                <a:latin typeface="Times New Roman"/>
                <a:cs typeface="Times New Roman"/>
              </a:rPr>
              <a:t> </a:t>
            </a:r>
            <a:r>
              <a:rPr sz="2200">
                <a:latin typeface="Times New Roman"/>
                <a:cs typeface="Times New Roman"/>
              </a:rPr>
              <a:t>/*</a:t>
            </a:r>
            <a:r>
              <a:rPr sz="2200" spc="-45">
                <a:latin typeface="Times New Roman"/>
                <a:cs typeface="Times New Roman"/>
              </a:rPr>
              <a:t> </a:t>
            </a:r>
            <a:r>
              <a:rPr sz="2200">
                <a:latin typeface="Times New Roman"/>
                <a:cs typeface="Times New Roman"/>
              </a:rPr>
              <a:t>Cal</a:t>
            </a:r>
            <a:r>
              <a:rPr sz="2200" spc="-35">
                <a:latin typeface="Times New Roman"/>
                <a:cs typeface="Times New Roman"/>
              </a:rPr>
              <a:t> </a:t>
            </a:r>
            <a:r>
              <a:rPr sz="2200">
                <a:latin typeface="Times New Roman"/>
                <a:cs typeface="Times New Roman"/>
              </a:rPr>
              <a:t>of</a:t>
            </a:r>
            <a:r>
              <a:rPr sz="2200" spc="-35">
                <a:latin typeface="Times New Roman"/>
                <a:cs typeface="Times New Roman"/>
              </a:rPr>
              <a:t> </a:t>
            </a:r>
            <a:r>
              <a:rPr sz="2200">
                <a:latin typeface="Times New Roman"/>
                <a:cs typeface="Times New Roman"/>
              </a:rPr>
              <a:t>SI</a:t>
            </a:r>
            <a:r>
              <a:rPr sz="2200" spc="-40">
                <a:latin typeface="Times New Roman"/>
                <a:cs typeface="Times New Roman"/>
              </a:rPr>
              <a:t> </a:t>
            </a:r>
            <a:r>
              <a:rPr sz="2200">
                <a:latin typeface="Times New Roman"/>
                <a:cs typeface="Times New Roman"/>
              </a:rPr>
              <a:t>/*</a:t>
            </a:r>
            <a:r>
              <a:rPr sz="2200" spc="-135">
                <a:latin typeface="Times New Roman"/>
                <a:cs typeface="Times New Roman"/>
              </a:rPr>
              <a:t> </a:t>
            </a:r>
            <a:r>
              <a:rPr sz="2200">
                <a:latin typeface="Times New Roman"/>
                <a:cs typeface="Times New Roman"/>
              </a:rPr>
              <a:t>Author</a:t>
            </a:r>
            <a:r>
              <a:rPr sz="2200" spc="-40">
                <a:latin typeface="Times New Roman"/>
                <a:cs typeface="Times New Roman"/>
              </a:rPr>
              <a:t> </a:t>
            </a:r>
            <a:r>
              <a:rPr sz="2200">
                <a:latin typeface="Times New Roman"/>
                <a:cs typeface="Times New Roman"/>
              </a:rPr>
              <a:t>sam</a:t>
            </a:r>
            <a:r>
              <a:rPr sz="2200" spc="-30">
                <a:latin typeface="Times New Roman"/>
                <a:cs typeface="Times New Roman"/>
              </a:rPr>
              <a:t> </a:t>
            </a:r>
            <a:r>
              <a:rPr sz="2200">
                <a:latin typeface="Times New Roman"/>
                <a:cs typeface="Times New Roman"/>
              </a:rPr>
              <a:t>date</a:t>
            </a:r>
            <a:r>
              <a:rPr sz="2200" spc="-40">
                <a:latin typeface="Times New Roman"/>
                <a:cs typeface="Times New Roman"/>
              </a:rPr>
              <a:t> </a:t>
            </a:r>
            <a:r>
              <a:rPr sz="2200">
                <a:latin typeface="Times New Roman"/>
                <a:cs typeface="Times New Roman"/>
              </a:rPr>
              <a:t>01/01/2002</a:t>
            </a:r>
            <a:r>
              <a:rPr sz="2200" spc="-65">
                <a:latin typeface="Times New Roman"/>
                <a:cs typeface="Times New Roman"/>
              </a:rPr>
              <a:t> </a:t>
            </a:r>
            <a:r>
              <a:rPr sz="2200">
                <a:latin typeface="Times New Roman"/>
                <a:cs typeface="Times New Roman"/>
              </a:rPr>
              <a:t>*/</a:t>
            </a:r>
            <a:r>
              <a:rPr sz="2200" spc="-35">
                <a:latin typeface="Times New Roman"/>
                <a:cs typeface="Times New Roman"/>
              </a:rPr>
              <a:t> </a:t>
            </a:r>
            <a:r>
              <a:rPr sz="2200" spc="-25">
                <a:latin typeface="Times New Roman"/>
                <a:cs typeface="Times New Roman"/>
              </a:rPr>
              <a:t>*/ </a:t>
            </a:r>
            <a:r>
              <a:rPr sz="2200">
                <a:latin typeface="Times New Roman"/>
                <a:cs typeface="Times New Roman"/>
              </a:rPr>
              <a:t>is</a:t>
            </a:r>
            <a:r>
              <a:rPr sz="2200" spc="-20">
                <a:latin typeface="Times New Roman"/>
                <a:cs typeface="Times New Roman"/>
              </a:rPr>
              <a:t> </a:t>
            </a:r>
            <a:r>
              <a:rPr sz="2200" spc="-10">
                <a:latin typeface="Times New Roman"/>
                <a:cs typeface="Times New Roman"/>
              </a:rPr>
              <a:t>invalid.</a:t>
            </a:r>
            <a:endParaRPr sz="2200">
              <a:latin typeface="Times New Roman"/>
              <a:cs typeface="Times New Roman"/>
            </a:endParaRPr>
          </a:p>
          <a:p>
            <a:pPr marL="355600">
              <a:spcBef>
                <a:spcPts val="265"/>
              </a:spcBef>
            </a:pPr>
            <a:r>
              <a:rPr sz="2200">
                <a:latin typeface="Times New Roman"/>
                <a:cs typeface="Times New Roman"/>
              </a:rPr>
              <a:t>−</a:t>
            </a:r>
            <a:r>
              <a:rPr sz="2200" spc="-140">
                <a:latin typeface="Times New Roman"/>
                <a:cs typeface="Times New Roman"/>
              </a:rPr>
              <a:t> </a:t>
            </a:r>
            <a:r>
              <a:rPr sz="2200">
                <a:latin typeface="Times New Roman"/>
                <a:cs typeface="Times New Roman"/>
              </a:rPr>
              <a:t>A</a:t>
            </a:r>
            <a:r>
              <a:rPr sz="2200" spc="-135">
                <a:latin typeface="Times New Roman"/>
                <a:cs typeface="Times New Roman"/>
              </a:rPr>
              <a:t> </a:t>
            </a:r>
            <a:r>
              <a:rPr sz="2200">
                <a:latin typeface="Times New Roman"/>
                <a:cs typeface="Times New Roman"/>
              </a:rPr>
              <a:t>comment</a:t>
            </a:r>
            <a:r>
              <a:rPr sz="2200" spc="-40">
                <a:latin typeface="Times New Roman"/>
                <a:cs typeface="Times New Roman"/>
              </a:rPr>
              <a:t> </a:t>
            </a:r>
            <a:r>
              <a:rPr sz="2200">
                <a:latin typeface="Times New Roman"/>
                <a:cs typeface="Times New Roman"/>
              </a:rPr>
              <a:t>can</a:t>
            </a:r>
            <a:r>
              <a:rPr sz="2200" spc="-35">
                <a:latin typeface="Times New Roman"/>
                <a:cs typeface="Times New Roman"/>
              </a:rPr>
              <a:t> </a:t>
            </a:r>
            <a:r>
              <a:rPr sz="2200">
                <a:latin typeface="Times New Roman"/>
                <a:cs typeface="Times New Roman"/>
              </a:rPr>
              <a:t>be</a:t>
            </a:r>
            <a:r>
              <a:rPr sz="2200" spc="-40">
                <a:latin typeface="Times New Roman"/>
                <a:cs typeface="Times New Roman"/>
              </a:rPr>
              <a:t> </a:t>
            </a:r>
            <a:r>
              <a:rPr sz="2200">
                <a:latin typeface="Times New Roman"/>
                <a:cs typeface="Times New Roman"/>
              </a:rPr>
              <a:t>split</a:t>
            </a:r>
            <a:r>
              <a:rPr sz="2200" spc="-45">
                <a:latin typeface="Times New Roman"/>
                <a:cs typeface="Times New Roman"/>
              </a:rPr>
              <a:t> </a:t>
            </a:r>
            <a:r>
              <a:rPr sz="2200">
                <a:latin typeface="Times New Roman"/>
                <a:cs typeface="Times New Roman"/>
              </a:rPr>
              <a:t>over</a:t>
            </a:r>
            <a:r>
              <a:rPr sz="2200" spc="-40">
                <a:latin typeface="Times New Roman"/>
                <a:cs typeface="Times New Roman"/>
              </a:rPr>
              <a:t> </a:t>
            </a:r>
            <a:r>
              <a:rPr sz="2200">
                <a:latin typeface="Times New Roman"/>
                <a:cs typeface="Times New Roman"/>
              </a:rPr>
              <a:t>more</a:t>
            </a:r>
            <a:r>
              <a:rPr sz="2200" spc="-20">
                <a:latin typeface="Times New Roman"/>
                <a:cs typeface="Times New Roman"/>
              </a:rPr>
              <a:t> </a:t>
            </a:r>
            <a:r>
              <a:rPr sz="2200">
                <a:latin typeface="Times New Roman"/>
                <a:cs typeface="Times New Roman"/>
              </a:rPr>
              <a:t>than</a:t>
            </a:r>
            <a:r>
              <a:rPr sz="2200" spc="-45">
                <a:latin typeface="Times New Roman"/>
                <a:cs typeface="Times New Roman"/>
              </a:rPr>
              <a:t> </a:t>
            </a:r>
            <a:r>
              <a:rPr sz="2200">
                <a:latin typeface="Times New Roman"/>
                <a:cs typeface="Times New Roman"/>
              </a:rPr>
              <a:t>one</a:t>
            </a:r>
            <a:r>
              <a:rPr sz="2200" spc="-45">
                <a:latin typeface="Times New Roman"/>
                <a:cs typeface="Times New Roman"/>
              </a:rPr>
              <a:t> </a:t>
            </a:r>
            <a:r>
              <a:rPr sz="2200">
                <a:latin typeface="Times New Roman"/>
                <a:cs typeface="Times New Roman"/>
              </a:rPr>
              <a:t>line,</a:t>
            </a:r>
            <a:r>
              <a:rPr sz="2200" spc="-50">
                <a:latin typeface="Times New Roman"/>
                <a:cs typeface="Times New Roman"/>
              </a:rPr>
              <a:t> </a:t>
            </a:r>
            <a:r>
              <a:rPr sz="2200" spc="-25">
                <a:latin typeface="Times New Roman"/>
                <a:cs typeface="Times New Roman"/>
              </a:rPr>
              <a:t>as</a:t>
            </a:r>
            <a:endParaRPr sz="2200">
              <a:latin typeface="Times New Roman"/>
              <a:cs typeface="Times New Roman"/>
            </a:endParaRPr>
          </a:p>
          <a:p>
            <a:pPr marL="991235" marR="6955155">
              <a:lnSpc>
                <a:spcPct val="110000"/>
              </a:lnSpc>
            </a:pPr>
            <a:r>
              <a:rPr sz="2200">
                <a:latin typeface="Times New Roman"/>
                <a:cs typeface="Times New Roman"/>
              </a:rPr>
              <a:t>/*</a:t>
            </a:r>
            <a:r>
              <a:rPr sz="2200" spc="-80">
                <a:latin typeface="Times New Roman"/>
                <a:cs typeface="Times New Roman"/>
              </a:rPr>
              <a:t> </a:t>
            </a:r>
            <a:r>
              <a:rPr sz="2200">
                <a:latin typeface="Times New Roman"/>
                <a:cs typeface="Times New Roman"/>
              </a:rPr>
              <a:t>This</a:t>
            </a:r>
            <a:r>
              <a:rPr sz="2200" spc="-30">
                <a:latin typeface="Times New Roman"/>
                <a:cs typeface="Times New Roman"/>
              </a:rPr>
              <a:t> </a:t>
            </a:r>
            <a:r>
              <a:rPr sz="2200" spc="-25">
                <a:latin typeface="Times New Roman"/>
                <a:cs typeface="Times New Roman"/>
              </a:rPr>
              <a:t>is </a:t>
            </a:r>
            <a:r>
              <a:rPr sz="2200">
                <a:latin typeface="Times New Roman"/>
                <a:cs typeface="Times New Roman"/>
              </a:rPr>
              <a:t>a</a:t>
            </a:r>
            <a:r>
              <a:rPr sz="2200" spc="-25">
                <a:latin typeface="Times New Roman"/>
                <a:cs typeface="Times New Roman"/>
              </a:rPr>
              <a:t> </a:t>
            </a:r>
            <a:r>
              <a:rPr sz="2200" spc="-10">
                <a:latin typeface="Times New Roman"/>
                <a:cs typeface="Times New Roman"/>
              </a:rPr>
              <a:t>jazzy</a:t>
            </a:r>
            <a:endParaRPr sz="2200">
              <a:latin typeface="Times New Roman"/>
              <a:cs typeface="Times New Roman"/>
            </a:endParaRPr>
          </a:p>
          <a:p>
            <a:pPr marL="991235">
              <a:spcBef>
                <a:spcPts val="265"/>
              </a:spcBef>
            </a:pPr>
            <a:r>
              <a:rPr sz="2200">
                <a:latin typeface="Times New Roman"/>
                <a:cs typeface="Times New Roman"/>
              </a:rPr>
              <a:t>comment</a:t>
            </a:r>
            <a:r>
              <a:rPr sz="2200" spc="-90">
                <a:latin typeface="Times New Roman"/>
                <a:cs typeface="Times New Roman"/>
              </a:rPr>
              <a:t> </a:t>
            </a:r>
            <a:r>
              <a:rPr sz="2200" spc="-25">
                <a:latin typeface="Times New Roman"/>
                <a:cs typeface="Times New Roman"/>
              </a:rPr>
              <a:t>*/</a:t>
            </a:r>
            <a:endParaRPr sz="2200">
              <a:latin typeface="Times New Roman"/>
              <a:cs typeface="Times New Roman"/>
            </a:endParaRPr>
          </a:p>
        </p:txBody>
      </p:sp>
    </p:spTree>
    <p:extLst>
      <p:ext uri="{BB962C8B-B14F-4D97-AF65-F5344CB8AC3E}">
        <p14:creationId xmlns:p14="http://schemas.microsoft.com/office/powerpoint/2010/main" val="15224050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40" y="-97758"/>
            <a:ext cx="3774603" cy="689291"/>
          </a:xfrm>
          <a:prstGeom prst="rect">
            <a:avLst/>
          </a:prstGeom>
        </p:spPr>
        <p:txBody>
          <a:bodyPr vert="horz" wrap="square" lIns="0" tIns="12065" rIns="0" bIns="0" rtlCol="0" anchor="ctr">
            <a:spAutoFit/>
          </a:bodyPr>
          <a:lstStyle/>
          <a:p>
            <a:pPr marL="12700">
              <a:lnSpc>
                <a:spcPct val="100000"/>
              </a:lnSpc>
              <a:spcBef>
                <a:spcPts val="95"/>
              </a:spcBef>
            </a:pPr>
            <a:r>
              <a:rPr b="1">
                <a:latin typeface="Times New Roman"/>
                <a:cs typeface="Times New Roman"/>
              </a:rPr>
              <a:t>main(</a:t>
            </a:r>
            <a:r>
              <a:rPr b="1" spc="-55">
                <a:latin typeface="Times New Roman"/>
                <a:cs typeface="Times New Roman"/>
              </a:rPr>
              <a:t> </a:t>
            </a:r>
            <a:r>
              <a:rPr b="1" spc="-25">
                <a:latin typeface="Times New Roman"/>
                <a:cs typeface="Times New Roman"/>
              </a:rPr>
              <a:t>):</a:t>
            </a:r>
          </a:p>
        </p:txBody>
      </p:sp>
      <p:sp>
        <p:nvSpPr>
          <p:cNvPr id="3" name="object 3"/>
          <p:cNvSpPr txBox="1"/>
          <p:nvPr/>
        </p:nvSpPr>
        <p:spPr>
          <a:xfrm>
            <a:off x="1602739" y="1129031"/>
            <a:ext cx="8987790" cy="4778375"/>
          </a:xfrm>
          <a:prstGeom prst="rect">
            <a:avLst/>
          </a:prstGeom>
        </p:spPr>
        <p:txBody>
          <a:bodyPr vert="horz" wrap="square" lIns="0" tIns="13335" rIns="0" bIns="0" rtlCol="0">
            <a:spAutoFit/>
          </a:bodyPr>
          <a:lstStyle/>
          <a:p>
            <a:pPr marL="355600" marR="5080" indent="-342900" algn="just">
              <a:spcBef>
                <a:spcPts val="105"/>
              </a:spcBef>
              <a:buClr>
                <a:srgbClr val="800080"/>
              </a:buClr>
              <a:buSzPct val="70312"/>
              <a:buFont typeface="Arial"/>
              <a:buChar char="•"/>
              <a:tabLst>
                <a:tab pos="355600" algn="l"/>
              </a:tabLst>
            </a:pPr>
            <a:r>
              <a:rPr sz="3200">
                <a:latin typeface="Times New Roman"/>
                <a:cs typeface="Times New Roman"/>
              </a:rPr>
              <a:t>The</a:t>
            </a:r>
            <a:r>
              <a:rPr sz="3200" spc="290">
                <a:latin typeface="Times New Roman"/>
                <a:cs typeface="Times New Roman"/>
              </a:rPr>
              <a:t> </a:t>
            </a:r>
            <a:r>
              <a:rPr sz="3200">
                <a:latin typeface="Times New Roman"/>
                <a:cs typeface="Times New Roman"/>
              </a:rPr>
              <a:t>executable</a:t>
            </a:r>
            <a:r>
              <a:rPr sz="3200" spc="290">
                <a:latin typeface="Times New Roman"/>
                <a:cs typeface="Times New Roman"/>
              </a:rPr>
              <a:t> </a:t>
            </a:r>
            <a:r>
              <a:rPr sz="3200">
                <a:latin typeface="Times New Roman"/>
                <a:cs typeface="Times New Roman"/>
              </a:rPr>
              <a:t>part</a:t>
            </a:r>
            <a:r>
              <a:rPr sz="3200" spc="290">
                <a:latin typeface="Times New Roman"/>
                <a:cs typeface="Times New Roman"/>
              </a:rPr>
              <a:t> </a:t>
            </a:r>
            <a:r>
              <a:rPr sz="3200">
                <a:latin typeface="Times New Roman"/>
                <a:cs typeface="Times New Roman"/>
              </a:rPr>
              <a:t>of</a:t>
            </a:r>
            <a:r>
              <a:rPr sz="3200" spc="300">
                <a:latin typeface="Times New Roman"/>
                <a:cs typeface="Times New Roman"/>
              </a:rPr>
              <a:t> </a:t>
            </a:r>
            <a:r>
              <a:rPr sz="3200">
                <a:latin typeface="Times New Roman"/>
                <a:cs typeface="Times New Roman"/>
              </a:rPr>
              <a:t>the</a:t>
            </a:r>
            <a:r>
              <a:rPr sz="3200" spc="300">
                <a:latin typeface="Times New Roman"/>
                <a:cs typeface="Times New Roman"/>
              </a:rPr>
              <a:t> </a:t>
            </a:r>
            <a:r>
              <a:rPr sz="3200">
                <a:latin typeface="Times New Roman"/>
                <a:cs typeface="Times New Roman"/>
              </a:rPr>
              <a:t>program</a:t>
            </a:r>
            <a:r>
              <a:rPr sz="3200" spc="285">
                <a:latin typeface="Times New Roman"/>
                <a:cs typeface="Times New Roman"/>
              </a:rPr>
              <a:t> </a:t>
            </a:r>
            <a:r>
              <a:rPr sz="3200">
                <a:latin typeface="Times New Roman"/>
                <a:cs typeface="Times New Roman"/>
              </a:rPr>
              <a:t>begins</a:t>
            </a:r>
            <a:r>
              <a:rPr sz="3200" spc="310">
                <a:latin typeface="Times New Roman"/>
                <a:cs typeface="Times New Roman"/>
              </a:rPr>
              <a:t> </a:t>
            </a:r>
            <a:r>
              <a:rPr sz="3200">
                <a:latin typeface="Times New Roman"/>
                <a:cs typeface="Times New Roman"/>
              </a:rPr>
              <a:t>with</a:t>
            </a:r>
            <a:r>
              <a:rPr sz="3200" spc="305">
                <a:latin typeface="Times New Roman"/>
                <a:cs typeface="Times New Roman"/>
              </a:rPr>
              <a:t> </a:t>
            </a:r>
            <a:r>
              <a:rPr sz="3200" spc="-25">
                <a:latin typeface="Times New Roman"/>
                <a:cs typeface="Times New Roman"/>
              </a:rPr>
              <a:t>the </a:t>
            </a:r>
            <a:r>
              <a:rPr sz="3200">
                <a:latin typeface="Times New Roman"/>
                <a:cs typeface="Times New Roman"/>
              </a:rPr>
              <a:t>function</a:t>
            </a:r>
            <a:r>
              <a:rPr sz="3200" spc="235">
                <a:latin typeface="Times New Roman"/>
                <a:cs typeface="Times New Roman"/>
              </a:rPr>
              <a:t> </a:t>
            </a:r>
            <a:r>
              <a:rPr lang="en-US" sz="3200" spc="-10">
                <a:latin typeface="Times New Roman"/>
                <a:cs typeface="Times New Roman"/>
              </a:rPr>
              <a:t> </a:t>
            </a:r>
            <a:r>
              <a:rPr sz="3200" spc="-10">
                <a:latin typeface="Times New Roman"/>
                <a:cs typeface="Times New Roman"/>
              </a:rPr>
              <a:t>main‘.</a:t>
            </a:r>
            <a:r>
              <a:rPr sz="3200" spc="235">
                <a:latin typeface="Times New Roman"/>
                <a:cs typeface="Times New Roman"/>
              </a:rPr>
              <a:t> </a:t>
            </a:r>
            <a:r>
              <a:rPr sz="3200">
                <a:latin typeface="Times New Roman"/>
                <a:cs typeface="Times New Roman"/>
              </a:rPr>
              <a:t>All</a:t>
            </a:r>
            <a:r>
              <a:rPr sz="3200" spc="250">
                <a:latin typeface="Times New Roman"/>
                <a:cs typeface="Times New Roman"/>
              </a:rPr>
              <a:t> </a:t>
            </a:r>
            <a:r>
              <a:rPr sz="3200">
                <a:latin typeface="Times New Roman"/>
                <a:cs typeface="Times New Roman"/>
              </a:rPr>
              <a:t>statements</a:t>
            </a:r>
            <a:r>
              <a:rPr sz="3200" spc="250">
                <a:latin typeface="Times New Roman"/>
                <a:cs typeface="Times New Roman"/>
              </a:rPr>
              <a:t> </a:t>
            </a:r>
            <a:r>
              <a:rPr sz="3200">
                <a:latin typeface="Times New Roman"/>
                <a:cs typeface="Times New Roman"/>
              </a:rPr>
              <a:t>that</a:t>
            </a:r>
            <a:r>
              <a:rPr sz="3200" spc="235">
                <a:latin typeface="Times New Roman"/>
                <a:cs typeface="Times New Roman"/>
              </a:rPr>
              <a:t> </a:t>
            </a:r>
            <a:r>
              <a:rPr sz="3200">
                <a:latin typeface="Times New Roman"/>
                <a:cs typeface="Times New Roman"/>
              </a:rPr>
              <a:t>belong</a:t>
            </a:r>
            <a:r>
              <a:rPr sz="3200" spc="250">
                <a:latin typeface="Times New Roman"/>
                <a:cs typeface="Times New Roman"/>
              </a:rPr>
              <a:t> </a:t>
            </a:r>
            <a:r>
              <a:rPr sz="3200">
                <a:latin typeface="Times New Roman"/>
                <a:cs typeface="Times New Roman"/>
              </a:rPr>
              <a:t>to</a:t>
            </a:r>
            <a:r>
              <a:rPr sz="3200" spc="229">
                <a:latin typeface="Times New Roman"/>
                <a:cs typeface="Times New Roman"/>
              </a:rPr>
              <a:t> </a:t>
            </a:r>
            <a:r>
              <a:rPr sz="3200" spc="-20">
                <a:latin typeface="Times New Roman"/>
                <a:cs typeface="Times New Roman"/>
              </a:rPr>
              <a:t>main </a:t>
            </a:r>
            <a:r>
              <a:rPr sz="3200">
                <a:latin typeface="Times New Roman"/>
                <a:cs typeface="Times New Roman"/>
              </a:rPr>
              <a:t>are</a:t>
            </a:r>
            <a:r>
              <a:rPr sz="3200" spc="-10">
                <a:latin typeface="Times New Roman"/>
                <a:cs typeface="Times New Roman"/>
              </a:rPr>
              <a:t> </a:t>
            </a:r>
            <a:r>
              <a:rPr sz="3200">
                <a:latin typeface="Times New Roman"/>
                <a:cs typeface="Times New Roman"/>
              </a:rPr>
              <a:t>enclosed</a:t>
            </a:r>
            <a:r>
              <a:rPr sz="3200" spc="-20">
                <a:latin typeface="Times New Roman"/>
                <a:cs typeface="Times New Roman"/>
              </a:rPr>
              <a:t> </a:t>
            </a:r>
            <a:r>
              <a:rPr sz="3200">
                <a:latin typeface="Times New Roman"/>
                <a:cs typeface="Times New Roman"/>
              </a:rPr>
              <a:t>in a</a:t>
            </a:r>
            <a:r>
              <a:rPr sz="3200" spc="-5">
                <a:latin typeface="Times New Roman"/>
                <a:cs typeface="Times New Roman"/>
              </a:rPr>
              <a:t> </a:t>
            </a:r>
            <a:r>
              <a:rPr sz="3200">
                <a:latin typeface="Times New Roman"/>
                <a:cs typeface="Times New Roman"/>
              </a:rPr>
              <a:t>pair</a:t>
            </a:r>
            <a:r>
              <a:rPr sz="3200" spc="-15">
                <a:latin typeface="Times New Roman"/>
                <a:cs typeface="Times New Roman"/>
              </a:rPr>
              <a:t> </a:t>
            </a:r>
            <a:r>
              <a:rPr sz="3200">
                <a:latin typeface="Times New Roman"/>
                <a:cs typeface="Times New Roman"/>
              </a:rPr>
              <a:t>of</a:t>
            </a:r>
            <a:r>
              <a:rPr sz="3200" spc="-10">
                <a:latin typeface="Times New Roman"/>
                <a:cs typeface="Times New Roman"/>
              </a:rPr>
              <a:t> </a:t>
            </a:r>
            <a:r>
              <a:rPr sz="3200">
                <a:latin typeface="Times New Roman"/>
                <a:cs typeface="Times New Roman"/>
              </a:rPr>
              <a:t>braces</a:t>
            </a:r>
            <a:r>
              <a:rPr sz="3200" spc="-10">
                <a:latin typeface="Times New Roman"/>
                <a:cs typeface="Times New Roman"/>
              </a:rPr>
              <a:t> </a:t>
            </a:r>
            <a:r>
              <a:rPr sz="3200">
                <a:latin typeface="Times New Roman"/>
                <a:cs typeface="Times New Roman"/>
              </a:rPr>
              <a:t>{</a:t>
            </a:r>
            <a:r>
              <a:rPr sz="3200" spc="5">
                <a:latin typeface="Times New Roman"/>
                <a:cs typeface="Times New Roman"/>
              </a:rPr>
              <a:t> </a:t>
            </a:r>
            <a:r>
              <a:rPr sz="3200" spc="-25">
                <a:latin typeface="Times New Roman"/>
                <a:cs typeface="Times New Roman"/>
              </a:rPr>
              <a:t>}.</a:t>
            </a:r>
            <a:endParaRPr sz="3200">
              <a:latin typeface="Times New Roman"/>
              <a:cs typeface="Times New Roman"/>
            </a:endParaRPr>
          </a:p>
          <a:p>
            <a:pPr marL="544195" marR="6142990" indent="-532130">
              <a:lnSpc>
                <a:spcPct val="109600"/>
              </a:lnSpc>
              <a:spcBef>
                <a:spcPts val="20"/>
              </a:spcBef>
            </a:pPr>
            <a:r>
              <a:rPr sz="2800" b="1">
                <a:solidFill>
                  <a:srgbClr val="C00000"/>
                </a:solidFill>
                <a:latin typeface="Times New Roman"/>
                <a:cs typeface="Times New Roman"/>
              </a:rPr>
              <a:t>First</a:t>
            </a:r>
            <a:r>
              <a:rPr sz="2800" b="1" spc="-55">
                <a:solidFill>
                  <a:srgbClr val="C00000"/>
                </a:solidFill>
                <a:latin typeface="Times New Roman"/>
                <a:cs typeface="Times New Roman"/>
              </a:rPr>
              <a:t> </a:t>
            </a:r>
            <a:r>
              <a:rPr sz="2800" b="1">
                <a:solidFill>
                  <a:srgbClr val="C00000"/>
                </a:solidFill>
                <a:latin typeface="Times New Roman"/>
                <a:cs typeface="Times New Roman"/>
              </a:rPr>
              <a:t>C</a:t>
            </a:r>
            <a:r>
              <a:rPr sz="2800" b="1" spc="-25">
                <a:solidFill>
                  <a:srgbClr val="C00000"/>
                </a:solidFill>
                <a:latin typeface="Times New Roman"/>
                <a:cs typeface="Times New Roman"/>
              </a:rPr>
              <a:t> </a:t>
            </a:r>
            <a:r>
              <a:rPr sz="2800" b="1" spc="-10">
                <a:solidFill>
                  <a:srgbClr val="C00000"/>
                </a:solidFill>
                <a:latin typeface="Times New Roman"/>
                <a:cs typeface="Times New Roman"/>
              </a:rPr>
              <a:t>Program </a:t>
            </a:r>
            <a:r>
              <a:rPr sz="2400">
                <a:latin typeface="Times New Roman"/>
                <a:cs typeface="Times New Roman"/>
              </a:rPr>
              <a:t>#include</a:t>
            </a:r>
            <a:r>
              <a:rPr sz="2400" spc="-15">
                <a:latin typeface="Times New Roman"/>
                <a:cs typeface="Times New Roman"/>
              </a:rPr>
              <a:t> </a:t>
            </a:r>
            <a:r>
              <a:rPr sz="2400" spc="-10">
                <a:latin typeface="Times New Roman"/>
                <a:cs typeface="Times New Roman"/>
              </a:rPr>
              <a:t>&lt;stdio.h&gt; </a:t>
            </a:r>
            <a:r>
              <a:rPr sz="2400">
                <a:latin typeface="Times New Roman"/>
                <a:cs typeface="Times New Roman"/>
              </a:rPr>
              <a:t>void</a:t>
            </a:r>
            <a:r>
              <a:rPr sz="2400" spc="-25">
                <a:latin typeface="Times New Roman"/>
                <a:cs typeface="Times New Roman"/>
              </a:rPr>
              <a:t> </a:t>
            </a:r>
            <a:r>
              <a:rPr sz="2400">
                <a:latin typeface="Times New Roman"/>
                <a:cs typeface="Times New Roman"/>
              </a:rPr>
              <a:t>main</a:t>
            </a:r>
            <a:r>
              <a:rPr sz="2400" spc="-5">
                <a:latin typeface="Times New Roman"/>
                <a:cs typeface="Times New Roman"/>
              </a:rPr>
              <a:t> </a:t>
            </a:r>
            <a:r>
              <a:rPr sz="2400" spc="-25">
                <a:latin typeface="Times New Roman"/>
                <a:cs typeface="Times New Roman"/>
              </a:rPr>
              <a:t>()</a:t>
            </a:r>
            <a:endParaRPr sz="2400">
              <a:latin typeface="Times New Roman"/>
              <a:cs typeface="Times New Roman"/>
            </a:endParaRPr>
          </a:p>
          <a:p>
            <a:pPr marL="391795">
              <a:spcBef>
                <a:spcPts val="285"/>
              </a:spcBef>
            </a:pPr>
            <a:r>
              <a:rPr sz="2400">
                <a:latin typeface="Times New Roman"/>
                <a:cs typeface="Times New Roman"/>
              </a:rPr>
              <a:t>{</a:t>
            </a:r>
          </a:p>
          <a:p>
            <a:pPr marL="772795">
              <a:spcBef>
                <a:spcPts val="290"/>
              </a:spcBef>
            </a:pPr>
            <a:r>
              <a:rPr sz="2400" spc="-110" err="1">
                <a:latin typeface="Times New Roman"/>
                <a:cs typeface="Times New Roman"/>
              </a:rPr>
              <a:t>printf</a:t>
            </a:r>
            <a:r>
              <a:rPr sz="2400" spc="-110">
                <a:latin typeface="Times New Roman"/>
                <a:cs typeface="Times New Roman"/>
              </a:rPr>
              <a:t>(</a:t>
            </a:r>
            <a:r>
              <a:rPr lang="en-US" sz="2400" spc="-110">
                <a:latin typeface="Times New Roman"/>
                <a:cs typeface="Times New Roman"/>
              </a:rPr>
              <a:t>"</a:t>
            </a:r>
            <a:r>
              <a:rPr sz="2400" spc="-110">
                <a:latin typeface="Times New Roman"/>
                <a:cs typeface="Times New Roman"/>
              </a:rPr>
              <a:t>―Hello</a:t>
            </a:r>
            <a:r>
              <a:rPr sz="2400" spc="-40">
                <a:latin typeface="Times New Roman"/>
                <a:cs typeface="Times New Roman"/>
              </a:rPr>
              <a:t> </a:t>
            </a:r>
            <a:r>
              <a:rPr sz="2400" spc="-10">
                <a:latin typeface="Times New Roman"/>
                <a:cs typeface="Times New Roman"/>
              </a:rPr>
              <a:t>World:\n</a:t>
            </a:r>
            <a:r>
              <a:rPr lang="en-US" sz="2400" spc="-10">
                <a:latin typeface="Times New Roman"/>
                <a:cs typeface="Times New Roman"/>
              </a:rPr>
              <a:t>"</a:t>
            </a:r>
            <a:r>
              <a:rPr sz="2400" spc="-10">
                <a:latin typeface="Times New Roman"/>
                <a:cs typeface="Times New Roman"/>
              </a:rPr>
              <a:t>);</a:t>
            </a:r>
            <a:endParaRPr sz="2400">
              <a:latin typeface="Times New Roman"/>
              <a:cs typeface="Times New Roman"/>
            </a:endParaRPr>
          </a:p>
          <a:p>
            <a:pPr marL="506095">
              <a:spcBef>
                <a:spcPts val="285"/>
              </a:spcBef>
            </a:pPr>
            <a:r>
              <a:rPr sz="2400">
                <a:latin typeface="Times New Roman"/>
                <a:cs typeface="Times New Roman"/>
              </a:rPr>
              <a:t>}</a:t>
            </a:r>
          </a:p>
          <a:p>
            <a:pPr marL="355600" indent="-342900">
              <a:spcBef>
                <a:spcPts val="295"/>
              </a:spcBef>
              <a:buClr>
                <a:srgbClr val="800080"/>
              </a:buClr>
              <a:buSzPct val="68750"/>
              <a:buFont typeface="Arial"/>
              <a:buChar char="•"/>
              <a:tabLst>
                <a:tab pos="354965" algn="l"/>
                <a:tab pos="355600" algn="l"/>
                <a:tab pos="4649470" algn="l"/>
                <a:tab pos="5965825" algn="l"/>
              </a:tabLst>
            </a:pPr>
            <a:r>
              <a:rPr sz="2400">
                <a:latin typeface="Times New Roman"/>
                <a:cs typeface="Times New Roman"/>
              </a:rPr>
              <a:t>The</a:t>
            </a:r>
            <a:r>
              <a:rPr sz="2400" spc="-35">
                <a:latin typeface="Times New Roman"/>
                <a:cs typeface="Times New Roman"/>
              </a:rPr>
              <a:t> </a:t>
            </a:r>
            <a:r>
              <a:rPr sz="2400">
                <a:latin typeface="Times New Roman"/>
                <a:cs typeface="Times New Roman"/>
              </a:rPr>
              <a:t>main</a:t>
            </a:r>
            <a:r>
              <a:rPr sz="2400" spc="-5">
                <a:latin typeface="Times New Roman"/>
                <a:cs typeface="Times New Roman"/>
              </a:rPr>
              <a:t> </a:t>
            </a:r>
            <a:r>
              <a:rPr sz="2400">
                <a:latin typeface="Times New Roman"/>
                <a:cs typeface="Times New Roman"/>
              </a:rPr>
              <a:t>function</a:t>
            </a:r>
            <a:r>
              <a:rPr sz="2400" spc="-10">
                <a:latin typeface="Times New Roman"/>
                <a:cs typeface="Times New Roman"/>
              </a:rPr>
              <a:t> </a:t>
            </a:r>
            <a:r>
              <a:rPr sz="2400">
                <a:latin typeface="Times New Roman"/>
                <a:cs typeface="Times New Roman"/>
              </a:rPr>
              <a:t>contains</a:t>
            </a:r>
            <a:r>
              <a:rPr sz="2400" spc="-30">
                <a:latin typeface="Times New Roman"/>
                <a:cs typeface="Times New Roman"/>
              </a:rPr>
              <a:t> </a:t>
            </a:r>
            <a:r>
              <a:rPr sz="2400" spc="-10">
                <a:latin typeface="Times New Roman"/>
                <a:cs typeface="Times New Roman"/>
              </a:rPr>
              <a:t>single</a:t>
            </a:r>
            <a:r>
              <a:rPr sz="2400">
                <a:latin typeface="Times New Roman"/>
                <a:cs typeface="Times New Roman"/>
              </a:rPr>
              <a:t>	</a:t>
            </a:r>
            <a:r>
              <a:rPr sz="2400" spc="-10">
                <a:latin typeface="Times New Roman"/>
                <a:cs typeface="Times New Roman"/>
              </a:rPr>
              <a:t>statement</a:t>
            </a:r>
            <a:r>
              <a:rPr sz="2400">
                <a:latin typeface="Times New Roman"/>
                <a:cs typeface="Times New Roman"/>
              </a:rPr>
              <a:t>	to</a:t>
            </a:r>
            <a:r>
              <a:rPr sz="2400" spc="-15">
                <a:latin typeface="Times New Roman"/>
                <a:cs typeface="Times New Roman"/>
              </a:rPr>
              <a:t> </a:t>
            </a:r>
            <a:r>
              <a:rPr sz="2400">
                <a:latin typeface="Times New Roman"/>
                <a:cs typeface="Times New Roman"/>
              </a:rPr>
              <a:t>print</a:t>
            </a:r>
            <a:r>
              <a:rPr sz="2400" spc="-15">
                <a:latin typeface="Times New Roman"/>
                <a:cs typeface="Times New Roman"/>
              </a:rPr>
              <a:t> </a:t>
            </a:r>
            <a:r>
              <a:rPr sz="2400">
                <a:latin typeface="Times New Roman"/>
                <a:cs typeface="Times New Roman"/>
              </a:rPr>
              <a:t>the</a:t>
            </a:r>
            <a:r>
              <a:rPr sz="2400" spc="-20">
                <a:latin typeface="Times New Roman"/>
                <a:cs typeface="Times New Roman"/>
              </a:rPr>
              <a:t> </a:t>
            </a:r>
            <a:r>
              <a:rPr sz="2400" spc="-10">
                <a:latin typeface="Times New Roman"/>
                <a:cs typeface="Times New Roman"/>
              </a:rPr>
              <a:t>message.</a:t>
            </a:r>
            <a:endParaRPr sz="2400">
              <a:latin typeface="Times New Roman"/>
              <a:cs typeface="Times New Roman"/>
            </a:endParaRPr>
          </a:p>
          <a:p>
            <a:pPr marL="355600" indent="-342900">
              <a:spcBef>
                <a:spcPts val="285"/>
              </a:spcBef>
              <a:buClr>
                <a:srgbClr val="800080"/>
              </a:buClr>
              <a:buSzPct val="68750"/>
              <a:buFont typeface="Arial"/>
              <a:buChar char="•"/>
              <a:tabLst>
                <a:tab pos="354965" algn="l"/>
                <a:tab pos="355600" algn="l"/>
              </a:tabLst>
            </a:pPr>
            <a:r>
              <a:rPr sz="2400">
                <a:latin typeface="Times New Roman"/>
                <a:cs typeface="Times New Roman"/>
              </a:rPr>
              <a:t>The</a:t>
            </a:r>
            <a:r>
              <a:rPr sz="2400" spc="-35">
                <a:latin typeface="Times New Roman"/>
                <a:cs typeface="Times New Roman"/>
              </a:rPr>
              <a:t> </a:t>
            </a:r>
            <a:r>
              <a:rPr sz="2400">
                <a:latin typeface="Times New Roman"/>
                <a:cs typeface="Times New Roman"/>
              </a:rPr>
              <a:t>print</a:t>
            </a:r>
            <a:r>
              <a:rPr sz="2400" spc="-25">
                <a:latin typeface="Times New Roman"/>
                <a:cs typeface="Times New Roman"/>
              </a:rPr>
              <a:t> </a:t>
            </a:r>
            <a:r>
              <a:rPr sz="2400">
                <a:latin typeface="Times New Roman"/>
                <a:cs typeface="Times New Roman"/>
              </a:rPr>
              <a:t>statement</a:t>
            </a:r>
            <a:r>
              <a:rPr sz="2400" spc="-15">
                <a:latin typeface="Times New Roman"/>
                <a:cs typeface="Times New Roman"/>
              </a:rPr>
              <a:t> </a:t>
            </a:r>
            <a:r>
              <a:rPr sz="2400">
                <a:latin typeface="Times New Roman"/>
                <a:cs typeface="Times New Roman"/>
              </a:rPr>
              <a:t>use a</a:t>
            </a:r>
            <a:r>
              <a:rPr sz="2400" spc="-15">
                <a:latin typeface="Times New Roman"/>
                <a:cs typeface="Times New Roman"/>
              </a:rPr>
              <a:t> </a:t>
            </a:r>
            <a:r>
              <a:rPr sz="2400">
                <a:latin typeface="Times New Roman"/>
                <a:cs typeface="Times New Roman"/>
              </a:rPr>
              <a:t>library</a:t>
            </a:r>
            <a:r>
              <a:rPr sz="2400" spc="-20">
                <a:latin typeface="Times New Roman"/>
                <a:cs typeface="Times New Roman"/>
              </a:rPr>
              <a:t> </a:t>
            </a:r>
            <a:r>
              <a:rPr sz="2400">
                <a:latin typeface="Times New Roman"/>
                <a:cs typeface="Times New Roman"/>
              </a:rPr>
              <a:t>function</a:t>
            </a:r>
            <a:r>
              <a:rPr sz="2400" spc="-25">
                <a:latin typeface="Times New Roman"/>
                <a:cs typeface="Times New Roman"/>
              </a:rPr>
              <a:t> </a:t>
            </a:r>
            <a:r>
              <a:rPr sz="2400">
                <a:latin typeface="Times New Roman"/>
                <a:cs typeface="Times New Roman"/>
              </a:rPr>
              <a:t>to</a:t>
            </a:r>
            <a:r>
              <a:rPr sz="2400" spc="-20">
                <a:latin typeface="Times New Roman"/>
                <a:cs typeface="Times New Roman"/>
              </a:rPr>
              <a:t> </a:t>
            </a:r>
            <a:r>
              <a:rPr sz="2400">
                <a:latin typeface="Times New Roman"/>
                <a:cs typeface="Times New Roman"/>
              </a:rPr>
              <a:t>do</a:t>
            </a:r>
            <a:r>
              <a:rPr sz="2400" spc="-5">
                <a:latin typeface="Times New Roman"/>
                <a:cs typeface="Times New Roman"/>
              </a:rPr>
              <a:t> </a:t>
            </a:r>
            <a:r>
              <a:rPr sz="2400">
                <a:latin typeface="Times New Roman"/>
                <a:cs typeface="Times New Roman"/>
              </a:rPr>
              <a:t>the</a:t>
            </a:r>
            <a:r>
              <a:rPr sz="2400" spc="-10">
                <a:latin typeface="Times New Roman"/>
                <a:cs typeface="Times New Roman"/>
              </a:rPr>
              <a:t> printing.</a:t>
            </a:r>
            <a:endParaRPr sz="2400">
              <a:latin typeface="Times New Roman"/>
              <a:cs typeface="Times New Roman"/>
            </a:endParaRPr>
          </a:p>
        </p:txBody>
      </p:sp>
    </p:spTree>
    <p:extLst>
      <p:ext uri="{BB962C8B-B14F-4D97-AF65-F5344CB8AC3E}">
        <p14:creationId xmlns:p14="http://schemas.microsoft.com/office/powerpoint/2010/main" val="26131848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19294" y="469215"/>
            <a:ext cx="2156460" cy="574675"/>
          </a:xfrm>
          <a:prstGeom prst="rect">
            <a:avLst/>
          </a:prstGeom>
        </p:spPr>
        <p:txBody>
          <a:bodyPr vert="horz" wrap="square" lIns="0" tIns="12700" rIns="0" bIns="0" rtlCol="0" anchor="ctr">
            <a:spAutoFit/>
          </a:bodyPr>
          <a:lstStyle/>
          <a:p>
            <a:pPr marL="12700">
              <a:lnSpc>
                <a:spcPct val="100000"/>
              </a:lnSpc>
              <a:spcBef>
                <a:spcPts val="100"/>
              </a:spcBef>
            </a:pPr>
            <a:r>
              <a:rPr sz="3600" spc="-10">
                <a:latin typeface="Calibri"/>
                <a:cs typeface="Calibri"/>
              </a:rPr>
              <a:t>KEYWORDS</a:t>
            </a:r>
            <a:endParaRPr sz="3600">
              <a:latin typeface="Calibri"/>
              <a:cs typeface="Calibri"/>
            </a:endParaRPr>
          </a:p>
        </p:txBody>
      </p:sp>
      <p:sp>
        <p:nvSpPr>
          <p:cNvPr id="3" name="object 3"/>
          <p:cNvSpPr txBox="1"/>
          <p:nvPr/>
        </p:nvSpPr>
        <p:spPr>
          <a:xfrm>
            <a:off x="2059940" y="1607565"/>
            <a:ext cx="8059420" cy="3538220"/>
          </a:xfrm>
          <a:prstGeom prst="rect">
            <a:avLst/>
          </a:prstGeom>
        </p:spPr>
        <p:txBody>
          <a:bodyPr vert="horz" wrap="square" lIns="0" tIns="13335" rIns="0" bIns="0" rtlCol="0">
            <a:spAutoFit/>
          </a:bodyPr>
          <a:lstStyle/>
          <a:p>
            <a:pPr marL="355600" marR="139065" indent="-342900">
              <a:spcBef>
                <a:spcPts val="105"/>
              </a:spcBef>
              <a:buFont typeface="Arial"/>
              <a:buChar char="•"/>
              <a:tabLst>
                <a:tab pos="354965" algn="l"/>
                <a:tab pos="355600" algn="l"/>
              </a:tabLst>
            </a:pPr>
            <a:r>
              <a:rPr sz="3200" spc="-10">
                <a:latin typeface="Calibri"/>
                <a:cs typeface="Calibri"/>
              </a:rPr>
              <a:t>Keywords</a:t>
            </a:r>
            <a:r>
              <a:rPr sz="3200" spc="-125">
                <a:latin typeface="Calibri"/>
                <a:cs typeface="Calibri"/>
              </a:rPr>
              <a:t> </a:t>
            </a:r>
            <a:r>
              <a:rPr sz="3200">
                <a:latin typeface="Calibri"/>
                <a:cs typeface="Calibri"/>
              </a:rPr>
              <a:t>are</a:t>
            </a:r>
            <a:r>
              <a:rPr sz="3200" spc="-90">
                <a:latin typeface="Calibri"/>
                <a:cs typeface="Calibri"/>
              </a:rPr>
              <a:t> </a:t>
            </a:r>
            <a:r>
              <a:rPr sz="3200">
                <a:latin typeface="Calibri"/>
                <a:cs typeface="Calibri"/>
              </a:rPr>
              <a:t>predefined,</a:t>
            </a:r>
            <a:r>
              <a:rPr sz="3200" spc="-80">
                <a:latin typeface="Calibri"/>
                <a:cs typeface="Calibri"/>
              </a:rPr>
              <a:t> </a:t>
            </a:r>
            <a:r>
              <a:rPr sz="3200">
                <a:latin typeface="Calibri"/>
                <a:cs typeface="Calibri"/>
              </a:rPr>
              <a:t>reserved</a:t>
            </a:r>
            <a:r>
              <a:rPr sz="3200" spc="-90">
                <a:latin typeface="Calibri"/>
                <a:cs typeface="Calibri"/>
              </a:rPr>
              <a:t> </a:t>
            </a:r>
            <a:r>
              <a:rPr sz="3200" spc="-10">
                <a:latin typeface="Calibri"/>
                <a:cs typeface="Calibri"/>
              </a:rPr>
              <a:t>words </a:t>
            </a:r>
            <a:r>
              <a:rPr sz="3200">
                <a:latin typeface="Calibri"/>
                <a:cs typeface="Calibri"/>
              </a:rPr>
              <a:t>used</a:t>
            </a:r>
            <a:r>
              <a:rPr sz="3200" spc="-80">
                <a:latin typeface="Calibri"/>
                <a:cs typeface="Calibri"/>
              </a:rPr>
              <a:t> </a:t>
            </a:r>
            <a:r>
              <a:rPr sz="3200">
                <a:latin typeface="Calibri"/>
                <a:cs typeface="Calibri"/>
              </a:rPr>
              <a:t>in</a:t>
            </a:r>
            <a:r>
              <a:rPr sz="3200" spc="-55">
                <a:latin typeface="Calibri"/>
                <a:cs typeface="Calibri"/>
              </a:rPr>
              <a:t> </a:t>
            </a:r>
            <a:r>
              <a:rPr sz="3200">
                <a:latin typeface="Calibri"/>
                <a:cs typeface="Calibri"/>
              </a:rPr>
              <a:t>programming</a:t>
            </a:r>
            <a:r>
              <a:rPr sz="3200" spc="-65">
                <a:latin typeface="Calibri"/>
                <a:cs typeface="Calibri"/>
              </a:rPr>
              <a:t> </a:t>
            </a:r>
            <a:r>
              <a:rPr sz="3200">
                <a:latin typeface="Calibri"/>
                <a:cs typeface="Calibri"/>
              </a:rPr>
              <a:t>that</a:t>
            </a:r>
            <a:r>
              <a:rPr sz="3200" spc="-55">
                <a:latin typeface="Calibri"/>
                <a:cs typeface="Calibri"/>
              </a:rPr>
              <a:t> </a:t>
            </a:r>
            <a:r>
              <a:rPr sz="3200">
                <a:latin typeface="Calibri"/>
                <a:cs typeface="Calibri"/>
              </a:rPr>
              <a:t>have</a:t>
            </a:r>
            <a:r>
              <a:rPr sz="3200" spc="-60">
                <a:latin typeface="Calibri"/>
                <a:cs typeface="Calibri"/>
              </a:rPr>
              <a:t> </a:t>
            </a:r>
            <a:r>
              <a:rPr sz="3200" spc="-10">
                <a:latin typeface="Calibri"/>
                <a:cs typeface="Calibri"/>
              </a:rPr>
              <a:t>special </a:t>
            </a:r>
            <a:r>
              <a:rPr sz="3200">
                <a:latin typeface="Calibri"/>
                <a:cs typeface="Calibri"/>
              </a:rPr>
              <a:t>meaning.</a:t>
            </a:r>
            <a:r>
              <a:rPr sz="3200" spc="-35">
                <a:latin typeface="Calibri"/>
                <a:cs typeface="Calibri"/>
              </a:rPr>
              <a:t> </a:t>
            </a:r>
            <a:r>
              <a:rPr sz="3200" spc="-10">
                <a:latin typeface="Calibri"/>
                <a:cs typeface="Calibri"/>
              </a:rPr>
              <a:t>Keywords</a:t>
            </a:r>
            <a:r>
              <a:rPr sz="3200" spc="-70">
                <a:latin typeface="Calibri"/>
                <a:cs typeface="Calibri"/>
              </a:rPr>
              <a:t> </a:t>
            </a:r>
            <a:r>
              <a:rPr sz="3200">
                <a:latin typeface="Calibri"/>
                <a:cs typeface="Calibri"/>
              </a:rPr>
              <a:t>are</a:t>
            </a:r>
            <a:r>
              <a:rPr sz="3200" spc="-60">
                <a:latin typeface="Calibri"/>
                <a:cs typeface="Calibri"/>
              </a:rPr>
              <a:t> </a:t>
            </a:r>
            <a:r>
              <a:rPr sz="3200">
                <a:latin typeface="Calibri"/>
                <a:cs typeface="Calibri"/>
              </a:rPr>
              <a:t>part</a:t>
            </a:r>
            <a:r>
              <a:rPr sz="3200" spc="-45">
                <a:latin typeface="Calibri"/>
                <a:cs typeface="Calibri"/>
              </a:rPr>
              <a:t> </a:t>
            </a:r>
            <a:r>
              <a:rPr sz="3200">
                <a:latin typeface="Calibri"/>
                <a:cs typeface="Calibri"/>
              </a:rPr>
              <a:t>of</a:t>
            </a:r>
            <a:r>
              <a:rPr sz="3200" spc="-50">
                <a:latin typeface="Calibri"/>
                <a:cs typeface="Calibri"/>
              </a:rPr>
              <a:t> </a:t>
            </a:r>
            <a:r>
              <a:rPr sz="3200">
                <a:latin typeface="Calibri"/>
                <a:cs typeface="Calibri"/>
              </a:rPr>
              <a:t>the</a:t>
            </a:r>
            <a:r>
              <a:rPr sz="3200" spc="-50">
                <a:latin typeface="Calibri"/>
                <a:cs typeface="Calibri"/>
              </a:rPr>
              <a:t> </a:t>
            </a:r>
            <a:r>
              <a:rPr sz="3200">
                <a:latin typeface="Calibri"/>
                <a:cs typeface="Calibri"/>
              </a:rPr>
              <a:t>syntax</a:t>
            </a:r>
            <a:r>
              <a:rPr sz="3200" spc="-45">
                <a:latin typeface="Calibri"/>
                <a:cs typeface="Calibri"/>
              </a:rPr>
              <a:t> </a:t>
            </a:r>
            <a:r>
              <a:rPr sz="3200" spc="-25">
                <a:latin typeface="Calibri"/>
                <a:cs typeface="Calibri"/>
              </a:rPr>
              <a:t>and </a:t>
            </a:r>
            <a:r>
              <a:rPr sz="3200">
                <a:latin typeface="Calibri"/>
                <a:cs typeface="Calibri"/>
              </a:rPr>
              <a:t>they</a:t>
            </a:r>
            <a:r>
              <a:rPr sz="3200" spc="-30">
                <a:latin typeface="Calibri"/>
                <a:cs typeface="Calibri"/>
              </a:rPr>
              <a:t> </a:t>
            </a:r>
            <a:r>
              <a:rPr sz="3200">
                <a:latin typeface="Calibri"/>
                <a:cs typeface="Calibri"/>
              </a:rPr>
              <a:t>cannot</a:t>
            </a:r>
            <a:r>
              <a:rPr sz="3200" spc="-30">
                <a:latin typeface="Calibri"/>
                <a:cs typeface="Calibri"/>
              </a:rPr>
              <a:t> </a:t>
            </a:r>
            <a:r>
              <a:rPr sz="3200">
                <a:latin typeface="Calibri"/>
                <a:cs typeface="Calibri"/>
              </a:rPr>
              <a:t>be</a:t>
            </a:r>
            <a:r>
              <a:rPr sz="3200" spc="-35">
                <a:latin typeface="Calibri"/>
                <a:cs typeface="Calibri"/>
              </a:rPr>
              <a:t> </a:t>
            </a:r>
            <a:r>
              <a:rPr sz="3200">
                <a:latin typeface="Calibri"/>
                <a:cs typeface="Calibri"/>
              </a:rPr>
              <a:t>used</a:t>
            </a:r>
            <a:r>
              <a:rPr sz="3200" spc="-30">
                <a:latin typeface="Calibri"/>
                <a:cs typeface="Calibri"/>
              </a:rPr>
              <a:t> </a:t>
            </a:r>
            <a:r>
              <a:rPr sz="3200">
                <a:latin typeface="Calibri"/>
                <a:cs typeface="Calibri"/>
              </a:rPr>
              <a:t>as</a:t>
            </a:r>
            <a:r>
              <a:rPr sz="3200" spc="-30">
                <a:latin typeface="Calibri"/>
                <a:cs typeface="Calibri"/>
              </a:rPr>
              <a:t> </a:t>
            </a:r>
            <a:r>
              <a:rPr sz="3200">
                <a:latin typeface="Calibri"/>
                <a:cs typeface="Calibri"/>
              </a:rPr>
              <a:t>an</a:t>
            </a:r>
            <a:r>
              <a:rPr sz="3200" spc="-25">
                <a:latin typeface="Calibri"/>
                <a:cs typeface="Calibri"/>
              </a:rPr>
              <a:t> identifier.</a:t>
            </a:r>
            <a:r>
              <a:rPr sz="3200" spc="-15">
                <a:latin typeface="Calibri"/>
                <a:cs typeface="Calibri"/>
              </a:rPr>
              <a:t> </a:t>
            </a:r>
            <a:r>
              <a:rPr sz="3200" spc="-25">
                <a:latin typeface="Calibri"/>
                <a:cs typeface="Calibri"/>
              </a:rPr>
              <a:t>For </a:t>
            </a:r>
            <a:r>
              <a:rPr sz="3200">
                <a:latin typeface="Calibri"/>
                <a:cs typeface="Calibri"/>
              </a:rPr>
              <a:t>example:</a:t>
            </a:r>
            <a:r>
              <a:rPr sz="3200" spc="-105">
                <a:latin typeface="Calibri"/>
                <a:cs typeface="Calibri"/>
              </a:rPr>
              <a:t> </a:t>
            </a:r>
            <a:r>
              <a:rPr sz="3200">
                <a:latin typeface="Calibri"/>
                <a:cs typeface="Calibri"/>
              </a:rPr>
              <a:t>int</a:t>
            </a:r>
            <a:r>
              <a:rPr sz="3200" spc="-70">
                <a:latin typeface="Calibri"/>
                <a:cs typeface="Calibri"/>
              </a:rPr>
              <a:t> </a:t>
            </a:r>
            <a:r>
              <a:rPr sz="3200" spc="-10">
                <a:latin typeface="Calibri"/>
                <a:cs typeface="Calibri"/>
              </a:rPr>
              <a:t>money;</a:t>
            </a:r>
            <a:endParaRPr sz="3200">
              <a:latin typeface="Calibri"/>
              <a:cs typeface="Calibri"/>
            </a:endParaRPr>
          </a:p>
          <a:p>
            <a:pPr marL="355600" marR="5080" indent="-342900">
              <a:spcBef>
                <a:spcPts val="770"/>
              </a:spcBef>
              <a:buFont typeface="Arial"/>
              <a:buChar char="•"/>
              <a:tabLst>
                <a:tab pos="354965" algn="l"/>
                <a:tab pos="355600" algn="l"/>
              </a:tabLst>
            </a:pPr>
            <a:r>
              <a:rPr sz="3200">
                <a:latin typeface="Calibri"/>
                <a:cs typeface="Calibri"/>
              </a:rPr>
              <a:t>Here,</a:t>
            </a:r>
            <a:r>
              <a:rPr sz="3200" spc="-75">
                <a:latin typeface="Calibri"/>
                <a:cs typeface="Calibri"/>
              </a:rPr>
              <a:t> </a:t>
            </a:r>
            <a:r>
              <a:rPr sz="3200" b="1">
                <a:latin typeface="Calibri"/>
                <a:cs typeface="Calibri"/>
              </a:rPr>
              <a:t>int</a:t>
            </a:r>
            <a:r>
              <a:rPr sz="3200" b="1" spc="-65">
                <a:latin typeface="Calibri"/>
                <a:cs typeface="Calibri"/>
              </a:rPr>
              <a:t> </a:t>
            </a:r>
            <a:r>
              <a:rPr sz="3200">
                <a:latin typeface="Calibri"/>
                <a:cs typeface="Calibri"/>
              </a:rPr>
              <a:t>is</a:t>
            </a:r>
            <a:r>
              <a:rPr sz="3200" spc="-60">
                <a:latin typeface="Calibri"/>
                <a:cs typeface="Calibri"/>
              </a:rPr>
              <a:t> </a:t>
            </a:r>
            <a:r>
              <a:rPr sz="3200">
                <a:latin typeface="Calibri"/>
                <a:cs typeface="Calibri"/>
              </a:rPr>
              <a:t>a</a:t>
            </a:r>
            <a:r>
              <a:rPr sz="3200" spc="-55">
                <a:latin typeface="Calibri"/>
                <a:cs typeface="Calibri"/>
              </a:rPr>
              <a:t> </a:t>
            </a:r>
            <a:r>
              <a:rPr sz="3200" spc="-10">
                <a:latin typeface="Calibri"/>
                <a:cs typeface="Calibri"/>
              </a:rPr>
              <a:t>keyword</a:t>
            </a:r>
            <a:r>
              <a:rPr sz="3200" spc="-60">
                <a:latin typeface="Calibri"/>
                <a:cs typeface="Calibri"/>
              </a:rPr>
              <a:t> </a:t>
            </a:r>
            <a:r>
              <a:rPr sz="3200">
                <a:latin typeface="Calibri"/>
                <a:cs typeface="Calibri"/>
              </a:rPr>
              <a:t>that</a:t>
            </a:r>
            <a:r>
              <a:rPr sz="3200" spc="-45">
                <a:latin typeface="Calibri"/>
                <a:cs typeface="Calibri"/>
              </a:rPr>
              <a:t> </a:t>
            </a:r>
            <a:r>
              <a:rPr sz="3200">
                <a:latin typeface="Calibri"/>
                <a:cs typeface="Calibri"/>
              </a:rPr>
              <a:t>indicates</a:t>
            </a:r>
            <a:r>
              <a:rPr sz="3200" spc="-45">
                <a:latin typeface="Calibri"/>
                <a:cs typeface="Calibri"/>
              </a:rPr>
              <a:t> </a:t>
            </a:r>
            <a:r>
              <a:rPr sz="3200" b="1">
                <a:latin typeface="Calibri"/>
                <a:cs typeface="Calibri"/>
              </a:rPr>
              <a:t>'money'</a:t>
            </a:r>
            <a:r>
              <a:rPr sz="3200" b="1" spc="-45">
                <a:latin typeface="Calibri"/>
                <a:cs typeface="Calibri"/>
              </a:rPr>
              <a:t> </a:t>
            </a:r>
            <a:r>
              <a:rPr sz="3200" spc="-25">
                <a:latin typeface="Calibri"/>
                <a:cs typeface="Calibri"/>
              </a:rPr>
              <a:t>is </a:t>
            </a:r>
            <a:r>
              <a:rPr sz="3200">
                <a:latin typeface="Calibri"/>
                <a:cs typeface="Calibri"/>
              </a:rPr>
              <a:t>a</a:t>
            </a:r>
            <a:r>
              <a:rPr sz="3200" spc="-30">
                <a:latin typeface="Calibri"/>
                <a:cs typeface="Calibri"/>
              </a:rPr>
              <a:t> </a:t>
            </a:r>
            <a:r>
              <a:rPr sz="3200" u="sng">
                <a:solidFill>
                  <a:srgbClr val="0000FF"/>
                </a:solidFill>
                <a:uFill>
                  <a:solidFill>
                    <a:srgbClr val="0000FF"/>
                  </a:solidFill>
                </a:uFill>
                <a:latin typeface="Calibri"/>
                <a:cs typeface="Calibri"/>
                <a:hlinkClick r:id="rId2"/>
              </a:rPr>
              <a:t>variable</a:t>
            </a:r>
            <a:r>
              <a:rPr sz="3200" spc="-5">
                <a:solidFill>
                  <a:srgbClr val="0000FF"/>
                </a:solidFill>
                <a:latin typeface="Calibri"/>
                <a:cs typeface="Calibri"/>
                <a:hlinkClick r:id="rId2"/>
              </a:rPr>
              <a:t> </a:t>
            </a:r>
            <a:r>
              <a:rPr sz="3200">
                <a:latin typeface="Calibri"/>
                <a:cs typeface="Calibri"/>
              </a:rPr>
              <a:t>of</a:t>
            </a:r>
            <a:r>
              <a:rPr sz="3200" spc="-25">
                <a:latin typeface="Calibri"/>
                <a:cs typeface="Calibri"/>
              </a:rPr>
              <a:t> </a:t>
            </a:r>
            <a:r>
              <a:rPr sz="3200">
                <a:latin typeface="Calibri"/>
                <a:cs typeface="Calibri"/>
              </a:rPr>
              <a:t>type</a:t>
            </a:r>
            <a:r>
              <a:rPr sz="3200" spc="-15">
                <a:latin typeface="Calibri"/>
                <a:cs typeface="Calibri"/>
              </a:rPr>
              <a:t> </a:t>
            </a:r>
            <a:r>
              <a:rPr sz="3200" spc="-10">
                <a:latin typeface="Calibri"/>
                <a:cs typeface="Calibri"/>
              </a:rPr>
              <a:t>integer.</a:t>
            </a:r>
            <a:endParaRPr sz="3200">
              <a:latin typeface="Calibri"/>
              <a:cs typeface="Calibri"/>
            </a:endParaRPr>
          </a:p>
        </p:txBody>
      </p:sp>
    </p:spTree>
    <p:extLst>
      <p:ext uri="{BB962C8B-B14F-4D97-AF65-F5344CB8AC3E}">
        <p14:creationId xmlns:p14="http://schemas.microsoft.com/office/powerpoint/2010/main" val="5678687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5954" y="461594"/>
            <a:ext cx="2259965" cy="697230"/>
          </a:xfrm>
          <a:prstGeom prst="rect">
            <a:avLst/>
          </a:prstGeom>
        </p:spPr>
        <p:txBody>
          <a:bodyPr vert="horz" wrap="square" lIns="0" tIns="13335" rIns="0" bIns="0" rtlCol="0" anchor="ctr">
            <a:spAutoFit/>
          </a:bodyPr>
          <a:lstStyle/>
          <a:p>
            <a:pPr marL="12700">
              <a:lnSpc>
                <a:spcPct val="100000"/>
              </a:lnSpc>
              <a:spcBef>
                <a:spcPts val="105"/>
              </a:spcBef>
            </a:pPr>
            <a:r>
              <a:rPr>
                <a:latin typeface="Calibri"/>
                <a:cs typeface="Calibri"/>
              </a:rPr>
              <a:t>C</a:t>
            </a:r>
            <a:r>
              <a:rPr spc="-5">
                <a:latin typeface="Calibri"/>
                <a:cs typeface="Calibri"/>
              </a:rPr>
              <a:t> </a:t>
            </a:r>
            <a:r>
              <a:rPr spc="-10">
                <a:latin typeface="Calibri"/>
                <a:cs typeface="Calibri"/>
              </a:rPr>
              <a:t>TOKENS</a:t>
            </a:r>
            <a:endParaRPr>
              <a:latin typeface="Calibri"/>
              <a:cs typeface="Calibri"/>
            </a:endParaRPr>
          </a:p>
        </p:txBody>
      </p:sp>
      <p:sp>
        <p:nvSpPr>
          <p:cNvPr id="3" name="object 3"/>
          <p:cNvSpPr txBox="1"/>
          <p:nvPr/>
        </p:nvSpPr>
        <p:spPr>
          <a:xfrm>
            <a:off x="4953000" y="1905001"/>
            <a:ext cx="1905000" cy="518091"/>
          </a:xfrm>
          <a:prstGeom prst="rect">
            <a:avLst/>
          </a:prstGeom>
          <a:ln w="25400">
            <a:solidFill>
              <a:srgbClr val="000000"/>
            </a:solidFill>
          </a:ln>
        </p:spPr>
        <p:txBody>
          <a:bodyPr vert="horz" wrap="square" lIns="0" tIns="2540" rIns="0" bIns="0" rtlCol="0">
            <a:spAutoFit/>
          </a:bodyPr>
          <a:lstStyle/>
          <a:p>
            <a:pPr>
              <a:spcBef>
                <a:spcPts val="20"/>
              </a:spcBef>
            </a:pPr>
            <a:endParaRPr sz="1550">
              <a:latin typeface="Times New Roman"/>
              <a:cs typeface="Times New Roman"/>
            </a:endParaRPr>
          </a:p>
          <a:p>
            <a:pPr marL="496570"/>
            <a:r>
              <a:rPr>
                <a:solidFill>
                  <a:srgbClr val="C00000"/>
                </a:solidFill>
                <a:latin typeface="Calibri"/>
                <a:cs typeface="Calibri"/>
              </a:rPr>
              <a:t>C</a:t>
            </a:r>
            <a:r>
              <a:rPr spc="-5">
                <a:solidFill>
                  <a:srgbClr val="C00000"/>
                </a:solidFill>
                <a:latin typeface="Calibri"/>
                <a:cs typeface="Calibri"/>
              </a:rPr>
              <a:t> </a:t>
            </a:r>
            <a:r>
              <a:rPr spc="-10">
                <a:solidFill>
                  <a:srgbClr val="C00000"/>
                </a:solidFill>
                <a:latin typeface="Calibri"/>
                <a:cs typeface="Calibri"/>
              </a:rPr>
              <a:t>TOKENS</a:t>
            </a:r>
            <a:endParaRPr>
              <a:latin typeface="Calibri"/>
              <a:cs typeface="Calibri"/>
            </a:endParaRPr>
          </a:p>
        </p:txBody>
      </p:sp>
      <p:grpSp>
        <p:nvGrpSpPr>
          <p:cNvPr id="4" name="object 4"/>
          <p:cNvGrpSpPr/>
          <p:nvPr/>
        </p:nvGrpSpPr>
        <p:grpSpPr>
          <a:xfrm>
            <a:off x="2170186" y="3561589"/>
            <a:ext cx="1450975" cy="612775"/>
            <a:chOff x="646185" y="3561588"/>
            <a:chExt cx="1450975" cy="612775"/>
          </a:xfrm>
        </p:grpSpPr>
        <p:pic>
          <p:nvPicPr>
            <p:cNvPr id="5" name="object 5"/>
            <p:cNvPicPr/>
            <p:nvPr/>
          </p:nvPicPr>
          <p:blipFill>
            <a:blip r:embed="rId2" cstate="print"/>
            <a:stretch>
              <a:fillRect/>
            </a:stretch>
          </p:blipFill>
          <p:spPr>
            <a:xfrm>
              <a:off x="646185" y="3561588"/>
              <a:ext cx="1450829" cy="612647"/>
            </a:xfrm>
            <a:prstGeom prst="rect">
              <a:avLst/>
            </a:prstGeom>
          </p:spPr>
        </p:pic>
        <p:pic>
          <p:nvPicPr>
            <p:cNvPr id="6" name="object 6"/>
            <p:cNvPicPr/>
            <p:nvPr/>
          </p:nvPicPr>
          <p:blipFill>
            <a:blip r:embed="rId3" cstate="print"/>
            <a:stretch>
              <a:fillRect/>
            </a:stretch>
          </p:blipFill>
          <p:spPr>
            <a:xfrm>
              <a:off x="659892" y="3617976"/>
              <a:ext cx="1420368" cy="429768"/>
            </a:xfrm>
            <a:prstGeom prst="rect">
              <a:avLst/>
            </a:prstGeom>
          </p:spPr>
        </p:pic>
        <p:pic>
          <p:nvPicPr>
            <p:cNvPr id="7" name="object 7"/>
            <p:cNvPicPr/>
            <p:nvPr/>
          </p:nvPicPr>
          <p:blipFill>
            <a:blip r:embed="rId4" cstate="print"/>
            <a:stretch>
              <a:fillRect/>
            </a:stretch>
          </p:blipFill>
          <p:spPr>
            <a:xfrm>
              <a:off x="685800" y="3581400"/>
              <a:ext cx="1371600" cy="533400"/>
            </a:xfrm>
            <a:prstGeom prst="rect">
              <a:avLst/>
            </a:prstGeom>
          </p:spPr>
        </p:pic>
      </p:grpSp>
      <p:sp>
        <p:nvSpPr>
          <p:cNvPr id="8" name="object 8"/>
          <p:cNvSpPr txBox="1"/>
          <p:nvPr/>
        </p:nvSpPr>
        <p:spPr>
          <a:xfrm>
            <a:off x="2209800" y="3581400"/>
            <a:ext cx="1371600" cy="393056"/>
          </a:xfrm>
          <a:prstGeom prst="rect">
            <a:avLst/>
          </a:prstGeom>
          <a:ln w="12700">
            <a:solidFill>
              <a:srgbClr val="000000"/>
            </a:solidFill>
          </a:ln>
        </p:spPr>
        <p:txBody>
          <a:bodyPr vert="horz" wrap="square" lIns="0" tIns="114935" rIns="0" bIns="0" rtlCol="0">
            <a:spAutoFit/>
          </a:bodyPr>
          <a:lstStyle/>
          <a:p>
            <a:pPr marL="154305">
              <a:spcBef>
                <a:spcPts val="905"/>
              </a:spcBef>
            </a:pPr>
            <a:r>
              <a:rPr spc="-10">
                <a:latin typeface="Calibri"/>
                <a:cs typeface="Calibri"/>
              </a:rPr>
              <a:t>KEYWORDS</a:t>
            </a:r>
            <a:endParaRPr>
              <a:latin typeface="Calibri"/>
              <a:cs typeface="Calibri"/>
            </a:endParaRPr>
          </a:p>
        </p:txBody>
      </p:sp>
      <p:grpSp>
        <p:nvGrpSpPr>
          <p:cNvPr id="9" name="object 9"/>
          <p:cNvGrpSpPr/>
          <p:nvPr/>
        </p:nvGrpSpPr>
        <p:grpSpPr>
          <a:xfrm>
            <a:off x="3236977" y="4780769"/>
            <a:ext cx="1527175" cy="688975"/>
            <a:chOff x="1712976" y="4780768"/>
            <a:chExt cx="1527175" cy="688975"/>
          </a:xfrm>
        </p:grpSpPr>
        <p:pic>
          <p:nvPicPr>
            <p:cNvPr id="10" name="object 10"/>
            <p:cNvPicPr/>
            <p:nvPr/>
          </p:nvPicPr>
          <p:blipFill>
            <a:blip r:embed="rId5" cstate="print"/>
            <a:stretch>
              <a:fillRect/>
            </a:stretch>
          </p:blipFill>
          <p:spPr>
            <a:xfrm>
              <a:off x="1712976" y="4780768"/>
              <a:ext cx="1527048" cy="688887"/>
            </a:xfrm>
            <a:prstGeom prst="rect">
              <a:avLst/>
            </a:prstGeom>
          </p:spPr>
        </p:pic>
        <p:pic>
          <p:nvPicPr>
            <p:cNvPr id="11" name="object 11"/>
            <p:cNvPicPr/>
            <p:nvPr/>
          </p:nvPicPr>
          <p:blipFill>
            <a:blip r:embed="rId6" cstate="print"/>
            <a:stretch>
              <a:fillRect/>
            </a:stretch>
          </p:blipFill>
          <p:spPr>
            <a:xfrm>
              <a:off x="1732788" y="4875275"/>
              <a:ext cx="1485900" cy="429768"/>
            </a:xfrm>
            <a:prstGeom prst="rect">
              <a:avLst/>
            </a:prstGeom>
          </p:spPr>
        </p:pic>
        <p:pic>
          <p:nvPicPr>
            <p:cNvPr id="12" name="object 12"/>
            <p:cNvPicPr/>
            <p:nvPr/>
          </p:nvPicPr>
          <p:blipFill>
            <a:blip r:embed="rId7" cstate="print"/>
            <a:stretch>
              <a:fillRect/>
            </a:stretch>
          </p:blipFill>
          <p:spPr>
            <a:xfrm>
              <a:off x="1752600" y="4800599"/>
              <a:ext cx="1447800" cy="609600"/>
            </a:xfrm>
            <a:prstGeom prst="rect">
              <a:avLst/>
            </a:prstGeom>
          </p:spPr>
        </p:pic>
      </p:grpSp>
      <p:sp>
        <p:nvSpPr>
          <p:cNvPr id="13" name="object 13"/>
          <p:cNvSpPr txBox="1"/>
          <p:nvPr/>
        </p:nvSpPr>
        <p:spPr>
          <a:xfrm>
            <a:off x="3276600" y="4800600"/>
            <a:ext cx="1447800" cy="431528"/>
          </a:xfrm>
          <a:prstGeom prst="rect">
            <a:avLst/>
          </a:prstGeom>
          <a:ln w="12700">
            <a:solidFill>
              <a:srgbClr val="000000"/>
            </a:solidFill>
          </a:ln>
        </p:spPr>
        <p:txBody>
          <a:bodyPr vert="horz" wrap="square" lIns="0" tIns="153035" rIns="0" bIns="0" rtlCol="0">
            <a:spAutoFit/>
          </a:bodyPr>
          <a:lstStyle/>
          <a:p>
            <a:pPr marL="160655">
              <a:spcBef>
                <a:spcPts val="1205"/>
              </a:spcBef>
            </a:pPr>
            <a:r>
              <a:rPr spc="-10">
                <a:latin typeface="Calibri"/>
                <a:cs typeface="Calibri"/>
              </a:rPr>
              <a:t>IDENTIFIERS</a:t>
            </a:r>
            <a:endParaRPr>
              <a:latin typeface="Calibri"/>
              <a:cs typeface="Calibri"/>
            </a:endParaRPr>
          </a:p>
        </p:txBody>
      </p:sp>
      <p:grpSp>
        <p:nvGrpSpPr>
          <p:cNvPr id="14" name="object 14"/>
          <p:cNvGrpSpPr/>
          <p:nvPr/>
        </p:nvGrpSpPr>
        <p:grpSpPr>
          <a:xfrm>
            <a:off x="4293107" y="3561589"/>
            <a:ext cx="1470660" cy="612775"/>
            <a:chOff x="2769107" y="3561588"/>
            <a:chExt cx="1470660" cy="612775"/>
          </a:xfrm>
        </p:grpSpPr>
        <p:pic>
          <p:nvPicPr>
            <p:cNvPr id="15" name="object 15"/>
            <p:cNvPicPr/>
            <p:nvPr/>
          </p:nvPicPr>
          <p:blipFill>
            <a:blip r:embed="rId2" cstate="print"/>
            <a:stretch>
              <a:fillRect/>
            </a:stretch>
          </p:blipFill>
          <p:spPr>
            <a:xfrm>
              <a:off x="2779785" y="3561588"/>
              <a:ext cx="1450829" cy="612647"/>
            </a:xfrm>
            <a:prstGeom prst="rect">
              <a:avLst/>
            </a:prstGeom>
          </p:spPr>
        </p:pic>
        <p:pic>
          <p:nvPicPr>
            <p:cNvPr id="16" name="object 16"/>
            <p:cNvPicPr/>
            <p:nvPr/>
          </p:nvPicPr>
          <p:blipFill>
            <a:blip r:embed="rId8" cstate="print"/>
            <a:stretch>
              <a:fillRect/>
            </a:stretch>
          </p:blipFill>
          <p:spPr>
            <a:xfrm>
              <a:off x="2769107" y="3617976"/>
              <a:ext cx="1470659" cy="429768"/>
            </a:xfrm>
            <a:prstGeom prst="rect">
              <a:avLst/>
            </a:prstGeom>
          </p:spPr>
        </p:pic>
        <p:pic>
          <p:nvPicPr>
            <p:cNvPr id="17" name="object 17"/>
            <p:cNvPicPr/>
            <p:nvPr/>
          </p:nvPicPr>
          <p:blipFill>
            <a:blip r:embed="rId4" cstate="print"/>
            <a:stretch>
              <a:fillRect/>
            </a:stretch>
          </p:blipFill>
          <p:spPr>
            <a:xfrm>
              <a:off x="2819399" y="3581400"/>
              <a:ext cx="1371600" cy="533400"/>
            </a:xfrm>
            <a:prstGeom prst="rect">
              <a:avLst/>
            </a:prstGeom>
          </p:spPr>
        </p:pic>
      </p:grpSp>
      <p:sp>
        <p:nvSpPr>
          <p:cNvPr id="18" name="object 18"/>
          <p:cNvSpPr txBox="1"/>
          <p:nvPr/>
        </p:nvSpPr>
        <p:spPr>
          <a:xfrm>
            <a:off x="4343400" y="3581400"/>
            <a:ext cx="1371600" cy="393056"/>
          </a:xfrm>
          <a:prstGeom prst="rect">
            <a:avLst/>
          </a:prstGeom>
          <a:ln w="12700">
            <a:solidFill>
              <a:srgbClr val="000000"/>
            </a:solidFill>
          </a:ln>
        </p:spPr>
        <p:txBody>
          <a:bodyPr vert="horz" wrap="square" lIns="0" tIns="114935" rIns="0" bIns="0" rtlCol="0">
            <a:spAutoFit/>
          </a:bodyPr>
          <a:lstStyle/>
          <a:p>
            <a:pPr marL="130810">
              <a:spcBef>
                <a:spcPts val="905"/>
              </a:spcBef>
            </a:pPr>
            <a:r>
              <a:rPr spc="-10">
                <a:latin typeface="Calibri"/>
                <a:cs typeface="Calibri"/>
              </a:rPr>
              <a:t>CONSTANTS</a:t>
            </a:r>
            <a:endParaRPr>
              <a:latin typeface="Calibri"/>
              <a:cs typeface="Calibri"/>
            </a:endParaRPr>
          </a:p>
        </p:txBody>
      </p:sp>
      <p:grpSp>
        <p:nvGrpSpPr>
          <p:cNvPr id="19" name="object 19"/>
          <p:cNvGrpSpPr/>
          <p:nvPr/>
        </p:nvGrpSpPr>
        <p:grpSpPr>
          <a:xfrm>
            <a:off x="6665988" y="3561589"/>
            <a:ext cx="1222375" cy="612775"/>
            <a:chOff x="5141987" y="3561588"/>
            <a:chExt cx="1222375" cy="612775"/>
          </a:xfrm>
        </p:grpSpPr>
        <p:pic>
          <p:nvPicPr>
            <p:cNvPr id="20" name="object 20"/>
            <p:cNvPicPr/>
            <p:nvPr/>
          </p:nvPicPr>
          <p:blipFill>
            <a:blip r:embed="rId9" cstate="print"/>
            <a:stretch>
              <a:fillRect/>
            </a:stretch>
          </p:blipFill>
          <p:spPr>
            <a:xfrm>
              <a:off x="5141987" y="3561588"/>
              <a:ext cx="1222225" cy="612647"/>
            </a:xfrm>
            <a:prstGeom prst="rect">
              <a:avLst/>
            </a:prstGeom>
          </p:spPr>
        </p:pic>
        <p:pic>
          <p:nvPicPr>
            <p:cNvPr id="21" name="object 21"/>
            <p:cNvPicPr/>
            <p:nvPr/>
          </p:nvPicPr>
          <p:blipFill>
            <a:blip r:embed="rId10" cstate="print"/>
            <a:stretch>
              <a:fillRect/>
            </a:stretch>
          </p:blipFill>
          <p:spPr>
            <a:xfrm>
              <a:off x="5175504" y="3617976"/>
              <a:ext cx="1153668" cy="429768"/>
            </a:xfrm>
            <a:prstGeom prst="rect">
              <a:avLst/>
            </a:prstGeom>
          </p:spPr>
        </p:pic>
        <p:pic>
          <p:nvPicPr>
            <p:cNvPr id="22" name="object 22"/>
            <p:cNvPicPr/>
            <p:nvPr/>
          </p:nvPicPr>
          <p:blipFill>
            <a:blip r:embed="rId11" cstate="print"/>
            <a:stretch>
              <a:fillRect/>
            </a:stretch>
          </p:blipFill>
          <p:spPr>
            <a:xfrm>
              <a:off x="5181600" y="3581400"/>
              <a:ext cx="1143000" cy="533400"/>
            </a:xfrm>
            <a:prstGeom prst="rect">
              <a:avLst/>
            </a:prstGeom>
          </p:spPr>
        </p:pic>
      </p:grpSp>
      <p:sp>
        <p:nvSpPr>
          <p:cNvPr id="23" name="object 23"/>
          <p:cNvSpPr txBox="1"/>
          <p:nvPr/>
        </p:nvSpPr>
        <p:spPr>
          <a:xfrm>
            <a:off x="6705600" y="3581400"/>
            <a:ext cx="1143000" cy="393056"/>
          </a:xfrm>
          <a:prstGeom prst="rect">
            <a:avLst/>
          </a:prstGeom>
          <a:ln w="12700">
            <a:solidFill>
              <a:srgbClr val="000000"/>
            </a:solidFill>
          </a:ln>
        </p:spPr>
        <p:txBody>
          <a:bodyPr vert="horz" wrap="square" lIns="0" tIns="114935" rIns="0" bIns="0" rtlCol="0">
            <a:spAutoFit/>
          </a:bodyPr>
          <a:lstStyle/>
          <a:p>
            <a:pPr marL="175260">
              <a:spcBef>
                <a:spcPts val="905"/>
              </a:spcBef>
            </a:pPr>
            <a:r>
              <a:rPr spc="-10">
                <a:latin typeface="Calibri"/>
                <a:cs typeface="Calibri"/>
              </a:rPr>
              <a:t>STRINGS</a:t>
            </a:r>
            <a:endParaRPr>
              <a:latin typeface="Calibri"/>
              <a:cs typeface="Calibri"/>
            </a:endParaRPr>
          </a:p>
        </p:txBody>
      </p:sp>
      <p:grpSp>
        <p:nvGrpSpPr>
          <p:cNvPr id="24" name="object 24"/>
          <p:cNvGrpSpPr/>
          <p:nvPr/>
        </p:nvGrpSpPr>
        <p:grpSpPr>
          <a:xfrm>
            <a:off x="7427970" y="4704569"/>
            <a:ext cx="2060575" cy="688975"/>
            <a:chOff x="5903969" y="4704568"/>
            <a:chExt cx="2060575" cy="688975"/>
          </a:xfrm>
        </p:grpSpPr>
        <p:pic>
          <p:nvPicPr>
            <p:cNvPr id="25" name="object 25"/>
            <p:cNvPicPr/>
            <p:nvPr/>
          </p:nvPicPr>
          <p:blipFill>
            <a:blip r:embed="rId12" cstate="print"/>
            <a:stretch>
              <a:fillRect/>
            </a:stretch>
          </p:blipFill>
          <p:spPr>
            <a:xfrm>
              <a:off x="5903969" y="4704568"/>
              <a:ext cx="2060461" cy="688887"/>
            </a:xfrm>
            <a:prstGeom prst="rect">
              <a:avLst/>
            </a:prstGeom>
          </p:spPr>
        </p:pic>
        <p:pic>
          <p:nvPicPr>
            <p:cNvPr id="26" name="object 26"/>
            <p:cNvPicPr/>
            <p:nvPr/>
          </p:nvPicPr>
          <p:blipFill>
            <a:blip r:embed="rId13" cstate="print"/>
            <a:stretch>
              <a:fillRect/>
            </a:stretch>
          </p:blipFill>
          <p:spPr>
            <a:xfrm>
              <a:off x="5914644" y="4799075"/>
              <a:ext cx="2036063" cy="429768"/>
            </a:xfrm>
            <a:prstGeom prst="rect">
              <a:avLst/>
            </a:prstGeom>
          </p:spPr>
        </p:pic>
        <p:pic>
          <p:nvPicPr>
            <p:cNvPr id="27" name="object 27"/>
            <p:cNvPicPr/>
            <p:nvPr/>
          </p:nvPicPr>
          <p:blipFill>
            <a:blip r:embed="rId14" cstate="print"/>
            <a:stretch>
              <a:fillRect/>
            </a:stretch>
          </p:blipFill>
          <p:spPr>
            <a:xfrm>
              <a:off x="5943600" y="4724399"/>
              <a:ext cx="1981200" cy="609600"/>
            </a:xfrm>
            <a:prstGeom prst="rect">
              <a:avLst/>
            </a:prstGeom>
          </p:spPr>
        </p:pic>
      </p:grpSp>
      <p:sp>
        <p:nvSpPr>
          <p:cNvPr id="28" name="object 28"/>
          <p:cNvSpPr txBox="1"/>
          <p:nvPr/>
        </p:nvSpPr>
        <p:spPr>
          <a:xfrm>
            <a:off x="7467600" y="4724400"/>
            <a:ext cx="1981200" cy="431528"/>
          </a:xfrm>
          <a:prstGeom prst="rect">
            <a:avLst/>
          </a:prstGeom>
          <a:ln w="12700">
            <a:solidFill>
              <a:srgbClr val="000000"/>
            </a:solidFill>
          </a:ln>
        </p:spPr>
        <p:txBody>
          <a:bodyPr vert="horz" wrap="square" lIns="0" tIns="153035" rIns="0" bIns="0" rtlCol="0">
            <a:spAutoFit/>
          </a:bodyPr>
          <a:lstStyle/>
          <a:p>
            <a:pPr marL="152400">
              <a:spcBef>
                <a:spcPts val="1205"/>
              </a:spcBef>
            </a:pPr>
            <a:r>
              <a:rPr>
                <a:latin typeface="Calibri"/>
                <a:cs typeface="Calibri"/>
              </a:rPr>
              <a:t>SPECIAL</a:t>
            </a:r>
            <a:r>
              <a:rPr spc="-70">
                <a:latin typeface="Calibri"/>
                <a:cs typeface="Calibri"/>
              </a:rPr>
              <a:t> </a:t>
            </a:r>
            <a:r>
              <a:rPr spc="-10">
                <a:latin typeface="Calibri"/>
                <a:cs typeface="Calibri"/>
              </a:rPr>
              <a:t>SYMBOLS</a:t>
            </a:r>
            <a:endParaRPr>
              <a:latin typeface="Calibri"/>
              <a:cs typeface="Calibri"/>
            </a:endParaRPr>
          </a:p>
        </p:txBody>
      </p:sp>
      <p:grpSp>
        <p:nvGrpSpPr>
          <p:cNvPr id="29" name="object 29"/>
          <p:cNvGrpSpPr/>
          <p:nvPr/>
        </p:nvGrpSpPr>
        <p:grpSpPr>
          <a:xfrm>
            <a:off x="8490205" y="3561589"/>
            <a:ext cx="1458595" cy="612775"/>
            <a:chOff x="6966204" y="3561588"/>
            <a:chExt cx="1458595" cy="612775"/>
          </a:xfrm>
        </p:grpSpPr>
        <p:pic>
          <p:nvPicPr>
            <p:cNvPr id="30" name="object 30"/>
            <p:cNvPicPr/>
            <p:nvPr/>
          </p:nvPicPr>
          <p:blipFill>
            <a:blip r:embed="rId2" cstate="print"/>
            <a:stretch>
              <a:fillRect/>
            </a:stretch>
          </p:blipFill>
          <p:spPr>
            <a:xfrm>
              <a:off x="6970785" y="3561588"/>
              <a:ext cx="1450829" cy="612647"/>
            </a:xfrm>
            <a:prstGeom prst="rect">
              <a:avLst/>
            </a:prstGeom>
          </p:spPr>
        </p:pic>
        <p:pic>
          <p:nvPicPr>
            <p:cNvPr id="31" name="object 31"/>
            <p:cNvPicPr/>
            <p:nvPr/>
          </p:nvPicPr>
          <p:blipFill>
            <a:blip r:embed="rId15" cstate="print"/>
            <a:stretch>
              <a:fillRect/>
            </a:stretch>
          </p:blipFill>
          <p:spPr>
            <a:xfrm>
              <a:off x="6966204" y="3617976"/>
              <a:ext cx="1458468" cy="429768"/>
            </a:xfrm>
            <a:prstGeom prst="rect">
              <a:avLst/>
            </a:prstGeom>
          </p:spPr>
        </p:pic>
        <p:pic>
          <p:nvPicPr>
            <p:cNvPr id="32" name="object 32"/>
            <p:cNvPicPr/>
            <p:nvPr/>
          </p:nvPicPr>
          <p:blipFill>
            <a:blip r:embed="rId4" cstate="print"/>
            <a:stretch>
              <a:fillRect/>
            </a:stretch>
          </p:blipFill>
          <p:spPr>
            <a:xfrm>
              <a:off x="7010400" y="3581400"/>
              <a:ext cx="1371600" cy="533400"/>
            </a:xfrm>
            <a:prstGeom prst="rect">
              <a:avLst/>
            </a:prstGeom>
          </p:spPr>
        </p:pic>
      </p:grpSp>
      <p:sp>
        <p:nvSpPr>
          <p:cNvPr id="33" name="object 33"/>
          <p:cNvSpPr txBox="1"/>
          <p:nvPr/>
        </p:nvSpPr>
        <p:spPr>
          <a:xfrm>
            <a:off x="8534400" y="3581400"/>
            <a:ext cx="1371600" cy="393056"/>
          </a:xfrm>
          <a:prstGeom prst="rect">
            <a:avLst/>
          </a:prstGeom>
          <a:ln w="12700">
            <a:solidFill>
              <a:srgbClr val="000000"/>
            </a:solidFill>
          </a:ln>
        </p:spPr>
        <p:txBody>
          <a:bodyPr vert="horz" wrap="square" lIns="0" tIns="114935" rIns="0" bIns="0" rtlCol="0">
            <a:spAutoFit/>
          </a:bodyPr>
          <a:lstStyle/>
          <a:p>
            <a:pPr marL="137160">
              <a:spcBef>
                <a:spcPts val="905"/>
              </a:spcBef>
            </a:pPr>
            <a:r>
              <a:rPr spc="-10">
                <a:latin typeface="Calibri"/>
                <a:cs typeface="Calibri"/>
              </a:rPr>
              <a:t>OPERATORS</a:t>
            </a:r>
            <a:endParaRPr>
              <a:latin typeface="Calibri"/>
              <a:cs typeface="Calibri"/>
            </a:endParaRPr>
          </a:p>
        </p:txBody>
      </p:sp>
      <p:sp>
        <p:nvSpPr>
          <p:cNvPr id="34" name="object 34"/>
          <p:cNvSpPr/>
          <p:nvPr/>
        </p:nvSpPr>
        <p:spPr>
          <a:xfrm>
            <a:off x="3124201" y="2668523"/>
            <a:ext cx="5640705" cy="2133600"/>
          </a:xfrm>
          <a:custGeom>
            <a:avLst/>
            <a:gdLst/>
            <a:ahLst/>
            <a:cxnLst/>
            <a:rect l="l" t="t" r="r" b="b"/>
            <a:pathLst>
              <a:path w="5640705" h="2133600">
                <a:moveTo>
                  <a:pt x="0" y="531876"/>
                </a:moveTo>
                <a:lnTo>
                  <a:pt x="5638800" y="533400"/>
                </a:lnTo>
              </a:path>
              <a:path w="5640705" h="2133600">
                <a:moveTo>
                  <a:pt x="1650" y="533400"/>
                </a:moveTo>
                <a:lnTo>
                  <a:pt x="0" y="912876"/>
                </a:lnTo>
              </a:path>
              <a:path w="5640705" h="2133600">
                <a:moveTo>
                  <a:pt x="1906651" y="533400"/>
                </a:moveTo>
                <a:lnTo>
                  <a:pt x="1903476" y="914400"/>
                </a:lnTo>
              </a:path>
              <a:path w="5640705" h="2133600">
                <a:moveTo>
                  <a:pt x="4192651" y="533400"/>
                </a:moveTo>
                <a:lnTo>
                  <a:pt x="4189476" y="838200"/>
                </a:lnTo>
              </a:path>
              <a:path w="5640705" h="2133600">
                <a:moveTo>
                  <a:pt x="5640451" y="533400"/>
                </a:moveTo>
                <a:lnTo>
                  <a:pt x="5637276" y="914400"/>
                </a:lnTo>
              </a:path>
              <a:path w="5640705" h="2133600">
                <a:moveTo>
                  <a:pt x="763651" y="533400"/>
                </a:moveTo>
                <a:lnTo>
                  <a:pt x="760476" y="2133600"/>
                </a:lnTo>
              </a:path>
              <a:path w="5640705" h="2133600">
                <a:moveTo>
                  <a:pt x="5107051" y="533400"/>
                </a:moveTo>
                <a:lnTo>
                  <a:pt x="5103876" y="2057400"/>
                </a:lnTo>
              </a:path>
              <a:path w="5640705" h="2133600">
                <a:moveTo>
                  <a:pt x="2897251" y="0"/>
                </a:moveTo>
                <a:lnTo>
                  <a:pt x="2894076" y="533400"/>
                </a:lnTo>
              </a:path>
            </a:pathLst>
          </a:custGeom>
          <a:ln w="12700">
            <a:solidFill>
              <a:srgbClr val="497DBA"/>
            </a:solidFill>
          </a:ln>
        </p:spPr>
        <p:txBody>
          <a:bodyPr wrap="square" lIns="0" tIns="0" rIns="0" bIns="0" rtlCol="0"/>
          <a:lstStyle/>
          <a:p>
            <a:endParaRPr/>
          </a:p>
        </p:txBody>
      </p:sp>
    </p:spTree>
    <p:extLst>
      <p:ext uri="{BB962C8B-B14F-4D97-AF65-F5344CB8AC3E}">
        <p14:creationId xmlns:p14="http://schemas.microsoft.com/office/powerpoint/2010/main" val="21916039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9170" y="34545"/>
            <a:ext cx="1699260" cy="513715"/>
          </a:xfrm>
          <a:prstGeom prst="rect">
            <a:avLst/>
          </a:prstGeom>
        </p:spPr>
        <p:txBody>
          <a:bodyPr vert="horz" wrap="square" lIns="0" tIns="12700" rIns="0" bIns="0" rtlCol="0" anchor="ctr">
            <a:spAutoFit/>
          </a:bodyPr>
          <a:lstStyle/>
          <a:p>
            <a:pPr marL="12700">
              <a:lnSpc>
                <a:spcPct val="100000"/>
              </a:lnSpc>
              <a:spcBef>
                <a:spcPts val="100"/>
              </a:spcBef>
            </a:pPr>
            <a:r>
              <a:rPr sz="3200" spc="-10"/>
              <a:t>Identifiers</a:t>
            </a:r>
            <a:endParaRPr sz="3200"/>
          </a:p>
        </p:txBody>
      </p:sp>
      <p:grpSp>
        <p:nvGrpSpPr>
          <p:cNvPr id="3" name="object 3"/>
          <p:cNvGrpSpPr/>
          <p:nvPr/>
        </p:nvGrpSpPr>
        <p:grpSpPr>
          <a:xfrm>
            <a:off x="1524000" y="1559052"/>
            <a:ext cx="9144000" cy="2628900"/>
            <a:chOff x="0" y="1559052"/>
            <a:chExt cx="9144000" cy="2628900"/>
          </a:xfrm>
        </p:grpSpPr>
        <p:pic>
          <p:nvPicPr>
            <p:cNvPr id="4" name="object 4"/>
            <p:cNvPicPr/>
            <p:nvPr/>
          </p:nvPicPr>
          <p:blipFill>
            <a:blip r:embed="rId2" cstate="print"/>
            <a:stretch>
              <a:fillRect/>
            </a:stretch>
          </p:blipFill>
          <p:spPr>
            <a:xfrm>
              <a:off x="118475" y="1780971"/>
              <a:ext cx="145816" cy="150367"/>
            </a:xfrm>
            <a:prstGeom prst="rect">
              <a:avLst/>
            </a:prstGeom>
          </p:spPr>
        </p:pic>
        <p:pic>
          <p:nvPicPr>
            <p:cNvPr id="5" name="object 5"/>
            <p:cNvPicPr/>
            <p:nvPr/>
          </p:nvPicPr>
          <p:blipFill>
            <a:blip r:embed="rId3" cstate="print"/>
            <a:stretch>
              <a:fillRect/>
            </a:stretch>
          </p:blipFill>
          <p:spPr>
            <a:xfrm>
              <a:off x="175260" y="1559052"/>
              <a:ext cx="1018032" cy="499872"/>
            </a:xfrm>
            <a:prstGeom prst="rect">
              <a:avLst/>
            </a:prstGeom>
          </p:spPr>
        </p:pic>
        <p:pic>
          <p:nvPicPr>
            <p:cNvPr id="6" name="object 6"/>
            <p:cNvPicPr/>
            <p:nvPr/>
          </p:nvPicPr>
          <p:blipFill>
            <a:blip r:embed="rId4" cstate="print"/>
            <a:stretch>
              <a:fillRect/>
            </a:stretch>
          </p:blipFill>
          <p:spPr>
            <a:xfrm>
              <a:off x="858011" y="1559052"/>
              <a:ext cx="1578864" cy="499872"/>
            </a:xfrm>
            <a:prstGeom prst="rect">
              <a:avLst/>
            </a:prstGeom>
          </p:spPr>
        </p:pic>
        <p:pic>
          <p:nvPicPr>
            <p:cNvPr id="7" name="object 7"/>
            <p:cNvPicPr/>
            <p:nvPr/>
          </p:nvPicPr>
          <p:blipFill>
            <a:blip r:embed="rId5" cstate="print"/>
            <a:stretch>
              <a:fillRect/>
            </a:stretch>
          </p:blipFill>
          <p:spPr>
            <a:xfrm>
              <a:off x="2100072" y="1559052"/>
              <a:ext cx="1155191" cy="499872"/>
            </a:xfrm>
            <a:prstGeom prst="rect">
              <a:avLst/>
            </a:prstGeom>
          </p:spPr>
        </p:pic>
        <p:pic>
          <p:nvPicPr>
            <p:cNvPr id="8" name="object 8"/>
            <p:cNvPicPr/>
            <p:nvPr/>
          </p:nvPicPr>
          <p:blipFill>
            <a:blip r:embed="rId6" cstate="print"/>
            <a:stretch>
              <a:fillRect/>
            </a:stretch>
          </p:blipFill>
          <p:spPr>
            <a:xfrm>
              <a:off x="2918460" y="1559052"/>
              <a:ext cx="646176" cy="499872"/>
            </a:xfrm>
            <a:prstGeom prst="rect">
              <a:avLst/>
            </a:prstGeom>
          </p:spPr>
        </p:pic>
        <p:pic>
          <p:nvPicPr>
            <p:cNvPr id="9" name="object 9"/>
            <p:cNvPicPr/>
            <p:nvPr/>
          </p:nvPicPr>
          <p:blipFill>
            <a:blip r:embed="rId7" cstate="print"/>
            <a:stretch>
              <a:fillRect/>
            </a:stretch>
          </p:blipFill>
          <p:spPr>
            <a:xfrm>
              <a:off x="3230879" y="1559052"/>
              <a:ext cx="781812" cy="499872"/>
            </a:xfrm>
            <a:prstGeom prst="rect">
              <a:avLst/>
            </a:prstGeom>
          </p:spPr>
        </p:pic>
        <p:pic>
          <p:nvPicPr>
            <p:cNvPr id="10" name="object 10"/>
            <p:cNvPicPr/>
            <p:nvPr/>
          </p:nvPicPr>
          <p:blipFill>
            <a:blip r:embed="rId8" cstate="print"/>
            <a:stretch>
              <a:fillRect/>
            </a:stretch>
          </p:blipFill>
          <p:spPr>
            <a:xfrm>
              <a:off x="3678935" y="1559052"/>
              <a:ext cx="1559052" cy="499872"/>
            </a:xfrm>
            <a:prstGeom prst="rect">
              <a:avLst/>
            </a:prstGeom>
          </p:spPr>
        </p:pic>
        <p:pic>
          <p:nvPicPr>
            <p:cNvPr id="11" name="object 11"/>
            <p:cNvPicPr/>
            <p:nvPr/>
          </p:nvPicPr>
          <p:blipFill>
            <a:blip r:embed="rId9" cstate="print"/>
            <a:stretch>
              <a:fillRect/>
            </a:stretch>
          </p:blipFill>
          <p:spPr>
            <a:xfrm>
              <a:off x="4904232" y="1559052"/>
              <a:ext cx="612648" cy="499872"/>
            </a:xfrm>
            <a:prstGeom prst="rect">
              <a:avLst/>
            </a:prstGeom>
          </p:spPr>
        </p:pic>
        <p:pic>
          <p:nvPicPr>
            <p:cNvPr id="12" name="object 12"/>
            <p:cNvPicPr/>
            <p:nvPr/>
          </p:nvPicPr>
          <p:blipFill>
            <a:blip r:embed="rId10" cstate="print"/>
            <a:stretch>
              <a:fillRect/>
            </a:stretch>
          </p:blipFill>
          <p:spPr>
            <a:xfrm>
              <a:off x="5184647" y="1559052"/>
              <a:ext cx="1155191" cy="499872"/>
            </a:xfrm>
            <a:prstGeom prst="rect">
              <a:avLst/>
            </a:prstGeom>
          </p:spPr>
        </p:pic>
        <p:pic>
          <p:nvPicPr>
            <p:cNvPr id="13" name="object 13"/>
            <p:cNvPicPr/>
            <p:nvPr/>
          </p:nvPicPr>
          <p:blipFill>
            <a:blip r:embed="rId11" cstate="print"/>
            <a:stretch>
              <a:fillRect/>
            </a:stretch>
          </p:blipFill>
          <p:spPr>
            <a:xfrm>
              <a:off x="6004559" y="1559052"/>
              <a:ext cx="629412" cy="499872"/>
            </a:xfrm>
            <a:prstGeom prst="rect">
              <a:avLst/>
            </a:prstGeom>
          </p:spPr>
        </p:pic>
        <p:pic>
          <p:nvPicPr>
            <p:cNvPr id="14" name="object 14"/>
            <p:cNvPicPr/>
            <p:nvPr/>
          </p:nvPicPr>
          <p:blipFill>
            <a:blip r:embed="rId12" cstate="print"/>
            <a:stretch>
              <a:fillRect/>
            </a:stretch>
          </p:blipFill>
          <p:spPr>
            <a:xfrm>
              <a:off x="6300215" y="1559052"/>
              <a:ext cx="544067" cy="499872"/>
            </a:xfrm>
            <a:prstGeom prst="rect">
              <a:avLst/>
            </a:prstGeom>
          </p:spPr>
        </p:pic>
        <p:pic>
          <p:nvPicPr>
            <p:cNvPr id="15" name="object 15"/>
            <p:cNvPicPr/>
            <p:nvPr/>
          </p:nvPicPr>
          <p:blipFill>
            <a:blip r:embed="rId13" cstate="print"/>
            <a:stretch>
              <a:fillRect/>
            </a:stretch>
          </p:blipFill>
          <p:spPr>
            <a:xfrm>
              <a:off x="6510528" y="1559052"/>
              <a:ext cx="1239012" cy="499872"/>
            </a:xfrm>
            <a:prstGeom prst="rect">
              <a:avLst/>
            </a:prstGeom>
          </p:spPr>
        </p:pic>
        <p:pic>
          <p:nvPicPr>
            <p:cNvPr id="16" name="object 16"/>
            <p:cNvPicPr/>
            <p:nvPr/>
          </p:nvPicPr>
          <p:blipFill>
            <a:blip r:embed="rId14" cstate="print"/>
            <a:stretch>
              <a:fillRect/>
            </a:stretch>
          </p:blipFill>
          <p:spPr>
            <a:xfrm>
              <a:off x="7415783" y="1559052"/>
              <a:ext cx="1324355" cy="499872"/>
            </a:xfrm>
            <a:prstGeom prst="rect">
              <a:avLst/>
            </a:prstGeom>
          </p:spPr>
        </p:pic>
        <p:pic>
          <p:nvPicPr>
            <p:cNvPr id="17" name="object 17"/>
            <p:cNvPicPr/>
            <p:nvPr/>
          </p:nvPicPr>
          <p:blipFill>
            <a:blip r:embed="rId15" cstate="print"/>
            <a:stretch>
              <a:fillRect/>
            </a:stretch>
          </p:blipFill>
          <p:spPr>
            <a:xfrm>
              <a:off x="8331707" y="1559052"/>
              <a:ext cx="484631" cy="499872"/>
            </a:xfrm>
            <a:prstGeom prst="rect">
              <a:avLst/>
            </a:prstGeom>
          </p:spPr>
        </p:pic>
        <p:pic>
          <p:nvPicPr>
            <p:cNvPr id="18" name="object 18"/>
            <p:cNvPicPr/>
            <p:nvPr/>
          </p:nvPicPr>
          <p:blipFill>
            <a:blip r:embed="rId16" cstate="print"/>
            <a:stretch>
              <a:fillRect/>
            </a:stretch>
          </p:blipFill>
          <p:spPr>
            <a:xfrm>
              <a:off x="0" y="2046732"/>
              <a:ext cx="455676" cy="451103"/>
            </a:xfrm>
            <a:prstGeom prst="rect">
              <a:avLst/>
            </a:prstGeom>
          </p:spPr>
        </p:pic>
        <p:pic>
          <p:nvPicPr>
            <p:cNvPr id="19" name="object 19"/>
            <p:cNvPicPr/>
            <p:nvPr/>
          </p:nvPicPr>
          <p:blipFill>
            <a:blip r:embed="rId17" cstate="print"/>
            <a:stretch>
              <a:fillRect/>
            </a:stretch>
          </p:blipFill>
          <p:spPr>
            <a:xfrm>
              <a:off x="175260" y="1997964"/>
              <a:ext cx="611124" cy="499872"/>
            </a:xfrm>
            <a:prstGeom prst="rect">
              <a:avLst/>
            </a:prstGeom>
          </p:spPr>
        </p:pic>
        <p:pic>
          <p:nvPicPr>
            <p:cNvPr id="20" name="object 20"/>
            <p:cNvPicPr/>
            <p:nvPr/>
          </p:nvPicPr>
          <p:blipFill>
            <a:blip r:embed="rId18" cstate="print"/>
            <a:stretch>
              <a:fillRect/>
            </a:stretch>
          </p:blipFill>
          <p:spPr>
            <a:xfrm>
              <a:off x="566927" y="1997964"/>
              <a:ext cx="763523" cy="499872"/>
            </a:xfrm>
            <a:prstGeom prst="rect">
              <a:avLst/>
            </a:prstGeom>
          </p:spPr>
        </p:pic>
        <p:pic>
          <p:nvPicPr>
            <p:cNvPr id="21" name="object 21"/>
            <p:cNvPicPr/>
            <p:nvPr/>
          </p:nvPicPr>
          <p:blipFill>
            <a:blip r:embed="rId19" cstate="print"/>
            <a:stretch>
              <a:fillRect/>
            </a:stretch>
          </p:blipFill>
          <p:spPr>
            <a:xfrm>
              <a:off x="1110996" y="1997964"/>
              <a:ext cx="1133855" cy="499872"/>
            </a:xfrm>
            <a:prstGeom prst="rect">
              <a:avLst/>
            </a:prstGeom>
          </p:spPr>
        </p:pic>
        <p:pic>
          <p:nvPicPr>
            <p:cNvPr id="22" name="object 22"/>
            <p:cNvPicPr/>
            <p:nvPr/>
          </p:nvPicPr>
          <p:blipFill>
            <a:blip r:embed="rId20" cstate="print"/>
            <a:stretch>
              <a:fillRect/>
            </a:stretch>
          </p:blipFill>
          <p:spPr>
            <a:xfrm>
              <a:off x="2025395" y="1997964"/>
              <a:ext cx="984504" cy="499872"/>
            </a:xfrm>
            <a:prstGeom prst="rect">
              <a:avLst/>
            </a:prstGeom>
          </p:spPr>
        </p:pic>
        <p:pic>
          <p:nvPicPr>
            <p:cNvPr id="23" name="object 23"/>
            <p:cNvPicPr/>
            <p:nvPr/>
          </p:nvPicPr>
          <p:blipFill>
            <a:blip r:embed="rId21" cstate="print"/>
            <a:stretch>
              <a:fillRect/>
            </a:stretch>
          </p:blipFill>
          <p:spPr>
            <a:xfrm>
              <a:off x="2788920" y="1997964"/>
              <a:ext cx="1642872" cy="499872"/>
            </a:xfrm>
            <a:prstGeom prst="rect">
              <a:avLst/>
            </a:prstGeom>
          </p:spPr>
        </p:pic>
        <p:pic>
          <p:nvPicPr>
            <p:cNvPr id="24" name="object 24"/>
            <p:cNvPicPr/>
            <p:nvPr/>
          </p:nvPicPr>
          <p:blipFill>
            <a:blip r:embed="rId22" cstate="print"/>
            <a:stretch>
              <a:fillRect/>
            </a:stretch>
          </p:blipFill>
          <p:spPr>
            <a:xfrm>
              <a:off x="4212335" y="1997964"/>
              <a:ext cx="864108" cy="499872"/>
            </a:xfrm>
            <a:prstGeom prst="rect">
              <a:avLst/>
            </a:prstGeom>
          </p:spPr>
        </p:pic>
        <p:pic>
          <p:nvPicPr>
            <p:cNvPr id="25" name="object 25"/>
            <p:cNvPicPr/>
            <p:nvPr/>
          </p:nvPicPr>
          <p:blipFill>
            <a:blip r:embed="rId18" cstate="print"/>
            <a:stretch>
              <a:fillRect/>
            </a:stretch>
          </p:blipFill>
          <p:spPr>
            <a:xfrm>
              <a:off x="4856988" y="1997964"/>
              <a:ext cx="763524" cy="499872"/>
            </a:xfrm>
            <a:prstGeom prst="rect">
              <a:avLst/>
            </a:prstGeom>
          </p:spPr>
        </p:pic>
        <p:pic>
          <p:nvPicPr>
            <p:cNvPr id="26" name="object 26"/>
            <p:cNvPicPr/>
            <p:nvPr/>
          </p:nvPicPr>
          <p:blipFill>
            <a:blip r:embed="rId23" cstate="print"/>
            <a:stretch>
              <a:fillRect/>
            </a:stretch>
          </p:blipFill>
          <p:spPr>
            <a:xfrm>
              <a:off x="5401055" y="1997964"/>
              <a:ext cx="1086612" cy="499872"/>
            </a:xfrm>
            <a:prstGeom prst="rect">
              <a:avLst/>
            </a:prstGeom>
          </p:spPr>
        </p:pic>
        <p:pic>
          <p:nvPicPr>
            <p:cNvPr id="27" name="object 27"/>
            <p:cNvPicPr/>
            <p:nvPr/>
          </p:nvPicPr>
          <p:blipFill>
            <a:blip r:embed="rId24" cstate="print"/>
            <a:stretch>
              <a:fillRect/>
            </a:stretch>
          </p:blipFill>
          <p:spPr>
            <a:xfrm>
              <a:off x="6268211" y="1997964"/>
              <a:ext cx="815339" cy="499872"/>
            </a:xfrm>
            <a:prstGeom prst="rect">
              <a:avLst/>
            </a:prstGeom>
          </p:spPr>
        </p:pic>
        <p:pic>
          <p:nvPicPr>
            <p:cNvPr id="28" name="object 28"/>
            <p:cNvPicPr/>
            <p:nvPr/>
          </p:nvPicPr>
          <p:blipFill>
            <a:blip r:embed="rId25" cstate="print"/>
            <a:stretch>
              <a:fillRect/>
            </a:stretch>
          </p:blipFill>
          <p:spPr>
            <a:xfrm>
              <a:off x="6864095" y="1997964"/>
              <a:ext cx="646176" cy="499872"/>
            </a:xfrm>
            <a:prstGeom prst="rect">
              <a:avLst/>
            </a:prstGeom>
          </p:spPr>
        </p:pic>
        <p:pic>
          <p:nvPicPr>
            <p:cNvPr id="29" name="object 29"/>
            <p:cNvPicPr/>
            <p:nvPr/>
          </p:nvPicPr>
          <p:blipFill>
            <a:blip r:embed="rId26" cstate="print"/>
            <a:stretch>
              <a:fillRect/>
            </a:stretch>
          </p:blipFill>
          <p:spPr>
            <a:xfrm>
              <a:off x="7290816" y="1997964"/>
              <a:ext cx="1853183" cy="499872"/>
            </a:xfrm>
            <a:prstGeom prst="rect">
              <a:avLst/>
            </a:prstGeom>
          </p:spPr>
        </p:pic>
        <p:pic>
          <p:nvPicPr>
            <p:cNvPr id="30" name="object 30"/>
            <p:cNvPicPr/>
            <p:nvPr/>
          </p:nvPicPr>
          <p:blipFill>
            <a:blip r:embed="rId27" cstate="print"/>
            <a:stretch>
              <a:fillRect/>
            </a:stretch>
          </p:blipFill>
          <p:spPr>
            <a:xfrm>
              <a:off x="175260" y="2363724"/>
              <a:ext cx="1525524" cy="499872"/>
            </a:xfrm>
            <a:prstGeom prst="rect">
              <a:avLst/>
            </a:prstGeom>
          </p:spPr>
        </p:pic>
        <p:pic>
          <p:nvPicPr>
            <p:cNvPr id="31" name="object 31"/>
            <p:cNvPicPr/>
            <p:nvPr/>
          </p:nvPicPr>
          <p:blipFill>
            <a:blip r:embed="rId28" cstate="print"/>
            <a:stretch>
              <a:fillRect/>
            </a:stretch>
          </p:blipFill>
          <p:spPr>
            <a:xfrm>
              <a:off x="1441703" y="2363724"/>
              <a:ext cx="912875" cy="499872"/>
            </a:xfrm>
            <a:prstGeom prst="rect">
              <a:avLst/>
            </a:prstGeom>
          </p:spPr>
        </p:pic>
        <p:pic>
          <p:nvPicPr>
            <p:cNvPr id="32" name="object 32"/>
            <p:cNvPicPr/>
            <p:nvPr/>
          </p:nvPicPr>
          <p:blipFill>
            <a:blip r:embed="rId29" cstate="print"/>
            <a:stretch>
              <a:fillRect/>
            </a:stretch>
          </p:blipFill>
          <p:spPr>
            <a:xfrm>
              <a:off x="2095500" y="2363724"/>
              <a:ext cx="1581912" cy="499872"/>
            </a:xfrm>
            <a:prstGeom prst="rect">
              <a:avLst/>
            </a:prstGeom>
          </p:spPr>
        </p:pic>
        <p:pic>
          <p:nvPicPr>
            <p:cNvPr id="33" name="object 33"/>
            <p:cNvPicPr/>
            <p:nvPr/>
          </p:nvPicPr>
          <p:blipFill>
            <a:blip r:embed="rId18" cstate="print"/>
            <a:stretch>
              <a:fillRect/>
            </a:stretch>
          </p:blipFill>
          <p:spPr>
            <a:xfrm>
              <a:off x="3418332" y="2363724"/>
              <a:ext cx="763524" cy="499872"/>
            </a:xfrm>
            <a:prstGeom prst="rect">
              <a:avLst/>
            </a:prstGeom>
          </p:spPr>
        </p:pic>
        <p:pic>
          <p:nvPicPr>
            <p:cNvPr id="34" name="object 34"/>
            <p:cNvPicPr/>
            <p:nvPr/>
          </p:nvPicPr>
          <p:blipFill>
            <a:blip r:embed="rId30" cstate="print"/>
            <a:stretch>
              <a:fillRect/>
            </a:stretch>
          </p:blipFill>
          <p:spPr>
            <a:xfrm>
              <a:off x="3922776" y="2363724"/>
              <a:ext cx="1170431" cy="499872"/>
            </a:xfrm>
            <a:prstGeom prst="rect">
              <a:avLst/>
            </a:prstGeom>
          </p:spPr>
        </p:pic>
        <p:pic>
          <p:nvPicPr>
            <p:cNvPr id="35" name="object 35"/>
            <p:cNvPicPr/>
            <p:nvPr/>
          </p:nvPicPr>
          <p:blipFill>
            <a:blip r:embed="rId31" cstate="print"/>
            <a:stretch>
              <a:fillRect/>
            </a:stretch>
          </p:blipFill>
          <p:spPr>
            <a:xfrm>
              <a:off x="4834128" y="2363724"/>
              <a:ext cx="982979" cy="499872"/>
            </a:xfrm>
            <a:prstGeom prst="rect">
              <a:avLst/>
            </a:prstGeom>
          </p:spPr>
        </p:pic>
        <p:pic>
          <p:nvPicPr>
            <p:cNvPr id="36" name="object 36"/>
            <p:cNvPicPr/>
            <p:nvPr/>
          </p:nvPicPr>
          <p:blipFill>
            <a:blip r:embed="rId32" cstate="print"/>
            <a:stretch>
              <a:fillRect/>
            </a:stretch>
          </p:blipFill>
          <p:spPr>
            <a:xfrm>
              <a:off x="5558028" y="2363724"/>
              <a:ext cx="644651" cy="499872"/>
            </a:xfrm>
            <a:prstGeom prst="rect">
              <a:avLst/>
            </a:prstGeom>
          </p:spPr>
        </p:pic>
        <p:pic>
          <p:nvPicPr>
            <p:cNvPr id="37" name="object 37"/>
            <p:cNvPicPr/>
            <p:nvPr/>
          </p:nvPicPr>
          <p:blipFill>
            <a:blip r:embed="rId33" cstate="print"/>
            <a:stretch>
              <a:fillRect/>
            </a:stretch>
          </p:blipFill>
          <p:spPr>
            <a:xfrm>
              <a:off x="5943600" y="2363724"/>
              <a:ext cx="1083563" cy="499872"/>
            </a:xfrm>
            <a:prstGeom prst="rect">
              <a:avLst/>
            </a:prstGeom>
          </p:spPr>
        </p:pic>
        <p:pic>
          <p:nvPicPr>
            <p:cNvPr id="38" name="object 38"/>
            <p:cNvPicPr/>
            <p:nvPr/>
          </p:nvPicPr>
          <p:blipFill>
            <a:blip r:embed="rId34" cstate="print"/>
            <a:stretch>
              <a:fillRect/>
            </a:stretch>
          </p:blipFill>
          <p:spPr>
            <a:xfrm>
              <a:off x="6768083" y="2363724"/>
              <a:ext cx="848868" cy="499872"/>
            </a:xfrm>
            <a:prstGeom prst="rect">
              <a:avLst/>
            </a:prstGeom>
          </p:spPr>
        </p:pic>
        <p:pic>
          <p:nvPicPr>
            <p:cNvPr id="39" name="object 39"/>
            <p:cNvPicPr/>
            <p:nvPr/>
          </p:nvPicPr>
          <p:blipFill>
            <a:blip r:embed="rId24" cstate="print"/>
            <a:stretch>
              <a:fillRect/>
            </a:stretch>
          </p:blipFill>
          <p:spPr>
            <a:xfrm>
              <a:off x="7357871" y="2363724"/>
              <a:ext cx="815340" cy="499872"/>
            </a:xfrm>
            <a:prstGeom prst="rect">
              <a:avLst/>
            </a:prstGeom>
          </p:spPr>
        </p:pic>
        <p:pic>
          <p:nvPicPr>
            <p:cNvPr id="40" name="object 40"/>
            <p:cNvPicPr/>
            <p:nvPr/>
          </p:nvPicPr>
          <p:blipFill>
            <a:blip r:embed="rId35" cstate="print"/>
            <a:stretch>
              <a:fillRect/>
            </a:stretch>
          </p:blipFill>
          <p:spPr>
            <a:xfrm>
              <a:off x="7914131" y="2363724"/>
              <a:ext cx="1229868" cy="499872"/>
            </a:xfrm>
            <a:prstGeom prst="rect">
              <a:avLst/>
            </a:prstGeom>
          </p:spPr>
        </p:pic>
        <p:pic>
          <p:nvPicPr>
            <p:cNvPr id="41" name="object 41"/>
            <p:cNvPicPr/>
            <p:nvPr/>
          </p:nvPicPr>
          <p:blipFill>
            <a:blip r:embed="rId36" cstate="print"/>
            <a:stretch>
              <a:fillRect/>
            </a:stretch>
          </p:blipFill>
          <p:spPr>
            <a:xfrm>
              <a:off x="175260" y="2729484"/>
              <a:ext cx="1578864" cy="499872"/>
            </a:xfrm>
            <a:prstGeom prst="rect">
              <a:avLst/>
            </a:prstGeom>
          </p:spPr>
        </p:pic>
        <p:pic>
          <p:nvPicPr>
            <p:cNvPr id="42" name="object 42"/>
            <p:cNvPicPr/>
            <p:nvPr/>
          </p:nvPicPr>
          <p:blipFill>
            <a:blip r:embed="rId15" cstate="print"/>
            <a:stretch>
              <a:fillRect/>
            </a:stretch>
          </p:blipFill>
          <p:spPr>
            <a:xfrm>
              <a:off x="1345691" y="2729484"/>
              <a:ext cx="484632" cy="499872"/>
            </a:xfrm>
            <a:prstGeom prst="rect">
              <a:avLst/>
            </a:prstGeom>
          </p:spPr>
        </p:pic>
        <p:pic>
          <p:nvPicPr>
            <p:cNvPr id="43" name="object 43"/>
            <p:cNvPicPr/>
            <p:nvPr/>
          </p:nvPicPr>
          <p:blipFill>
            <a:blip r:embed="rId37" cstate="print"/>
            <a:stretch>
              <a:fillRect/>
            </a:stretch>
          </p:blipFill>
          <p:spPr>
            <a:xfrm>
              <a:off x="1505711" y="2729484"/>
              <a:ext cx="1363980" cy="499872"/>
            </a:xfrm>
            <a:prstGeom prst="rect">
              <a:avLst/>
            </a:prstGeom>
          </p:spPr>
        </p:pic>
        <p:pic>
          <p:nvPicPr>
            <p:cNvPr id="44" name="object 44"/>
            <p:cNvPicPr/>
            <p:nvPr/>
          </p:nvPicPr>
          <p:blipFill>
            <a:blip r:embed="rId18" cstate="print"/>
            <a:stretch>
              <a:fillRect/>
            </a:stretch>
          </p:blipFill>
          <p:spPr>
            <a:xfrm>
              <a:off x="2545079" y="2729484"/>
              <a:ext cx="763523" cy="499872"/>
            </a:xfrm>
            <a:prstGeom prst="rect">
              <a:avLst/>
            </a:prstGeom>
          </p:spPr>
        </p:pic>
        <p:pic>
          <p:nvPicPr>
            <p:cNvPr id="45" name="object 45"/>
            <p:cNvPicPr/>
            <p:nvPr/>
          </p:nvPicPr>
          <p:blipFill>
            <a:blip r:embed="rId38" cstate="print"/>
            <a:stretch>
              <a:fillRect/>
            </a:stretch>
          </p:blipFill>
          <p:spPr>
            <a:xfrm>
              <a:off x="2983992" y="2729484"/>
              <a:ext cx="1237487" cy="499872"/>
            </a:xfrm>
            <a:prstGeom prst="rect">
              <a:avLst/>
            </a:prstGeom>
          </p:spPr>
        </p:pic>
        <p:pic>
          <p:nvPicPr>
            <p:cNvPr id="46" name="object 46"/>
            <p:cNvPicPr/>
            <p:nvPr/>
          </p:nvPicPr>
          <p:blipFill>
            <a:blip r:embed="rId39" cstate="print"/>
            <a:stretch>
              <a:fillRect/>
            </a:stretch>
          </p:blipFill>
          <p:spPr>
            <a:xfrm>
              <a:off x="3896867" y="2729484"/>
              <a:ext cx="934212" cy="499872"/>
            </a:xfrm>
            <a:prstGeom prst="rect">
              <a:avLst/>
            </a:prstGeom>
          </p:spPr>
        </p:pic>
        <p:pic>
          <p:nvPicPr>
            <p:cNvPr id="47" name="object 47"/>
            <p:cNvPicPr/>
            <p:nvPr/>
          </p:nvPicPr>
          <p:blipFill>
            <a:blip r:embed="rId40" cstate="print"/>
            <a:stretch>
              <a:fillRect/>
            </a:stretch>
          </p:blipFill>
          <p:spPr>
            <a:xfrm>
              <a:off x="4506467" y="2729484"/>
              <a:ext cx="914400" cy="499872"/>
            </a:xfrm>
            <a:prstGeom prst="rect">
              <a:avLst/>
            </a:prstGeom>
          </p:spPr>
        </p:pic>
        <p:pic>
          <p:nvPicPr>
            <p:cNvPr id="48" name="object 48"/>
            <p:cNvPicPr/>
            <p:nvPr/>
          </p:nvPicPr>
          <p:blipFill>
            <a:blip r:embed="rId41" cstate="print"/>
            <a:stretch>
              <a:fillRect/>
            </a:stretch>
          </p:blipFill>
          <p:spPr>
            <a:xfrm>
              <a:off x="5096255" y="2729484"/>
              <a:ext cx="1641348" cy="499872"/>
            </a:xfrm>
            <a:prstGeom prst="rect">
              <a:avLst/>
            </a:prstGeom>
          </p:spPr>
        </p:pic>
        <p:pic>
          <p:nvPicPr>
            <p:cNvPr id="49" name="object 49"/>
            <p:cNvPicPr/>
            <p:nvPr/>
          </p:nvPicPr>
          <p:blipFill>
            <a:blip r:embed="rId34" cstate="print"/>
            <a:stretch>
              <a:fillRect/>
            </a:stretch>
          </p:blipFill>
          <p:spPr>
            <a:xfrm>
              <a:off x="6412991" y="2729484"/>
              <a:ext cx="848867" cy="499872"/>
            </a:xfrm>
            <a:prstGeom prst="rect">
              <a:avLst/>
            </a:prstGeom>
          </p:spPr>
        </p:pic>
        <p:pic>
          <p:nvPicPr>
            <p:cNvPr id="50" name="object 50"/>
            <p:cNvPicPr/>
            <p:nvPr/>
          </p:nvPicPr>
          <p:blipFill>
            <a:blip r:embed="rId42" cstate="print"/>
            <a:stretch>
              <a:fillRect/>
            </a:stretch>
          </p:blipFill>
          <p:spPr>
            <a:xfrm>
              <a:off x="6937247" y="2729484"/>
              <a:ext cx="713231" cy="499872"/>
            </a:xfrm>
            <a:prstGeom prst="rect">
              <a:avLst/>
            </a:prstGeom>
          </p:spPr>
        </p:pic>
        <p:pic>
          <p:nvPicPr>
            <p:cNvPr id="51" name="object 51"/>
            <p:cNvPicPr/>
            <p:nvPr/>
          </p:nvPicPr>
          <p:blipFill>
            <a:blip r:embed="rId43" cstate="print"/>
            <a:stretch>
              <a:fillRect/>
            </a:stretch>
          </p:blipFill>
          <p:spPr>
            <a:xfrm>
              <a:off x="7325868" y="2729484"/>
              <a:ext cx="778764" cy="499872"/>
            </a:xfrm>
            <a:prstGeom prst="rect">
              <a:avLst/>
            </a:prstGeom>
          </p:spPr>
        </p:pic>
        <p:pic>
          <p:nvPicPr>
            <p:cNvPr id="52" name="object 52"/>
            <p:cNvPicPr/>
            <p:nvPr/>
          </p:nvPicPr>
          <p:blipFill>
            <a:blip r:embed="rId44" cstate="print"/>
            <a:stretch>
              <a:fillRect/>
            </a:stretch>
          </p:blipFill>
          <p:spPr>
            <a:xfrm>
              <a:off x="7780019" y="2729484"/>
              <a:ext cx="1363979" cy="499872"/>
            </a:xfrm>
            <a:prstGeom prst="rect">
              <a:avLst/>
            </a:prstGeom>
          </p:spPr>
        </p:pic>
        <p:pic>
          <p:nvPicPr>
            <p:cNvPr id="53" name="object 53"/>
            <p:cNvPicPr/>
            <p:nvPr/>
          </p:nvPicPr>
          <p:blipFill>
            <a:blip r:embed="rId45" cstate="print"/>
            <a:stretch>
              <a:fillRect/>
            </a:stretch>
          </p:blipFill>
          <p:spPr>
            <a:xfrm>
              <a:off x="175260" y="3095244"/>
              <a:ext cx="984504" cy="499872"/>
            </a:xfrm>
            <a:prstGeom prst="rect">
              <a:avLst/>
            </a:prstGeom>
          </p:spPr>
        </p:pic>
        <p:pic>
          <p:nvPicPr>
            <p:cNvPr id="54" name="object 54"/>
            <p:cNvPicPr/>
            <p:nvPr/>
          </p:nvPicPr>
          <p:blipFill>
            <a:blip r:embed="rId46" cstate="print"/>
            <a:stretch>
              <a:fillRect/>
            </a:stretch>
          </p:blipFill>
          <p:spPr>
            <a:xfrm>
              <a:off x="824483" y="3095244"/>
              <a:ext cx="1019555" cy="499872"/>
            </a:xfrm>
            <a:prstGeom prst="rect">
              <a:avLst/>
            </a:prstGeom>
          </p:spPr>
        </p:pic>
        <p:pic>
          <p:nvPicPr>
            <p:cNvPr id="55" name="object 55"/>
            <p:cNvPicPr/>
            <p:nvPr/>
          </p:nvPicPr>
          <p:blipFill>
            <a:blip r:embed="rId47" cstate="print"/>
            <a:stretch>
              <a:fillRect/>
            </a:stretch>
          </p:blipFill>
          <p:spPr>
            <a:xfrm>
              <a:off x="1508760" y="3095244"/>
              <a:ext cx="661416" cy="499872"/>
            </a:xfrm>
            <a:prstGeom prst="rect">
              <a:avLst/>
            </a:prstGeom>
          </p:spPr>
        </p:pic>
        <p:pic>
          <p:nvPicPr>
            <p:cNvPr id="56" name="object 56"/>
            <p:cNvPicPr/>
            <p:nvPr/>
          </p:nvPicPr>
          <p:blipFill>
            <a:blip r:embed="rId48" cstate="print"/>
            <a:stretch>
              <a:fillRect/>
            </a:stretch>
          </p:blipFill>
          <p:spPr>
            <a:xfrm>
              <a:off x="1839467" y="3095244"/>
              <a:ext cx="1153668" cy="499872"/>
            </a:xfrm>
            <a:prstGeom prst="rect">
              <a:avLst/>
            </a:prstGeom>
          </p:spPr>
        </p:pic>
        <p:pic>
          <p:nvPicPr>
            <p:cNvPr id="57" name="object 57"/>
            <p:cNvPicPr/>
            <p:nvPr/>
          </p:nvPicPr>
          <p:blipFill>
            <a:blip r:embed="rId49" cstate="print"/>
            <a:stretch>
              <a:fillRect/>
            </a:stretch>
          </p:blipFill>
          <p:spPr>
            <a:xfrm>
              <a:off x="2659379" y="3095244"/>
              <a:ext cx="934212" cy="499872"/>
            </a:xfrm>
            <a:prstGeom prst="rect">
              <a:avLst/>
            </a:prstGeom>
          </p:spPr>
        </p:pic>
        <p:pic>
          <p:nvPicPr>
            <p:cNvPr id="58" name="object 58"/>
            <p:cNvPicPr/>
            <p:nvPr/>
          </p:nvPicPr>
          <p:blipFill>
            <a:blip r:embed="rId50" cstate="print"/>
            <a:stretch>
              <a:fillRect/>
            </a:stretch>
          </p:blipFill>
          <p:spPr>
            <a:xfrm>
              <a:off x="3259835" y="3095244"/>
              <a:ext cx="781812" cy="499872"/>
            </a:xfrm>
            <a:prstGeom prst="rect">
              <a:avLst/>
            </a:prstGeom>
          </p:spPr>
        </p:pic>
        <p:pic>
          <p:nvPicPr>
            <p:cNvPr id="59" name="object 59"/>
            <p:cNvPicPr/>
            <p:nvPr/>
          </p:nvPicPr>
          <p:blipFill>
            <a:blip r:embed="rId51" cstate="print"/>
            <a:stretch>
              <a:fillRect/>
            </a:stretch>
          </p:blipFill>
          <p:spPr>
            <a:xfrm>
              <a:off x="3707891" y="3095244"/>
              <a:ext cx="1664208" cy="499872"/>
            </a:xfrm>
            <a:prstGeom prst="rect">
              <a:avLst/>
            </a:prstGeom>
          </p:spPr>
        </p:pic>
        <p:pic>
          <p:nvPicPr>
            <p:cNvPr id="60" name="object 60"/>
            <p:cNvPicPr/>
            <p:nvPr/>
          </p:nvPicPr>
          <p:blipFill>
            <a:blip r:embed="rId52" cstate="print"/>
            <a:stretch>
              <a:fillRect/>
            </a:stretch>
          </p:blipFill>
          <p:spPr>
            <a:xfrm>
              <a:off x="5035296" y="3095244"/>
              <a:ext cx="1290827" cy="499872"/>
            </a:xfrm>
            <a:prstGeom prst="rect">
              <a:avLst/>
            </a:prstGeom>
          </p:spPr>
        </p:pic>
        <p:pic>
          <p:nvPicPr>
            <p:cNvPr id="61" name="object 61"/>
            <p:cNvPicPr/>
            <p:nvPr/>
          </p:nvPicPr>
          <p:blipFill>
            <a:blip r:embed="rId15" cstate="print"/>
            <a:stretch>
              <a:fillRect/>
            </a:stretch>
          </p:blipFill>
          <p:spPr>
            <a:xfrm>
              <a:off x="5917691" y="3095244"/>
              <a:ext cx="484632" cy="499872"/>
            </a:xfrm>
            <a:prstGeom prst="rect">
              <a:avLst/>
            </a:prstGeom>
          </p:spPr>
        </p:pic>
        <p:pic>
          <p:nvPicPr>
            <p:cNvPr id="62" name="object 62"/>
            <p:cNvPicPr/>
            <p:nvPr/>
          </p:nvPicPr>
          <p:blipFill>
            <a:blip r:embed="rId53" cstate="print"/>
            <a:stretch>
              <a:fillRect/>
            </a:stretch>
          </p:blipFill>
          <p:spPr>
            <a:xfrm>
              <a:off x="0" y="3528059"/>
              <a:ext cx="1501140" cy="659891"/>
            </a:xfrm>
            <a:prstGeom prst="rect">
              <a:avLst/>
            </a:prstGeom>
          </p:spPr>
        </p:pic>
        <p:pic>
          <p:nvPicPr>
            <p:cNvPr id="63" name="object 63"/>
            <p:cNvPicPr/>
            <p:nvPr/>
          </p:nvPicPr>
          <p:blipFill>
            <a:blip r:embed="rId54" cstate="print"/>
            <a:stretch>
              <a:fillRect/>
            </a:stretch>
          </p:blipFill>
          <p:spPr>
            <a:xfrm>
              <a:off x="1062227" y="3528059"/>
              <a:ext cx="1053084" cy="659891"/>
            </a:xfrm>
            <a:prstGeom prst="rect">
              <a:avLst/>
            </a:prstGeom>
          </p:spPr>
        </p:pic>
        <p:pic>
          <p:nvPicPr>
            <p:cNvPr id="64" name="object 64"/>
            <p:cNvPicPr/>
            <p:nvPr/>
          </p:nvPicPr>
          <p:blipFill>
            <a:blip r:embed="rId55" cstate="print"/>
            <a:stretch>
              <a:fillRect/>
            </a:stretch>
          </p:blipFill>
          <p:spPr>
            <a:xfrm>
              <a:off x="1676400" y="3528059"/>
              <a:ext cx="2348483" cy="659891"/>
            </a:xfrm>
            <a:prstGeom prst="rect">
              <a:avLst/>
            </a:prstGeom>
          </p:spPr>
        </p:pic>
        <p:pic>
          <p:nvPicPr>
            <p:cNvPr id="65" name="object 65"/>
            <p:cNvPicPr/>
            <p:nvPr/>
          </p:nvPicPr>
          <p:blipFill>
            <a:blip r:embed="rId56" cstate="print"/>
            <a:stretch>
              <a:fillRect/>
            </a:stretch>
          </p:blipFill>
          <p:spPr>
            <a:xfrm>
              <a:off x="3485388" y="3528059"/>
              <a:ext cx="675132" cy="659891"/>
            </a:xfrm>
            <a:prstGeom prst="rect">
              <a:avLst/>
            </a:prstGeom>
          </p:spPr>
        </p:pic>
      </p:grpSp>
      <p:sp>
        <p:nvSpPr>
          <p:cNvPr id="66" name="object 66"/>
          <p:cNvSpPr txBox="1"/>
          <p:nvPr/>
        </p:nvSpPr>
        <p:spPr>
          <a:xfrm>
            <a:off x="1602739" y="706881"/>
            <a:ext cx="8987790" cy="3439160"/>
          </a:xfrm>
          <a:prstGeom prst="rect">
            <a:avLst/>
          </a:prstGeom>
        </p:spPr>
        <p:txBody>
          <a:bodyPr vert="horz" wrap="square" lIns="0" tIns="12065" rIns="0" bIns="0" rtlCol="0">
            <a:spAutoFit/>
          </a:bodyPr>
          <a:lstStyle/>
          <a:p>
            <a:pPr marL="287020" marR="6985" indent="-274320" algn="just">
              <a:spcBef>
                <a:spcPts val="95"/>
              </a:spcBef>
              <a:buClr>
                <a:srgbClr val="9BBA58"/>
              </a:buClr>
              <a:buFont typeface="Wingdings 2"/>
              <a:buChar char=""/>
              <a:tabLst>
                <a:tab pos="287020" algn="l"/>
              </a:tabLst>
            </a:pPr>
            <a:r>
              <a:rPr sz="2800">
                <a:latin typeface="Times New Roman"/>
                <a:cs typeface="Times New Roman"/>
              </a:rPr>
              <a:t>Identifiers</a:t>
            </a:r>
            <a:r>
              <a:rPr sz="2800" spc="605">
                <a:latin typeface="Times New Roman"/>
                <a:cs typeface="Times New Roman"/>
              </a:rPr>
              <a:t> </a:t>
            </a:r>
            <a:r>
              <a:rPr sz="2800">
                <a:latin typeface="Times New Roman"/>
                <a:cs typeface="Times New Roman"/>
              </a:rPr>
              <a:t>are</a:t>
            </a:r>
            <a:r>
              <a:rPr sz="2800" spc="600">
                <a:latin typeface="Times New Roman"/>
                <a:cs typeface="Times New Roman"/>
              </a:rPr>
              <a:t> </a:t>
            </a:r>
            <a:r>
              <a:rPr sz="2800">
                <a:latin typeface="Times New Roman"/>
                <a:cs typeface="Times New Roman"/>
              </a:rPr>
              <a:t>names</a:t>
            </a:r>
            <a:r>
              <a:rPr sz="2800" spc="630">
                <a:latin typeface="Times New Roman"/>
                <a:cs typeface="Times New Roman"/>
              </a:rPr>
              <a:t> </a:t>
            </a:r>
            <a:r>
              <a:rPr sz="2800">
                <a:latin typeface="Times New Roman"/>
                <a:cs typeface="Times New Roman"/>
              </a:rPr>
              <a:t>given</a:t>
            </a:r>
            <a:r>
              <a:rPr sz="2800" spc="620">
                <a:latin typeface="Times New Roman"/>
                <a:cs typeface="Times New Roman"/>
              </a:rPr>
              <a:t> </a:t>
            </a:r>
            <a:r>
              <a:rPr sz="2800">
                <a:latin typeface="Times New Roman"/>
                <a:cs typeface="Times New Roman"/>
              </a:rPr>
              <a:t>to</a:t>
            </a:r>
            <a:r>
              <a:rPr sz="2800" spc="605">
                <a:latin typeface="Times New Roman"/>
                <a:cs typeface="Times New Roman"/>
              </a:rPr>
              <a:t> </a:t>
            </a:r>
            <a:r>
              <a:rPr sz="2800">
                <a:latin typeface="Times New Roman"/>
                <a:cs typeface="Times New Roman"/>
              </a:rPr>
              <a:t>program</a:t>
            </a:r>
            <a:r>
              <a:rPr sz="2800" spc="625">
                <a:latin typeface="Times New Roman"/>
                <a:cs typeface="Times New Roman"/>
              </a:rPr>
              <a:t> </a:t>
            </a:r>
            <a:r>
              <a:rPr sz="2800">
                <a:latin typeface="Times New Roman"/>
                <a:cs typeface="Times New Roman"/>
              </a:rPr>
              <a:t>elements</a:t>
            </a:r>
            <a:r>
              <a:rPr sz="2800" spc="625">
                <a:latin typeface="Times New Roman"/>
                <a:cs typeface="Times New Roman"/>
              </a:rPr>
              <a:t> </a:t>
            </a:r>
            <a:r>
              <a:rPr sz="2800">
                <a:latin typeface="Times New Roman"/>
                <a:cs typeface="Times New Roman"/>
              </a:rPr>
              <a:t>such</a:t>
            </a:r>
            <a:r>
              <a:rPr sz="2800" spc="610">
                <a:latin typeface="Times New Roman"/>
                <a:cs typeface="Times New Roman"/>
              </a:rPr>
              <a:t> </a:t>
            </a:r>
            <a:r>
              <a:rPr sz="2800" spc="-25">
                <a:latin typeface="Times New Roman"/>
                <a:cs typeface="Times New Roman"/>
              </a:rPr>
              <a:t>as </a:t>
            </a:r>
            <a:r>
              <a:rPr sz="2800">
                <a:latin typeface="Times New Roman"/>
                <a:cs typeface="Times New Roman"/>
              </a:rPr>
              <a:t>variables,</a:t>
            </a:r>
            <a:r>
              <a:rPr sz="2800" spc="-95">
                <a:latin typeface="Times New Roman"/>
                <a:cs typeface="Times New Roman"/>
              </a:rPr>
              <a:t> </a:t>
            </a:r>
            <a:r>
              <a:rPr sz="2800">
                <a:latin typeface="Times New Roman"/>
                <a:cs typeface="Times New Roman"/>
              </a:rPr>
              <a:t>arrays</a:t>
            </a:r>
            <a:r>
              <a:rPr sz="2800" spc="-70">
                <a:latin typeface="Times New Roman"/>
                <a:cs typeface="Times New Roman"/>
              </a:rPr>
              <a:t> </a:t>
            </a:r>
            <a:r>
              <a:rPr sz="2800">
                <a:latin typeface="Times New Roman"/>
                <a:cs typeface="Times New Roman"/>
              </a:rPr>
              <a:t>and</a:t>
            </a:r>
            <a:r>
              <a:rPr sz="2800" spc="-70">
                <a:latin typeface="Times New Roman"/>
                <a:cs typeface="Times New Roman"/>
              </a:rPr>
              <a:t> </a:t>
            </a:r>
            <a:r>
              <a:rPr sz="2800" spc="-10">
                <a:latin typeface="Times New Roman"/>
                <a:cs typeface="Times New Roman"/>
              </a:rPr>
              <a:t>functions.</a:t>
            </a:r>
            <a:endParaRPr sz="2800">
              <a:latin typeface="Times New Roman"/>
              <a:cs typeface="Times New Roman"/>
            </a:endParaRPr>
          </a:p>
          <a:p>
            <a:pPr marL="287020" indent="-274320" algn="just">
              <a:spcBef>
                <a:spcPts val="590"/>
              </a:spcBef>
              <a:buClr>
                <a:srgbClr val="9BBA58"/>
              </a:buClr>
              <a:buFont typeface="Wingdings 2"/>
              <a:buChar char=""/>
              <a:tabLst>
                <a:tab pos="287020" algn="l"/>
              </a:tabLst>
            </a:pPr>
            <a:r>
              <a:rPr sz="2400">
                <a:latin typeface="Times New Roman"/>
                <a:cs typeface="Times New Roman"/>
              </a:rPr>
              <a:t>Each</a:t>
            </a:r>
            <a:r>
              <a:rPr sz="2400" spc="-25">
                <a:latin typeface="Times New Roman"/>
                <a:cs typeface="Times New Roman"/>
              </a:rPr>
              <a:t> </a:t>
            </a:r>
            <a:r>
              <a:rPr sz="2400">
                <a:latin typeface="Times New Roman"/>
                <a:cs typeface="Times New Roman"/>
              </a:rPr>
              <a:t>identified</a:t>
            </a:r>
            <a:r>
              <a:rPr sz="2400" spc="-35">
                <a:latin typeface="Times New Roman"/>
                <a:cs typeface="Times New Roman"/>
              </a:rPr>
              <a:t> </a:t>
            </a:r>
            <a:r>
              <a:rPr sz="2400">
                <a:latin typeface="Times New Roman"/>
                <a:cs typeface="Times New Roman"/>
              </a:rPr>
              <a:t>object</a:t>
            </a:r>
            <a:r>
              <a:rPr sz="2400" spc="-30">
                <a:latin typeface="Times New Roman"/>
                <a:cs typeface="Times New Roman"/>
              </a:rPr>
              <a:t> </a:t>
            </a:r>
            <a:r>
              <a:rPr sz="2400">
                <a:latin typeface="Times New Roman"/>
                <a:cs typeface="Times New Roman"/>
              </a:rPr>
              <a:t>in</a:t>
            </a:r>
            <a:r>
              <a:rPr sz="2400" spc="-20">
                <a:latin typeface="Times New Roman"/>
                <a:cs typeface="Times New Roman"/>
              </a:rPr>
              <a:t> </a:t>
            </a:r>
            <a:r>
              <a:rPr sz="2400">
                <a:latin typeface="Times New Roman"/>
                <a:cs typeface="Times New Roman"/>
              </a:rPr>
              <a:t>the</a:t>
            </a:r>
            <a:r>
              <a:rPr sz="2400" spc="-10">
                <a:latin typeface="Times New Roman"/>
                <a:cs typeface="Times New Roman"/>
              </a:rPr>
              <a:t> </a:t>
            </a:r>
            <a:r>
              <a:rPr sz="2400">
                <a:latin typeface="Times New Roman"/>
                <a:cs typeface="Times New Roman"/>
              </a:rPr>
              <a:t>computer</a:t>
            </a:r>
            <a:r>
              <a:rPr sz="2400" spc="-10">
                <a:latin typeface="Times New Roman"/>
                <a:cs typeface="Times New Roman"/>
              </a:rPr>
              <a:t> </a:t>
            </a:r>
            <a:r>
              <a:rPr sz="2400">
                <a:latin typeface="Times New Roman"/>
                <a:cs typeface="Times New Roman"/>
              </a:rPr>
              <a:t>is stored</a:t>
            </a:r>
            <a:r>
              <a:rPr sz="2400" spc="-25">
                <a:latin typeface="Times New Roman"/>
                <a:cs typeface="Times New Roman"/>
              </a:rPr>
              <a:t> </a:t>
            </a:r>
            <a:r>
              <a:rPr sz="2400">
                <a:latin typeface="Times New Roman"/>
                <a:cs typeface="Times New Roman"/>
              </a:rPr>
              <a:t>at</a:t>
            </a:r>
            <a:r>
              <a:rPr sz="2400" spc="-10">
                <a:latin typeface="Times New Roman"/>
                <a:cs typeface="Times New Roman"/>
              </a:rPr>
              <a:t> </a:t>
            </a:r>
            <a:r>
              <a:rPr sz="2400">
                <a:latin typeface="Times New Roman"/>
                <a:cs typeface="Times New Roman"/>
              </a:rPr>
              <a:t>a</a:t>
            </a:r>
            <a:r>
              <a:rPr sz="2400" spc="-15">
                <a:latin typeface="Times New Roman"/>
                <a:cs typeface="Times New Roman"/>
              </a:rPr>
              <a:t> </a:t>
            </a:r>
            <a:r>
              <a:rPr sz="2400">
                <a:latin typeface="Times New Roman"/>
                <a:cs typeface="Times New Roman"/>
              </a:rPr>
              <a:t>unique</a:t>
            </a:r>
            <a:r>
              <a:rPr sz="2400" spc="-10">
                <a:latin typeface="Times New Roman"/>
                <a:cs typeface="Times New Roman"/>
              </a:rPr>
              <a:t> address.</a:t>
            </a:r>
            <a:endParaRPr sz="2400">
              <a:latin typeface="Times New Roman"/>
              <a:cs typeface="Times New Roman"/>
            </a:endParaRPr>
          </a:p>
          <a:p>
            <a:pPr marL="287020" marR="5080" indent="-274320" algn="just">
              <a:spcBef>
                <a:spcPts val="580"/>
              </a:spcBef>
              <a:buClr>
                <a:srgbClr val="9BBA58"/>
              </a:buClr>
              <a:buFont typeface="Wingdings 2"/>
              <a:buChar char=""/>
              <a:tabLst>
                <a:tab pos="287020" algn="l"/>
              </a:tabLst>
            </a:pPr>
            <a:r>
              <a:rPr sz="2400">
                <a:latin typeface="Times New Roman"/>
                <a:cs typeface="Times New Roman"/>
              </a:rPr>
              <a:t>If</a:t>
            </a:r>
            <a:r>
              <a:rPr sz="2400" spc="135">
                <a:latin typeface="Times New Roman"/>
                <a:cs typeface="Times New Roman"/>
              </a:rPr>
              <a:t>  </a:t>
            </a:r>
            <a:r>
              <a:rPr sz="2400">
                <a:latin typeface="Times New Roman"/>
                <a:cs typeface="Times New Roman"/>
              </a:rPr>
              <a:t>we</a:t>
            </a:r>
            <a:r>
              <a:rPr sz="2400" spc="140">
                <a:latin typeface="Times New Roman"/>
                <a:cs typeface="Times New Roman"/>
              </a:rPr>
              <a:t>  </a:t>
            </a:r>
            <a:r>
              <a:rPr sz="2400">
                <a:latin typeface="Times New Roman"/>
                <a:cs typeface="Times New Roman"/>
              </a:rPr>
              <a:t>didn‘t</a:t>
            </a:r>
            <a:r>
              <a:rPr sz="2400" spc="140">
                <a:latin typeface="Times New Roman"/>
                <a:cs typeface="Times New Roman"/>
              </a:rPr>
              <a:t>  </a:t>
            </a:r>
            <a:r>
              <a:rPr sz="2400">
                <a:latin typeface="Times New Roman"/>
                <a:cs typeface="Times New Roman"/>
              </a:rPr>
              <a:t>have</a:t>
            </a:r>
            <a:r>
              <a:rPr sz="2400" spc="135">
                <a:latin typeface="Times New Roman"/>
                <a:cs typeface="Times New Roman"/>
              </a:rPr>
              <a:t>  </a:t>
            </a:r>
            <a:r>
              <a:rPr sz="2400">
                <a:latin typeface="Times New Roman"/>
                <a:cs typeface="Times New Roman"/>
              </a:rPr>
              <a:t>identifiers</a:t>
            </a:r>
            <a:r>
              <a:rPr sz="2400" spc="140">
                <a:latin typeface="Times New Roman"/>
                <a:cs typeface="Times New Roman"/>
              </a:rPr>
              <a:t>  </a:t>
            </a:r>
            <a:r>
              <a:rPr sz="2400">
                <a:latin typeface="Times New Roman"/>
                <a:cs typeface="Times New Roman"/>
              </a:rPr>
              <a:t>that</a:t>
            </a:r>
            <a:r>
              <a:rPr sz="2400" spc="135">
                <a:latin typeface="Times New Roman"/>
                <a:cs typeface="Times New Roman"/>
              </a:rPr>
              <a:t>  </a:t>
            </a:r>
            <a:r>
              <a:rPr sz="2400">
                <a:latin typeface="Times New Roman"/>
                <a:cs typeface="Times New Roman"/>
              </a:rPr>
              <a:t>we</a:t>
            </a:r>
            <a:r>
              <a:rPr sz="2400" spc="140">
                <a:latin typeface="Times New Roman"/>
                <a:cs typeface="Times New Roman"/>
              </a:rPr>
              <a:t>  </a:t>
            </a:r>
            <a:r>
              <a:rPr sz="2400">
                <a:latin typeface="Times New Roman"/>
                <a:cs typeface="Times New Roman"/>
              </a:rPr>
              <a:t>could</a:t>
            </a:r>
            <a:r>
              <a:rPr sz="2400" spc="140">
                <a:latin typeface="Times New Roman"/>
                <a:cs typeface="Times New Roman"/>
              </a:rPr>
              <a:t>  </a:t>
            </a:r>
            <a:r>
              <a:rPr sz="2400">
                <a:latin typeface="Times New Roman"/>
                <a:cs typeface="Times New Roman"/>
              </a:rPr>
              <a:t>use</a:t>
            </a:r>
            <a:r>
              <a:rPr sz="2400" spc="140">
                <a:latin typeface="Times New Roman"/>
                <a:cs typeface="Times New Roman"/>
              </a:rPr>
              <a:t>  </a:t>
            </a:r>
            <a:r>
              <a:rPr sz="2400">
                <a:latin typeface="Times New Roman"/>
                <a:cs typeface="Times New Roman"/>
              </a:rPr>
              <a:t>to</a:t>
            </a:r>
            <a:r>
              <a:rPr sz="2400" spc="135">
                <a:latin typeface="Times New Roman"/>
                <a:cs typeface="Times New Roman"/>
              </a:rPr>
              <a:t>  </a:t>
            </a:r>
            <a:r>
              <a:rPr sz="2400" spc="-10">
                <a:latin typeface="Times New Roman"/>
                <a:cs typeface="Times New Roman"/>
              </a:rPr>
              <a:t>symbolically </a:t>
            </a:r>
            <a:r>
              <a:rPr sz="2400">
                <a:latin typeface="Times New Roman"/>
                <a:cs typeface="Times New Roman"/>
              </a:rPr>
              <a:t>represent</a:t>
            </a:r>
            <a:r>
              <a:rPr sz="2400" spc="560">
                <a:latin typeface="Times New Roman"/>
                <a:cs typeface="Times New Roman"/>
              </a:rPr>
              <a:t> </a:t>
            </a:r>
            <a:r>
              <a:rPr sz="2400">
                <a:latin typeface="Times New Roman"/>
                <a:cs typeface="Times New Roman"/>
              </a:rPr>
              <a:t>data</a:t>
            </a:r>
            <a:r>
              <a:rPr sz="2400" spc="550">
                <a:latin typeface="Times New Roman"/>
                <a:cs typeface="Times New Roman"/>
              </a:rPr>
              <a:t> </a:t>
            </a:r>
            <a:r>
              <a:rPr sz="2400">
                <a:latin typeface="Times New Roman"/>
                <a:cs typeface="Times New Roman"/>
              </a:rPr>
              <a:t>locations,</a:t>
            </a:r>
            <a:r>
              <a:rPr sz="2400" spc="550">
                <a:latin typeface="Times New Roman"/>
                <a:cs typeface="Times New Roman"/>
              </a:rPr>
              <a:t> </a:t>
            </a:r>
            <a:r>
              <a:rPr sz="2400">
                <a:latin typeface="Times New Roman"/>
                <a:cs typeface="Times New Roman"/>
              </a:rPr>
              <a:t>we</a:t>
            </a:r>
            <a:r>
              <a:rPr sz="2400" spc="550">
                <a:latin typeface="Times New Roman"/>
                <a:cs typeface="Times New Roman"/>
              </a:rPr>
              <a:t> </a:t>
            </a:r>
            <a:r>
              <a:rPr sz="2400">
                <a:latin typeface="Times New Roman"/>
                <a:cs typeface="Times New Roman"/>
              </a:rPr>
              <a:t>would</a:t>
            </a:r>
            <a:r>
              <a:rPr sz="2400" spc="555">
                <a:latin typeface="Times New Roman"/>
                <a:cs typeface="Times New Roman"/>
              </a:rPr>
              <a:t> </a:t>
            </a:r>
            <a:r>
              <a:rPr sz="2400">
                <a:latin typeface="Times New Roman"/>
                <a:cs typeface="Times New Roman"/>
              </a:rPr>
              <a:t>have</a:t>
            </a:r>
            <a:r>
              <a:rPr sz="2400" spc="545">
                <a:latin typeface="Times New Roman"/>
                <a:cs typeface="Times New Roman"/>
              </a:rPr>
              <a:t> </a:t>
            </a:r>
            <a:r>
              <a:rPr sz="2400">
                <a:latin typeface="Times New Roman"/>
                <a:cs typeface="Times New Roman"/>
              </a:rPr>
              <a:t>to</a:t>
            </a:r>
            <a:r>
              <a:rPr sz="2400" spc="540">
                <a:latin typeface="Times New Roman"/>
                <a:cs typeface="Times New Roman"/>
              </a:rPr>
              <a:t> </a:t>
            </a:r>
            <a:r>
              <a:rPr sz="2400">
                <a:latin typeface="Times New Roman"/>
                <a:cs typeface="Times New Roman"/>
              </a:rPr>
              <a:t>know</a:t>
            </a:r>
            <a:r>
              <a:rPr sz="2400" spc="545">
                <a:latin typeface="Times New Roman"/>
                <a:cs typeface="Times New Roman"/>
              </a:rPr>
              <a:t> </a:t>
            </a:r>
            <a:r>
              <a:rPr sz="2400">
                <a:latin typeface="Times New Roman"/>
                <a:cs typeface="Times New Roman"/>
              </a:rPr>
              <a:t>and</a:t>
            </a:r>
            <a:r>
              <a:rPr sz="2400" spc="555">
                <a:latin typeface="Times New Roman"/>
                <a:cs typeface="Times New Roman"/>
              </a:rPr>
              <a:t> </a:t>
            </a:r>
            <a:r>
              <a:rPr sz="2400">
                <a:latin typeface="Times New Roman"/>
                <a:cs typeface="Times New Roman"/>
              </a:rPr>
              <a:t>use</a:t>
            </a:r>
            <a:r>
              <a:rPr sz="2400" spc="560">
                <a:latin typeface="Times New Roman"/>
                <a:cs typeface="Times New Roman"/>
              </a:rPr>
              <a:t> </a:t>
            </a:r>
            <a:r>
              <a:rPr sz="2400" spc="-10">
                <a:latin typeface="Times New Roman"/>
                <a:cs typeface="Times New Roman"/>
              </a:rPr>
              <a:t>object‘s </a:t>
            </a:r>
            <a:r>
              <a:rPr sz="2400">
                <a:latin typeface="Times New Roman"/>
                <a:cs typeface="Times New Roman"/>
              </a:rPr>
              <a:t>addresses.</a:t>
            </a:r>
            <a:r>
              <a:rPr sz="2400" spc="35">
                <a:latin typeface="Times New Roman"/>
                <a:cs typeface="Times New Roman"/>
              </a:rPr>
              <a:t> </a:t>
            </a:r>
            <a:r>
              <a:rPr sz="2400">
                <a:latin typeface="Times New Roman"/>
                <a:cs typeface="Times New Roman"/>
              </a:rPr>
              <a:t>Instead,</a:t>
            </a:r>
            <a:r>
              <a:rPr sz="2400" spc="40">
                <a:latin typeface="Times New Roman"/>
                <a:cs typeface="Times New Roman"/>
              </a:rPr>
              <a:t> </a:t>
            </a:r>
            <a:r>
              <a:rPr sz="2400">
                <a:latin typeface="Times New Roman"/>
                <a:cs typeface="Times New Roman"/>
              </a:rPr>
              <a:t>we</a:t>
            </a:r>
            <a:r>
              <a:rPr sz="2400" spc="45">
                <a:latin typeface="Times New Roman"/>
                <a:cs typeface="Times New Roman"/>
              </a:rPr>
              <a:t> </a:t>
            </a:r>
            <a:r>
              <a:rPr sz="2400">
                <a:latin typeface="Times New Roman"/>
                <a:cs typeface="Times New Roman"/>
              </a:rPr>
              <a:t>simply</a:t>
            </a:r>
            <a:r>
              <a:rPr sz="2400" spc="45">
                <a:latin typeface="Times New Roman"/>
                <a:cs typeface="Times New Roman"/>
              </a:rPr>
              <a:t> </a:t>
            </a:r>
            <a:r>
              <a:rPr sz="2400">
                <a:latin typeface="Times New Roman"/>
                <a:cs typeface="Times New Roman"/>
              </a:rPr>
              <a:t>give</a:t>
            </a:r>
            <a:r>
              <a:rPr sz="2400" spc="50">
                <a:latin typeface="Times New Roman"/>
                <a:cs typeface="Times New Roman"/>
              </a:rPr>
              <a:t> </a:t>
            </a:r>
            <a:r>
              <a:rPr sz="2400">
                <a:latin typeface="Times New Roman"/>
                <a:cs typeface="Times New Roman"/>
              </a:rPr>
              <a:t>data</a:t>
            </a:r>
            <a:r>
              <a:rPr sz="2400" spc="35">
                <a:latin typeface="Times New Roman"/>
                <a:cs typeface="Times New Roman"/>
              </a:rPr>
              <a:t> </a:t>
            </a:r>
            <a:r>
              <a:rPr sz="2400">
                <a:latin typeface="Times New Roman"/>
                <a:cs typeface="Times New Roman"/>
              </a:rPr>
              <a:t>identifiers</a:t>
            </a:r>
            <a:r>
              <a:rPr sz="2400" spc="40">
                <a:latin typeface="Times New Roman"/>
                <a:cs typeface="Times New Roman"/>
              </a:rPr>
              <a:t> </a:t>
            </a:r>
            <a:r>
              <a:rPr sz="2400">
                <a:latin typeface="Times New Roman"/>
                <a:cs typeface="Times New Roman"/>
              </a:rPr>
              <a:t>and</a:t>
            </a:r>
            <a:r>
              <a:rPr sz="2400" spc="40">
                <a:latin typeface="Times New Roman"/>
                <a:cs typeface="Times New Roman"/>
              </a:rPr>
              <a:t> </a:t>
            </a:r>
            <a:r>
              <a:rPr sz="2400">
                <a:latin typeface="Times New Roman"/>
                <a:cs typeface="Times New Roman"/>
              </a:rPr>
              <a:t>let</a:t>
            </a:r>
            <a:r>
              <a:rPr sz="2400" spc="40">
                <a:latin typeface="Times New Roman"/>
                <a:cs typeface="Times New Roman"/>
              </a:rPr>
              <a:t> </a:t>
            </a:r>
            <a:r>
              <a:rPr sz="2400">
                <a:latin typeface="Times New Roman"/>
                <a:cs typeface="Times New Roman"/>
              </a:rPr>
              <a:t>the</a:t>
            </a:r>
            <a:r>
              <a:rPr sz="2400" spc="30">
                <a:latin typeface="Times New Roman"/>
                <a:cs typeface="Times New Roman"/>
              </a:rPr>
              <a:t> </a:t>
            </a:r>
            <a:r>
              <a:rPr sz="2400" spc="-10">
                <a:latin typeface="Times New Roman"/>
                <a:cs typeface="Times New Roman"/>
              </a:rPr>
              <a:t>compiler </a:t>
            </a:r>
            <a:r>
              <a:rPr sz="2400">
                <a:latin typeface="Times New Roman"/>
                <a:cs typeface="Times New Roman"/>
              </a:rPr>
              <a:t>keep</a:t>
            </a:r>
            <a:r>
              <a:rPr sz="2400" spc="-30">
                <a:latin typeface="Times New Roman"/>
                <a:cs typeface="Times New Roman"/>
              </a:rPr>
              <a:t> </a:t>
            </a:r>
            <a:r>
              <a:rPr sz="2400">
                <a:latin typeface="Times New Roman"/>
                <a:cs typeface="Times New Roman"/>
              </a:rPr>
              <a:t>track</a:t>
            </a:r>
            <a:r>
              <a:rPr sz="2400" spc="-15">
                <a:latin typeface="Times New Roman"/>
                <a:cs typeface="Times New Roman"/>
              </a:rPr>
              <a:t> </a:t>
            </a:r>
            <a:r>
              <a:rPr sz="2400">
                <a:latin typeface="Times New Roman"/>
                <a:cs typeface="Times New Roman"/>
              </a:rPr>
              <a:t>of where they</a:t>
            </a:r>
            <a:r>
              <a:rPr sz="2400" spc="-10">
                <a:latin typeface="Times New Roman"/>
                <a:cs typeface="Times New Roman"/>
              </a:rPr>
              <a:t> </a:t>
            </a:r>
            <a:r>
              <a:rPr sz="2400">
                <a:latin typeface="Times New Roman"/>
                <a:cs typeface="Times New Roman"/>
              </a:rPr>
              <a:t>are</a:t>
            </a:r>
            <a:r>
              <a:rPr sz="2400" spc="-5">
                <a:latin typeface="Times New Roman"/>
                <a:cs typeface="Times New Roman"/>
              </a:rPr>
              <a:t> </a:t>
            </a:r>
            <a:r>
              <a:rPr sz="2400">
                <a:latin typeface="Times New Roman"/>
                <a:cs typeface="Times New Roman"/>
              </a:rPr>
              <a:t>physically</a:t>
            </a:r>
            <a:r>
              <a:rPr sz="2400" spc="-20">
                <a:latin typeface="Times New Roman"/>
                <a:cs typeface="Times New Roman"/>
              </a:rPr>
              <a:t> </a:t>
            </a:r>
            <a:r>
              <a:rPr sz="2400" spc="-10">
                <a:latin typeface="Times New Roman"/>
                <a:cs typeface="Times New Roman"/>
              </a:rPr>
              <a:t>located.</a:t>
            </a:r>
            <a:endParaRPr sz="2400">
              <a:latin typeface="Times New Roman"/>
              <a:cs typeface="Times New Roman"/>
            </a:endParaRPr>
          </a:p>
          <a:p>
            <a:pPr marL="163195">
              <a:spcBef>
                <a:spcPts val="750"/>
              </a:spcBef>
            </a:pPr>
            <a:r>
              <a:rPr sz="3200" b="1">
                <a:solidFill>
                  <a:srgbClr val="C00000"/>
                </a:solidFill>
                <a:latin typeface="Times New Roman"/>
                <a:cs typeface="Times New Roman"/>
              </a:rPr>
              <a:t>Rules</a:t>
            </a:r>
            <a:r>
              <a:rPr sz="3200" b="1" spc="-10">
                <a:solidFill>
                  <a:srgbClr val="C00000"/>
                </a:solidFill>
                <a:latin typeface="Times New Roman"/>
                <a:cs typeface="Times New Roman"/>
              </a:rPr>
              <a:t> </a:t>
            </a:r>
            <a:r>
              <a:rPr sz="3200" b="1">
                <a:solidFill>
                  <a:srgbClr val="C00000"/>
                </a:solidFill>
                <a:latin typeface="Times New Roman"/>
                <a:cs typeface="Times New Roman"/>
              </a:rPr>
              <a:t>for</a:t>
            </a:r>
            <a:r>
              <a:rPr sz="3200" b="1" spc="-60">
                <a:solidFill>
                  <a:srgbClr val="C00000"/>
                </a:solidFill>
                <a:latin typeface="Times New Roman"/>
                <a:cs typeface="Times New Roman"/>
              </a:rPr>
              <a:t> </a:t>
            </a:r>
            <a:r>
              <a:rPr sz="3200" b="1" spc="-10">
                <a:solidFill>
                  <a:srgbClr val="C00000"/>
                </a:solidFill>
                <a:latin typeface="Times New Roman"/>
                <a:cs typeface="Times New Roman"/>
              </a:rPr>
              <a:t>Identifiers:</a:t>
            </a:r>
            <a:endParaRPr sz="3200">
              <a:latin typeface="Times New Roman"/>
              <a:cs typeface="Times New Roman"/>
            </a:endParaRPr>
          </a:p>
        </p:txBody>
      </p:sp>
      <p:pic>
        <p:nvPicPr>
          <p:cNvPr id="67" name="object 67"/>
          <p:cNvPicPr/>
          <p:nvPr/>
        </p:nvPicPr>
        <p:blipFill>
          <a:blip r:embed="rId57" cstate="print"/>
          <a:stretch>
            <a:fillRect/>
          </a:stretch>
        </p:blipFill>
        <p:spPr>
          <a:xfrm>
            <a:off x="1601887" y="4139517"/>
            <a:ext cx="9140150" cy="2819291"/>
          </a:xfrm>
          <a:prstGeom prst="rect">
            <a:avLst/>
          </a:prstGeom>
        </p:spPr>
      </p:pic>
    </p:spTree>
    <p:extLst>
      <p:ext uri="{BB962C8B-B14F-4D97-AF65-F5344CB8AC3E}">
        <p14:creationId xmlns:p14="http://schemas.microsoft.com/office/powerpoint/2010/main" val="35365863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39" y="65033"/>
            <a:ext cx="5365750" cy="1366400"/>
          </a:xfrm>
          <a:prstGeom prst="rect">
            <a:avLst/>
          </a:prstGeom>
        </p:spPr>
        <p:txBody>
          <a:bodyPr vert="horz" wrap="square" lIns="0" tIns="12065" rIns="0" bIns="0" rtlCol="0" anchor="ctr">
            <a:spAutoFit/>
          </a:bodyPr>
          <a:lstStyle/>
          <a:p>
            <a:pPr marL="12700">
              <a:lnSpc>
                <a:spcPct val="100000"/>
              </a:lnSpc>
              <a:spcBef>
                <a:spcPts val="95"/>
              </a:spcBef>
            </a:pPr>
            <a:r>
              <a:rPr spc="-10">
                <a:latin typeface="Calibri"/>
                <a:cs typeface="Calibri"/>
              </a:rPr>
              <a:t>Examples</a:t>
            </a:r>
            <a:r>
              <a:rPr spc="-85">
                <a:latin typeface="Calibri"/>
                <a:cs typeface="Calibri"/>
              </a:rPr>
              <a:t> </a:t>
            </a:r>
            <a:r>
              <a:rPr>
                <a:latin typeface="Calibri"/>
                <a:cs typeface="Calibri"/>
              </a:rPr>
              <a:t>of</a:t>
            </a:r>
            <a:r>
              <a:rPr spc="-90">
                <a:latin typeface="Calibri"/>
                <a:cs typeface="Calibri"/>
              </a:rPr>
              <a:t> </a:t>
            </a:r>
            <a:r>
              <a:rPr spc="-20">
                <a:latin typeface="Calibri"/>
                <a:cs typeface="Calibri"/>
              </a:rPr>
              <a:t>Valid</a:t>
            </a:r>
            <a:r>
              <a:rPr spc="-80">
                <a:latin typeface="Calibri"/>
                <a:cs typeface="Calibri"/>
              </a:rPr>
              <a:t> </a:t>
            </a:r>
            <a:r>
              <a:rPr>
                <a:latin typeface="Calibri"/>
                <a:cs typeface="Calibri"/>
              </a:rPr>
              <a:t>and</a:t>
            </a:r>
            <a:r>
              <a:rPr spc="-80">
                <a:latin typeface="Calibri"/>
                <a:cs typeface="Calibri"/>
              </a:rPr>
              <a:t> </a:t>
            </a:r>
            <a:r>
              <a:rPr spc="-10">
                <a:latin typeface="Calibri"/>
                <a:cs typeface="Calibri"/>
              </a:rPr>
              <a:t>Invalid</a:t>
            </a:r>
            <a:r>
              <a:rPr spc="-80">
                <a:latin typeface="Calibri"/>
                <a:cs typeface="Calibri"/>
              </a:rPr>
              <a:t> </a:t>
            </a:r>
            <a:r>
              <a:rPr spc="-10">
                <a:latin typeface="Calibri"/>
                <a:cs typeface="Calibri"/>
              </a:rPr>
              <a:t>Names:</a:t>
            </a:r>
          </a:p>
        </p:txBody>
      </p:sp>
      <p:pic>
        <p:nvPicPr>
          <p:cNvPr id="3" name="object 3"/>
          <p:cNvPicPr/>
          <p:nvPr/>
        </p:nvPicPr>
        <p:blipFill>
          <a:blip r:embed="rId2" cstate="print"/>
          <a:stretch>
            <a:fillRect/>
          </a:stretch>
        </p:blipFill>
        <p:spPr>
          <a:xfrm>
            <a:off x="1731254" y="1280650"/>
            <a:ext cx="8753174" cy="4098026"/>
          </a:xfrm>
          <a:prstGeom prst="rect">
            <a:avLst/>
          </a:prstGeom>
        </p:spPr>
      </p:pic>
    </p:spTree>
    <p:extLst>
      <p:ext uri="{BB962C8B-B14F-4D97-AF65-F5344CB8AC3E}">
        <p14:creationId xmlns:p14="http://schemas.microsoft.com/office/powerpoint/2010/main" val="35301052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48606" y="19304"/>
            <a:ext cx="1580515" cy="467995"/>
          </a:xfrm>
          <a:prstGeom prst="rect">
            <a:avLst/>
          </a:prstGeom>
        </p:spPr>
        <p:txBody>
          <a:bodyPr vert="horz" wrap="square" lIns="0" tIns="12700" rIns="0" bIns="0" rtlCol="0" anchor="ctr">
            <a:spAutoFit/>
          </a:bodyPr>
          <a:lstStyle/>
          <a:p>
            <a:pPr marL="12700">
              <a:lnSpc>
                <a:spcPct val="100000"/>
              </a:lnSpc>
              <a:spcBef>
                <a:spcPts val="100"/>
              </a:spcBef>
            </a:pPr>
            <a:r>
              <a:rPr sz="2900" spc="-10"/>
              <a:t>Constants:</a:t>
            </a:r>
            <a:endParaRPr sz="2900"/>
          </a:p>
        </p:txBody>
      </p:sp>
      <p:sp>
        <p:nvSpPr>
          <p:cNvPr id="3" name="object 3"/>
          <p:cNvSpPr txBox="1"/>
          <p:nvPr/>
        </p:nvSpPr>
        <p:spPr>
          <a:xfrm>
            <a:off x="1602739" y="546558"/>
            <a:ext cx="7867650" cy="2350135"/>
          </a:xfrm>
          <a:prstGeom prst="rect">
            <a:avLst/>
          </a:prstGeom>
        </p:spPr>
        <p:txBody>
          <a:bodyPr vert="horz" wrap="square" lIns="0" tIns="12700" rIns="0" bIns="0" rtlCol="0">
            <a:spAutoFit/>
          </a:bodyPr>
          <a:lstStyle/>
          <a:p>
            <a:pPr marL="355600" indent="-342900">
              <a:spcBef>
                <a:spcPts val="100"/>
              </a:spcBef>
              <a:buFont typeface="Arial"/>
              <a:buChar char="•"/>
              <a:tabLst>
                <a:tab pos="354965" algn="l"/>
                <a:tab pos="355600" algn="l"/>
              </a:tabLst>
            </a:pPr>
            <a:r>
              <a:rPr sz="2400" spc="-10">
                <a:latin typeface="Calibri"/>
                <a:cs typeface="Calibri"/>
              </a:rPr>
              <a:t>Constants</a:t>
            </a:r>
            <a:r>
              <a:rPr sz="2400" spc="-85">
                <a:latin typeface="Calibri"/>
                <a:cs typeface="Calibri"/>
              </a:rPr>
              <a:t> </a:t>
            </a:r>
            <a:r>
              <a:rPr sz="2400">
                <a:latin typeface="Calibri"/>
                <a:cs typeface="Calibri"/>
              </a:rPr>
              <a:t>are</a:t>
            </a:r>
            <a:r>
              <a:rPr sz="2400" spc="-30">
                <a:latin typeface="Calibri"/>
                <a:cs typeface="Calibri"/>
              </a:rPr>
              <a:t> </a:t>
            </a:r>
            <a:r>
              <a:rPr sz="2400">
                <a:latin typeface="Calibri"/>
                <a:cs typeface="Calibri"/>
              </a:rPr>
              <a:t>data</a:t>
            </a:r>
            <a:r>
              <a:rPr sz="2400" spc="-40">
                <a:latin typeface="Calibri"/>
                <a:cs typeface="Calibri"/>
              </a:rPr>
              <a:t> </a:t>
            </a:r>
            <a:r>
              <a:rPr sz="2400">
                <a:latin typeface="Calibri"/>
                <a:cs typeface="Calibri"/>
              </a:rPr>
              <a:t>values</a:t>
            </a:r>
            <a:r>
              <a:rPr sz="2400" spc="-25">
                <a:latin typeface="Calibri"/>
                <a:cs typeface="Calibri"/>
              </a:rPr>
              <a:t> </a:t>
            </a:r>
            <a:r>
              <a:rPr sz="2400">
                <a:latin typeface="Calibri"/>
                <a:cs typeface="Calibri"/>
              </a:rPr>
              <a:t>that</a:t>
            </a:r>
            <a:r>
              <a:rPr sz="2400" spc="-50">
                <a:latin typeface="Calibri"/>
                <a:cs typeface="Calibri"/>
              </a:rPr>
              <a:t> </a:t>
            </a:r>
            <a:r>
              <a:rPr sz="2400">
                <a:latin typeface="Calibri"/>
                <a:cs typeface="Calibri"/>
              </a:rPr>
              <a:t>cannot</a:t>
            </a:r>
            <a:r>
              <a:rPr sz="2400" spc="-25">
                <a:latin typeface="Calibri"/>
                <a:cs typeface="Calibri"/>
              </a:rPr>
              <a:t> </a:t>
            </a:r>
            <a:r>
              <a:rPr sz="2400">
                <a:latin typeface="Calibri"/>
                <a:cs typeface="Calibri"/>
              </a:rPr>
              <a:t>be</a:t>
            </a:r>
            <a:r>
              <a:rPr sz="2400" spc="-35">
                <a:latin typeface="Calibri"/>
                <a:cs typeface="Calibri"/>
              </a:rPr>
              <a:t> </a:t>
            </a:r>
            <a:r>
              <a:rPr sz="2400">
                <a:latin typeface="Calibri"/>
                <a:cs typeface="Calibri"/>
              </a:rPr>
              <a:t>changed</a:t>
            </a:r>
            <a:r>
              <a:rPr sz="2400" spc="-40">
                <a:latin typeface="Calibri"/>
                <a:cs typeface="Calibri"/>
              </a:rPr>
              <a:t> </a:t>
            </a:r>
            <a:r>
              <a:rPr sz="2400">
                <a:latin typeface="Calibri"/>
                <a:cs typeface="Calibri"/>
              </a:rPr>
              <a:t>during</a:t>
            </a:r>
            <a:r>
              <a:rPr sz="2400" spc="-40">
                <a:latin typeface="Calibri"/>
                <a:cs typeface="Calibri"/>
              </a:rPr>
              <a:t> </a:t>
            </a:r>
            <a:r>
              <a:rPr sz="2400" spc="-25">
                <a:latin typeface="Calibri"/>
                <a:cs typeface="Calibri"/>
              </a:rPr>
              <a:t>the</a:t>
            </a:r>
            <a:endParaRPr sz="2400">
              <a:latin typeface="Calibri"/>
              <a:cs typeface="Calibri"/>
            </a:endParaRPr>
          </a:p>
          <a:p>
            <a:pPr marL="355600"/>
            <a:r>
              <a:rPr sz="2400" spc="-10">
                <a:latin typeface="Calibri"/>
                <a:cs typeface="Calibri"/>
              </a:rPr>
              <a:t>execution</a:t>
            </a:r>
            <a:r>
              <a:rPr sz="2400" spc="-60">
                <a:latin typeface="Calibri"/>
                <a:cs typeface="Calibri"/>
              </a:rPr>
              <a:t> </a:t>
            </a:r>
            <a:r>
              <a:rPr sz="2400">
                <a:latin typeface="Calibri"/>
                <a:cs typeface="Calibri"/>
              </a:rPr>
              <a:t>of</a:t>
            </a:r>
            <a:r>
              <a:rPr sz="2400" spc="-15">
                <a:latin typeface="Calibri"/>
                <a:cs typeface="Calibri"/>
              </a:rPr>
              <a:t> </a:t>
            </a:r>
            <a:r>
              <a:rPr sz="2400">
                <a:latin typeface="Calibri"/>
                <a:cs typeface="Calibri"/>
              </a:rPr>
              <a:t>a</a:t>
            </a:r>
            <a:r>
              <a:rPr sz="2400" spc="-5">
                <a:latin typeface="Calibri"/>
                <a:cs typeface="Calibri"/>
              </a:rPr>
              <a:t> </a:t>
            </a:r>
            <a:r>
              <a:rPr sz="2400" spc="-10">
                <a:latin typeface="Calibri"/>
                <a:cs typeface="Calibri"/>
              </a:rPr>
              <a:t>program.</a:t>
            </a:r>
            <a:endParaRPr sz="2400">
              <a:latin typeface="Calibri"/>
              <a:cs typeface="Calibri"/>
            </a:endParaRPr>
          </a:p>
          <a:p>
            <a:pPr marL="355600" marR="650875" indent="-342900">
              <a:spcBef>
                <a:spcPts val="819"/>
              </a:spcBef>
              <a:buFont typeface="Arial"/>
              <a:buChar char="•"/>
              <a:tabLst>
                <a:tab pos="354965" algn="l"/>
                <a:tab pos="355600" algn="l"/>
              </a:tabLst>
            </a:pPr>
            <a:r>
              <a:rPr sz="3200">
                <a:latin typeface="Times New Roman"/>
                <a:cs typeface="Times New Roman"/>
              </a:rPr>
              <a:t>C</a:t>
            </a:r>
            <a:r>
              <a:rPr sz="3200" spc="-10">
                <a:latin typeface="Times New Roman"/>
                <a:cs typeface="Times New Roman"/>
              </a:rPr>
              <a:t> </a:t>
            </a:r>
            <a:r>
              <a:rPr sz="3200">
                <a:latin typeface="Times New Roman"/>
                <a:cs typeface="Times New Roman"/>
              </a:rPr>
              <a:t>constants</a:t>
            </a:r>
            <a:r>
              <a:rPr sz="3200" spc="-25">
                <a:latin typeface="Times New Roman"/>
                <a:cs typeface="Times New Roman"/>
              </a:rPr>
              <a:t> </a:t>
            </a:r>
            <a:r>
              <a:rPr sz="3200">
                <a:latin typeface="Times New Roman"/>
                <a:cs typeface="Times New Roman"/>
              </a:rPr>
              <a:t>can be</a:t>
            </a:r>
            <a:r>
              <a:rPr sz="3200" spc="-10">
                <a:latin typeface="Times New Roman"/>
                <a:cs typeface="Times New Roman"/>
              </a:rPr>
              <a:t> </a:t>
            </a:r>
            <a:r>
              <a:rPr sz="3200">
                <a:latin typeface="Times New Roman"/>
                <a:cs typeface="Times New Roman"/>
              </a:rPr>
              <a:t>divided</a:t>
            </a:r>
            <a:r>
              <a:rPr sz="3200" spc="-25">
                <a:latin typeface="Times New Roman"/>
                <a:cs typeface="Times New Roman"/>
              </a:rPr>
              <a:t> </a:t>
            </a:r>
            <a:r>
              <a:rPr sz="3200">
                <a:latin typeface="Times New Roman"/>
                <a:cs typeface="Times New Roman"/>
              </a:rPr>
              <a:t>into</a:t>
            </a:r>
            <a:r>
              <a:rPr sz="3200" spc="-10">
                <a:latin typeface="Times New Roman"/>
                <a:cs typeface="Times New Roman"/>
              </a:rPr>
              <a:t> </a:t>
            </a:r>
            <a:r>
              <a:rPr sz="3200">
                <a:latin typeface="Times New Roman"/>
                <a:cs typeface="Times New Roman"/>
              </a:rPr>
              <a:t>two</a:t>
            </a:r>
            <a:r>
              <a:rPr sz="3200" spc="5">
                <a:latin typeface="Times New Roman"/>
                <a:cs typeface="Times New Roman"/>
              </a:rPr>
              <a:t> </a:t>
            </a:r>
            <a:r>
              <a:rPr sz="3200" spc="-10">
                <a:latin typeface="Times New Roman"/>
                <a:cs typeface="Times New Roman"/>
              </a:rPr>
              <a:t>major categories:</a:t>
            </a:r>
            <a:endParaRPr sz="3200">
              <a:latin typeface="Times New Roman"/>
              <a:cs typeface="Times New Roman"/>
            </a:endParaRPr>
          </a:p>
          <a:p>
            <a:pPr marL="2513330">
              <a:spcBef>
                <a:spcPts val="680"/>
              </a:spcBef>
            </a:pPr>
            <a:r>
              <a:rPr sz="2800" spc="-10">
                <a:latin typeface="Times New Roman"/>
                <a:cs typeface="Times New Roman"/>
              </a:rPr>
              <a:t>Constants</a:t>
            </a:r>
            <a:endParaRPr sz="2800">
              <a:latin typeface="Times New Roman"/>
              <a:cs typeface="Times New Roman"/>
            </a:endParaRPr>
          </a:p>
        </p:txBody>
      </p:sp>
      <p:grpSp>
        <p:nvGrpSpPr>
          <p:cNvPr id="4" name="object 4"/>
          <p:cNvGrpSpPr/>
          <p:nvPr/>
        </p:nvGrpSpPr>
        <p:grpSpPr>
          <a:xfrm>
            <a:off x="2197100" y="4419600"/>
            <a:ext cx="2540000" cy="1993900"/>
            <a:chOff x="673100" y="4419600"/>
            <a:chExt cx="2540000" cy="1993900"/>
          </a:xfrm>
        </p:grpSpPr>
        <p:sp>
          <p:nvSpPr>
            <p:cNvPr id="5" name="object 5"/>
            <p:cNvSpPr/>
            <p:nvPr/>
          </p:nvSpPr>
          <p:spPr>
            <a:xfrm>
              <a:off x="685800" y="5029200"/>
              <a:ext cx="2514600" cy="1371600"/>
            </a:xfrm>
            <a:custGeom>
              <a:avLst/>
              <a:gdLst/>
              <a:ahLst/>
              <a:cxnLst/>
              <a:rect l="l" t="t" r="r" b="b"/>
              <a:pathLst>
                <a:path w="2514600" h="1371600">
                  <a:moveTo>
                    <a:pt x="0" y="1371600"/>
                  </a:moveTo>
                  <a:lnTo>
                    <a:pt x="2514600" y="1371600"/>
                  </a:lnTo>
                  <a:lnTo>
                    <a:pt x="2514600" y="0"/>
                  </a:lnTo>
                  <a:lnTo>
                    <a:pt x="0" y="0"/>
                  </a:lnTo>
                  <a:lnTo>
                    <a:pt x="0" y="1371600"/>
                  </a:lnTo>
                  <a:close/>
                </a:path>
              </a:pathLst>
            </a:custGeom>
            <a:ln w="25400">
              <a:solidFill>
                <a:srgbClr val="385D89"/>
              </a:solidFill>
            </a:ln>
          </p:spPr>
          <p:txBody>
            <a:bodyPr wrap="square" lIns="0" tIns="0" rIns="0" bIns="0" rtlCol="0"/>
            <a:lstStyle/>
            <a:p>
              <a:endParaRPr/>
            </a:p>
          </p:txBody>
        </p:sp>
        <p:sp>
          <p:nvSpPr>
            <p:cNvPr id="6" name="object 6"/>
            <p:cNvSpPr/>
            <p:nvPr/>
          </p:nvSpPr>
          <p:spPr>
            <a:xfrm>
              <a:off x="2234564" y="4419600"/>
              <a:ext cx="103505" cy="611505"/>
            </a:xfrm>
            <a:custGeom>
              <a:avLst/>
              <a:gdLst/>
              <a:ahLst/>
              <a:cxnLst/>
              <a:rect l="l" t="t" r="r" b="b"/>
              <a:pathLst>
                <a:path w="103505" h="611504">
                  <a:moveTo>
                    <a:pt x="7112" y="514985"/>
                  </a:moveTo>
                  <a:lnTo>
                    <a:pt x="1016" y="518541"/>
                  </a:lnTo>
                  <a:lnTo>
                    <a:pt x="0" y="522477"/>
                  </a:lnTo>
                  <a:lnTo>
                    <a:pt x="51435" y="611251"/>
                  </a:lnTo>
                  <a:lnTo>
                    <a:pt x="58814" y="598677"/>
                  </a:lnTo>
                  <a:lnTo>
                    <a:pt x="45085" y="598551"/>
                  </a:lnTo>
                  <a:lnTo>
                    <a:pt x="45145" y="574957"/>
                  </a:lnTo>
                  <a:lnTo>
                    <a:pt x="10922" y="516127"/>
                  </a:lnTo>
                  <a:lnTo>
                    <a:pt x="7112" y="514985"/>
                  </a:lnTo>
                  <a:close/>
                </a:path>
                <a:path w="103505" h="611504">
                  <a:moveTo>
                    <a:pt x="45145" y="574957"/>
                  </a:moveTo>
                  <a:lnTo>
                    <a:pt x="45085" y="598551"/>
                  </a:lnTo>
                  <a:lnTo>
                    <a:pt x="57785" y="598677"/>
                  </a:lnTo>
                  <a:lnTo>
                    <a:pt x="57793" y="595376"/>
                  </a:lnTo>
                  <a:lnTo>
                    <a:pt x="45974" y="595376"/>
                  </a:lnTo>
                  <a:lnTo>
                    <a:pt x="51525" y="585926"/>
                  </a:lnTo>
                  <a:lnTo>
                    <a:pt x="45145" y="574957"/>
                  </a:lnTo>
                  <a:close/>
                </a:path>
                <a:path w="103505" h="611504">
                  <a:moveTo>
                    <a:pt x="96266" y="515238"/>
                  </a:moveTo>
                  <a:lnTo>
                    <a:pt x="92456" y="516255"/>
                  </a:lnTo>
                  <a:lnTo>
                    <a:pt x="57844" y="575169"/>
                  </a:lnTo>
                  <a:lnTo>
                    <a:pt x="57785" y="598677"/>
                  </a:lnTo>
                  <a:lnTo>
                    <a:pt x="58814" y="598677"/>
                  </a:lnTo>
                  <a:lnTo>
                    <a:pt x="103378" y="522731"/>
                  </a:lnTo>
                  <a:lnTo>
                    <a:pt x="102362" y="518794"/>
                  </a:lnTo>
                  <a:lnTo>
                    <a:pt x="96266" y="515238"/>
                  </a:lnTo>
                  <a:close/>
                </a:path>
                <a:path w="103505" h="611504">
                  <a:moveTo>
                    <a:pt x="51525" y="585926"/>
                  </a:moveTo>
                  <a:lnTo>
                    <a:pt x="45974" y="595376"/>
                  </a:lnTo>
                  <a:lnTo>
                    <a:pt x="57023" y="595376"/>
                  </a:lnTo>
                  <a:lnTo>
                    <a:pt x="51525" y="585926"/>
                  </a:lnTo>
                  <a:close/>
                </a:path>
                <a:path w="103505" h="611504">
                  <a:moveTo>
                    <a:pt x="57844" y="575169"/>
                  </a:moveTo>
                  <a:lnTo>
                    <a:pt x="51525" y="585926"/>
                  </a:lnTo>
                  <a:lnTo>
                    <a:pt x="57023" y="595376"/>
                  </a:lnTo>
                  <a:lnTo>
                    <a:pt x="57793" y="595376"/>
                  </a:lnTo>
                  <a:lnTo>
                    <a:pt x="57844" y="575169"/>
                  </a:lnTo>
                  <a:close/>
                </a:path>
                <a:path w="103505" h="611504">
                  <a:moveTo>
                    <a:pt x="59309" y="0"/>
                  </a:moveTo>
                  <a:lnTo>
                    <a:pt x="46609" y="0"/>
                  </a:lnTo>
                  <a:lnTo>
                    <a:pt x="45297" y="514985"/>
                  </a:lnTo>
                  <a:lnTo>
                    <a:pt x="45268" y="575169"/>
                  </a:lnTo>
                  <a:lnTo>
                    <a:pt x="51525" y="585926"/>
                  </a:lnTo>
                  <a:lnTo>
                    <a:pt x="57844" y="575169"/>
                  </a:lnTo>
                  <a:lnTo>
                    <a:pt x="59309" y="0"/>
                  </a:lnTo>
                  <a:close/>
                </a:path>
              </a:pathLst>
            </a:custGeom>
            <a:solidFill>
              <a:srgbClr val="497DBA"/>
            </a:solidFill>
          </p:spPr>
          <p:txBody>
            <a:bodyPr wrap="square" lIns="0" tIns="0" rIns="0" bIns="0" rtlCol="0"/>
            <a:lstStyle/>
            <a:p>
              <a:endParaRPr/>
            </a:p>
          </p:txBody>
        </p:sp>
      </p:grpSp>
      <p:grpSp>
        <p:nvGrpSpPr>
          <p:cNvPr id="7" name="object 7"/>
          <p:cNvGrpSpPr/>
          <p:nvPr/>
        </p:nvGrpSpPr>
        <p:grpSpPr>
          <a:xfrm>
            <a:off x="3757168" y="3117851"/>
            <a:ext cx="2694305" cy="617855"/>
            <a:chOff x="2233167" y="3117850"/>
            <a:chExt cx="2694305" cy="617855"/>
          </a:xfrm>
        </p:grpSpPr>
        <p:sp>
          <p:nvSpPr>
            <p:cNvPr id="8" name="object 8"/>
            <p:cNvSpPr/>
            <p:nvPr/>
          </p:nvSpPr>
          <p:spPr>
            <a:xfrm>
              <a:off x="2285999" y="3124200"/>
              <a:ext cx="2590800" cy="1905"/>
            </a:xfrm>
            <a:custGeom>
              <a:avLst/>
              <a:gdLst/>
              <a:ahLst/>
              <a:cxnLst/>
              <a:rect l="l" t="t" r="r" b="b"/>
              <a:pathLst>
                <a:path w="2590800" h="1905">
                  <a:moveTo>
                    <a:pt x="0" y="0"/>
                  </a:moveTo>
                  <a:lnTo>
                    <a:pt x="2590800" y="1524"/>
                  </a:lnTo>
                </a:path>
              </a:pathLst>
            </a:custGeom>
            <a:ln w="12700">
              <a:solidFill>
                <a:srgbClr val="497DBA"/>
              </a:solidFill>
            </a:ln>
          </p:spPr>
          <p:txBody>
            <a:bodyPr wrap="square" lIns="0" tIns="0" rIns="0" bIns="0" rtlCol="0"/>
            <a:lstStyle/>
            <a:p>
              <a:endParaRPr/>
            </a:p>
          </p:txBody>
        </p:sp>
        <p:sp>
          <p:nvSpPr>
            <p:cNvPr id="9" name="object 9"/>
            <p:cNvSpPr/>
            <p:nvPr/>
          </p:nvSpPr>
          <p:spPr>
            <a:xfrm>
              <a:off x="2233168" y="3124199"/>
              <a:ext cx="2694305" cy="611505"/>
            </a:xfrm>
            <a:custGeom>
              <a:avLst/>
              <a:gdLst/>
              <a:ahLst/>
              <a:cxnLst/>
              <a:rect l="l" t="t" r="r" b="b"/>
              <a:pathLst>
                <a:path w="2694304" h="611504">
                  <a:moveTo>
                    <a:pt x="103378" y="522859"/>
                  </a:moveTo>
                  <a:lnTo>
                    <a:pt x="102362" y="518922"/>
                  </a:lnTo>
                  <a:lnTo>
                    <a:pt x="99441" y="517144"/>
                  </a:lnTo>
                  <a:lnTo>
                    <a:pt x="96393" y="515366"/>
                  </a:lnTo>
                  <a:lnTo>
                    <a:pt x="92456" y="516382"/>
                  </a:lnTo>
                  <a:lnTo>
                    <a:pt x="90678" y="519430"/>
                  </a:lnTo>
                  <a:lnTo>
                    <a:pt x="57772" y="575170"/>
                  </a:lnTo>
                  <a:lnTo>
                    <a:pt x="60706" y="1651"/>
                  </a:lnTo>
                  <a:lnTo>
                    <a:pt x="48133" y="1524"/>
                  </a:lnTo>
                  <a:lnTo>
                    <a:pt x="45072" y="575233"/>
                  </a:lnTo>
                  <a:lnTo>
                    <a:pt x="44958" y="598551"/>
                  </a:lnTo>
                  <a:lnTo>
                    <a:pt x="45034" y="575170"/>
                  </a:lnTo>
                  <a:lnTo>
                    <a:pt x="12623" y="518922"/>
                  </a:lnTo>
                  <a:lnTo>
                    <a:pt x="11049" y="516001"/>
                  </a:lnTo>
                  <a:lnTo>
                    <a:pt x="7112" y="514985"/>
                  </a:lnTo>
                  <a:lnTo>
                    <a:pt x="4064" y="516636"/>
                  </a:lnTo>
                  <a:lnTo>
                    <a:pt x="1016" y="518414"/>
                  </a:lnTo>
                  <a:lnTo>
                    <a:pt x="0" y="522351"/>
                  </a:lnTo>
                  <a:lnTo>
                    <a:pt x="1778" y="525399"/>
                  </a:lnTo>
                  <a:lnTo>
                    <a:pt x="51181" y="611251"/>
                  </a:lnTo>
                  <a:lnTo>
                    <a:pt x="58597" y="598678"/>
                  </a:lnTo>
                  <a:lnTo>
                    <a:pt x="101600" y="525907"/>
                  </a:lnTo>
                  <a:lnTo>
                    <a:pt x="103378" y="522859"/>
                  </a:lnTo>
                  <a:close/>
                </a:path>
                <a:path w="2694304" h="611504">
                  <a:moveTo>
                    <a:pt x="2694178" y="218059"/>
                  </a:moveTo>
                  <a:lnTo>
                    <a:pt x="2693162" y="214122"/>
                  </a:lnTo>
                  <a:lnTo>
                    <a:pt x="2690241" y="212344"/>
                  </a:lnTo>
                  <a:lnTo>
                    <a:pt x="2687193" y="210566"/>
                  </a:lnTo>
                  <a:lnTo>
                    <a:pt x="2683256" y="211582"/>
                  </a:lnTo>
                  <a:lnTo>
                    <a:pt x="2681478" y="214630"/>
                  </a:lnTo>
                  <a:lnTo>
                    <a:pt x="2648572" y="270370"/>
                  </a:lnTo>
                  <a:lnTo>
                    <a:pt x="2649982" y="0"/>
                  </a:lnTo>
                  <a:lnTo>
                    <a:pt x="2637282" y="0"/>
                  </a:lnTo>
                  <a:lnTo>
                    <a:pt x="2635872" y="270433"/>
                  </a:lnTo>
                  <a:lnTo>
                    <a:pt x="2635758" y="293751"/>
                  </a:lnTo>
                  <a:lnTo>
                    <a:pt x="2635834" y="270370"/>
                  </a:lnTo>
                  <a:lnTo>
                    <a:pt x="2603423" y="214122"/>
                  </a:lnTo>
                  <a:lnTo>
                    <a:pt x="2601849" y="211201"/>
                  </a:lnTo>
                  <a:lnTo>
                    <a:pt x="2597912" y="210185"/>
                  </a:lnTo>
                  <a:lnTo>
                    <a:pt x="2594864" y="211836"/>
                  </a:lnTo>
                  <a:lnTo>
                    <a:pt x="2591816" y="213614"/>
                  </a:lnTo>
                  <a:lnTo>
                    <a:pt x="2590800" y="217551"/>
                  </a:lnTo>
                  <a:lnTo>
                    <a:pt x="2592578" y="220599"/>
                  </a:lnTo>
                  <a:lnTo>
                    <a:pt x="2641981" y="306451"/>
                  </a:lnTo>
                  <a:lnTo>
                    <a:pt x="2649397" y="293878"/>
                  </a:lnTo>
                  <a:lnTo>
                    <a:pt x="2692400" y="221107"/>
                  </a:lnTo>
                  <a:lnTo>
                    <a:pt x="2694178" y="218059"/>
                  </a:lnTo>
                  <a:close/>
                </a:path>
              </a:pathLst>
            </a:custGeom>
            <a:solidFill>
              <a:srgbClr val="497DBA"/>
            </a:solidFill>
          </p:spPr>
          <p:txBody>
            <a:bodyPr wrap="square" lIns="0" tIns="0" rIns="0" bIns="0" rtlCol="0"/>
            <a:lstStyle/>
            <a:p>
              <a:endParaRPr/>
            </a:p>
          </p:txBody>
        </p:sp>
      </p:grpSp>
      <p:sp>
        <p:nvSpPr>
          <p:cNvPr id="10" name="object 10"/>
          <p:cNvSpPr/>
          <p:nvPr/>
        </p:nvSpPr>
        <p:spPr>
          <a:xfrm>
            <a:off x="6424041" y="4114801"/>
            <a:ext cx="103505" cy="459105"/>
          </a:xfrm>
          <a:custGeom>
            <a:avLst/>
            <a:gdLst/>
            <a:ahLst/>
            <a:cxnLst/>
            <a:rect l="l" t="t" r="r" b="b"/>
            <a:pathLst>
              <a:path w="103504" h="459104">
                <a:moveTo>
                  <a:pt x="7112" y="362585"/>
                </a:moveTo>
                <a:lnTo>
                  <a:pt x="1016" y="366141"/>
                </a:lnTo>
                <a:lnTo>
                  <a:pt x="0" y="369950"/>
                </a:lnTo>
                <a:lnTo>
                  <a:pt x="1778" y="372999"/>
                </a:lnTo>
                <a:lnTo>
                  <a:pt x="51308" y="458850"/>
                </a:lnTo>
                <a:lnTo>
                  <a:pt x="58706" y="446277"/>
                </a:lnTo>
                <a:lnTo>
                  <a:pt x="45085" y="446150"/>
                </a:lnTo>
                <a:lnTo>
                  <a:pt x="45165" y="422722"/>
                </a:lnTo>
                <a:lnTo>
                  <a:pt x="10922" y="363600"/>
                </a:lnTo>
                <a:lnTo>
                  <a:pt x="7112" y="362585"/>
                </a:lnTo>
                <a:close/>
              </a:path>
              <a:path w="103504" h="459104">
                <a:moveTo>
                  <a:pt x="45165" y="422722"/>
                </a:moveTo>
                <a:lnTo>
                  <a:pt x="45085" y="446150"/>
                </a:lnTo>
                <a:lnTo>
                  <a:pt x="57785" y="446277"/>
                </a:lnTo>
                <a:lnTo>
                  <a:pt x="57796" y="442975"/>
                </a:lnTo>
                <a:lnTo>
                  <a:pt x="45974" y="442975"/>
                </a:lnTo>
                <a:lnTo>
                  <a:pt x="51474" y="433615"/>
                </a:lnTo>
                <a:lnTo>
                  <a:pt x="45165" y="422722"/>
                </a:lnTo>
                <a:close/>
              </a:path>
              <a:path w="103504" h="459104">
                <a:moveTo>
                  <a:pt x="96266" y="362966"/>
                </a:moveTo>
                <a:lnTo>
                  <a:pt x="92456" y="363981"/>
                </a:lnTo>
                <a:lnTo>
                  <a:pt x="90678" y="366902"/>
                </a:lnTo>
                <a:lnTo>
                  <a:pt x="57876" y="422722"/>
                </a:lnTo>
                <a:lnTo>
                  <a:pt x="57785" y="446277"/>
                </a:lnTo>
                <a:lnTo>
                  <a:pt x="58706" y="446277"/>
                </a:lnTo>
                <a:lnTo>
                  <a:pt x="101600" y="373380"/>
                </a:lnTo>
                <a:lnTo>
                  <a:pt x="103378" y="370331"/>
                </a:lnTo>
                <a:lnTo>
                  <a:pt x="102362" y="366522"/>
                </a:lnTo>
                <a:lnTo>
                  <a:pt x="96266" y="362966"/>
                </a:lnTo>
                <a:close/>
              </a:path>
              <a:path w="103504" h="459104">
                <a:moveTo>
                  <a:pt x="51474" y="433615"/>
                </a:moveTo>
                <a:lnTo>
                  <a:pt x="45974" y="442975"/>
                </a:lnTo>
                <a:lnTo>
                  <a:pt x="56896" y="442975"/>
                </a:lnTo>
                <a:lnTo>
                  <a:pt x="51474" y="433615"/>
                </a:lnTo>
                <a:close/>
              </a:path>
              <a:path w="103504" h="459104">
                <a:moveTo>
                  <a:pt x="57865" y="422740"/>
                </a:moveTo>
                <a:lnTo>
                  <a:pt x="51474" y="433615"/>
                </a:lnTo>
                <a:lnTo>
                  <a:pt x="56896" y="442975"/>
                </a:lnTo>
                <a:lnTo>
                  <a:pt x="57796" y="442975"/>
                </a:lnTo>
                <a:lnTo>
                  <a:pt x="57865" y="422740"/>
                </a:lnTo>
                <a:close/>
              </a:path>
              <a:path w="103504" h="459104">
                <a:moveTo>
                  <a:pt x="59309" y="0"/>
                </a:moveTo>
                <a:lnTo>
                  <a:pt x="46609" y="0"/>
                </a:lnTo>
                <a:lnTo>
                  <a:pt x="45175" y="422740"/>
                </a:lnTo>
                <a:lnTo>
                  <a:pt x="51474" y="433615"/>
                </a:lnTo>
                <a:lnTo>
                  <a:pt x="57865" y="422722"/>
                </a:lnTo>
                <a:lnTo>
                  <a:pt x="59309" y="0"/>
                </a:lnTo>
                <a:close/>
              </a:path>
            </a:pathLst>
          </a:custGeom>
          <a:solidFill>
            <a:srgbClr val="497DBA"/>
          </a:solidFill>
        </p:spPr>
        <p:txBody>
          <a:bodyPr wrap="square" lIns="0" tIns="0" rIns="0" bIns="0" rtlCol="0"/>
          <a:lstStyle/>
          <a:p>
            <a:endParaRPr/>
          </a:p>
        </p:txBody>
      </p:sp>
      <p:sp>
        <p:nvSpPr>
          <p:cNvPr id="11" name="object 11"/>
          <p:cNvSpPr txBox="1"/>
          <p:nvPr/>
        </p:nvSpPr>
        <p:spPr>
          <a:xfrm>
            <a:off x="2895600" y="3733801"/>
            <a:ext cx="1828800" cy="577081"/>
          </a:xfrm>
          <a:prstGeom prst="rect">
            <a:avLst/>
          </a:prstGeom>
          <a:ln w="25400">
            <a:solidFill>
              <a:srgbClr val="385D89"/>
            </a:solidFill>
          </a:ln>
        </p:spPr>
        <p:txBody>
          <a:bodyPr vert="horz" wrap="square" lIns="0" tIns="0" rIns="0" bIns="0" rtlCol="0">
            <a:spAutoFit/>
          </a:bodyPr>
          <a:lstStyle/>
          <a:p>
            <a:pPr marL="91440">
              <a:lnSpc>
                <a:spcPts val="2100"/>
              </a:lnSpc>
            </a:pPr>
            <a:r>
              <a:rPr sz="2000" spc="-10">
                <a:latin typeface="Times New Roman"/>
                <a:cs typeface="Times New Roman"/>
              </a:rPr>
              <a:t>Primary</a:t>
            </a:r>
            <a:endParaRPr sz="2000">
              <a:latin typeface="Times New Roman"/>
              <a:cs typeface="Times New Roman"/>
            </a:endParaRPr>
          </a:p>
          <a:p>
            <a:pPr marL="91440"/>
            <a:r>
              <a:rPr sz="2000" spc="-10">
                <a:latin typeface="Times New Roman"/>
                <a:cs typeface="Times New Roman"/>
              </a:rPr>
              <a:t>Constants</a:t>
            </a:r>
            <a:endParaRPr sz="2000">
              <a:latin typeface="Times New Roman"/>
              <a:cs typeface="Times New Roman"/>
            </a:endParaRPr>
          </a:p>
        </p:txBody>
      </p:sp>
      <p:sp>
        <p:nvSpPr>
          <p:cNvPr id="12" name="object 12"/>
          <p:cNvSpPr txBox="1"/>
          <p:nvPr/>
        </p:nvSpPr>
        <p:spPr>
          <a:xfrm>
            <a:off x="5562600" y="3429000"/>
            <a:ext cx="1828800" cy="653384"/>
          </a:xfrm>
          <a:prstGeom prst="rect">
            <a:avLst/>
          </a:prstGeom>
          <a:ln w="25400">
            <a:solidFill>
              <a:srgbClr val="385D89"/>
            </a:solidFill>
          </a:ln>
        </p:spPr>
        <p:txBody>
          <a:bodyPr vert="horz" wrap="square" lIns="0" tIns="37465" rIns="0" bIns="0" rtlCol="0">
            <a:spAutoFit/>
          </a:bodyPr>
          <a:lstStyle/>
          <a:p>
            <a:pPr marL="168275" marR="576580">
              <a:spcBef>
                <a:spcPts val="295"/>
              </a:spcBef>
            </a:pPr>
            <a:r>
              <a:rPr sz="2000" spc="-10">
                <a:latin typeface="Times New Roman"/>
                <a:cs typeface="Times New Roman"/>
              </a:rPr>
              <a:t>Secondary Constants</a:t>
            </a:r>
            <a:endParaRPr sz="2000">
              <a:latin typeface="Times New Roman"/>
              <a:cs typeface="Times New Roman"/>
            </a:endParaRPr>
          </a:p>
        </p:txBody>
      </p:sp>
      <p:sp>
        <p:nvSpPr>
          <p:cNvPr id="13" name="object 13"/>
          <p:cNvSpPr txBox="1"/>
          <p:nvPr/>
        </p:nvSpPr>
        <p:spPr>
          <a:xfrm>
            <a:off x="2288541" y="5206747"/>
            <a:ext cx="2079625" cy="1245235"/>
          </a:xfrm>
          <a:prstGeom prst="rect">
            <a:avLst/>
          </a:prstGeom>
        </p:spPr>
        <p:txBody>
          <a:bodyPr vert="horz" wrap="square" lIns="0" tIns="12700" rIns="0" bIns="0" rtlCol="0">
            <a:spAutoFit/>
          </a:bodyPr>
          <a:lstStyle/>
          <a:p>
            <a:pPr marL="12700" marR="5080">
              <a:spcBef>
                <a:spcPts val="100"/>
              </a:spcBef>
            </a:pPr>
            <a:r>
              <a:rPr sz="2000">
                <a:latin typeface="Times New Roman"/>
                <a:cs typeface="Times New Roman"/>
              </a:rPr>
              <a:t>Boolean</a:t>
            </a:r>
            <a:r>
              <a:rPr sz="2000" spc="-35">
                <a:latin typeface="Times New Roman"/>
                <a:cs typeface="Times New Roman"/>
              </a:rPr>
              <a:t> </a:t>
            </a:r>
            <a:r>
              <a:rPr sz="2000" spc="-10">
                <a:latin typeface="Times New Roman"/>
                <a:cs typeface="Times New Roman"/>
              </a:rPr>
              <a:t>Constants </a:t>
            </a:r>
            <a:r>
              <a:rPr sz="2000">
                <a:latin typeface="Times New Roman"/>
                <a:cs typeface="Times New Roman"/>
              </a:rPr>
              <a:t>Integer</a:t>
            </a:r>
            <a:r>
              <a:rPr sz="2000" spc="-50">
                <a:latin typeface="Times New Roman"/>
                <a:cs typeface="Times New Roman"/>
              </a:rPr>
              <a:t> </a:t>
            </a:r>
            <a:r>
              <a:rPr sz="2000" spc="-10">
                <a:latin typeface="Times New Roman"/>
                <a:cs typeface="Times New Roman"/>
              </a:rPr>
              <a:t>Constants </a:t>
            </a:r>
            <a:r>
              <a:rPr sz="2000">
                <a:latin typeface="Times New Roman"/>
                <a:cs typeface="Times New Roman"/>
              </a:rPr>
              <a:t>Real</a:t>
            </a:r>
            <a:r>
              <a:rPr sz="2000" spc="-20">
                <a:latin typeface="Times New Roman"/>
                <a:cs typeface="Times New Roman"/>
              </a:rPr>
              <a:t> </a:t>
            </a:r>
            <a:r>
              <a:rPr sz="2000" spc="-10">
                <a:latin typeface="Times New Roman"/>
                <a:cs typeface="Times New Roman"/>
              </a:rPr>
              <a:t>Constants </a:t>
            </a:r>
            <a:r>
              <a:rPr sz="2000">
                <a:latin typeface="Times New Roman"/>
                <a:cs typeface="Times New Roman"/>
              </a:rPr>
              <a:t>Character</a:t>
            </a:r>
            <a:r>
              <a:rPr sz="2000" spc="-40">
                <a:latin typeface="Times New Roman"/>
                <a:cs typeface="Times New Roman"/>
              </a:rPr>
              <a:t> </a:t>
            </a:r>
            <a:r>
              <a:rPr sz="2000" spc="-10">
                <a:latin typeface="Times New Roman"/>
                <a:cs typeface="Times New Roman"/>
              </a:rPr>
              <a:t>Constants</a:t>
            </a:r>
            <a:endParaRPr sz="2000">
              <a:latin typeface="Times New Roman"/>
              <a:cs typeface="Times New Roman"/>
            </a:endParaRPr>
          </a:p>
        </p:txBody>
      </p:sp>
      <p:sp>
        <p:nvSpPr>
          <p:cNvPr id="14" name="object 14"/>
          <p:cNvSpPr txBox="1"/>
          <p:nvPr/>
        </p:nvSpPr>
        <p:spPr>
          <a:xfrm>
            <a:off x="5638800" y="4572001"/>
            <a:ext cx="1828800" cy="1654299"/>
          </a:xfrm>
          <a:prstGeom prst="rect">
            <a:avLst/>
          </a:prstGeom>
          <a:ln w="25400">
            <a:solidFill>
              <a:srgbClr val="385D89"/>
            </a:solidFill>
          </a:ln>
        </p:spPr>
        <p:txBody>
          <a:bodyPr vert="horz" wrap="square" lIns="0" tIns="114300" rIns="0" bIns="0" rtlCol="0">
            <a:spAutoFit/>
          </a:bodyPr>
          <a:lstStyle/>
          <a:p>
            <a:pPr marL="244475" marR="484505">
              <a:spcBef>
                <a:spcPts val="900"/>
              </a:spcBef>
            </a:pPr>
            <a:r>
              <a:rPr sz="2000" spc="-10">
                <a:latin typeface="Times New Roman"/>
                <a:cs typeface="Times New Roman"/>
              </a:rPr>
              <a:t>Array Pointer Structure Union </a:t>
            </a:r>
            <a:r>
              <a:rPr sz="2000">
                <a:latin typeface="Times New Roman"/>
                <a:cs typeface="Times New Roman"/>
              </a:rPr>
              <a:t>Enum</a:t>
            </a:r>
            <a:r>
              <a:rPr sz="2000" spc="-25">
                <a:latin typeface="Times New Roman"/>
                <a:cs typeface="Times New Roman"/>
              </a:rPr>
              <a:t> </a:t>
            </a:r>
            <a:r>
              <a:rPr sz="2000" spc="-10">
                <a:latin typeface="Times New Roman"/>
                <a:cs typeface="Times New Roman"/>
              </a:rPr>
              <a:t>etc..</a:t>
            </a:r>
            <a:endParaRPr sz="2000">
              <a:latin typeface="Times New Roman"/>
              <a:cs typeface="Times New Roman"/>
            </a:endParaRPr>
          </a:p>
        </p:txBody>
      </p:sp>
      <p:pic>
        <p:nvPicPr>
          <p:cNvPr id="15" name="object 15"/>
          <p:cNvPicPr/>
          <p:nvPr/>
        </p:nvPicPr>
        <p:blipFill>
          <a:blip r:embed="rId2" cstate="print"/>
          <a:stretch>
            <a:fillRect/>
          </a:stretch>
        </p:blipFill>
        <p:spPr>
          <a:xfrm>
            <a:off x="4748529" y="2820923"/>
            <a:ext cx="103378" cy="228726"/>
          </a:xfrm>
          <a:prstGeom prst="rect">
            <a:avLst/>
          </a:prstGeom>
        </p:spPr>
      </p:pic>
    </p:spTree>
    <p:extLst>
      <p:ext uri="{BB962C8B-B14F-4D97-AF65-F5344CB8AC3E}">
        <p14:creationId xmlns:p14="http://schemas.microsoft.com/office/powerpoint/2010/main" val="5094060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2739" y="0"/>
            <a:ext cx="8987790" cy="5470086"/>
          </a:xfrm>
          <a:prstGeom prst="rect">
            <a:avLst/>
          </a:prstGeom>
        </p:spPr>
        <p:txBody>
          <a:bodyPr vert="horz" wrap="square" lIns="0" tIns="55244" rIns="0" bIns="0" rtlCol="0">
            <a:spAutoFit/>
          </a:bodyPr>
          <a:lstStyle/>
          <a:p>
            <a:pPr marL="287020" indent="-274320">
              <a:spcBef>
                <a:spcPts val="434"/>
              </a:spcBef>
              <a:buClr>
                <a:srgbClr val="9BBA58"/>
              </a:buClr>
              <a:buChar char="•"/>
              <a:tabLst>
                <a:tab pos="286385" algn="l"/>
                <a:tab pos="287020" algn="l"/>
              </a:tabLst>
            </a:pPr>
            <a:r>
              <a:rPr sz="2800">
                <a:solidFill>
                  <a:srgbClr val="C00000"/>
                </a:solidFill>
                <a:latin typeface="Times New Roman"/>
                <a:cs typeface="Times New Roman"/>
              </a:rPr>
              <a:t>Boolean</a:t>
            </a:r>
            <a:r>
              <a:rPr sz="2800" spc="-120">
                <a:solidFill>
                  <a:srgbClr val="C00000"/>
                </a:solidFill>
                <a:latin typeface="Times New Roman"/>
                <a:cs typeface="Times New Roman"/>
              </a:rPr>
              <a:t> </a:t>
            </a:r>
            <a:r>
              <a:rPr sz="2800" spc="-10">
                <a:solidFill>
                  <a:srgbClr val="C00000"/>
                </a:solidFill>
                <a:latin typeface="Times New Roman"/>
                <a:cs typeface="Times New Roman"/>
              </a:rPr>
              <a:t>constants</a:t>
            </a:r>
            <a:endParaRPr sz="2800">
              <a:latin typeface="Times New Roman"/>
              <a:cs typeface="Times New Roman"/>
            </a:endParaRPr>
          </a:p>
          <a:p>
            <a:pPr marL="652780" marR="5080" lvl="1" indent="-247015">
              <a:lnSpc>
                <a:spcPts val="3020"/>
              </a:lnSpc>
              <a:spcBef>
                <a:spcPts val="720"/>
              </a:spcBef>
              <a:buFont typeface="Wingdings 2"/>
              <a:buChar char=""/>
              <a:tabLst>
                <a:tab pos="652780" algn="l"/>
              </a:tabLst>
            </a:pPr>
            <a:r>
              <a:rPr sz="2800">
                <a:latin typeface="Times New Roman"/>
                <a:cs typeface="Times New Roman"/>
              </a:rPr>
              <a:t>A</a:t>
            </a:r>
            <a:r>
              <a:rPr sz="2800" spc="-125">
                <a:latin typeface="Times New Roman"/>
                <a:cs typeface="Times New Roman"/>
              </a:rPr>
              <a:t> </a:t>
            </a:r>
            <a:r>
              <a:rPr sz="2800">
                <a:latin typeface="Times New Roman"/>
                <a:cs typeface="Times New Roman"/>
              </a:rPr>
              <a:t>Boolean</a:t>
            </a:r>
            <a:r>
              <a:rPr sz="2800" spc="20">
                <a:latin typeface="Times New Roman"/>
                <a:cs typeface="Times New Roman"/>
              </a:rPr>
              <a:t> </a:t>
            </a:r>
            <a:r>
              <a:rPr sz="2800">
                <a:latin typeface="Times New Roman"/>
                <a:cs typeface="Times New Roman"/>
              </a:rPr>
              <a:t>data</a:t>
            </a:r>
            <a:r>
              <a:rPr sz="2800" spc="20">
                <a:latin typeface="Times New Roman"/>
                <a:cs typeface="Times New Roman"/>
              </a:rPr>
              <a:t> </a:t>
            </a:r>
            <a:r>
              <a:rPr sz="2800">
                <a:latin typeface="Times New Roman"/>
                <a:cs typeface="Times New Roman"/>
              </a:rPr>
              <a:t>type</a:t>
            </a:r>
            <a:r>
              <a:rPr sz="2800" spc="25">
                <a:latin typeface="Times New Roman"/>
                <a:cs typeface="Times New Roman"/>
              </a:rPr>
              <a:t> </a:t>
            </a:r>
            <a:r>
              <a:rPr sz="2800">
                <a:latin typeface="Times New Roman"/>
                <a:cs typeface="Times New Roman"/>
              </a:rPr>
              <a:t>can</a:t>
            </a:r>
            <a:r>
              <a:rPr sz="2800" spc="30">
                <a:latin typeface="Times New Roman"/>
                <a:cs typeface="Times New Roman"/>
              </a:rPr>
              <a:t> </a:t>
            </a:r>
            <a:r>
              <a:rPr sz="2800">
                <a:latin typeface="Times New Roman"/>
                <a:cs typeface="Times New Roman"/>
              </a:rPr>
              <a:t>take</a:t>
            </a:r>
            <a:r>
              <a:rPr sz="2800" spc="20">
                <a:latin typeface="Times New Roman"/>
                <a:cs typeface="Times New Roman"/>
              </a:rPr>
              <a:t> </a:t>
            </a:r>
            <a:r>
              <a:rPr sz="2800">
                <a:latin typeface="Times New Roman"/>
                <a:cs typeface="Times New Roman"/>
              </a:rPr>
              <a:t>only</a:t>
            </a:r>
            <a:r>
              <a:rPr sz="2800" spc="35">
                <a:latin typeface="Times New Roman"/>
                <a:cs typeface="Times New Roman"/>
              </a:rPr>
              <a:t> </a:t>
            </a:r>
            <a:r>
              <a:rPr sz="2800">
                <a:latin typeface="Times New Roman"/>
                <a:cs typeface="Times New Roman"/>
              </a:rPr>
              <a:t>two</a:t>
            </a:r>
            <a:r>
              <a:rPr sz="2800" spc="25">
                <a:latin typeface="Times New Roman"/>
                <a:cs typeface="Times New Roman"/>
              </a:rPr>
              <a:t> </a:t>
            </a:r>
            <a:r>
              <a:rPr sz="2800">
                <a:latin typeface="Times New Roman"/>
                <a:cs typeface="Times New Roman"/>
              </a:rPr>
              <a:t>values.</a:t>
            </a:r>
            <a:r>
              <a:rPr sz="2800" spc="25">
                <a:latin typeface="Times New Roman"/>
                <a:cs typeface="Times New Roman"/>
              </a:rPr>
              <a:t> </a:t>
            </a:r>
            <a:r>
              <a:rPr sz="2800">
                <a:latin typeface="Times New Roman"/>
                <a:cs typeface="Times New Roman"/>
              </a:rPr>
              <a:t>The</a:t>
            </a:r>
            <a:r>
              <a:rPr sz="2800" spc="15">
                <a:latin typeface="Times New Roman"/>
                <a:cs typeface="Times New Roman"/>
              </a:rPr>
              <a:t> </a:t>
            </a:r>
            <a:r>
              <a:rPr sz="2800" spc="-10">
                <a:latin typeface="Times New Roman"/>
                <a:cs typeface="Times New Roman"/>
              </a:rPr>
              <a:t>values </a:t>
            </a:r>
            <a:r>
              <a:rPr sz="2800">
                <a:latin typeface="Times New Roman"/>
                <a:cs typeface="Times New Roman"/>
              </a:rPr>
              <a:t>are</a:t>
            </a:r>
            <a:r>
              <a:rPr sz="2800" spc="-50">
                <a:latin typeface="Times New Roman"/>
                <a:cs typeface="Times New Roman"/>
              </a:rPr>
              <a:t> </a:t>
            </a:r>
            <a:r>
              <a:rPr sz="2800" i="1">
                <a:latin typeface="Times New Roman"/>
                <a:cs typeface="Times New Roman"/>
              </a:rPr>
              <a:t>true</a:t>
            </a:r>
            <a:r>
              <a:rPr sz="2800" i="1" spc="-55">
                <a:latin typeface="Times New Roman"/>
                <a:cs typeface="Times New Roman"/>
              </a:rPr>
              <a:t> </a:t>
            </a:r>
            <a:r>
              <a:rPr sz="2800">
                <a:latin typeface="Times New Roman"/>
                <a:cs typeface="Times New Roman"/>
              </a:rPr>
              <a:t>and</a:t>
            </a:r>
            <a:r>
              <a:rPr sz="2800" spc="-35">
                <a:latin typeface="Times New Roman"/>
                <a:cs typeface="Times New Roman"/>
              </a:rPr>
              <a:t> </a:t>
            </a:r>
            <a:r>
              <a:rPr sz="2800" i="1" spc="-10">
                <a:latin typeface="Times New Roman"/>
                <a:cs typeface="Times New Roman"/>
              </a:rPr>
              <a:t>false.</a:t>
            </a:r>
            <a:endParaRPr sz="2800">
              <a:latin typeface="Times New Roman"/>
              <a:cs typeface="Times New Roman"/>
            </a:endParaRPr>
          </a:p>
          <a:p>
            <a:pPr marL="287020" indent="-274320">
              <a:spcBef>
                <a:spcPts val="300"/>
              </a:spcBef>
              <a:buClr>
                <a:srgbClr val="9BBA58"/>
              </a:buClr>
              <a:buChar char="•"/>
              <a:tabLst>
                <a:tab pos="286385" algn="l"/>
                <a:tab pos="287020" algn="l"/>
              </a:tabLst>
            </a:pPr>
            <a:r>
              <a:rPr sz="2800">
                <a:solidFill>
                  <a:srgbClr val="C00000"/>
                </a:solidFill>
                <a:latin typeface="Times New Roman"/>
                <a:cs typeface="Times New Roman"/>
              </a:rPr>
              <a:t>Integer</a:t>
            </a:r>
            <a:r>
              <a:rPr sz="2800" spc="-85">
                <a:solidFill>
                  <a:srgbClr val="C00000"/>
                </a:solidFill>
                <a:latin typeface="Times New Roman"/>
                <a:cs typeface="Times New Roman"/>
              </a:rPr>
              <a:t> </a:t>
            </a:r>
            <a:r>
              <a:rPr sz="2800" spc="-10">
                <a:solidFill>
                  <a:srgbClr val="C00000"/>
                </a:solidFill>
                <a:latin typeface="Times New Roman"/>
                <a:cs typeface="Times New Roman"/>
              </a:rPr>
              <a:t>Constants</a:t>
            </a:r>
            <a:endParaRPr sz="2800">
              <a:latin typeface="Times New Roman"/>
              <a:cs typeface="Times New Roman"/>
            </a:endParaRPr>
          </a:p>
          <a:p>
            <a:pPr>
              <a:spcBef>
                <a:spcPts val="45"/>
              </a:spcBef>
            </a:pPr>
            <a:endParaRPr sz="4050">
              <a:latin typeface="Times New Roman"/>
              <a:cs typeface="Times New Roman"/>
            </a:endParaRPr>
          </a:p>
          <a:p>
            <a:pPr marL="405765">
              <a:spcBef>
                <a:spcPts val="5"/>
              </a:spcBef>
            </a:pPr>
            <a:r>
              <a:rPr sz="2800">
                <a:latin typeface="Times New Roman"/>
                <a:cs typeface="Times New Roman"/>
              </a:rPr>
              <a:t>Rules</a:t>
            </a:r>
            <a:r>
              <a:rPr sz="2800" spc="-90">
                <a:latin typeface="Times New Roman"/>
                <a:cs typeface="Times New Roman"/>
              </a:rPr>
              <a:t> </a:t>
            </a:r>
            <a:r>
              <a:rPr sz="2800">
                <a:latin typeface="Times New Roman"/>
                <a:cs typeface="Times New Roman"/>
              </a:rPr>
              <a:t>for</a:t>
            </a:r>
            <a:r>
              <a:rPr sz="2800" spc="-75">
                <a:latin typeface="Times New Roman"/>
                <a:cs typeface="Times New Roman"/>
              </a:rPr>
              <a:t> </a:t>
            </a:r>
            <a:r>
              <a:rPr sz="2800">
                <a:latin typeface="Times New Roman"/>
                <a:cs typeface="Times New Roman"/>
              </a:rPr>
              <a:t>Constructing</a:t>
            </a:r>
            <a:r>
              <a:rPr sz="2800" spc="-95">
                <a:latin typeface="Times New Roman"/>
                <a:cs typeface="Times New Roman"/>
              </a:rPr>
              <a:t> </a:t>
            </a:r>
            <a:r>
              <a:rPr sz="2800">
                <a:latin typeface="Times New Roman"/>
                <a:cs typeface="Times New Roman"/>
              </a:rPr>
              <a:t>Integer</a:t>
            </a:r>
            <a:r>
              <a:rPr sz="2800" spc="-75">
                <a:latin typeface="Times New Roman"/>
                <a:cs typeface="Times New Roman"/>
              </a:rPr>
              <a:t> </a:t>
            </a:r>
            <a:r>
              <a:rPr sz="2800" spc="-10">
                <a:latin typeface="Times New Roman"/>
                <a:cs typeface="Times New Roman"/>
              </a:rPr>
              <a:t>Constants</a:t>
            </a:r>
            <a:endParaRPr sz="2800">
              <a:latin typeface="Times New Roman"/>
              <a:cs typeface="Times New Roman"/>
            </a:endParaRPr>
          </a:p>
          <a:p>
            <a:pPr marL="1155700" indent="-247650">
              <a:spcBef>
                <a:spcPts val="590"/>
              </a:spcBef>
              <a:buChar char="•"/>
              <a:tabLst>
                <a:tab pos="1155700" algn="l"/>
                <a:tab pos="1156335" algn="l"/>
              </a:tabLst>
            </a:pPr>
            <a:r>
              <a:rPr sz="2400">
                <a:latin typeface="Times New Roman"/>
                <a:cs typeface="Times New Roman"/>
              </a:rPr>
              <a:t>An</a:t>
            </a:r>
            <a:r>
              <a:rPr sz="2400" spc="-20">
                <a:latin typeface="Times New Roman"/>
                <a:cs typeface="Times New Roman"/>
              </a:rPr>
              <a:t> </a:t>
            </a:r>
            <a:r>
              <a:rPr sz="2400">
                <a:latin typeface="Times New Roman"/>
                <a:cs typeface="Times New Roman"/>
              </a:rPr>
              <a:t>integer</a:t>
            </a:r>
            <a:r>
              <a:rPr sz="2400" spc="-35">
                <a:latin typeface="Times New Roman"/>
                <a:cs typeface="Times New Roman"/>
              </a:rPr>
              <a:t> </a:t>
            </a:r>
            <a:r>
              <a:rPr sz="2400">
                <a:latin typeface="Times New Roman"/>
                <a:cs typeface="Times New Roman"/>
              </a:rPr>
              <a:t>constant</a:t>
            </a:r>
            <a:r>
              <a:rPr sz="2400" spc="-25">
                <a:latin typeface="Times New Roman"/>
                <a:cs typeface="Times New Roman"/>
              </a:rPr>
              <a:t> </a:t>
            </a:r>
            <a:r>
              <a:rPr sz="2400">
                <a:latin typeface="Times New Roman"/>
                <a:cs typeface="Times New Roman"/>
              </a:rPr>
              <a:t>must</a:t>
            </a:r>
            <a:r>
              <a:rPr sz="2400" spc="-10">
                <a:latin typeface="Times New Roman"/>
                <a:cs typeface="Times New Roman"/>
              </a:rPr>
              <a:t> </a:t>
            </a:r>
            <a:r>
              <a:rPr sz="2400">
                <a:latin typeface="Times New Roman"/>
                <a:cs typeface="Times New Roman"/>
              </a:rPr>
              <a:t>have</a:t>
            </a:r>
            <a:r>
              <a:rPr sz="2400" spc="-15">
                <a:latin typeface="Times New Roman"/>
                <a:cs typeface="Times New Roman"/>
              </a:rPr>
              <a:t> </a:t>
            </a:r>
            <a:r>
              <a:rPr sz="2400">
                <a:latin typeface="Times New Roman"/>
                <a:cs typeface="Times New Roman"/>
              </a:rPr>
              <a:t>at</a:t>
            </a:r>
            <a:r>
              <a:rPr sz="2400" spc="-25">
                <a:latin typeface="Times New Roman"/>
                <a:cs typeface="Times New Roman"/>
              </a:rPr>
              <a:t> </a:t>
            </a:r>
            <a:r>
              <a:rPr sz="2400">
                <a:latin typeface="Times New Roman"/>
                <a:cs typeface="Times New Roman"/>
              </a:rPr>
              <a:t>least</a:t>
            </a:r>
            <a:r>
              <a:rPr sz="2400" spc="-25">
                <a:latin typeface="Times New Roman"/>
                <a:cs typeface="Times New Roman"/>
              </a:rPr>
              <a:t> </a:t>
            </a:r>
            <a:r>
              <a:rPr sz="2400">
                <a:latin typeface="Times New Roman"/>
                <a:cs typeface="Times New Roman"/>
              </a:rPr>
              <a:t>one</a:t>
            </a:r>
            <a:r>
              <a:rPr sz="2400" spc="-20">
                <a:latin typeface="Times New Roman"/>
                <a:cs typeface="Times New Roman"/>
              </a:rPr>
              <a:t> </a:t>
            </a:r>
            <a:r>
              <a:rPr sz="2400" spc="-10">
                <a:latin typeface="Times New Roman"/>
                <a:cs typeface="Times New Roman"/>
              </a:rPr>
              <a:t>digit.</a:t>
            </a:r>
            <a:endParaRPr sz="2400">
              <a:latin typeface="Times New Roman"/>
              <a:cs typeface="Times New Roman"/>
            </a:endParaRPr>
          </a:p>
          <a:p>
            <a:pPr marL="1155700" indent="-247650">
              <a:spcBef>
                <a:spcPts val="575"/>
              </a:spcBef>
              <a:buChar char="•"/>
              <a:tabLst>
                <a:tab pos="1155700" algn="l"/>
                <a:tab pos="1156335" algn="l"/>
              </a:tabLst>
            </a:pPr>
            <a:r>
              <a:rPr sz="2400">
                <a:latin typeface="Times New Roman"/>
                <a:cs typeface="Times New Roman"/>
              </a:rPr>
              <a:t>It</a:t>
            </a:r>
            <a:r>
              <a:rPr sz="2400" spc="-35">
                <a:latin typeface="Times New Roman"/>
                <a:cs typeface="Times New Roman"/>
              </a:rPr>
              <a:t> </a:t>
            </a:r>
            <a:r>
              <a:rPr sz="2400">
                <a:latin typeface="Times New Roman"/>
                <a:cs typeface="Times New Roman"/>
              </a:rPr>
              <a:t>must</a:t>
            </a:r>
            <a:r>
              <a:rPr sz="2400" spc="-5">
                <a:latin typeface="Times New Roman"/>
                <a:cs typeface="Times New Roman"/>
              </a:rPr>
              <a:t> </a:t>
            </a:r>
            <a:r>
              <a:rPr sz="2400">
                <a:latin typeface="Times New Roman"/>
                <a:cs typeface="Times New Roman"/>
              </a:rPr>
              <a:t>not</a:t>
            </a:r>
            <a:r>
              <a:rPr sz="2400" spc="-5">
                <a:latin typeface="Times New Roman"/>
                <a:cs typeface="Times New Roman"/>
              </a:rPr>
              <a:t> </a:t>
            </a:r>
            <a:r>
              <a:rPr sz="2400">
                <a:latin typeface="Times New Roman"/>
                <a:cs typeface="Times New Roman"/>
              </a:rPr>
              <a:t>have</a:t>
            </a:r>
            <a:r>
              <a:rPr sz="2400" spc="-15">
                <a:latin typeface="Times New Roman"/>
                <a:cs typeface="Times New Roman"/>
              </a:rPr>
              <a:t> </a:t>
            </a:r>
            <a:r>
              <a:rPr sz="2400">
                <a:latin typeface="Times New Roman"/>
                <a:cs typeface="Times New Roman"/>
              </a:rPr>
              <a:t>a</a:t>
            </a:r>
            <a:r>
              <a:rPr sz="2400" spc="-20">
                <a:latin typeface="Times New Roman"/>
                <a:cs typeface="Times New Roman"/>
              </a:rPr>
              <a:t> </a:t>
            </a:r>
            <a:r>
              <a:rPr sz="2400">
                <a:latin typeface="Times New Roman"/>
                <a:cs typeface="Times New Roman"/>
              </a:rPr>
              <a:t>decimal</a:t>
            </a:r>
            <a:r>
              <a:rPr sz="2400" spc="-15">
                <a:latin typeface="Times New Roman"/>
                <a:cs typeface="Times New Roman"/>
              </a:rPr>
              <a:t> </a:t>
            </a:r>
            <a:r>
              <a:rPr sz="2400" spc="-10">
                <a:latin typeface="Times New Roman"/>
                <a:cs typeface="Times New Roman"/>
              </a:rPr>
              <a:t>point.</a:t>
            </a:r>
            <a:endParaRPr sz="2400">
              <a:latin typeface="Times New Roman"/>
              <a:cs typeface="Times New Roman"/>
            </a:endParaRPr>
          </a:p>
          <a:p>
            <a:pPr marL="1155700" indent="-247650">
              <a:spcBef>
                <a:spcPts val="580"/>
              </a:spcBef>
              <a:buChar char="•"/>
              <a:tabLst>
                <a:tab pos="1155700" algn="l"/>
                <a:tab pos="1156335" algn="l"/>
              </a:tabLst>
            </a:pPr>
            <a:r>
              <a:rPr sz="2400">
                <a:latin typeface="Times New Roman"/>
                <a:cs typeface="Times New Roman"/>
              </a:rPr>
              <a:t>It</a:t>
            </a:r>
            <a:r>
              <a:rPr sz="2400" spc="-35">
                <a:latin typeface="Times New Roman"/>
                <a:cs typeface="Times New Roman"/>
              </a:rPr>
              <a:t> </a:t>
            </a:r>
            <a:r>
              <a:rPr sz="2400">
                <a:latin typeface="Times New Roman"/>
                <a:cs typeface="Times New Roman"/>
              </a:rPr>
              <a:t>can</a:t>
            </a:r>
            <a:r>
              <a:rPr sz="2400" spc="-15">
                <a:latin typeface="Times New Roman"/>
                <a:cs typeface="Times New Roman"/>
              </a:rPr>
              <a:t> </a:t>
            </a:r>
            <a:r>
              <a:rPr sz="2400">
                <a:latin typeface="Times New Roman"/>
                <a:cs typeface="Times New Roman"/>
              </a:rPr>
              <a:t>be</a:t>
            </a:r>
            <a:r>
              <a:rPr sz="2400" spc="-15">
                <a:latin typeface="Times New Roman"/>
                <a:cs typeface="Times New Roman"/>
              </a:rPr>
              <a:t> </a:t>
            </a:r>
            <a:r>
              <a:rPr sz="2400">
                <a:latin typeface="Times New Roman"/>
                <a:cs typeface="Times New Roman"/>
              </a:rPr>
              <a:t>either</a:t>
            </a:r>
            <a:r>
              <a:rPr sz="2400" spc="-15">
                <a:latin typeface="Times New Roman"/>
                <a:cs typeface="Times New Roman"/>
              </a:rPr>
              <a:t> </a:t>
            </a:r>
            <a:r>
              <a:rPr sz="2400">
                <a:latin typeface="Times New Roman"/>
                <a:cs typeface="Times New Roman"/>
              </a:rPr>
              <a:t>positive</a:t>
            </a:r>
            <a:r>
              <a:rPr sz="2400" spc="-30">
                <a:latin typeface="Times New Roman"/>
                <a:cs typeface="Times New Roman"/>
              </a:rPr>
              <a:t> </a:t>
            </a:r>
            <a:r>
              <a:rPr sz="2400">
                <a:latin typeface="Times New Roman"/>
                <a:cs typeface="Times New Roman"/>
              </a:rPr>
              <a:t>or </a:t>
            </a:r>
            <a:r>
              <a:rPr sz="2400" spc="-10">
                <a:latin typeface="Times New Roman"/>
                <a:cs typeface="Times New Roman"/>
              </a:rPr>
              <a:t>negative.</a:t>
            </a:r>
            <a:endParaRPr sz="2400">
              <a:latin typeface="Times New Roman"/>
              <a:cs typeface="Times New Roman"/>
            </a:endParaRPr>
          </a:p>
          <a:p>
            <a:pPr marL="1155700" marR="5080" indent="-247015">
              <a:spcBef>
                <a:spcPts val="575"/>
              </a:spcBef>
              <a:buChar char="•"/>
              <a:tabLst>
                <a:tab pos="1155700" algn="l"/>
                <a:tab pos="1156335" algn="l"/>
                <a:tab pos="1507490" algn="l"/>
                <a:tab pos="1961514" algn="l"/>
                <a:tab pos="2620010" algn="l"/>
                <a:tab pos="3836670" algn="l"/>
                <a:tab pos="4272280" algn="l"/>
                <a:tab pos="5267960" algn="l"/>
                <a:tab pos="6431280" algn="l"/>
                <a:tab pos="6749415" algn="l"/>
                <a:tab pos="7101840" algn="l"/>
                <a:tab pos="8300084" algn="l"/>
                <a:tab pos="8686800" algn="l"/>
              </a:tabLst>
            </a:pPr>
            <a:r>
              <a:rPr sz="2400" spc="-25">
                <a:latin typeface="Times New Roman"/>
                <a:cs typeface="Times New Roman"/>
              </a:rPr>
              <a:t>If</a:t>
            </a:r>
            <a:r>
              <a:rPr sz="2400">
                <a:latin typeface="Times New Roman"/>
                <a:cs typeface="Times New Roman"/>
              </a:rPr>
              <a:t>	</a:t>
            </a:r>
            <a:r>
              <a:rPr sz="2400" spc="-25">
                <a:latin typeface="Times New Roman"/>
                <a:cs typeface="Times New Roman"/>
              </a:rPr>
              <a:t>no</a:t>
            </a:r>
            <a:r>
              <a:rPr sz="2400">
                <a:latin typeface="Times New Roman"/>
                <a:cs typeface="Times New Roman"/>
              </a:rPr>
              <a:t>	</a:t>
            </a:r>
            <a:r>
              <a:rPr sz="2400" spc="-20">
                <a:latin typeface="Times New Roman"/>
                <a:cs typeface="Times New Roman"/>
              </a:rPr>
              <a:t>sign</a:t>
            </a:r>
            <a:r>
              <a:rPr sz="2400">
                <a:latin typeface="Times New Roman"/>
                <a:cs typeface="Times New Roman"/>
              </a:rPr>
              <a:t>	</a:t>
            </a:r>
            <a:r>
              <a:rPr sz="2400" spc="-10">
                <a:latin typeface="Times New Roman"/>
                <a:cs typeface="Times New Roman"/>
              </a:rPr>
              <a:t>precedes</a:t>
            </a:r>
            <a:r>
              <a:rPr sz="2400">
                <a:latin typeface="Times New Roman"/>
                <a:cs typeface="Times New Roman"/>
              </a:rPr>
              <a:t>	</a:t>
            </a:r>
            <a:r>
              <a:rPr sz="2400" spc="-25">
                <a:latin typeface="Times New Roman"/>
                <a:cs typeface="Times New Roman"/>
              </a:rPr>
              <a:t>an</a:t>
            </a:r>
            <a:r>
              <a:rPr sz="2400">
                <a:latin typeface="Times New Roman"/>
                <a:cs typeface="Times New Roman"/>
              </a:rPr>
              <a:t>	</a:t>
            </a:r>
            <a:r>
              <a:rPr sz="2400" spc="-10">
                <a:latin typeface="Times New Roman"/>
                <a:cs typeface="Times New Roman"/>
              </a:rPr>
              <a:t>integer</a:t>
            </a:r>
            <a:r>
              <a:rPr sz="2400">
                <a:latin typeface="Times New Roman"/>
                <a:cs typeface="Times New Roman"/>
              </a:rPr>
              <a:t>	</a:t>
            </a:r>
            <a:r>
              <a:rPr sz="2400" spc="-10">
                <a:latin typeface="Times New Roman"/>
                <a:cs typeface="Times New Roman"/>
              </a:rPr>
              <a:t>constant</a:t>
            </a:r>
            <a:r>
              <a:rPr sz="2400">
                <a:latin typeface="Times New Roman"/>
                <a:cs typeface="Times New Roman"/>
              </a:rPr>
              <a:t>	</a:t>
            </a:r>
            <a:r>
              <a:rPr sz="2400" spc="-25">
                <a:latin typeface="Times New Roman"/>
                <a:cs typeface="Times New Roman"/>
              </a:rPr>
              <a:t>it</a:t>
            </a:r>
            <a:r>
              <a:rPr sz="2400">
                <a:latin typeface="Times New Roman"/>
                <a:cs typeface="Times New Roman"/>
              </a:rPr>
              <a:t>	</a:t>
            </a:r>
            <a:r>
              <a:rPr sz="2400" spc="-25">
                <a:latin typeface="Times New Roman"/>
                <a:cs typeface="Times New Roman"/>
              </a:rPr>
              <a:t>is</a:t>
            </a:r>
            <a:r>
              <a:rPr sz="2400">
                <a:latin typeface="Times New Roman"/>
                <a:cs typeface="Times New Roman"/>
              </a:rPr>
              <a:t>	</a:t>
            </a:r>
            <a:r>
              <a:rPr sz="2400" spc="-10">
                <a:latin typeface="Times New Roman"/>
                <a:cs typeface="Times New Roman"/>
              </a:rPr>
              <a:t>assumed</a:t>
            </a:r>
            <a:r>
              <a:rPr sz="2400">
                <a:latin typeface="Times New Roman"/>
                <a:cs typeface="Times New Roman"/>
              </a:rPr>
              <a:t>	</a:t>
            </a:r>
            <a:r>
              <a:rPr sz="2400" spc="-25">
                <a:latin typeface="Times New Roman"/>
                <a:cs typeface="Times New Roman"/>
              </a:rPr>
              <a:t>to</a:t>
            </a:r>
            <a:r>
              <a:rPr sz="2400">
                <a:latin typeface="Times New Roman"/>
                <a:cs typeface="Times New Roman"/>
              </a:rPr>
              <a:t>	</a:t>
            </a:r>
            <a:r>
              <a:rPr sz="2400" spc="-25">
                <a:latin typeface="Times New Roman"/>
                <a:cs typeface="Times New Roman"/>
              </a:rPr>
              <a:t>be </a:t>
            </a:r>
            <a:r>
              <a:rPr sz="2400" spc="-10">
                <a:latin typeface="Times New Roman"/>
                <a:cs typeface="Times New Roman"/>
              </a:rPr>
              <a:t>positive.</a:t>
            </a:r>
            <a:endParaRPr sz="2400">
              <a:latin typeface="Times New Roman"/>
              <a:cs typeface="Times New Roman"/>
            </a:endParaRPr>
          </a:p>
          <a:p>
            <a:pPr marL="1155700" indent="-247650">
              <a:spcBef>
                <a:spcPts val="580"/>
              </a:spcBef>
              <a:buChar char="•"/>
              <a:tabLst>
                <a:tab pos="1155700" algn="l"/>
                <a:tab pos="1156335" algn="l"/>
              </a:tabLst>
            </a:pPr>
            <a:r>
              <a:rPr sz="2400">
                <a:latin typeface="Times New Roman"/>
                <a:cs typeface="Times New Roman"/>
              </a:rPr>
              <a:t>No</a:t>
            </a:r>
            <a:r>
              <a:rPr sz="2400" spc="-15">
                <a:latin typeface="Times New Roman"/>
                <a:cs typeface="Times New Roman"/>
              </a:rPr>
              <a:t> </a:t>
            </a:r>
            <a:r>
              <a:rPr sz="2400">
                <a:latin typeface="Times New Roman"/>
                <a:cs typeface="Times New Roman"/>
              </a:rPr>
              <a:t>commas</a:t>
            </a:r>
            <a:r>
              <a:rPr sz="2400" spc="10">
                <a:latin typeface="Times New Roman"/>
                <a:cs typeface="Times New Roman"/>
              </a:rPr>
              <a:t> </a:t>
            </a:r>
            <a:r>
              <a:rPr sz="2400">
                <a:latin typeface="Times New Roman"/>
                <a:cs typeface="Times New Roman"/>
              </a:rPr>
              <a:t>or</a:t>
            </a:r>
            <a:r>
              <a:rPr sz="2400" spc="-10">
                <a:latin typeface="Times New Roman"/>
                <a:cs typeface="Times New Roman"/>
              </a:rPr>
              <a:t> </a:t>
            </a:r>
            <a:r>
              <a:rPr sz="2400">
                <a:latin typeface="Times New Roman"/>
                <a:cs typeface="Times New Roman"/>
              </a:rPr>
              <a:t>blanks</a:t>
            </a:r>
            <a:r>
              <a:rPr sz="2400" spc="-15">
                <a:latin typeface="Times New Roman"/>
                <a:cs typeface="Times New Roman"/>
              </a:rPr>
              <a:t> </a:t>
            </a:r>
            <a:r>
              <a:rPr sz="2400">
                <a:latin typeface="Times New Roman"/>
                <a:cs typeface="Times New Roman"/>
              </a:rPr>
              <a:t>are</a:t>
            </a:r>
            <a:r>
              <a:rPr sz="2400" spc="-15">
                <a:latin typeface="Times New Roman"/>
                <a:cs typeface="Times New Roman"/>
              </a:rPr>
              <a:t> </a:t>
            </a:r>
            <a:r>
              <a:rPr sz="2400">
                <a:latin typeface="Times New Roman"/>
                <a:cs typeface="Times New Roman"/>
              </a:rPr>
              <a:t>allowed</a:t>
            </a:r>
            <a:r>
              <a:rPr sz="2400" spc="-25">
                <a:latin typeface="Times New Roman"/>
                <a:cs typeface="Times New Roman"/>
              </a:rPr>
              <a:t> </a:t>
            </a:r>
            <a:r>
              <a:rPr sz="2400">
                <a:latin typeface="Times New Roman"/>
                <a:cs typeface="Times New Roman"/>
              </a:rPr>
              <a:t>within</a:t>
            </a:r>
            <a:r>
              <a:rPr sz="2400" spc="-30">
                <a:latin typeface="Times New Roman"/>
                <a:cs typeface="Times New Roman"/>
              </a:rPr>
              <a:t> </a:t>
            </a:r>
            <a:r>
              <a:rPr sz="2400">
                <a:latin typeface="Times New Roman"/>
                <a:cs typeface="Times New Roman"/>
              </a:rPr>
              <a:t>an</a:t>
            </a:r>
            <a:r>
              <a:rPr sz="2400" spc="-5">
                <a:latin typeface="Times New Roman"/>
                <a:cs typeface="Times New Roman"/>
              </a:rPr>
              <a:t> </a:t>
            </a:r>
            <a:r>
              <a:rPr sz="2400">
                <a:latin typeface="Times New Roman"/>
                <a:cs typeface="Times New Roman"/>
              </a:rPr>
              <a:t>integer</a:t>
            </a:r>
            <a:r>
              <a:rPr sz="2400" spc="-35">
                <a:latin typeface="Times New Roman"/>
                <a:cs typeface="Times New Roman"/>
              </a:rPr>
              <a:t> </a:t>
            </a:r>
            <a:r>
              <a:rPr sz="2400" spc="-10">
                <a:latin typeface="Times New Roman"/>
                <a:cs typeface="Times New Roman"/>
              </a:rPr>
              <a:t>constant.</a:t>
            </a:r>
            <a:endParaRPr sz="2400">
              <a:latin typeface="Times New Roman"/>
              <a:cs typeface="Times New Roman"/>
            </a:endParaRPr>
          </a:p>
        </p:txBody>
      </p:sp>
    </p:spTree>
    <p:extLst>
      <p:ext uri="{BB962C8B-B14F-4D97-AF65-F5344CB8AC3E}">
        <p14:creationId xmlns:p14="http://schemas.microsoft.com/office/powerpoint/2010/main" val="5956724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17549" y="2823256"/>
            <a:ext cx="8098654" cy="2635016"/>
          </a:xfrm>
          <a:prstGeom prst="rect">
            <a:avLst/>
          </a:prstGeom>
        </p:spPr>
      </p:pic>
      <p:sp>
        <p:nvSpPr>
          <p:cNvPr id="3" name="object 3"/>
          <p:cNvSpPr txBox="1">
            <a:spLocks noGrp="1"/>
          </p:cNvSpPr>
          <p:nvPr>
            <p:ph type="title"/>
          </p:nvPr>
        </p:nvSpPr>
        <p:spPr>
          <a:xfrm>
            <a:off x="1755141" y="1089405"/>
            <a:ext cx="3566795" cy="391160"/>
          </a:xfrm>
          <a:prstGeom prst="rect">
            <a:avLst/>
          </a:prstGeom>
        </p:spPr>
        <p:txBody>
          <a:bodyPr vert="horz" wrap="square" lIns="0" tIns="12700" rIns="0" bIns="0" rtlCol="0" anchor="ctr">
            <a:spAutoFit/>
          </a:bodyPr>
          <a:lstStyle/>
          <a:p>
            <a:pPr marL="12700">
              <a:lnSpc>
                <a:spcPct val="100000"/>
              </a:lnSpc>
              <a:spcBef>
                <a:spcPts val="100"/>
              </a:spcBef>
            </a:pPr>
            <a:r>
              <a:rPr sz="2400"/>
              <a:t>Example</a:t>
            </a:r>
            <a:r>
              <a:rPr sz="2400" spc="-25"/>
              <a:t> </a:t>
            </a:r>
            <a:r>
              <a:rPr sz="2400"/>
              <a:t>of</a:t>
            </a:r>
            <a:r>
              <a:rPr sz="2400" spc="-10"/>
              <a:t> </a:t>
            </a:r>
            <a:r>
              <a:rPr sz="2400"/>
              <a:t>Integer</a:t>
            </a:r>
            <a:r>
              <a:rPr sz="2400" spc="-20"/>
              <a:t> </a:t>
            </a:r>
            <a:r>
              <a:rPr sz="2400" spc="-10"/>
              <a:t>Constans</a:t>
            </a:r>
            <a:endParaRPr sz="2400"/>
          </a:p>
        </p:txBody>
      </p:sp>
    </p:spTree>
    <p:extLst>
      <p:ext uri="{BB962C8B-B14F-4D97-AF65-F5344CB8AC3E}">
        <p14:creationId xmlns:p14="http://schemas.microsoft.com/office/powerpoint/2010/main" val="20417827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39" y="-795694"/>
            <a:ext cx="2264410" cy="2043508"/>
          </a:xfrm>
          <a:prstGeom prst="rect">
            <a:avLst/>
          </a:prstGeom>
        </p:spPr>
        <p:txBody>
          <a:bodyPr vert="horz" wrap="square" lIns="0" tIns="12065" rIns="0" bIns="0" rtlCol="0" anchor="ctr">
            <a:spAutoFit/>
          </a:bodyPr>
          <a:lstStyle/>
          <a:p>
            <a:pPr marL="12700">
              <a:lnSpc>
                <a:spcPct val="100000"/>
              </a:lnSpc>
              <a:spcBef>
                <a:spcPts val="95"/>
              </a:spcBef>
            </a:pPr>
            <a:r>
              <a:t>Real</a:t>
            </a:r>
            <a:r>
              <a:rPr spc="-85"/>
              <a:t> </a:t>
            </a:r>
            <a:r>
              <a:rPr spc="-10"/>
              <a:t>Constants:</a:t>
            </a:r>
          </a:p>
        </p:txBody>
      </p:sp>
      <p:sp>
        <p:nvSpPr>
          <p:cNvPr id="3" name="object 3"/>
          <p:cNvSpPr txBox="1"/>
          <p:nvPr/>
        </p:nvSpPr>
        <p:spPr>
          <a:xfrm>
            <a:off x="1692656" y="399931"/>
            <a:ext cx="8898255" cy="5363007"/>
          </a:xfrm>
          <a:prstGeom prst="rect">
            <a:avLst/>
          </a:prstGeom>
        </p:spPr>
        <p:txBody>
          <a:bodyPr vert="horz" wrap="square" lIns="0" tIns="114300" rIns="0" bIns="0" rtlCol="0">
            <a:spAutoFit/>
          </a:bodyPr>
          <a:lstStyle/>
          <a:p>
            <a:pPr marL="299085" indent="-287020">
              <a:spcBef>
                <a:spcPts val="900"/>
              </a:spcBef>
              <a:buClr>
                <a:srgbClr val="9BBA58"/>
              </a:buClr>
              <a:buFont typeface="Arial"/>
              <a:buChar char="•"/>
              <a:tabLst>
                <a:tab pos="299720" algn="l"/>
              </a:tabLst>
            </a:pPr>
            <a:r>
              <a:rPr sz="3200">
                <a:latin typeface="Times New Roman"/>
                <a:cs typeface="Times New Roman"/>
              </a:rPr>
              <a:t>Rules</a:t>
            </a:r>
            <a:r>
              <a:rPr sz="3200" spc="-25">
                <a:latin typeface="Times New Roman"/>
                <a:cs typeface="Times New Roman"/>
              </a:rPr>
              <a:t> </a:t>
            </a:r>
            <a:r>
              <a:rPr sz="3200">
                <a:latin typeface="Times New Roman"/>
                <a:cs typeface="Times New Roman"/>
              </a:rPr>
              <a:t>for</a:t>
            </a:r>
            <a:r>
              <a:rPr sz="3200" spc="-15">
                <a:latin typeface="Times New Roman"/>
                <a:cs typeface="Times New Roman"/>
              </a:rPr>
              <a:t> </a:t>
            </a:r>
            <a:r>
              <a:rPr sz="3200">
                <a:latin typeface="Times New Roman"/>
                <a:cs typeface="Times New Roman"/>
              </a:rPr>
              <a:t>Constructing</a:t>
            </a:r>
            <a:r>
              <a:rPr sz="3200" spc="-35">
                <a:latin typeface="Times New Roman"/>
                <a:cs typeface="Times New Roman"/>
              </a:rPr>
              <a:t> </a:t>
            </a:r>
            <a:r>
              <a:rPr sz="3200">
                <a:latin typeface="Times New Roman"/>
                <a:cs typeface="Times New Roman"/>
              </a:rPr>
              <a:t>Real </a:t>
            </a:r>
            <a:r>
              <a:rPr sz="3200" spc="-10">
                <a:latin typeface="Times New Roman"/>
                <a:cs typeface="Times New Roman"/>
              </a:rPr>
              <a:t>Constants</a:t>
            </a:r>
            <a:endParaRPr sz="3200">
              <a:latin typeface="Times New Roman"/>
              <a:cs typeface="Times New Roman"/>
            </a:endParaRPr>
          </a:p>
          <a:p>
            <a:pPr marL="1065530" marR="5080" lvl="1" indent="-247015" algn="just">
              <a:spcBef>
                <a:spcPts val="595"/>
              </a:spcBef>
              <a:buChar char="•"/>
              <a:tabLst>
                <a:tab pos="1066165" algn="l"/>
              </a:tabLst>
            </a:pPr>
            <a:r>
              <a:rPr sz="2400">
                <a:latin typeface="Times New Roman"/>
                <a:cs typeface="Times New Roman"/>
              </a:rPr>
              <a:t>Real</a:t>
            </a:r>
            <a:r>
              <a:rPr sz="2400" spc="50">
                <a:latin typeface="Times New Roman"/>
                <a:cs typeface="Times New Roman"/>
              </a:rPr>
              <a:t>  </a:t>
            </a:r>
            <a:r>
              <a:rPr sz="2400">
                <a:latin typeface="Times New Roman"/>
                <a:cs typeface="Times New Roman"/>
              </a:rPr>
              <a:t>constants</a:t>
            </a:r>
            <a:r>
              <a:rPr sz="2400" spc="55">
                <a:latin typeface="Times New Roman"/>
                <a:cs typeface="Times New Roman"/>
              </a:rPr>
              <a:t>  </a:t>
            </a:r>
            <a:r>
              <a:rPr sz="2400">
                <a:latin typeface="Times New Roman"/>
                <a:cs typeface="Times New Roman"/>
              </a:rPr>
              <a:t>are</a:t>
            </a:r>
            <a:r>
              <a:rPr sz="2400" spc="55">
                <a:latin typeface="Times New Roman"/>
                <a:cs typeface="Times New Roman"/>
              </a:rPr>
              <a:t>  </a:t>
            </a:r>
            <a:r>
              <a:rPr sz="2400">
                <a:latin typeface="Times New Roman"/>
                <a:cs typeface="Times New Roman"/>
              </a:rPr>
              <a:t>often</a:t>
            </a:r>
            <a:r>
              <a:rPr sz="2400" spc="55">
                <a:latin typeface="Times New Roman"/>
                <a:cs typeface="Times New Roman"/>
              </a:rPr>
              <a:t>  </a:t>
            </a:r>
            <a:r>
              <a:rPr sz="2400">
                <a:latin typeface="Times New Roman"/>
                <a:cs typeface="Times New Roman"/>
              </a:rPr>
              <a:t>called</a:t>
            </a:r>
            <a:r>
              <a:rPr sz="2400" spc="55">
                <a:latin typeface="Times New Roman"/>
                <a:cs typeface="Times New Roman"/>
              </a:rPr>
              <a:t>  </a:t>
            </a:r>
            <a:r>
              <a:rPr sz="2400">
                <a:latin typeface="Times New Roman"/>
                <a:cs typeface="Times New Roman"/>
              </a:rPr>
              <a:t>Floating</a:t>
            </a:r>
            <a:r>
              <a:rPr sz="2400" spc="55">
                <a:latin typeface="Times New Roman"/>
                <a:cs typeface="Times New Roman"/>
              </a:rPr>
              <a:t>  </a:t>
            </a:r>
            <a:r>
              <a:rPr sz="2400">
                <a:latin typeface="Times New Roman"/>
                <a:cs typeface="Times New Roman"/>
              </a:rPr>
              <a:t>Point</a:t>
            </a:r>
            <a:r>
              <a:rPr sz="2400" spc="55">
                <a:latin typeface="Times New Roman"/>
                <a:cs typeface="Times New Roman"/>
              </a:rPr>
              <a:t>  </a:t>
            </a:r>
            <a:r>
              <a:rPr sz="2400">
                <a:latin typeface="Times New Roman"/>
                <a:cs typeface="Times New Roman"/>
              </a:rPr>
              <a:t>constants.</a:t>
            </a:r>
            <a:r>
              <a:rPr sz="2400" spc="695">
                <a:latin typeface="Times New Roman"/>
                <a:cs typeface="Times New Roman"/>
              </a:rPr>
              <a:t> </a:t>
            </a:r>
            <a:r>
              <a:rPr sz="2400" spc="-25">
                <a:latin typeface="Times New Roman"/>
                <a:cs typeface="Times New Roman"/>
              </a:rPr>
              <a:t>It </a:t>
            </a:r>
            <a:r>
              <a:rPr sz="2400">
                <a:latin typeface="Times New Roman"/>
                <a:cs typeface="Times New Roman"/>
              </a:rPr>
              <a:t>consists</a:t>
            </a:r>
            <a:r>
              <a:rPr sz="2400" spc="250">
                <a:latin typeface="Times New Roman"/>
                <a:cs typeface="Times New Roman"/>
              </a:rPr>
              <a:t> </a:t>
            </a:r>
            <a:r>
              <a:rPr sz="2400">
                <a:latin typeface="Times New Roman"/>
                <a:cs typeface="Times New Roman"/>
              </a:rPr>
              <a:t>of</a:t>
            </a:r>
            <a:r>
              <a:rPr sz="2400" spc="229">
                <a:latin typeface="Times New Roman"/>
                <a:cs typeface="Times New Roman"/>
              </a:rPr>
              <a:t> </a:t>
            </a:r>
            <a:r>
              <a:rPr sz="2400">
                <a:latin typeface="Times New Roman"/>
                <a:cs typeface="Times New Roman"/>
              </a:rPr>
              <a:t>integral</a:t>
            </a:r>
            <a:r>
              <a:rPr sz="2400" spc="245">
                <a:latin typeface="Times New Roman"/>
                <a:cs typeface="Times New Roman"/>
              </a:rPr>
              <a:t> </a:t>
            </a:r>
            <a:r>
              <a:rPr sz="2400">
                <a:latin typeface="Times New Roman"/>
                <a:cs typeface="Times New Roman"/>
              </a:rPr>
              <a:t>part</a:t>
            </a:r>
            <a:r>
              <a:rPr sz="2400" spc="235">
                <a:latin typeface="Times New Roman"/>
                <a:cs typeface="Times New Roman"/>
              </a:rPr>
              <a:t> </a:t>
            </a:r>
            <a:r>
              <a:rPr sz="2400">
                <a:latin typeface="Times New Roman"/>
                <a:cs typeface="Times New Roman"/>
              </a:rPr>
              <a:t>and</a:t>
            </a:r>
            <a:r>
              <a:rPr sz="2400" spc="245">
                <a:latin typeface="Times New Roman"/>
                <a:cs typeface="Times New Roman"/>
              </a:rPr>
              <a:t> </a:t>
            </a:r>
            <a:r>
              <a:rPr sz="2400">
                <a:latin typeface="Times New Roman"/>
                <a:cs typeface="Times New Roman"/>
              </a:rPr>
              <a:t>fractional</a:t>
            </a:r>
            <a:r>
              <a:rPr sz="2400" spc="250">
                <a:latin typeface="Times New Roman"/>
                <a:cs typeface="Times New Roman"/>
              </a:rPr>
              <a:t> </a:t>
            </a:r>
            <a:r>
              <a:rPr sz="2400">
                <a:latin typeface="Times New Roman"/>
                <a:cs typeface="Times New Roman"/>
              </a:rPr>
              <a:t>part.</a:t>
            </a:r>
            <a:r>
              <a:rPr sz="2400" spc="245">
                <a:latin typeface="Times New Roman"/>
                <a:cs typeface="Times New Roman"/>
              </a:rPr>
              <a:t> </a:t>
            </a:r>
            <a:r>
              <a:rPr sz="2400">
                <a:latin typeface="Times New Roman"/>
                <a:cs typeface="Times New Roman"/>
              </a:rPr>
              <a:t>The</a:t>
            </a:r>
            <a:r>
              <a:rPr sz="2400" spc="229">
                <a:latin typeface="Times New Roman"/>
                <a:cs typeface="Times New Roman"/>
              </a:rPr>
              <a:t> </a:t>
            </a:r>
            <a:r>
              <a:rPr sz="2400">
                <a:latin typeface="Times New Roman"/>
                <a:cs typeface="Times New Roman"/>
              </a:rPr>
              <a:t>real</a:t>
            </a:r>
            <a:r>
              <a:rPr sz="2400" spc="250">
                <a:latin typeface="Times New Roman"/>
                <a:cs typeface="Times New Roman"/>
              </a:rPr>
              <a:t> </a:t>
            </a:r>
            <a:r>
              <a:rPr sz="2400" spc="-10">
                <a:latin typeface="Times New Roman"/>
                <a:cs typeface="Times New Roman"/>
              </a:rPr>
              <a:t>constants </a:t>
            </a:r>
            <a:r>
              <a:rPr sz="2400">
                <a:latin typeface="Times New Roman"/>
                <a:cs typeface="Times New Roman"/>
              </a:rPr>
              <a:t>can</a:t>
            </a:r>
            <a:r>
              <a:rPr sz="2400" spc="-25">
                <a:latin typeface="Times New Roman"/>
                <a:cs typeface="Times New Roman"/>
              </a:rPr>
              <a:t> </a:t>
            </a:r>
            <a:r>
              <a:rPr sz="2400">
                <a:latin typeface="Times New Roman"/>
                <a:cs typeface="Times New Roman"/>
              </a:rPr>
              <a:t>be </a:t>
            </a:r>
            <a:r>
              <a:rPr sz="2400" spc="-25">
                <a:latin typeface="Times New Roman"/>
                <a:cs typeface="Times New Roman"/>
              </a:rPr>
              <a:t>in</a:t>
            </a:r>
            <a:endParaRPr sz="2400">
              <a:latin typeface="Times New Roman"/>
              <a:cs typeface="Times New Roman"/>
            </a:endParaRPr>
          </a:p>
          <a:p>
            <a:pPr marL="1111250" lvl="2" indent="-210820" algn="just">
              <a:spcBef>
                <a:spcPts val="580"/>
              </a:spcBef>
              <a:buClr>
                <a:srgbClr val="9BBA58"/>
              </a:buClr>
              <a:buChar char="–"/>
              <a:tabLst>
                <a:tab pos="1111885" algn="l"/>
              </a:tabLst>
            </a:pPr>
            <a:r>
              <a:rPr sz="2400">
                <a:latin typeface="Times New Roman"/>
                <a:cs typeface="Times New Roman"/>
              </a:rPr>
              <a:t>Fractional</a:t>
            </a:r>
            <a:r>
              <a:rPr sz="2400" spc="-45">
                <a:latin typeface="Times New Roman"/>
                <a:cs typeface="Times New Roman"/>
              </a:rPr>
              <a:t> </a:t>
            </a:r>
            <a:r>
              <a:rPr sz="2400" spc="-20">
                <a:latin typeface="Times New Roman"/>
                <a:cs typeface="Times New Roman"/>
              </a:rPr>
              <a:t>form</a:t>
            </a:r>
            <a:endParaRPr sz="2400">
              <a:latin typeface="Times New Roman"/>
              <a:cs typeface="Times New Roman"/>
            </a:endParaRPr>
          </a:p>
          <a:p>
            <a:pPr marL="1111250" lvl="2" indent="-210820" algn="just">
              <a:spcBef>
                <a:spcPts val="575"/>
              </a:spcBef>
              <a:buClr>
                <a:srgbClr val="9BBA58"/>
              </a:buClr>
              <a:buChar char="–"/>
              <a:tabLst>
                <a:tab pos="1111885" algn="l"/>
              </a:tabLst>
            </a:pPr>
            <a:r>
              <a:rPr sz="2400">
                <a:latin typeface="Times New Roman"/>
                <a:cs typeface="Times New Roman"/>
              </a:rPr>
              <a:t>Exponential</a:t>
            </a:r>
            <a:r>
              <a:rPr sz="2400" spc="-30">
                <a:latin typeface="Times New Roman"/>
                <a:cs typeface="Times New Roman"/>
              </a:rPr>
              <a:t> </a:t>
            </a:r>
            <a:r>
              <a:rPr sz="2400" spc="-10">
                <a:latin typeface="Times New Roman"/>
                <a:cs typeface="Times New Roman"/>
              </a:rPr>
              <a:t>form.</a:t>
            </a:r>
            <a:endParaRPr sz="2400">
              <a:latin typeface="Times New Roman"/>
              <a:cs typeface="Times New Roman"/>
            </a:endParaRPr>
          </a:p>
          <a:p>
            <a:pPr marL="1065530" lvl="1" indent="-247015" algn="just">
              <a:spcBef>
                <a:spcPts val="575"/>
              </a:spcBef>
              <a:buChar char="•"/>
              <a:tabLst>
                <a:tab pos="1066165" algn="l"/>
              </a:tabLst>
            </a:pPr>
            <a:r>
              <a:rPr sz="2400">
                <a:latin typeface="Times New Roman"/>
                <a:cs typeface="Times New Roman"/>
              </a:rPr>
              <a:t>In</a:t>
            </a:r>
            <a:r>
              <a:rPr sz="2400" spc="-15">
                <a:latin typeface="Times New Roman"/>
                <a:cs typeface="Times New Roman"/>
              </a:rPr>
              <a:t> </a:t>
            </a:r>
            <a:r>
              <a:rPr sz="2400">
                <a:latin typeface="Times New Roman"/>
                <a:cs typeface="Times New Roman"/>
              </a:rPr>
              <a:t>Fractional</a:t>
            </a:r>
            <a:r>
              <a:rPr sz="2400" spc="-30">
                <a:latin typeface="Times New Roman"/>
                <a:cs typeface="Times New Roman"/>
              </a:rPr>
              <a:t> </a:t>
            </a:r>
            <a:r>
              <a:rPr sz="2400" spc="-20">
                <a:latin typeface="Times New Roman"/>
                <a:cs typeface="Times New Roman"/>
              </a:rPr>
              <a:t>Form</a:t>
            </a:r>
            <a:endParaRPr sz="2400">
              <a:latin typeface="Times New Roman"/>
              <a:cs typeface="Times New Roman"/>
            </a:endParaRPr>
          </a:p>
          <a:p>
            <a:pPr marL="1111250" lvl="2" indent="-210820" algn="just">
              <a:spcBef>
                <a:spcPts val="580"/>
              </a:spcBef>
              <a:buClr>
                <a:srgbClr val="9BBA58"/>
              </a:buClr>
              <a:buChar char="–"/>
              <a:tabLst>
                <a:tab pos="1111885" algn="l"/>
              </a:tabLst>
            </a:pPr>
            <a:r>
              <a:rPr sz="2400">
                <a:latin typeface="Times New Roman"/>
                <a:cs typeface="Times New Roman"/>
              </a:rPr>
              <a:t>A</a:t>
            </a:r>
            <a:r>
              <a:rPr sz="2400" spc="-155">
                <a:latin typeface="Times New Roman"/>
                <a:cs typeface="Times New Roman"/>
              </a:rPr>
              <a:t> </a:t>
            </a:r>
            <a:r>
              <a:rPr sz="2400">
                <a:latin typeface="Times New Roman"/>
                <a:cs typeface="Times New Roman"/>
              </a:rPr>
              <a:t>real</a:t>
            </a:r>
            <a:r>
              <a:rPr sz="2400" spc="-20">
                <a:latin typeface="Times New Roman"/>
                <a:cs typeface="Times New Roman"/>
              </a:rPr>
              <a:t> </a:t>
            </a:r>
            <a:r>
              <a:rPr sz="2400">
                <a:latin typeface="Times New Roman"/>
                <a:cs typeface="Times New Roman"/>
              </a:rPr>
              <a:t>constant</a:t>
            </a:r>
            <a:r>
              <a:rPr sz="2400" spc="-30">
                <a:latin typeface="Times New Roman"/>
                <a:cs typeface="Times New Roman"/>
              </a:rPr>
              <a:t> </a:t>
            </a:r>
            <a:r>
              <a:rPr sz="2400">
                <a:latin typeface="Times New Roman"/>
                <a:cs typeface="Times New Roman"/>
              </a:rPr>
              <a:t>must</a:t>
            </a:r>
            <a:r>
              <a:rPr sz="2400" spc="15">
                <a:latin typeface="Times New Roman"/>
                <a:cs typeface="Times New Roman"/>
              </a:rPr>
              <a:t> </a:t>
            </a:r>
            <a:r>
              <a:rPr sz="2400">
                <a:latin typeface="Times New Roman"/>
                <a:cs typeface="Times New Roman"/>
              </a:rPr>
              <a:t>have</a:t>
            </a:r>
            <a:r>
              <a:rPr sz="2400" spc="-20">
                <a:latin typeface="Times New Roman"/>
                <a:cs typeface="Times New Roman"/>
              </a:rPr>
              <a:t> </a:t>
            </a:r>
            <a:r>
              <a:rPr sz="2400">
                <a:latin typeface="Times New Roman"/>
                <a:cs typeface="Times New Roman"/>
              </a:rPr>
              <a:t>at</a:t>
            </a:r>
            <a:r>
              <a:rPr sz="2400" spc="-15">
                <a:latin typeface="Times New Roman"/>
                <a:cs typeface="Times New Roman"/>
              </a:rPr>
              <a:t> </a:t>
            </a:r>
            <a:r>
              <a:rPr sz="2400">
                <a:latin typeface="Times New Roman"/>
                <a:cs typeface="Times New Roman"/>
              </a:rPr>
              <a:t>least</a:t>
            </a:r>
            <a:r>
              <a:rPr sz="2400" spc="-35">
                <a:latin typeface="Times New Roman"/>
                <a:cs typeface="Times New Roman"/>
              </a:rPr>
              <a:t> </a:t>
            </a:r>
            <a:r>
              <a:rPr sz="2400">
                <a:latin typeface="Times New Roman"/>
                <a:cs typeface="Times New Roman"/>
              </a:rPr>
              <a:t>one </a:t>
            </a:r>
            <a:r>
              <a:rPr sz="2400" spc="-10">
                <a:latin typeface="Times New Roman"/>
                <a:cs typeface="Times New Roman"/>
              </a:rPr>
              <a:t>digit.</a:t>
            </a:r>
            <a:endParaRPr sz="2400">
              <a:latin typeface="Times New Roman"/>
              <a:cs typeface="Times New Roman"/>
            </a:endParaRPr>
          </a:p>
          <a:p>
            <a:pPr marL="1111250" lvl="2" indent="-210820" algn="just">
              <a:spcBef>
                <a:spcPts val="575"/>
              </a:spcBef>
              <a:buClr>
                <a:srgbClr val="9BBA58"/>
              </a:buClr>
              <a:buChar char="–"/>
              <a:tabLst>
                <a:tab pos="1111885" algn="l"/>
              </a:tabLst>
            </a:pPr>
            <a:r>
              <a:rPr sz="2400">
                <a:latin typeface="Times New Roman"/>
                <a:cs typeface="Times New Roman"/>
              </a:rPr>
              <a:t>It</a:t>
            </a:r>
            <a:r>
              <a:rPr sz="2400" spc="-35">
                <a:latin typeface="Times New Roman"/>
                <a:cs typeface="Times New Roman"/>
              </a:rPr>
              <a:t> </a:t>
            </a:r>
            <a:r>
              <a:rPr sz="2400">
                <a:latin typeface="Times New Roman"/>
                <a:cs typeface="Times New Roman"/>
              </a:rPr>
              <a:t>must</a:t>
            </a:r>
            <a:r>
              <a:rPr sz="2400" spc="-10">
                <a:latin typeface="Times New Roman"/>
                <a:cs typeface="Times New Roman"/>
              </a:rPr>
              <a:t> </a:t>
            </a:r>
            <a:r>
              <a:rPr sz="2400">
                <a:latin typeface="Times New Roman"/>
                <a:cs typeface="Times New Roman"/>
              </a:rPr>
              <a:t>have</a:t>
            </a:r>
            <a:r>
              <a:rPr sz="2400" spc="-5">
                <a:latin typeface="Times New Roman"/>
                <a:cs typeface="Times New Roman"/>
              </a:rPr>
              <a:t> </a:t>
            </a:r>
            <a:r>
              <a:rPr sz="2400">
                <a:latin typeface="Times New Roman"/>
                <a:cs typeface="Times New Roman"/>
              </a:rPr>
              <a:t>a</a:t>
            </a:r>
            <a:r>
              <a:rPr sz="2400" spc="-25">
                <a:latin typeface="Times New Roman"/>
                <a:cs typeface="Times New Roman"/>
              </a:rPr>
              <a:t> </a:t>
            </a:r>
            <a:r>
              <a:rPr sz="2400">
                <a:latin typeface="Times New Roman"/>
                <a:cs typeface="Times New Roman"/>
              </a:rPr>
              <a:t>decimal</a:t>
            </a:r>
            <a:r>
              <a:rPr sz="2400" spc="-25">
                <a:latin typeface="Times New Roman"/>
                <a:cs typeface="Times New Roman"/>
              </a:rPr>
              <a:t> </a:t>
            </a:r>
            <a:r>
              <a:rPr sz="2400" spc="-10">
                <a:latin typeface="Times New Roman"/>
                <a:cs typeface="Times New Roman"/>
              </a:rPr>
              <a:t>point.</a:t>
            </a:r>
            <a:endParaRPr sz="2400">
              <a:latin typeface="Times New Roman"/>
              <a:cs typeface="Times New Roman"/>
            </a:endParaRPr>
          </a:p>
          <a:p>
            <a:pPr marL="1111250" lvl="2" indent="-210820" algn="just">
              <a:spcBef>
                <a:spcPts val="575"/>
              </a:spcBef>
              <a:buClr>
                <a:srgbClr val="9BBA58"/>
              </a:buClr>
              <a:buChar char="–"/>
              <a:tabLst>
                <a:tab pos="1111885" algn="l"/>
              </a:tabLst>
            </a:pPr>
            <a:r>
              <a:rPr sz="2400">
                <a:latin typeface="Times New Roman"/>
                <a:cs typeface="Times New Roman"/>
              </a:rPr>
              <a:t>It</a:t>
            </a:r>
            <a:r>
              <a:rPr sz="2400" spc="-20">
                <a:latin typeface="Times New Roman"/>
                <a:cs typeface="Times New Roman"/>
              </a:rPr>
              <a:t> </a:t>
            </a:r>
            <a:r>
              <a:rPr sz="2400">
                <a:latin typeface="Times New Roman"/>
                <a:cs typeface="Times New Roman"/>
              </a:rPr>
              <a:t>could</a:t>
            </a:r>
            <a:r>
              <a:rPr sz="2400" spc="-5">
                <a:latin typeface="Times New Roman"/>
                <a:cs typeface="Times New Roman"/>
              </a:rPr>
              <a:t> </a:t>
            </a:r>
            <a:r>
              <a:rPr sz="2400">
                <a:latin typeface="Times New Roman"/>
                <a:cs typeface="Times New Roman"/>
              </a:rPr>
              <a:t>be</a:t>
            </a:r>
            <a:r>
              <a:rPr sz="2400" spc="-5">
                <a:latin typeface="Times New Roman"/>
                <a:cs typeface="Times New Roman"/>
              </a:rPr>
              <a:t> </a:t>
            </a:r>
            <a:r>
              <a:rPr sz="2400">
                <a:latin typeface="Times New Roman"/>
                <a:cs typeface="Times New Roman"/>
              </a:rPr>
              <a:t>either</a:t>
            </a:r>
            <a:r>
              <a:rPr sz="2400" spc="-25">
                <a:latin typeface="Times New Roman"/>
                <a:cs typeface="Times New Roman"/>
              </a:rPr>
              <a:t> </a:t>
            </a:r>
            <a:r>
              <a:rPr sz="2400">
                <a:latin typeface="Times New Roman"/>
                <a:cs typeface="Times New Roman"/>
              </a:rPr>
              <a:t>positive</a:t>
            </a:r>
            <a:r>
              <a:rPr sz="2400" spc="-15">
                <a:latin typeface="Times New Roman"/>
                <a:cs typeface="Times New Roman"/>
              </a:rPr>
              <a:t> </a:t>
            </a:r>
            <a:r>
              <a:rPr sz="2400">
                <a:latin typeface="Times New Roman"/>
                <a:cs typeface="Times New Roman"/>
              </a:rPr>
              <a:t>or</a:t>
            </a:r>
            <a:r>
              <a:rPr sz="2400" spc="-5">
                <a:latin typeface="Times New Roman"/>
                <a:cs typeface="Times New Roman"/>
              </a:rPr>
              <a:t> </a:t>
            </a:r>
            <a:r>
              <a:rPr sz="2400" spc="-10">
                <a:latin typeface="Times New Roman"/>
                <a:cs typeface="Times New Roman"/>
              </a:rPr>
              <a:t>negative.</a:t>
            </a:r>
            <a:endParaRPr sz="2400">
              <a:latin typeface="Times New Roman"/>
              <a:cs typeface="Times New Roman"/>
            </a:endParaRPr>
          </a:p>
          <a:p>
            <a:pPr marL="1111250" lvl="2" indent="-210820" algn="just">
              <a:spcBef>
                <a:spcPts val="575"/>
              </a:spcBef>
              <a:buClr>
                <a:srgbClr val="9BBA58"/>
              </a:buClr>
              <a:buChar char="–"/>
              <a:tabLst>
                <a:tab pos="1111885" algn="l"/>
              </a:tabLst>
            </a:pPr>
            <a:r>
              <a:rPr sz="2400">
                <a:latin typeface="Times New Roman"/>
                <a:cs typeface="Times New Roman"/>
              </a:rPr>
              <a:t>Default</a:t>
            </a:r>
            <a:r>
              <a:rPr sz="2400" spc="-40">
                <a:latin typeface="Times New Roman"/>
                <a:cs typeface="Times New Roman"/>
              </a:rPr>
              <a:t> </a:t>
            </a:r>
            <a:r>
              <a:rPr sz="2400">
                <a:latin typeface="Times New Roman"/>
                <a:cs typeface="Times New Roman"/>
              </a:rPr>
              <a:t>sign</a:t>
            </a:r>
            <a:r>
              <a:rPr sz="2400" spc="-20">
                <a:latin typeface="Times New Roman"/>
                <a:cs typeface="Times New Roman"/>
              </a:rPr>
              <a:t> </a:t>
            </a:r>
            <a:r>
              <a:rPr sz="2400">
                <a:latin typeface="Times New Roman"/>
                <a:cs typeface="Times New Roman"/>
              </a:rPr>
              <a:t>is</a:t>
            </a:r>
            <a:r>
              <a:rPr sz="2400" spc="-20">
                <a:latin typeface="Times New Roman"/>
                <a:cs typeface="Times New Roman"/>
              </a:rPr>
              <a:t> </a:t>
            </a:r>
            <a:r>
              <a:rPr sz="2400" spc="-10">
                <a:latin typeface="Times New Roman"/>
                <a:cs typeface="Times New Roman"/>
              </a:rPr>
              <a:t>positive.</a:t>
            </a:r>
            <a:endParaRPr sz="2400">
              <a:latin typeface="Times New Roman"/>
              <a:cs typeface="Times New Roman"/>
            </a:endParaRPr>
          </a:p>
          <a:p>
            <a:pPr marL="1111250" lvl="2" indent="-210820" algn="just">
              <a:spcBef>
                <a:spcPts val="580"/>
              </a:spcBef>
              <a:buClr>
                <a:srgbClr val="9BBA58"/>
              </a:buClr>
              <a:buChar char="–"/>
              <a:tabLst>
                <a:tab pos="1111885" algn="l"/>
              </a:tabLst>
            </a:pPr>
            <a:r>
              <a:rPr sz="2400">
                <a:latin typeface="Times New Roman"/>
                <a:cs typeface="Times New Roman"/>
              </a:rPr>
              <a:t>No</a:t>
            </a:r>
            <a:r>
              <a:rPr sz="2400" spc="-15">
                <a:latin typeface="Times New Roman"/>
                <a:cs typeface="Times New Roman"/>
              </a:rPr>
              <a:t> </a:t>
            </a:r>
            <a:r>
              <a:rPr sz="2400">
                <a:latin typeface="Times New Roman"/>
                <a:cs typeface="Times New Roman"/>
              </a:rPr>
              <a:t>commas</a:t>
            </a:r>
            <a:r>
              <a:rPr sz="2400" spc="5">
                <a:latin typeface="Times New Roman"/>
                <a:cs typeface="Times New Roman"/>
              </a:rPr>
              <a:t> </a:t>
            </a:r>
            <a:r>
              <a:rPr sz="2400">
                <a:latin typeface="Times New Roman"/>
                <a:cs typeface="Times New Roman"/>
              </a:rPr>
              <a:t>or</a:t>
            </a:r>
            <a:r>
              <a:rPr sz="2400" spc="-10">
                <a:latin typeface="Times New Roman"/>
                <a:cs typeface="Times New Roman"/>
              </a:rPr>
              <a:t> </a:t>
            </a:r>
            <a:r>
              <a:rPr sz="2400">
                <a:latin typeface="Times New Roman"/>
                <a:cs typeface="Times New Roman"/>
              </a:rPr>
              <a:t>blanks</a:t>
            </a:r>
            <a:r>
              <a:rPr sz="2400" spc="-25">
                <a:latin typeface="Times New Roman"/>
                <a:cs typeface="Times New Roman"/>
              </a:rPr>
              <a:t> </a:t>
            </a:r>
            <a:r>
              <a:rPr sz="2400">
                <a:latin typeface="Times New Roman"/>
                <a:cs typeface="Times New Roman"/>
              </a:rPr>
              <a:t>are</a:t>
            </a:r>
            <a:r>
              <a:rPr sz="2400" spc="-20">
                <a:latin typeface="Times New Roman"/>
                <a:cs typeface="Times New Roman"/>
              </a:rPr>
              <a:t> </a:t>
            </a:r>
            <a:r>
              <a:rPr sz="2400">
                <a:latin typeface="Times New Roman"/>
                <a:cs typeface="Times New Roman"/>
              </a:rPr>
              <a:t>allowed</a:t>
            </a:r>
            <a:r>
              <a:rPr sz="2400" spc="-35">
                <a:latin typeface="Times New Roman"/>
                <a:cs typeface="Times New Roman"/>
              </a:rPr>
              <a:t> </a:t>
            </a:r>
            <a:r>
              <a:rPr sz="2400">
                <a:latin typeface="Times New Roman"/>
                <a:cs typeface="Times New Roman"/>
              </a:rPr>
              <a:t>within</a:t>
            </a:r>
            <a:r>
              <a:rPr sz="2400" spc="-35">
                <a:latin typeface="Times New Roman"/>
                <a:cs typeface="Times New Roman"/>
              </a:rPr>
              <a:t> </a:t>
            </a:r>
            <a:r>
              <a:rPr sz="2400">
                <a:latin typeface="Times New Roman"/>
                <a:cs typeface="Times New Roman"/>
              </a:rPr>
              <a:t>a</a:t>
            </a:r>
            <a:r>
              <a:rPr sz="2400" spc="-10">
                <a:latin typeface="Times New Roman"/>
                <a:cs typeface="Times New Roman"/>
              </a:rPr>
              <a:t> </a:t>
            </a:r>
            <a:r>
              <a:rPr sz="2400">
                <a:latin typeface="Times New Roman"/>
                <a:cs typeface="Times New Roman"/>
              </a:rPr>
              <a:t>real</a:t>
            </a:r>
            <a:r>
              <a:rPr sz="2400" spc="-25">
                <a:latin typeface="Times New Roman"/>
                <a:cs typeface="Times New Roman"/>
              </a:rPr>
              <a:t> </a:t>
            </a:r>
            <a:r>
              <a:rPr sz="2400" spc="-10">
                <a:latin typeface="Times New Roman"/>
                <a:cs typeface="Times New Roman"/>
              </a:rPr>
              <a:t>constant.</a:t>
            </a:r>
            <a:endParaRPr sz="2400">
              <a:latin typeface="Times New Roman"/>
              <a:cs typeface="Times New Roman"/>
            </a:endParaRPr>
          </a:p>
        </p:txBody>
      </p:sp>
    </p:spTree>
    <p:extLst>
      <p:ext uri="{BB962C8B-B14F-4D97-AF65-F5344CB8AC3E}">
        <p14:creationId xmlns:p14="http://schemas.microsoft.com/office/powerpoint/2010/main" val="12906530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39" y="-444874"/>
            <a:ext cx="4038600" cy="1366400"/>
          </a:xfrm>
          <a:prstGeom prst="rect">
            <a:avLst/>
          </a:prstGeom>
        </p:spPr>
        <p:txBody>
          <a:bodyPr vert="horz" wrap="square" lIns="0" tIns="12065" rIns="0" bIns="0" rtlCol="0" anchor="ctr">
            <a:spAutoFit/>
          </a:bodyPr>
          <a:lstStyle/>
          <a:p>
            <a:pPr marL="12700">
              <a:lnSpc>
                <a:spcPct val="100000"/>
              </a:lnSpc>
              <a:spcBef>
                <a:spcPts val="95"/>
              </a:spcBef>
            </a:pPr>
            <a:r>
              <a:t>Examples</a:t>
            </a:r>
            <a:r>
              <a:rPr spc="-90"/>
              <a:t> </a:t>
            </a:r>
            <a:r>
              <a:t>of</a:t>
            </a:r>
            <a:r>
              <a:rPr spc="-75"/>
              <a:t> </a:t>
            </a:r>
            <a:r>
              <a:t>Real</a:t>
            </a:r>
            <a:r>
              <a:rPr spc="-65"/>
              <a:t> </a:t>
            </a:r>
            <a:r>
              <a:rPr spc="-10"/>
              <a:t>Constants</a:t>
            </a:r>
          </a:p>
        </p:txBody>
      </p:sp>
      <p:pic>
        <p:nvPicPr>
          <p:cNvPr id="3" name="object 3"/>
          <p:cNvPicPr/>
          <p:nvPr/>
        </p:nvPicPr>
        <p:blipFill>
          <a:blip r:embed="rId2" cstate="print"/>
          <a:stretch>
            <a:fillRect/>
          </a:stretch>
        </p:blipFill>
        <p:spPr>
          <a:xfrm>
            <a:off x="1800022" y="1288315"/>
            <a:ext cx="8804832" cy="4453511"/>
          </a:xfrm>
          <a:prstGeom prst="rect">
            <a:avLst/>
          </a:prstGeom>
        </p:spPr>
      </p:pic>
    </p:spTree>
    <p:extLst>
      <p:ext uri="{BB962C8B-B14F-4D97-AF65-F5344CB8AC3E}">
        <p14:creationId xmlns:p14="http://schemas.microsoft.com/office/powerpoint/2010/main" val="42504513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90039" y="357355"/>
            <a:ext cx="9038590" cy="5850890"/>
          </a:xfrm>
          <a:prstGeom prst="rect">
            <a:avLst/>
          </a:prstGeom>
        </p:spPr>
        <p:txBody>
          <a:bodyPr vert="horz" wrap="square" lIns="0" tIns="65405" rIns="0" bIns="0" rtlCol="0">
            <a:spAutoFit/>
          </a:bodyPr>
          <a:lstStyle/>
          <a:p>
            <a:pPr marL="299720" indent="-274320">
              <a:spcBef>
                <a:spcPts val="515"/>
              </a:spcBef>
              <a:buClr>
                <a:srgbClr val="9BBA58"/>
              </a:buClr>
              <a:buChar char="•"/>
              <a:tabLst>
                <a:tab pos="299720" algn="l"/>
              </a:tabLst>
            </a:pPr>
            <a:r>
              <a:rPr sz="3200">
                <a:latin typeface="Times New Roman"/>
                <a:cs typeface="Times New Roman"/>
              </a:rPr>
              <a:t>Exponential</a:t>
            </a:r>
            <a:r>
              <a:rPr sz="3200" spc="-50">
                <a:latin typeface="Times New Roman"/>
                <a:cs typeface="Times New Roman"/>
              </a:rPr>
              <a:t> </a:t>
            </a:r>
            <a:r>
              <a:rPr sz="3200" spc="-20">
                <a:latin typeface="Times New Roman"/>
                <a:cs typeface="Times New Roman"/>
              </a:rPr>
              <a:t>Form</a:t>
            </a:r>
            <a:endParaRPr sz="3200">
              <a:latin typeface="Times New Roman"/>
              <a:cs typeface="Times New Roman"/>
            </a:endParaRPr>
          </a:p>
          <a:p>
            <a:pPr marL="1168400" marR="41910" lvl="1" indent="-247015" algn="just">
              <a:lnSpc>
                <a:spcPts val="2590"/>
              </a:lnSpc>
              <a:spcBef>
                <a:spcPts val="635"/>
              </a:spcBef>
              <a:buChar char="•"/>
              <a:tabLst>
                <a:tab pos="1169035" algn="l"/>
              </a:tabLst>
            </a:pPr>
            <a:r>
              <a:rPr sz="2400">
                <a:latin typeface="Times New Roman"/>
                <a:cs typeface="Times New Roman"/>
              </a:rPr>
              <a:t>In</a:t>
            </a:r>
            <a:r>
              <a:rPr sz="2400" spc="105">
                <a:latin typeface="Times New Roman"/>
                <a:cs typeface="Times New Roman"/>
              </a:rPr>
              <a:t>  </a:t>
            </a:r>
            <a:r>
              <a:rPr sz="2400">
                <a:latin typeface="Times New Roman"/>
                <a:cs typeface="Times New Roman"/>
              </a:rPr>
              <a:t>exponential</a:t>
            </a:r>
            <a:r>
              <a:rPr sz="2400" spc="105">
                <a:latin typeface="Times New Roman"/>
                <a:cs typeface="Times New Roman"/>
              </a:rPr>
              <a:t>  </a:t>
            </a:r>
            <a:r>
              <a:rPr sz="2400">
                <a:latin typeface="Times New Roman"/>
                <a:cs typeface="Times New Roman"/>
              </a:rPr>
              <a:t>form</a:t>
            </a:r>
            <a:r>
              <a:rPr sz="2400" spc="100">
                <a:latin typeface="Times New Roman"/>
                <a:cs typeface="Times New Roman"/>
              </a:rPr>
              <a:t>  </a:t>
            </a:r>
            <a:r>
              <a:rPr sz="2400">
                <a:latin typeface="Times New Roman"/>
                <a:cs typeface="Times New Roman"/>
              </a:rPr>
              <a:t>of</a:t>
            </a:r>
            <a:r>
              <a:rPr sz="2400" spc="105">
                <a:latin typeface="Times New Roman"/>
                <a:cs typeface="Times New Roman"/>
              </a:rPr>
              <a:t>  </a:t>
            </a:r>
            <a:r>
              <a:rPr sz="2400">
                <a:latin typeface="Times New Roman"/>
                <a:cs typeface="Times New Roman"/>
              </a:rPr>
              <a:t>representation,</a:t>
            </a:r>
            <a:r>
              <a:rPr sz="2400" spc="114">
                <a:latin typeface="Times New Roman"/>
                <a:cs typeface="Times New Roman"/>
              </a:rPr>
              <a:t>  </a:t>
            </a:r>
            <a:r>
              <a:rPr sz="2400">
                <a:latin typeface="Times New Roman"/>
                <a:cs typeface="Times New Roman"/>
              </a:rPr>
              <a:t>the</a:t>
            </a:r>
            <a:r>
              <a:rPr sz="2400" spc="110">
                <a:latin typeface="Times New Roman"/>
                <a:cs typeface="Times New Roman"/>
              </a:rPr>
              <a:t>  </a:t>
            </a:r>
            <a:r>
              <a:rPr sz="2400">
                <a:latin typeface="Times New Roman"/>
                <a:cs typeface="Times New Roman"/>
              </a:rPr>
              <a:t>real</a:t>
            </a:r>
            <a:r>
              <a:rPr sz="2400" spc="100">
                <a:latin typeface="Times New Roman"/>
                <a:cs typeface="Times New Roman"/>
              </a:rPr>
              <a:t>  </a:t>
            </a:r>
            <a:r>
              <a:rPr sz="2400">
                <a:latin typeface="Times New Roman"/>
                <a:cs typeface="Times New Roman"/>
              </a:rPr>
              <a:t>constant</a:t>
            </a:r>
            <a:r>
              <a:rPr sz="2400" spc="105">
                <a:latin typeface="Times New Roman"/>
                <a:cs typeface="Times New Roman"/>
              </a:rPr>
              <a:t>  </a:t>
            </a:r>
            <a:r>
              <a:rPr sz="2400" spc="-25">
                <a:latin typeface="Times New Roman"/>
                <a:cs typeface="Times New Roman"/>
              </a:rPr>
              <a:t>is </a:t>
            </a:r>
            <a:r>
              <a:rPr sz="2400">
                <a:latin typeface="Times New Roman"/>
                <a:cs typeface="Times New Roman"/>
              </a:rPr>
              <a:t>represented</a:t>
            </a:r>
            <a:r>
              <a:rPr sz="2400" spc="-55">
                <a:latin typeface="Times New Roman"/>
                <a:cs typeface="Times New Roman"/>
              </a:rPr>
              <a:t> </a:t>
            </a:r>
            <a:r>
              <a:rPr sz="2400">
                <a:latin typeface="Times New Roman"/>
                <a:cs typeface="Times New Roman"/>
              </a:rPr>
              <a:t>in</a:t>
            </a:r>
            <a:r>
              <a:rPr sz="2400" spc="80">
                <a:latin typeface="Times New Roman"/>
                <a:cs typeface="Times New Roman"/>
              </a:rPr>
              <a:t> </a:t>
            </a:r>
            <a:r>
              <a:rPr sz="2400">
                <a:latin typeface="Times New Roman"/>
                <a:cs typeface="Times New Roman"/>
              </a:rPr>
              <a:t>two</a:t>
            </a:r>
            <a:r>
              <a:rPr sz="2400" spc="95">
                <a:latin typeface="Times New Roman"/>
                <a:cs typeface="Times New Roman"/>
              </a:rPr>
              <a:t> </a:t>
            </a:r>
            <a:r>
              <a:rPr sz="2400">
                <a:latin typeface="Times New Roman"/>
                <a:cs typeface="Times New Roman"/>
              </a:rPr>
              <a:t>parts.</a:t>
            </a:r>
            <a:r>
              <a:rPr sz="2400" spc="95">
                <a:latin typeface="Times New Roman"/>
                <a:cs typeface="Times New Roman"/>
              </a:rPr>
              <a:t> </a:t>
            </a:r>
            <a:r>
              <a:rPr sz="2400">
                <a:latin typeface="Times New Roman"/>
                <a:cs typeface="Times New Roman"/>
              </a:rPr>
              <a:t>The</a:t>
            </a:r>
            <a:r>
              <a:rPr sz="2400" spc="90">
                <a:latin typeface="Times New Roman"/>
                <a:cs typeface="Times New Roman"/>
              </a:rPr>
              <a:t> </a:t>
            </a:r>
            <a:r>
              <a:rPr sz="2400">
                <a:latin typeface="Times New Roman"/>
                <a:cs typeface="Times New Roman"/>
              </a:rPr>
              <a:t>part</a:t>
            </a:r>
            <a:r>
              <a:rPr sz="2400" spc="90">
                <a:latin typeface="Times New Roman"/>
                <a:cs typeface="Times New Roman"/>
              </a:rPr>
              <a:t> </a:t>
            </a:r>
            <a:r>
              <a:rPr sz="2400">
                <a:latin typeface="Times New Roman"/>
                <a:cs typeface="Times New Roman"/>
              </a:rPr>
              <a:t>appearing</a:t>
            </a:r>
            <a:r>
              <a:rPr sz="2400" spc="95">
                <a:latin typeface="Times New Roman"/>
                <a:cs typeface="Times New Roman"/>
              </a:rPr>
              <a:t> </a:t>
            </a:r>
            <a:r>
              <a:rPr sz="2400">
                <a:latin typeface="Times New Roman"/>
                <a:cs typeface="Times New Roman"/>
              </a:rPr>
              <a:t>before</a:t>
            </a:r>
            <a:r>
              <a:rPr sz="2400" spc="95">
                <a:latin typeface="Times New Roman"/>
                <a:cs typeface="Times New Roman"/>
              </a:rPr>
              <a:t> </a:t>
            </a:r>
            <a:r>
              <a:rPr sz="2400" spc="-190">
                <a:latin typeface="Times New Roman"/>
                <a:cs typeface="Times New Roman"/>
              </a:rPr>
              <a:t>‗e‘</a:t>
            </a:r>
            <a:r>
              <a:rPr sz="2400" spc="40">
                <a:latin typeface="Times New Roman"/>
                <a:cs typeface="Times New Roman"/>
              </a:rPr>
              <a:t> </a:t>
            </a:r>
            <a:r>
              <a:rPr sz="2400">
                <a:latin typeface="Times New Roman"/>
                <a:cs typeface="Times New Roman"/>
              </a:rPr>
              <a:t>is</a:t>
            </a:r>
            <a:r>
              <a:rPr sz="2400" spc="95">
                <a:latin typeface="Times New Roman"/>
                <a:cs typeface="Times New Roman"/>
              </a:rPr>
              <a:t> </a:t>
            </a:r>
            <a:r>
              <a:rPr sz="2400" spc="-10">
                <a:latin typeface="Times New Roman"/>
                <a:cs typeface="Times New Roman"/>
              </a:rPr>
              <a:t>called </a:t>
            </a:r>
            <a:r>
              <a:rPr sz="2400">
                <a:latin typeface="Times New Roman"/>
                <a:cs typeface="Times New Roman"/>
              </a:rPr>
              <a:t>mantissa,</a:t>
            </a:r>
            <a:r>
              <a:rPr sz="2400" spc="-40">
                <a:latin typeface="Times New Roman"/>
                <a:cs typeface="Times New Roman"/>
              </a:rPr>
              <a:t> </a:t>
            </a:r>
            <a:r>
              <a:rPr sz="2400">
                <a:latin typeface="Times New Roman"/>
                <a:cs typeface="Times New Roman"/>
              </a:rPr>
              <a:t>whereas</a:t>
            </a:r>
            <a:r>
              <a:rPr sz="2400" spc="-15">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part</a:t>
            </a:r>
            <a:r>
              <a:rPr sz="2400" spc="-30">
                <a:latin typeface="Times New Roman"/>
                <a:cs typeface="Times New Roman"/>
              </a:rPr>
              <a:t> </a:t>
            </a:r>
            <a:r>
              <a:rPr sz="2400">
                <a:latin typeface="Times New Roman"/>
                <a:cs typeface="Times New Roman"/>
              </a:rPr>
              <a:t>following</a:t>
            </a:r>
            <a:r>
              <a:rPr sz="2400" spc="-25">
                <a:latin typeface="Times New Roman"/>
                <a:cs typeface="Times New Roman"/>
              </a:rPr>
              <a:t> </a:t>
            </a:r>
            <a:r>
              <a:rPr sz="2400" spc="-145">
                <a:latin typeface="Times New Roman"/>
                <a:cs typeface="Times New Roman"/>
              </a:rPr>
              <a:t>‗e‘</a:t>
            </a:r>
            <a:r>
              <a:rPr sz="2400" spc="-185">
                <a:latin typeface="Times New Roman"/>
                <a:cs typeface="Times New Roman"/>
              </a:rPr>
              <a:t> </a:t>
            </a:r>
            <a:r>
              <a:rPr sz="2400">
                <a:latin typeface="Times New Roman"/>
                <a:cs typeface="Times New Roman"/>
              </a:rPr>
              <a:t>is</a:t>
            </a:r>
            <a:r>
              <a:rPr sz="2400" spc="-5">
                <a:latin typeface="Times New Roman"/>
                <a:cs typeface="Times New Roman"/>
              </a:rPr>
              <a:t> </a:t>
            </a:r>
            <a:r>
              <a:rPr sz="2400">
                <a:latin typeface="Times New Roman"/>
                <a:cs typeface="Times New Roman"/>
              </a:rPr>
              <a:t>called</a:t>
            </a:r>
            <a:r>
              <a:rPr sz="2400" spc="-45">
                <a:latin typeface="Times New Roman"/>
                <a:cs typeface="Times New Roman"/>
              </a:rPr>
              <a:t> </a:t>
            </a:r>
            <a:r>
              <a:rPr sz="2400" spc="-10">
                <a:latin typeface="Times New Roman"/>
                <a:cs typeface="Times New Roman"/>
              </a:rPr>
              <a:t>exponent.</a:t>
            </a:r>
            <a:endParaRPr sz="2400">
              <a:latin typeface="Times New Roman"/>
              <a:cs typeface="Times New Roman"/>
            </a:endParaRPr>
          </a:p>
          <a:p>
            <a:pPr marL="526415" marR="43180" indent="-228600">
              <a:lnSpc>
                <a:spcPts val="3130"/>
              </a:lnSpc>
              <a:spcBef>
                <a:spcPts val="695"/>
              </a:spcBef>
              <a:buClr>
                <a:srgbClr val="9BBA58"/>
              </a:buClr>
              <a:buSzPct val="96551"/>
              <a:buFont typeface="Wingdings"/>
              <a:buChar char=""/>
              <a:tabLst>
                <a:tab pos="592455" algn="l"/>
                <a:tab pos="1704975" algn="l"/>
                <a:tab pos="2408555" algn="l"/>
                <a:tab pos="4503420" algn="l"/>
                <a:tab pos="5329555" algn="l"/>
                <a:tab pos="6974205" algn="l"/>
                <a:tab pos="8701405" algn="l"/>
              </a:tabLst>
            </a:pPr>
            <a:r>
              <a:rPr sz="2900" spc="-10">
                <a:latin typeface="Times New Roman"/>
                <a:cs typeface="Times New Roman"/>
              </a:rPr>
              <a:t>Rules</a:t>
            </a:r>
            <a:r>
              <a:rPr sz="2900">
                <a:latin typeface="Times New Roman"/>
                <a:cs typeface="Times New Roman"/>
              </a:rPr>
              <a:t>	</a:t>
            </a:r>
            <a:r>
              <a:rPr sz="2900" spc="-25">
                <a:latin typeface="Times New Roman"/>
                <a:cs typeface="Times New Roman"/>
              </a:rPr>
              <a:t>for</a:t>
            </a:r>
            <a:r>
              <a:rPr sz="2900">
                <a:latin typeface="Times New Roman"/>
                <a:cs typeface="Times New Roman"/>
              </a:rPr>
              <a:t>	</a:t>
            </a:r>
            <a:r>
              <a:rPr sz="2900" spc="-10">
                <a:latin typeface="Times New Roman"/>
                <a:cs typeface="Times New Roman"/>
              </a:rPr>
              <a:t>constructing</a:t>
            </a:r>
            <a:r>
              <a:rPr sz="2900">
                <a:latin typeface="Times New Roman"/>
                <a:cs typeface="Times New Roman"/>
              </a:rPr>
              <a:t>	</a:t>
            </a:r>
            <a:r>
              <a:rPr sz="2900" spc="-20">
                <a:latin typeface="Times New Roman"/>
                <a:cs typeface="Times New Roman"/>
              </a:rPr>
              <a:t>real</a:t>
            </a:r>
            <a:r>
              <a:rPr sz="2900">
                <a:latin typeface="Times New Roman"/>
                <a:cs typeface="Times New Roman"/>
              </a:rPr>
              <a:t>	</a:t>
            </a:r>
            <a:r>
              <a:rPr sz="2900" spc="-10">
                <a:latin typeface="Times New Roman"/>
                <a:cs typeface="Times New Roman"/>
              </a:rPr>
              <a:t>constants</a:t>
            </a:r>
            <a:r>
              <a:rPr sz="2900">
                <a:latin typeface="Times New Roman"/>
                <a:cs typeface="Times New Roman"/>
              </a:rPr>
              <a:t>	</a:t>
            </a:r>
            <a:r>
              <a:rPr sz="2900" spc="-10">
                <a:latin typeface="Times New Roman"/>
                <a:cs typeface="Times New Roman"/>
              </a:rPr>
              <a:t>expressed</a:t>
            </a:r>
            <a:r>
              <a:rPr sz="2900">
                <a:latin typeface="Times New Roman"/>
                <a:cs typeface="Times New Roman"/>
              </a:rPr>
              <a:t>	</a:t>
            </a:r>
            <a:r>
              <a:rPr sz="2900" spc="-25">
                <a:latin typeface="Times New Roman"/>
                <a:cs typeface="Times New Roman"/>
              </a:rPr>
              <a:t>in </a:t>
            </a:r>
            <a:r>
              <a:rPr sz="2900">
                <a:latin typeface="Times New Roman"/>
                <a:cs typeface="Times New Roman"/>
              </a:rPr>
              <a:t>exponential</a:t>
            </a:r>
            <a:r>
              <a:rPr sz="2900" spc="-60">
                <a:latin typeface="Times New Roman"/>
                <a:cs typeface="Times New Roman"/>
              </a:rPr>
              <a:t> </a:t>
            </a:r>
            <a:r>
              <a:rPr sz="2900" spc="-20">
                <a:latin typeface="Times New Roman"/>
                <a:cs typeface="Times New Roman"/>
              </a:rPr>
              <a:t>form:</a:t>
            </a:r>
            <a:endParaRPr sz="2900">
              <a:latin typeface="Times New Roman"/>
              <a:cs typeface="Times New Roman"/>
            </a:endParaRPr>
          </a:p>
          <a:p>
            <a:pPr marL="1168400" marR="43180" lvl="1" indent="-247015">
              <a:lnSpc>
                <a:spcPts val="2590"/>
              </a:lnSpc>
              <a:spcBef>
                <a:spcPts val="590"/>
              </a:spcBef>
              <a:buChar char="•"/>
              <a:tabLst>
                <a:tab pos="1168400" algn="l"/>
                <a:tab pos="1169035" algn="l"/>
              </a:tabLst>
            </a:pPr>
            <a:r>
              <a:rPr sz="2400">
                <a:latin typeface="Times New Roman"/>
                <a:cs typeface="Times New Roman"/>
              </a:rPr>
              <a:t>The</a:t>
            </a:r>
            <a:r>
              <a:rPr sz="2400" spc="125">
                <a:latin typeface="Times New Roman"/>
                <a:cs typeface="Times New Roman"/>
              </a:rPr>
              <a:t> </a:t>
            </a:r>
            <a:r>
              <a:rPr sz="2400">
                <a:latin typeface="Times New Roman"/>
                <a:cs typeface="Times New Roman"/>
              </a:rPr>
              <a:t>mantissa</a:t>
            </a:r>
            <a:r>
              <a:rPr sz="2400" spc="140">
                <a:latin typeface="Times New Roman"/>
                <a:cs typeface="Times New Roman"/>
              </a:rPr>
              <a:t> </a:t>
            </a:r>
            <a:r>
              <a:rPr sz="2400">
                <a:latin typeface="Times New Roman"/>
                <a:cs typeface="Times New Roman"/>
              </a:rPr>
              <a:t>part</a:t>
            </a:r>
            <a:r>
              <a:rPr sz="2400" spc="130">
                <a:latin typeface="Times New Roman"/>
                <a:cs typeface="Times New Roman"/>
              </a:rPr>
              <a:t> </a:t>
            </a:r>
            <a:r>
              <a:rPr sz="2400">
                <a:latin typeface="Times New Roman"/>
                <a:cs typeface="Times New Roman"/>
              </a:rPr>
              <a:t>and</a:t>
            </a:r>
            <a:r>
              <a:rPr sz="2400" spc="120">
                <a:latin typeface="Times New Roman"/>
                <a:cs typeface="Times New Roman"/>
              </a:rPr>
              <a:t> </a:t>
            </a:r>
            <a:r>
              <a:rPr sz="2400">
                <a:latin typeface="Times New Roman"/>
                <a:cs typeface="Times New Roman"/>
              </a:rPr>
              <a:t>the</a:t>
            </a:r>
            <a:r>
              <a:rPr sz="2400" spc="135">
                <a:latin typeface="Times New Roman"/>
                <a:cs typeface="Times New Roman"/>
              </a:rPr>
              <a:t> </a:t>
            </a:r>
            <a:r>
              <a:rPr sz="2400">
                <a:latin typeface="Times New Roman"/>
                <a:cs typeface="Times New Roman"/>
              </a:rPr>
              <a:t>exponential</a:t>
            </a:r>
            <a:r>
              <a:rPr sz="2400" spc="135">
                <a:latin typeface="Times New Roman"/>
                <a:cs typeface="Times New Roman"/>
              </a:rPr>
              <a:t> </a:t>
            </a:r>
            <a:r>
              <a:rPr sz="2400">
                <a:latin typeface="Times New Roman"/>
                <a:cs typeface="Times New Roman"/>
              </a:rPr>
              <a:t>part</a:t>
            </a:r>
            <a:r>
              <a:rPr sz="2400" spc="145">
                <a:latin typeface="Times New Roman"/>
                <a:cs typeface="Times New Roman"/>
              </a:rPr>
              <a:t> </a:t>
            </a:r>
            <a:r>
              <a:rPr sz="2400">
                <a:latin typeface="Times New Roman"/>
                <a:cs typeface="Times New Roman"/>
              </a:rPr>
              <a:t>should</a:t>
            </a:r>
            <a:r>
              <a:rPr sz="2400" spc="130">
                <a:latin typeface="Times New Roman"/>
                <a:cs typeface="Times New Roman"/>
              </a:rPr>
              <a:t> </a:t>
            </a:r>
            <a:r>
              <a:rPr sz="2400">
                <a:latin typeface="Times New Roman"/>
                <a:cs typeface="Times New Roman"/>
              </a:rPr>
              <a:t>be</a:t>
            </a:r>
            <a:r>
              <a:rPr sz="2400" spc="135">
                <a:latin typeface="Times New Roman"/>
                <a:cs typeface="Times New Roman"/>
              </a:rPr>
              <a:t> </a:t>
            </a:r>
            <a:r>
              <a:rPr sz="2400" spc="-10">
                <a:latin typeface="Times New Roman"/>
                <a:cs typeface="Times New Roman"/>
              </a:rPr>
              <a:t>separated </a:t>
            </a:r>
            <a:r>
              <a:rPr sz="2400">
                <a:latin typeface="Times New Roman"/>
                <a:cs typeface="Times New Roman"/>
              </a:rPr>
              <a:t>by</a:t>
            </a:r>
            <a:r>
              <a:rPr sz="2400" spc="-50">
                <a:latin typeface="Times New Roman"/>
                <a:cs typeface="Times New Roman"/>
              </a:rPr>
              <a:t> </a:t>
            </a:r>
            <a:r>
              <a:rPr sz="2400">
                <a:latin typeface="Times New Roman"/>
                <a:cs typeface="Times New Roman"/>
              </a:rPr>
              <a:t>a</a:t>
            </a:r>
            <a:r>
              <a:rPr sz="2400" spc="-30">
                <a:latin typeface="Times New Roman"/>
                <a:cs typeface="Times New Roman"/>
              </a:rPr>
              <a:t> </a:t>
            </a:r>
            <a:r>
              <a:rPr sz="2400">
                <a:latin typeface="Times New Roman"/>
                <a:cs typeface="Times New Roman"/>
              </a:rPr>
              <a:t>letter</a:t>
            </a:r>
            <a:r>
              <a:rPr sz="2400" spc="-65">
                <a:latin typeface="Times New Roman"/>
                <a:cs typeface="Times New Roman"/>
              </a:rPr>
              <a:t> </a:t>
            </a:r>
            <a:r>
              <a:rPr sz="2400" spc="-25">
                <a:latin typeface="Times New Roman"/>
                <a:cs typeface="Times New Roman"/>
              </a:rPr>
              <a:t>e.</a:t>
            </a:r>
            <a:endParaRPr sz="2400">
              <a:latin typeface="Times New Roman"/>
              <a:cs typeface="Times New Roman"/>
            </a:endParaRPr>
          </a:p>
          <a:p>
            <a:pPr marL="1168400" lvl="1" indent="-247650">
              <a:lnSpc>
                <a:spcPts val="2735"/>
              </a:lnSpc>
              <a:spcBef>
                <a:spcPts val="254"/>
              </a:spcBef>
              <a:buChar char="•"/>
              <a:tabLst>
                <a:tab pos="1168400" algn="l"/>
                <a:tab pos="1169035" algn="l"/>
              </a:tabLst>
            </a:pPr>
            <a:r>
              <a:rPr sz="2400">
                <a:latin typeface="Times New Roman"/>
                <a:cs typeface="Times New Roman"/>
              </a:rPr>
              <a:t>The</a:t>
            </a:r>
            <a:r>
              <a:rPr sz="2400" spc="-30">
                <a:latin typeface="Times New Roman"/>
                <a:cs typeface="Times New Roman"/>
              </a:rPr>
              <a:t> </a:t>
            </a:r>
            <a:r>
              <a:rPr sz="2400">
                <a:latin typeface="Times New Roman"/>
                <a:cs typeface="Times New Roman"/>
              </a:rPr>
              <a:t>mantissa and</a:t>
            </a:r>
            <a:r>
              <a:rPr sz="2400" spc="-15">
                <a:latin typeface="Times New Roman"/>
                <a:cs typeface="Times New Roman"/>
              </a:rPr>
              <a:t> </a:t>
            </a:r>
            <a:r>
              <a:rPr sz="2400">
                <a:latin typeface="Times New Roman"/>
                <a:cs typeface="Times New Roman"/>
              </a:rPr>
              <a:t>exponent</a:t>
            </a:r>
            <a:r>
              <a:rPr sz="2400" spc="-5">
                <a:latin typeface="Times New Roman"/>
                <a:cs typeface="Times New Roman"/>
              </a:rPr>
              <a:t> </a:t>
            </a:r>
            <a:r>
              <a:rPr sz="2400">
                <a:latin typeface="Times New Roman"/>
                <a:cs typeface="Times New Roman"/>
              </a:rPr>
              <a:t>part</a:t>
            </a:r>
            <a:r>
              <a:rPr sz="2400" spc="-5">
                <a:latin typeface="Times New Roman"/>
                <a:cs typeface="Times New Roman"/>
              </a:rPr>
              <a:t> </a:t>
            </a:r>
            <a:r>
              <a:rPr sz="2400">
                <a:latin typeface="Times New Roman"/>
                <a:cs typeface="Times New Roman"/>
              </a:rPr>
              <a:t>may</a:t>
            </a:r>
            <a:r>
              <a:rPr sz="2400" spc="-15">
                <a:latin typeface="Times New Roman"/>
                <a:cs typeface="Times New Roman"/>
              </a:rPr>
              <a:t> </a:t>
            </a:r>
            <a:r>
              <a:rPr sz="2400">
                <a:latin typeface="Times New Roman"/>
                <a:cs typeface="Times New Roman"/>
              </a:rPr>
              <a:t>have</a:t>
            </a:r>
            <a:r>
              <a:rPr sz="2400" spc="-10">
                <a:latin typeface="Times New Roman"/>
                <a:cs typeface="Times New Roman"/>
              </a:rPr>
              <a:t> </a:t>
            </a:r>
            <a:r>
              <a:rPr sz="2400">
                <a:latin typeface="Times New Roman"/>
                <a:cs typeface="Times New Roman"/>
              </a:rPr>
              <a:t>a</a:t>
            </a:r>
            <a:r>
              <a:rPr sz="2400" spc="-10">
                <a:latin typeface="Times New Roman"/>
                <a:cs typeface="Times New Roman"/>
              </a:rPr>
              <a:t> </a:t>
            </a:r>
            <a:r>
              <a:rPr sz="2400">
                <a:latin typeface="Times New Roman"/>
                <a:cs typeface="Times New Roman"/>
              </a:rPr>
              <a:t>positive</a:t>
            </a:r>
            <a:r>
              <a:rPr sz="2400" spc="-5">
                <a:latin typeface="Times New Roman"/>
                <a:cs typeface="Times New Roman"/>
              </a:rPr>
              <a:t> </a:t>
            </a:r>
            <a:r>
              <a:rPr sz="2400">
                <a:latin typeface="Times New Roman"/>
                <a:cs typeface="Times New Roman"/>
              </a:rPr>
              <a:t>or</a:t>
            </a:r>
            <a:r>
              <a:rPr sz="2400" spc="-10">
                <a:latin typeface="Times New Roman"/>
                <a:cs typeface="Times New Roman"/>
              </a:rPr>
              <a:t> negative</a:t>
            </a:r>
            <a:endParaRPr sz="2400">
              <a:latin typeface="Times New Roman"/>
              <a:cs typeface="Times New Roman"/>
            </a:endParaRPr>
          </a:p>
          <a:p>
            <a:pPr marL="1168400">
              <a:lnSpc>
                <a:spcPts val="2735"/>
              </a:lnSpc>
            </a:pPr>
            <a:r>
              <a:rPr sz="2400" spc="-10">
                <a:latin typeface="Times New Roman"/>
                <a:cs typeface="Times New Roman"/>
              </a:rPr>
              <a:t>sign.</a:t>
            </a:r>
            <a:endParaRPr sz="2400">
              <a:latin typeface="Times New Roman"/>
              <a:cs typeface="Times New Roman"/>
            </a:endParaRPr>
          </a:p>
          <a:p>
            <a:pPr marL="1168400" lvl="1" indent="-247650">
              <a:spcBef>
                <a:spcPts val="290"/>
              </a:spcBef>
              <a:buChar char="•"/>
              <a:tabLst>
                <a:tab pos="1168400" algn="l"/>
                <a:tab pos="1169035" algn="l"/>
              </a:tabLst>
            </a:pPr>
            <a:r>
              <a:rPr sz="2400">
                <a:latin typeface="Times New Roman"/>
                <a:cs typeface="Times New Roman"/>
              </a:rPr>
              <a:t>Default</a:t>
            </a:r>
            <a:r>
              <a:rPr sz="2400" spc="-35">
                <a:latin typeface="Times New Roman"/>
                <a:cs typeface="Times New Roman"/>
              </a:rPr>
              <a:t> </a:t>
            </a:r>
            <a:r>
              <a:rPr sz="2400">
                <a:latin typeface="Times New Roman"/>
                <a:cs typeface="Times New Roman"/>
              </a:rPr>
              <a:t>sign</a:t>
            </a:r>
            <a:r>
              <a:rPr sz="2400" spc="-20">
                <a:latin typeface="Times New Roman"/>
                <a:cs typeface="Times New Roman"/>
              </a:rPr>
              <a:t> </a:t>
            </a:r>
            <a:r>
              <a:rPr sz="2400">
                <a:latin typeface="Times New Roman"/>
                <a:cs typeface="Times New Roman"/>
              </a:rPr>
              <a:t>of</a:t>
            </a:r>
            <a:r>
              <a:rPr sz="2400" spc="-15">
                <a:latin typeface="Times New Roman"/>
                <a:cs typeface="Times New Roman"/>
              </a:rPr>
              <a:t> </a:t>
            </a:r>
            <a:r>
              <a:rPr sz="2400">
                <a:latin typeface="Times New Roman"/>
                <a:cs typeface="Times New Roman"/>
              </a:rPr>
              <a:t>mantissa</a:t>
            </a:r>
            <a:r>
              <a:rPr sz="2400" spc="-20">
                <a:latin typeface="Times New Roman"/>
                <a:cs typeface="Times New Roman"/>
              </a:rPr>
              <a:t> </a:t>
            </a:r>
            <a:r>
              <a:rPr sz="2400">
                <a:latin typeface="Times New Roman"/>
                <a:cs typeface="Times New Roman"/>
              </a:rPr>
              <a:t>part</a:t>
            </a:r>
            <a:r>
              <a:rPr sz="2400" spc="-30">
                <a:latin typeface="Times New Roman"/>
                <a:cs typeface="Times New Roman"/>
              </a:rPr>
              <a:t> </a:t>
            </a:r>
            <a:r>
              <a:rPr sz="2400">
                <a:latin typeface="Times New Roman"/>
                <a:cs typeface="Times New Roman"/>
              </a:rPr>
              <a:t>is</a:t>
            </a:r>
            <a:r>
              <a:rPr sz="2400" spc="-15">
                <a:latin typeface="Times New Roman"/>
                <a:cs typeface="Times New Roman"/>
              </a:rPr>
              <a:t> </a:t>
            </a:r>
            <a:r>
              <a:rPr sz="2400" spc="-10">
                <a:latin typeface="Times New Roman"/>
                <a:cs typeface="Times New Roman"/>
              </a:rPr>
              <a:t>positive.</a:t>
            </a:r>
            <a:endParaRPr sz="2400">
              <a:latin typeface="Times New Roman"/>
              <a:cs typeface="Times New Roman"/>
            </a:endParaRPr>
          </a:p>
          <a:p>
            <a:pPr marL="1168400" marR="43180" lvl="1" indent="-247015">
              <a:lnSpc>
                <a:spcPts val="2590"/>
              </a:lnSpc>
              <a:spcBef>
                <a:spcPts val="615"/>
              </a:spcBef>
              <a:buChar char="•"/>
              <a:tabLst>
                <a:tab pos="1168400" algn="l"/>
                <a:tab pos="1169035" algn="l"/>
                <a:tab pos="1774825" algn="l"/>
                <a:tab pos="3023235" algn="l"/>
                <a:tab pos="3747135" algn="l"/>
                <a:tab pos="4454525" algn="l"/>
                <a:tab pos="4805045" algn="l"/>
                <a:tab pos="5495290" algn="l"/>
                <a:tab pos="6066790" algn="l"/>
                <a:tab pos="6832600" algn="l"/>
                <a:tab pos="7708900" algn="l"/>
                <a:tab pos="8432800" algn="l"/>
                <a:tab pos="8851900" algn="l"/>
              </a:tabLst>
            </a:pPr>
            <a:r>
              <a:rPr sz="2400" spc="-25">
                <a:latin typeface="Times New Roman"/>
                <a:cs typeface="Times New Roman"/>
              </a:rPr>
              <a:t>The</a:t>
            </a:r>
            <a:r>
              <a:rPr sz="2400">
                <a:latin typeface="Times New Roman"/>
                <a:cs typeface="Times New Roman"/>
              </a:rPr>
              <a:t>	</a:t>
            </a:r>
            <a:r>
              <a:rPr sz="2400" spc="-10">
                <a:latin typeface="Times New Roman"/>
                <a:cs typeface="Times New Roman"/>
              </a:rPr>
              <a:t>exponent</a:t>
            </a:r>
            <a:r>
              <a:rPr sz="2400">
                <a:latin typeface="Times New Roman"/>
                <a:cs typeface="Times New Roman"/>
              </a:rPr>
              <a:t>	</a:t>
            </a:r>
            <a:r>
              <a:rPr sz="2400" spc="-20">
                <a:latin typeface="Times New Roman"/>
                <a:cs typeface="Times New Roman"/>
              </a:rPr>
              <a:t>must</a:t>
            </a:r>
            <a:r>
              <a:rPr sz="2400">
                <a:latin typeface="Times New Roman"/>
                <a:cs typeface="Times New Roman"/>
              </a:rPr>
              <a:t>	</a:t>
            </a:r>
            <a:r>
              <a:rPr sz="2400" spc="-20">
                <a:latin typeface="Times New Roman"/>
                <a:cs typeface="Times New Roman"/>
              </a:rPr>
              <a:t>have</a:t>
            </a:r>
            <a:r>
              <a:rPr sz="2400">
                <a:latin typeface="Times New Roman"/>
                <a:cs typeface="Times New Roman"/>
              </a:rPr>
              <a:t>	</a:t>
            </a:r>
            <a:r>
              <a:rPr sz="2400" spc="-25">
                <a:latin typeface="Times New Roman"/>
                <a:cs typeface="Times New Roman"/>
              </a:rPr>
              <a:t>at</a:t>
            </a:r>
            <a:r>
              <a:rPr sz="2400">
                <a:latin typeface="Times New Roman"/>
                <a:cs typeface="Times New Roman"/>
              </a:rPr>
              <a:t>	</a:t>
            </a:r>
            <a:r>
              <a:rPr sz="2400" spc="-10">
                <a:latin typeface="Times New Roman"/>
                <a:cs typeface="Times New Roman"/>
              </a:rPr>
              <a:t>least</a:t>
            </a:r>
            <a:r>
              <a:rPr sz="2400">
                <a:latin typeface="Times New Roman"/>
                <a:cs typeface="Times New Roman"/>
              </a:rPr>
              <a:t>	</a:t>
            </a:r>
            <a:r>
              <a:rPr sz="2400" spc="-25">
                <a:latin typeface="Times New Roman"/>
                <a:cs typeface="Times New Roman"/>
              </a:rPr>
              <a:t>one</a:t>
            </a:r>
            <a:r>
              <a:rPr sz="2400">
                <a:latin typeface="Times New Roman"/>
                <a:cs typeface="Times New Roman"/>
              </a:rPr>
              <a:t>	</a:t>
            </a:r>
            <a:r>
              <a:rPr sz="2400" spc="-10">
                <a:latin typeface="Times New Roman"/>
                <a:cs typeface="Times New Roman"/>
              </a:rPr>
              <a:t>digit,</a:t>
            </a:r>
            <a:r>
              <a:rPr sz="2400">
                <a:latin typeface="Times New Roman"/>
                <a:cs typeface="Times New Roman"/>
              </a:rPr>
              <a:t>	</a:t>
            </a:r>
            <a:r>
              <a:rPr sz="2400" spc="-10">
                <a:latin typeface="Times New Roman"/>
                <a:cs typeface="Times New Roman"/>
              </a:rPr>
              <a:t>which</a:t>
            </a:r>
            <a:r>
              <a:rPr sz="2400">
                <a:latin typeface="Times New Roman"/>
                <a:cs typeface="Times New Roman"/>
              </a:rPr>
              <a:t>	</a:t>
            </a:r>
            <a:r>
              <a:rPr sz="2400" spc="-20">
                <a:latin typeface="Times New Roman"/>
                <a:cs typeface="Times New Roman"/>
              </a:rPr>
              <a:t>must</a:t>
            </a:r>
            <a:r>
              <a:rPr sz="2400">
                <a:latin typeface="Times New Roman"/>
                <a:cs typeface="Times New Roman"/>
              </a:rPr>
              <a:t>	</a:t>
            </a:r>
            <a:r>
              <a:rPr sz="2400" spc="-25">
                <a:latin typeface="Times New Roman"/>
                <a:cs typeface="Times New Roman"/>
              </a:rPr>
              <a:t>be</a:t>
            </a:r>
            <a:r>
              <a:rPr sz="2400">
                <a:latin typeface="Times New Roman"/>
                <a:cs typeface="Times New Roman"/>
              </a:rPr>
              <a:t>	</a:t>
            </a:r>
            <a:r>
              <a:rPr sz="2400" spc="-50">
                <a:latin typeface="Times New Roman"/>
                <a:cs typeface="Times New Roman"/>
              </a:rPr>
              <a:t>a </a:t>
            </a:r>
            <a:r>
              <a:rPr sz="2400">
                <a:latin typeface="Times New Roman"/>
                <a:cs typeface="Times New Roman"/>
              </a:rPr>
              <a:t>positive</a:t>
            </a:r>
            <a:r>
              <a:rPr sz="2400" spc="-65">
                <a:latin typeface="Times New Roman"/>
                <a:cs typeface="Times New Roman"/>
              </a:rPr>
              <a:t> </a:t>
            </a:r>
            <a:r>
              <a:rPr sz="2400">
                <a:latin typeface="Times New Roman"/>
                <a:cs typeface="Times New Roman"/>
              </a:rPr>
              <a:t>or</a:t>
            </a:r>
            <a:r>
              <a:rPr sz="2400" spc="-10">
                <a:latin typeface="Times New Roman"/>
                <a:cs typeface="Times New Roman"/>
              </a:rPr>
              <a:t> </a:t>
            </a:r>
            <a:r>
              <a:rPr sz="2400">
                <a:latin typeface="Times New Roman"/>
                <a:cs typeface="Times New Roman"/>
              </a:rPr>
              <a:t>negative</a:t>
            </a:r>
            <a:r>
              <a:rPr sz="2400" spc="-35">
                <a:latin typeface="Times New Roman"/>
                <a:cs typeface="Times New Roman"/>
              </a:rPr>
              <a:t> </a:t>
            </a:r>
            <a:r>
              <a:rPr sz="2400" spc="-10">
                <a:latin typeface="Times New Roman"/>
                <a:cs typeface="Times New Roman"/>
              </a:rPr>
              <a:t>integer.</a:t>
            </a:r>
            <a:r>
              <a:rPr sz="2400" spc="-45">
                <a:latin typeface="Times New Roman"/>
                <a:cs typeface="Times New Roman"/>
              </a:rPr>
              <a:t> </a:t>
            </a:r>
            <a:r>
              <a:rPr sz="2400">
                <a:latin typeface="Times New Roman"/>
                <a:cs typeface="Times New Roman"/>
              </a:rPr>
              <a:t>Default</a:t>
            </a:r>
            <a:r>
              <a:rPr sz="2400" spc="-10">
                <a:latin typeface="Times New Roman"/>
                <a:cs typeface="Times New Roman"/>
              </a:rPr>
              <a:t> </a:t>
            </a:r>
            <a:r>
              <a:rPr sz="2400">
                <a:latin typeface="Times New Roman"/>
                <a:cs typeface="Times New Roman"/>
              </a:rPr>
              <a:t>sign</a:t>
            </a:r>
            <a:r>
              <a:rPr sz="2400" spc="-20">
                <a:latin typeface="Times New Roman"/>
                <a:cs typeface="Times New Roman"/>
              </a:rPr>
              <a:t> </a:t>
            </a:r>
            <a:r>
              <a:rPr sz="2400">
                <a:latin typeface="Times New Roman"/>
                <a:cs typeface="Times New Roman"/>
              </a:rPr>
              <a:t>is</a:t>
            </a:r>
            <a:r>
              <a:rPr sz="2400" spc="-5">
                <a:latin typeface="Times New Roman"/>
                <a:cs typeface="Times New Roman"/>
              </a:rPr>
              <a:t> </a:t>
            </a:r>
            <a:r>
              <a:rPr sz="2400" spc="-10">
                <a:latin typeface="Times New Roman"/>
                <a:cs typeface="Times New Roman"/>
              </a:rPr>
              <a:t>positive.</a:t>
            </a:r>
            <a:endParaRPr sz="2400">
              <a:latin typeface="Times New Roman"/>
              <a:cs typeface="Times New Roman"/>
            </a:endParaRPr>
          </a:p>
          <a:p>
            <a:pPr marL="1377315">
              <a:spcBef>
                <a:spcPts val="254"/>
              </a:spcBef>
              <a:tabLst>
                <a:tab pos="3323590" algn="l"/>
              </a:tabLst>
            </a:pPr>
            <a:r>
              <a:rPr sz="2400">
                <a:solidFill>
                  <a:srgbClr val="C00000"/>
                </a:solidFill>
                <a:latin typeface="Times New Roman"/>
                <a:cs typeface="Times New Roman"/>
              </a:rPr>
              <a:t>Ex:</a:t>
            </a:r>
            <a:r>
              <a:rPr sz="2400" spc="-15">
                <a:solidFill>
                  <a:srgbClr val="C00000"/>
                </a:solidFill>
                <a:latin typeface="Times New Roman"/>
                <a:cs typeface="Times New Roman"/>
              </a:rPr>
              <a:t> </a:t>
            </a:r>
            <a:r>
              <a:rPr sz="2400">
                <a:latin typeface="Times New Roman"/>
                <a:cs typeface="Times New Roman"/>
              </a:rPr>
              <a:t>1.23 x </a:t>
            </a:r>
            <a:r>
              <a:rPr sz="2400" spc="-25">
                <a:latin typeface="Times New Roman"/>
                <a:cs typeface="Times New Roman"/>
              </a:rPr>
              <a:t>10</a:t>
            </a:r>
            <a:r>
              <a:rPr sz="2400" spc="-37" baseline="24305">
                <a:latin typeface="Times New Roman"/>
                <a:cs typeface="Times New Roman"/>
              </a:rPr>
              <a:t>5</a:t>
            </a:r>
            <a:r>
              <a:rPr sz="2400" baseline="24305">
                <a:latin typeface="Times New Roman"/>
                <a:cs typeface="Times New Roman"/>
              </a:rPr>
              <a:t>	</a:t>
            </a:r>
            <a:r>
              <a:rPr sz="2400">
                <a:latin typeface="Times New Roman"/>
                <a:cs typeface="Times New Roman"/>
              </a:rPr>
              <a:t>=</a:t>
            </a:r>
            <a:r>
              <a:rPr sz="2400" spc="-10">
                <a:latin typeface="Times New Roman"/>
                <a:cs typeface="Times New Roman"/>
              </a:rPr>
              <a:t> </a:t>
            </a:r>
            <a:r>
              <a:rPr sz="2400">
                <a:latin typeface="Times New Roman"/>
                <a:cs typeface="Times New Roman"/>
              </a:rPr>
              <a:t>123000.0</a:t>
            </a:r>
            <a:r>
              <a:rPr sz="2400" spc="-10">
                <a:latin typeface="Times New Roman"/>
                <a:cs typeface="Times New Roman"/>
              </a:rPr>
              <a:t> </a:t>
            </a:r>
            <a:r>
              <a:rPr sz="2400">
                <a:latin typeface="Times New Roman"/>
                <a:cs typeface="Times New Roman"/>
              </a:rPr>
              <a:t>is</a:t>
            </a:r>
            <a:r>
              <a:rPr sz="2400" spc="-20">
                <a:latin typeface="Times New Roman"/>
                <a:cs typeface="Times New Roman"/>
              </a:rPr>
              <a:t> </a:t>
            </a:r>
            <a:r>
              <a:rPr sz="2400">
                <a:latin typeface="Times New Roman"/>
                <a:cs typeface="Times New Roman"/>
              </a:rPr>
              <a:t>written</a:t>
            </a:r>
            <a:r>
              <a:rPr sz="2400" spc="-25">
                <a:latin typeface="Times New Roman"/>
                <a:cs typeface="Times New Roman"/>
              </a:rPr>
              <a:t> </a:t>
            </a:r>
            <a:r>
              <a:rPr sz="2400">
                <a:latin typeface="Times New Roman"/>
                <a:cs typeface="Times New Roman"/>
              </a:rPr>
              <a:t>as</a:t>
            </a:r>
            <a:r>
              <a:rPr sz="2400" spc="-20">
                <a:latin typeface="Times New Roman"/>
                <a:cs typeface="Times New Roman"/>
              </a:rPr>
              <a:t> </a:t>
            </a:r>
            <a:r>
              <a:rPr sz="2400">
                <a:latin typeface="Times New Roman"/>
                <a:cs typeface="Times New Roman"/>
              </a:rPr>
              <a:t>1.23e5</a:t>
            </a:r>
            <a:r>
              <a:rPr sz="2400" spc="-10">
                <a:latin typeface="Times New Roman"/>
                <a:cs typeface="Times New Roman"/>
              </a:rPr>
              <a:t> </a:t>
            </a:r>
            <a:r>
              <a:rPr sz="2400">
                <a:latin typeface="Times New Roman"/>
                <a:cs typeface="Times New Roman"/>
              </a:rPr>
              <a:t>or</a:t>
            </a:r>
            <a:r>
              <a:rPr sz="2400" spc="-15">
                <a:latin typeface="Times New Roman"/>
                <a:cs typeface="Times New Roman"/>
              </a:rPr>
              <a:t> </a:t>
            </a:r>
            <a:r>
              <a:rPr sz="2400" spc="-10">
                <a:latin typeface="Times New Roman"/>
                <a:cs typeface="Times New Roman"/>
              </a:rPr>
              <a:t>1.23E5</a:t>
            </a:r>
            <a:endParaRPr sz="2400">
              <a:latin typeface="Times New Roman"/>
              <a:cs typeface="Times New Roman"/>
            </a:endParaRPr>
          </a:p>
          <a:p>
            <a:pPr marL="1214120" lvl="2" indent="-210820">
              <a:spcBef>
                <a:spcPts val="254"/>
              </a:spcBef>
              <a:buClr>
                <a:srgbClr val="9BBA58"/>
              </a:buClr>
              <a:buFont typeface="Wingdings 2"/>
              <a:buChar char=""/>
              <a:tabLst>
                <a:tab pos="1214755" algn="l"/>
              </a:tabLst>
            </a:pPr>
            <a:r>
              <a:rPr sz="2000">
                <a:latin typeface="Times New Roman"/>
                <a:cs typeface="Times New Roman"/>
              </a:rPr>
              <a:t>0.34e-4</a:t>
            </a:r>
            <a:r>
              <a:rPr sz="2000" spc="455">
                <a:latin typeface="Times New Roman"/>
                <a:cs typeface="Times New Roman"/>
              </a:rPr>
              <a:t> </a:t>
            </a:r>
            <a:r>
              <a:rPr sz="2000">
                <a:latin typeface="Times New Roman"/>
                <a:cs typeface="Times New Roman"/>
              </a:rPr>
              <a:t>=</a:t>
            </a:r>
            <a:r>
              <a:rPr sz="2000" spc="-10">
                <a:latin typeface="Times New Roman"/>
                <a:cs typeface="Times New Roman"/>
              </a:rPr>
              <a:t> 0.000034</a:t>
            </a:r>
            <a:endParaRPr sz="2000">
              <a:latin typeface="Times New Roman"/>
              <a:cs typeface="Times New Roman"/>
            </a:endParaRPr>
          </a:p>
        </p:txBody>
      </p:sp>
    </p:spTree>
    <p:extLst>
      <p:ext uri="{BB962C8B-B14F-4D97-AF65-F5344CB8AC3E}">
        <p14:creationId xmlns:p14="http://schemas.microsoft.com/office/powerpoint/2010/main" val="31848099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2740" y="917193"/>
            <a:ext cx="8988425" cy="5270032"/>
          </a:xfrm>
          <a:prstGeom prst="rect">
            <a:avLst/>
          </a:prstGeom>
        </p:spPr>
        <p:txBody>
          <a:bodyPr vert="horz" wrap="square" lIns="0" tIns="12065" rIns="0" bIns="0" rtlCol="0">
            <a:spAutoFit/>
          </a:bodyPr>
          <a:lstStyle/>
          <a:p>
            <a:pPr marL="12700">
              <a:spcBef>
                <a:spcPts val="95"/>
              </a:spcBef>
            </a:pPr>
            <a:r>
              <a:rPr sz="2800">
                <a:solidFill>
                  <a:srgbClr val="C00000"/>
                </a:solidFill>
                <a:latin typeface="Times New Roman"/>
                <a:cs typeface="Times New Roman"/>
              </a:rPr>
              <a:t>Character</a:t>
            </a:r>
            <a:r>
              <a:rPr sz="2800" spc="-125">
                <a:solidFill>
                  <a:srgbClr val="C00000"/>
                </a:solidFill>
                <a:latin typeface="Times New Roman"/>
                <a:cs typeface="Times New Roman"/>
              </a:rPr>
              <a:t> </a:t>
            </a:r>
            <a:r>
              <a:rPr sz="2800" spc="-10">
                <a:solidFill>
                  <a:srgbClr val="C00000"/>
                </a:solidFill>
                <a:latin typeface="Times New Roman"/>
                <a:cs typeface="Times New Roman"/>
              </a:rPr>
              <a:t>Constants</a:t>
            </a:r>
            <a:endParaRPr sz="2800">
              <a:latin typeface="Times New Roman"/>
              <a:cs typeface="Times New Roman"/>
            </a:endParaRPr>
          </a:p>
          <a:p>
            <a:pPr>
              <a:lnSpc>
                <a:spcPct val="100000"/>
              </a:lnSpc>
            </a:pPr>
            <a:endParaRPr sz="3800">
              <a:latin typeface="Times New Roman"/>
              <a:cs typeface="Times New Roman"/>
            </a:endParaRPr>
          </a:p>
          <a:p>
            <a:pPr marL="756285" marR="5080" indent="-287020" algn="just">
              <a:buFont typeface="Arial"/>
              <a:buChar char="•"/>
              <a:tabLst>
                <a:tab pos="756920" algn="l"/>
              </a:tabLst>
            </a:pPr>
            <a:r>
              <a:rPr sz="2800">
                <a:latin typeface="Times New Roman"/>
                <a:cs typeface="Times New Roman"/>
              </a:rPr>
              <a:t>A</a:t>
            </a:r>
            <a:r>
              <a:rPr sz="2800" spc="-110">
                <a:latin typeface="Times New Roman"/>
                <a:cs typeface="Times New Roman"/>
              </a:rPr>
              <a:t> </a:t>
            </a:r>
            <a:r>
              <a:rPr sz="2800">
                <a:latin typeface="Times New Roman"/>
                <a:cs typeface="Times New Roman"/>
              </a:rPr>
              <a:t>character</a:t>
            </a:r>
            <a:r>
              <a:rPr sz="2800" spc="40">
                <a:latin typeface="Times New Roman"/>
                <a:cs typeface="Times New Roman"/>
              </a:rPr>
              <a:t> </a:t>
            </a:r>
            <a:r>
              <a:rPr sz="2800">
                <a:latin typeface="Times New Roman"/>
                <a:cs typeface="Times New Roman"/>
              </a:rPr>
              <a:t>constant</a:t>
            </a:r>
            <a:r>
              <a:rPr sz="2800" spc="40">
                <a:latin typeface="Times New Roman"/>
                <a:cs typeface="Times New Roman"/>
              </a:rPr>
              <a:t> </a:t>
            </a:r>
            <a:r>
              <a:rPr sz="2800">
                <a:latin typeface="Times New Roman"/>
                <a:cs typeface="Times New Roman"/>
              </a:rPr>
              <a:t>is</a:t>
            </a:r>
            <a:r>
              <a:rPr sz="2800" spc="40">
                <a:latin typeface="Times New Roman"/>
                <a:cs typeface="Times New Roman"/>
              </a:rPr>
              <a:t> </a:t>
            </a:r>
            <a:r>
              <a:rPr sz="2800">
                <a:latin typeface="Times New Roman"/>
                <a:cs typeface="Times New Roman"/>
              </a:rPr>
              <a:t>a</a:t>
            </a:r>
            <a:r>
              <a:rPr sz="2800" spc="30">
                <a:latin typeface="Times New Roman"/>
                <a:cs typeface="Times New Roman"/>
              </a:rPr>
              <a:t> </a:t>
            </a:r>
            <a:r>
              <a:rPr sz="2800">
                <a:latin typeface="Times New Roman"/>
                <a:cs typeface="Times New Roman"/>
              </a:rPr>
              <a:t>single</a:t>
            </a:r>
            <a:r>
              <a:rPr sz="2800" spc="35">
                <a:latin typeface="Times New Roman"/>
                <a:cs typeface="Times New Roman"/>
              </a:rPr>
              <a:t> </a:t>
            </a:r>
            <a:r>
              <a:rPr sz="2800">
                <a:latin typeface="Times New Roman"/>
                <a:cs typeface="Times New Roman"/>
              </a:rPr>
              <a:t>alphabet,</a:t>
            </a:r>
            <a:r>
              <a:rPr sz="2800" spc="35">
                <a:latin typeface="Times New Roman"/>
                <a:cs typeface="Times New Roman"/>
              </a:rPr>
              <a:t> </a:t>
            </a:r>
            <a:r>
              <a:rPr sz="2800">
                <a:latin typeface="Times New Roman"/>
                <a:cs typeface="Times New Roman"/>
              </a:rPr>
              <a:t>a</a:t>
            </a:r>
            <a:r>
              <a:rPr sz="2800" spc="25">
                <a:latin typeface="Times New Roman"/>
                <a:cs typeface="Times New Roman"/>
              </a:rPr>
              <a:t> </a:t>
            </a:r>
            <a:r>
              <a:rPr sz="2800">
                <a:latin typeface="Times New Roman"/>
                <a:cs typeface="Times New Roman"/>
              </a:rPr>
              <a:t>single</a:t>
            </a:r>
            <a:r>
              <a:rPr sz="2800" spc="35">
                <a:latin typeface="Times New Roman"/>
                <a:cs typeface="Times New Roman"/>
              </a:rPr>
              <a:t> </a:t>
            </a:r>
            <a:r>
              <a:rPr sz="2800">
                <a:latin typeface="Times New Roman"/>
                <a:cs typeface="Times New Roman"/>
              </a:rPr>
              <a:t>digit</a:t>
            </a:r>
            <a:r>
              <a:rPr sz="2800" spc="40">
                <a:latin typeface="Times New Roman"/>
                <a:cs typeface="Times New Roman"/>
              </a:rPr>
              <a:t> </a:t>
            </a:r>
            <a:r>
              <a:rPr sz="2800" spc="-25">
                <a:latin typeface="Times New Roman"/>
                <a:cs typeface="Times New Roman"/>
              </a:rPr>
              <a:t>or </a:t>
            </a:r>
            <a:r>
              <a:rPr sz="2800">
                <a:latin typeface="Times New Roman"/>
                <a:cs typeface="Times New Roman"/>
              </a:rPr>
              <a:t>a</a:t>
            </a:r>
            <a:r>
              <a:rPr sz="2800" spc="-65">
                <a:latin typeface="Times New Roman"/>
                <a:cs typeface="Times New Roman"/>
              </a:rPr>
              <a:t> </a:t>
            </a:r>
            <a:r>
              <a:rPr sz="2800">
                <a:latin typeface="Times New Roman"/>
                <a:cs typeface="Times New Roman"/>
              </a:rPr>
              <a:t>single</a:t>
            </a:r>
            <a:r>
              <a:rPr sz="2800" spc="-60">
                <a:latin typeface="Times New Roman"/>
                <a:cs typeface="Times New Roman"/>
              </a:rPr>
              <a:t> </a:t>
            </a:r>
            <a:r>
              <a:rPr sz="2800">
                <a:latin typeface="Times New Roman"/>
                <a:cs typeface="Times New Roman"/>
              </a:rPr>
              <a:t>special</a:t>
            </a:r>
            <a:r>
              <a:rPr sz="2800" spc="-60">
                <a:latin typeface="Times New Roman"/>
                <a:cs typeface="Times New Roman"/>
              </a:rPr>
              <a:t> </a:t>
            </a:r>
            <a:r>
              <a:rPr sz="2800">
                <a:latin typeface="Times New Roman"/>
                <a:cs typeface="Times New Roman"/>
              </a:rPr>
              <a:t>symbol</a:t>
            </a:r>
            <a:r>
              <a:rPr sz="2800" spc="-50">
                <a:latin typeface="Times New Roman"/>
                <a:cs typeface="Times New Roman"/>
              </a:rPr>
              <a:t> </a:t>
            </a:r>
            <a:r>
              <a:rPr sz="2800">
                <a:latin typeface="Times New Roman"/>
                <a:cs typeface="Times New Roman"/>
              </a:rPr>
              <a:t>enclosed</a:t>
            </a:r>
            <a:r>
              <a:rPr sz="2800" spc="-55">
                <a:latin typeface="Times New Roman"/>
                <a:cs typeface="Times New Roman"/>
              </a:rPr>
              <a:t> </a:t>
            </a:r>
            <a:r>
              <a:rPr sz="2800">
                <a:latin typeface="Times New Roman"/>
                <a:cs typeface="Times New Roman"/>
              </a:rPr>
              <a:t>within</a:t>
            </a:r>
            <a:r>
              <a:rPr sz="2800" spc="-45">
                <a:latin typeface="Times New Roman"/>
                <a:cs typeface="Times New Roman"/>
              </a:rPr>
              <a:t> </a:t>
            </a:r>
            <a:r>
              <a:rPr sz="2800">
                <a:latin typeface="Times New Roman"/>
                <a:cs typeface="Times New Roman"/>
              </a:rPr>
              <a:t>two</a:t>
            </a:r>
            <a:r>
              <a:rPr sz="2800" spc="-60">
                <a:latin typeface="Times New Roman"/>
                <a:cs typeface="Times New Roman"/>
              </a:rPr>
              <a:t> </a:t>
            </a:r>
            <a:r>
              <a:rPr sz="2800">
                <a:latin typeface="Times New Roman"/>
                <a:cs typeface="Times New Roman"/>
              </a:rPr>
              <a:t>single</a:t>
            </a:r>
            <a:r>
              <a:rPr sz="2800" spc="-70">
                <a:latin typeface="Times New Roman"/>
                <a:cs typeface="Times New Roman"/>
              </a:rPr>
              <a:t> </a:t>
            </a:r>
            <a:r>
              <a:rPr sz="2800" spc="-10">
                <a:latin typeface="Times New Roman"/>
                <a:cs typeface="Times New Roman"/>
              </a:rPr>
              <a:t>quotes (apostrophes).</a:t>
            </a:r>
            <a:endParaRPr sz="2800">
              <a:latin typeface="Times New Roman"/>
              <a:cs typeface="Times New Roman"/>
            </a:endParaRPr>
          </a:p>
          <a:p>
            <a:pPr marL="756285" marR="6985" indent="-287020" algn="just">
              <a:spcBef>
                <a:spcPts val="675"/>
              </a:spcBef>
              <a:buFont typeface="Arial"/>
              <a:buChar char="•"/>
              <a:tabLst>
                <a:tab pos="756920" algn="l"/>
              </a:tabLst>
            </a:pPr>
            <a:r>
              <a:rPr sz="2800">
                <a:latin typeface="Times New Roman"/>
                <a:cs typeface="Times New Roman"/>
              </a:rPr>
              <a:t>The</a:t>
            </a:r>
            <a:r>
              <a:rPr sz="2800" spc="455">
                <a:latin typeface="Times New Roman"/>
                <a:cs typeface="Times New Roman"/>
              </a:rPr>
              <a:t> </a:t>
            </a:r>
            <a:r>
              <a:rPr sz="2800">
                <a:latin typeface="Times New Roman"/>
                <a:cs typeface="Times New Roman"/>
              </a:rPr>
              <a:t>maximum</a:t>
            </a:r>
            <a:r>
              <a:rPr sz="2800" spc="455">
                <a:latin typeface="Times New Roman"/>
                <a:cs typeface="Times New Roman"/>
              </a:rPr>
              <a:t> </a:t>
            </a:r>
            <a:r>
              <a:rPr sz="2800">
                <a:latin typeface="Times New Roman"/>
                <a:cs typeface="Times New Roman"/>
              </a:rPr>
              <a:t>length</a:t>
            </a:r>
            <a:r>
              <a:rPr sz="2800" spc="459">
                <a:latin typeface="Times New Roman"/>
                <a:cs typeface="Times New Roman"/>
              </a:rPr>
              <a:t> </a:t>
            </a:r>
            <a:r>
              <a:rPr sz="2800">
                <a:latin typeface="Times New Roman"/>
                <a:cs typeface="Times New Roman"/>
              </a:rPr>
              <a:t>of</a:t>
            </a:r>
            <a:r>
              <a:rPr sz="2800" spc="455">
                <a:latin typeface="Times New Roman"/>
                <a:cs typeface="Times New Roman"/>
              </a:rPr>
              <a:t> </a:t>
            </a:r>
            <a:r>
              <a:rPr sz="2800">
                <a:latin typeface="Times New Roman"/>
                <a:cs typeface="Times New Roman"/>
              </a:rPr>
              <a:t>a</a:t>
            </a:r>
            <a:r>
              <a:rPr sz="2800" spc="445">
                <a:latin typeface="Times New Roman"/>
                <a:cs typeface="Times New Roman"/>
              </a:rPr>
              <a:t> </a:t>
            </a:r>
            <a:r>
              <a:rPr sz="2800">
                <a:latin typeface="Times New Roman"/>
                <a:cs typeface="Times New Roman"/>
              </a:rPr>
              <a:t>character</a:t>
            </a:r>
            <a:r>
              <a:rPr sz="2800" spc="450">
                <a:latin typeface="Times New Roman"/>
                <a:cs typeface="Times New Roman"/>
              </a:rPr>
              <a:t> </a:t>
            </a:r>
            <a:r>
              <a:rPr sz="2800">
                <a:latin typeface="Times New Roman"/>
                <a:cs typeface="Times New Roman"/>
              </a:rPr>
              <a:t>constant</a:t>
            </a:r>
            <a:r>
              <a:rPr sz="2800" spc="459">
                <a:latin typeface="Times New Roman"/>
                <a:cs typeface="Times New Roman"/>
              </a:rPr>
              <a:t> </a:t>
            </a:r>
            <a:r>
              <a:rPr sz="2800">
                <a:latin typeface="Times New Roman"/>
                <a:cs typeface="Times New Roman"/>
              </a:rPr>
              <a:t>can</a:t>
            </a:r>
            <a:r>
              <a:rPr sz="2800" spc="459">
                <a:latin typeface="Times New Roman"/>
                <a:cs typeface="Times New Roman"/>
              </a:rPr>
              <a:t> </a:t>
            </a:r>
            <a:r>
              <a:rPr sz="2800">
                <a:latin typeface="Times New Roman"/>
                <a:cs typeface="Times New Roman"/>
              </a:rPr>
              <a:t>be</a:t>
            </a:r>
            <a:r>
              <a:rPr sz="2800" spc="445">
                <a:latin typeface="Times New Roman"/>
                <a:cs typeface="Times New Roman"/>
              </a:rPr>
              <a:t> </a:t>
            </a:r>
            <a:r>
              <a:rPr sz="2800" spc="-50">
                <a:latin typeface="Times New Roman"/>
                <a:cs typeface="Times New Roman"/>
              </a:rPr>
              <a:t>1 </a:t>
            </a:r>
            <a:r>
              <a:rPr sz="2800" spc="-10">
                <a:latin typeface="Times New Roman"/>
                <a:cs typeface="Times New Roman"/>
              </a:rPr>
              <a:t>character.</a:t>
            </a:r>
            <a:endParaRPr sz="2800">
              <a:latin typeface="Times New Roman"/>
              <a:cs typeface="Times New Roman"/>
            </a:endParaRPr>
          </a:p>
          <a:p>
            <a:pPr marL="756285" marR="5080" indent="-287020" algn="just">
              <a:spcBef>
                <a:spcPts val="670"/>
              </a:spcBef>
              <a:buFont typeface="Arial"/>
              <a:buChar char="•"/>
              <a:tabLst>
                <a:tab pos="756920" algn="l"/>
              </a:tabLst>
            </a:pPr>
            <a:r>
              <a:rPr sz="2800">
                <a:latin typeface="Times New Roman"/>
                <a:cs typeface="Times New Roman"/>
              </a:rPr>
              <a:t>The</a:t>
            </a:r>
            <a:r>
              <a:rPr sz="2800" spc="340">
                <a:latin typeface="Times New Roman"/>
                <a:cs typeface="Times New Roman"/>
              </a:rPr>
              <a:t> </a:t>
            </a:r>
            <a:r>
              <a:rPr sz="2800">
                <a:latin typeface="Times New Roman"/>
                <a:cs typeface="Times New Roman"/>
              </a:rPr>
              <a:t>character</a:t>
            </a:r>
            <a:r>
              <a:rPr sz="2800" spc="355">
                <a:latin typeface="Times New Roman"/>
                <a:cs typeface="Times New Roman"/>
              </a:rPr>
              <a:t> </a:t>
            </a:r>
            <a:r>
              <a:rPr sz="2800">
                <a:latin typeface="Times New Roman"/>
                <a:cs typeface="Times New Roman"/>
              </a:rPr>
              <a:t>in</a:t>
            </a:r>
            <a:r>
              <a:rPr sz="2800" spc="355">
                <a:latin typeface="Times New Roman"/>
                <a:cs typeface="Times New Roman"/>
              </a:rPr>
              <a:t> </a:t>
            </a:r>
            <a:r>
              <a:rPr sz="2800">
                <a:latin typeface="Times New Roman"/>
                <a:cs typeface="Times New Roman"/>
              </a:rPr>
              <a:t>the</a:t>
            </a:r>
            <a:r>
              <a:rPr sz="2800" spc="345">
                <a:latin typeface="Times New Roman"/>
                <a:cs typeface="Times New Roman"/>
              </a:rPr>
              <a:t> </a:t>
            </a:r>
            <a:r>
              <a:rPr sz="2800">
                <a:latin typeface="Times New Roman"/>
                <a:cs typeface="Times New Roman"/>
              </a:rPr>
              <a:t>character</a:t>
            </a:r>
            <a:r>
              <a:rPr sz="2800" spc="360">
                <a:latin typeface="Times New Roman"/>
                <a:cs typeface="Times New Roman"/>
              </a:rPr>
              <a:t> </a:t>
            </a:r>
            <a:r>
              <a:rPr sz="2800">
                <a:latin typeface="Times New Roman"/>
                <a:cs typeface="Times New Roman"/>
              </a:rPr>
              <a:t>constant</a:t>
            </a:r>
            <a:r>
              <a:rPr sz="2800" spc="350">
                <a:latin typeface="Times New Roman"/>
                <a:cs typeface="Times New Roman"/>
              </a:rPr>
              <a:t> </a:t>
            </a:r>
            <a:r>
              <a:rPr sz="2800">
                <a:latin typeface="Times New Roman"/>
                <a:cs typeface="Times New Roman"/>
              </a:rPr>
              <a:t>comes</a:t>
            </a:r>
            <a:r>
              <a:rPr sz="2800" spc="345">
                <a:latin typeface="Times New Roman"/>
                <a:cs typeface="Times New Roman"/>
              </a:rPr>
              <a:t> </a:t>
            </a:r>
            <a:r>
              <a:rPr sz="2800">
                <a:latin typeface="Times New Roman"/>
                <a:cs typeface="Times New Roman"/>
              </a:rPr>
              <a:t>from</a:t>
            </a:r>
            <a:r>
              <a:rPr sz="2800" spc="355">
                <a:latin typeface="Times New Roman"/>
                <a:cs typeface="Times New Roman"/>
              </a:rPr>
              <a:t> </a:t>
            </a:r>
            <a:r>
              <a:rPr sz="2800" spc="-25">
                <a:latin typeface="Times New Roman"/>
                <a:cs typeface="Times New Roman"/>
              </a:rPr>
              <a:t>the </a:t>
            </a:r>
            <a:r>
              <a:rPr sz="2800">
                <a:latin typeface="Times New Roman"/>
                <a:cs typeface="Times New Roman"/>
              </a:rPr>
              <a:t>character</a:t>
            </a:r>
            <a:r>
              <a:rPr sz="2800" spc="-85">
                <a:latin typeface="Times New Roman"/>
                <a:cs typeface="Times New Roman"/>
              </a:rPr>
              <a:t> </a:t>
            </a:r>
            <a:r>
              <a:rPr sz="2800">
                <a:latin typeface="Times New Roman"/>
                <a:cs typeface="Times New Roman"/>
              </a:rPr>
              <a:t>supported</a:t>
            </a:r>
            <a:r>
              <a:rPr sz="2800" spc="-70">
                <a:latin typeface="Times New Roman"/>
                <a:cs typeface="Times New Roman"/>
              </a:rPr>
              <a:t> </a:t>
            </a:r>
            <a:r>
              <a:rPr sz="2800">
                <a:latin typeface="Times New Roman"/>
                <a:cs typeface="Times New Roman"/>
              </a:rPr>
              <a:t>by</a:t>
            </a:r>
            <a:r>
              <a:rPr sz="2800" spc="-75">
                <a:latin typeface="Times New Roman"/>
                <a:cs typeface="Times New Roman"/>
              </a:rPr>
              <a:t> </a:t>
            </a:r>
            <a:r>
              <a:rPr sz="2800">
                <a:latin typeface="Times New Roman"/>
                <a:cs typeface="Times New Roman"/>
              </a:rPr>
              <a:t>the</a:t>
            </a:r>
            <a:r>
              <a:rPr sz="2800" spc="-75">
                <a:latin typeface="Times New Roman"/>
                <a:cs typeface="Times New Roman"/>
              </a:rPr>
              <a:t> </a:t>
            </a:r>
            <a:r>
              <a:rPr sz="2800" spc="-10">
                <a:latin typeface="Times New Roman"/>
                <a:cs typeface="Times New Roman"/>
              </a:rPr>
              <a:t>computer.</a:t>
            </a:r>
            <a:endParaRPr sz="2800">
              <a:latin typeface="Times New Roman"/>
              <a:cs typeface="Times New Roman"/>
            </a:endParaRPr>
          </a:p>
          <a:p>
            <a:pPr>
              <a:spcBef>
                <a:spcPts val="25"/>
              </a:spcBef>
            </a:pPr>
            <a:endParaRPr sz="4000">
              <a:latin typeface="Times New Roman"/>
              <a:cs typeface="Times New Roman"/>
            </a:endParaRPr>
          </a:p>
          <a:p>
            <a:pPr marL="954405">
              <a:tabLst>
                <a:tab pos="1841500" algn="l"/>
                <a:tab pos="2755900" algn="l"/>
                <a:tab pos="3211830" algn="l"/>
                <a:tab pos="3749675" algn="l"/>
                <a:tab pos="4377690" algn="l"/>
              </a:tabLst>
            </a:pPr>
            <a:r>
              <a:rPr sz="2800" spc="-25">
                <a:solidFill>
                  <a:srgbClr val="C00000"/>
                </a:solidFill>
                <a:latin typeface="Calibri"/>
                <a:cs typeface="Calibri"/>
              </a:rPr>
              <a:t>Ex</a:t>
            </a:r>
            <a:r>
              <a:rPr sz="2800" spc="-25">
                <a:latin typeface="Calibri"/>
                <a:cs typeface="Calibri"/>
              </a:rPr>
              <a:t>:</a:t>
            </a:r>
            <a:r>
              <a:rPr sz="2800">
                <a:latin typeface="Calibri"/>
                <a:cs typeface="Calibri"/>
              </a:rPr>
              <a:t>	</a:t>
            </a:r>
            <a:r>
              <a:rPr sz="2800" spc="-25">
                <a:latin typeface="Calibri"/>
                <a:cs typeface="Calibri"/>
              </a:rPr>
              <a:t>`A`</a:t>
            </a:r>
            <a:r>
              <a:rPr sz="2800">
                <a:latin typeface="Calibri"/>
                <a:cs typeface="Calibri"/>
              </a:rPr>
              <a:t>	</a:t>
            </a:r>
            <a:r>
              <a:rPr sz="2800" spc="-25">
                <a:latin typeface="Calibri"/>
                <a:cs typeface="Calibri"/>
              </a:rPr>
              <a:t>`I`</a:t>
            </a:r>
            <a:r>
              <a:rPr sz="2800">
                <a:latin typeface="Calibri"/>
                <a:cs typeface="Calibri"/>
              </a:rPr>
              <a:t>	</a:t>
            </a:r>
            <a:r>
              <a:rPr sz="2800" spc="-25">
                <a:latin typeface="Calibri"/>
                <a:cs typeface="Calibri"/>
              </a:rPr>
              <a:t>`5`</a:t>
            </a:r>
            <a:r>
              <a:rPr sz="2800">
                <a:latin typeface="Calibri"/>
                <a:cs typeface="Calibri"/>
              </a:rPr>
              <a:t>	</a:t>
            </a:r>
            <a:r>
              <a:rPr sz="2800" spc="-25">
                <a:latin typeface="Calibri"/>
                <a:cs typeface="Calibri"/>
              </a:rPr>
              <a:t>`=`</a:t>
            </a:r>
            <a:r>
              <a:rPr sz="2800">
                <a:latin typeface="Calibri"/>
                <a:cs typeface="Calibri"/>
              </a:rPr>
              <a:t>	</a:t>
            </a:r>
            <a:r>
              <a:rPr sz="2800" spc="-25">
                <a:latin typeface="Calibri"/>
                <a:cs typeface="Calibri"/>
              </a:rPr>
              <a:t>`a`</a:t>
            </a:r>
            <a:endParaRPr sz="2800">
              <a:latin typeface="Calibri"/>
              <a:cs typeface="Calibri"/>
            </a:endParaRPr>
          </a:p>
        </p:txBody>
      </p:sp>
    </p:spTree>
    <p:extLst>
      <p:ext uri="{BB962C8B-B14F-4D97-AF65-F5344CB8AC3E}">
        <p14:creationId xmlns:p14="http://schemas.microsoft.com/office/powerpoint/2010/main" val="11976463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0746" y="399191"/>
            <a:ext cx="9030627" cy="5950093"/>
          </a:xfrm>
          <a:prstGeom prst="rect">
            <a:avLst/>
          </a:prstGeom>
        </p:spPr>
      </p:pic>
      <p:sp>
        <p:nvSpPr>
          <p:cNvPr id="3" name="object 3"/>
          <p:cNvSpPr txBox="1"/>
          <p:nvPr/>
        </p:nvSpPr>
        <p:spPr>
          <a:xfrm>
            <a:off x="2898395" y="6342076"/>
            <a:ext cx="428625" cy="330835"/>
          </a:xfrm>
          <a:prstGeom prst="rect">
            <a:avLst/>
          </a:prstGeom>
        </p:spPr>
        <p:txBody>
          <a:bodyPr vert="horz" wrap="square" lIns="0" tIns="12700" rIns="0" bIns="0" rtlCol="0">
            <a:spAutoFit/>
          </a:bodyPr>
          <a:lstStyle/>
          <a:p>
            <a:pPr marL="12700">
              <a:spcBef>
                <a:spcPts val="100"/>
              </a:spcBef>
            </a:pPr>
            <a:r>
              <a:rPr sz="2000" spc="-20">
                <a:solidFill>
                  <a:srgbClr val="C00000"/>
                </a:solidFill>
                <a:latin typeface="Constantia"/>
                <a:cs typeface="Constantia"/>
              </a:rPr>
              <a:t>Fig:</a:t>
            </a:r>
            <a:endParaRPr sz="2000">
              <a:latin typeface="Constantia"/>
              <a:cs typeface="Constantia"/>
            </a:endParaRPr>
          </a:p>
        </p:txBody>
      </p:sp>
      <p:sp>
        <p:nvSpPr>
          <p:cNvPr id="4" name="object 4"/>
          <p:cNvSpPr txBox="1">
            <a:spLocks noGrp="1"/>
          </p:cNvSpPr>
          <p:nvPr>
            <p:ph type="title"/>
          </p:nvPr>
        </p:nvSpPr>
        <p:spPr>
          <a:xfrm>
            <a:off x="3489043" y="6342076"/>
            <a:ext cx="4343400" cy="330835"/>
          </a:xfrm>
          <a:prstGeom prst="rect">
            <a:avLst/>
          </a:prstGeom>
        </p:spPr>
        <p:txBody>
          <a:bodyPr vert="horz" wrap="square" lIns="0" tIns="12700" rIns="0" bIns="0" rtlCol="0" anchor="ctr">
            <a:spAutoFit/>
          </a:bodyPr>
          <a:lstStyle/>
          <a:p>
            <a:pPr marL="12700">
              <a:lnSpc>
                <a:spcPct val="100000"/>
              </a:lnSpc>
              <a:spcBef>
                <a:spcPts val="100"/>
              </a:spcBef>
            </a:pPr>
            <a:r>
              <a:rPr sz="2000" spc="-10">
                <a:latin typeface="Constantia"/>
                <a:cs typeface="Constantia"/>
              </a:rPr>
              <a:t>Symbolic</a:t>
            </a:r>
            <a:r>
              <a:rPr sz="2000" spc="-100">
                <a:latin typeface="Constantia"/>
                <a:cs typeface="Constantia"/>
              </a:rPr>
              <a:t> </a:t>
            </a:r>
            <a:r>
              <a:rPr sz="2000">
                <a:latin typeface="Constantia"/>
                <a:cs typeface="Constantia"/>
              </a:rPr>
              <a:t>Names</a:t>
            </a:r>
            <a:r>
              <a:rPr sz="2000" spc="-85">
                <a:latin typeface="Constantia"/>
                <a:cs typeface="Constantia"/>
              </a:rPr>
              <a:t> </a:t>
            </a:r>
            <a:r>
              <a:rPr sz="2000">
                <a:latin typeface="Constantia"/>
                <a:cs typeface="Constantia"/>
              </a:rPr>
              <a:t>for</a:t>
            </a:r>
            <a:r>
              <a:rPr sz="2000" spc="-110">
                <a:latin typeface="Constantia"/>
                <a:cs typeface="Constantia"/>
              </a:rPr>
              <a:t> </a:t>
            </a:r>
            <a:r>
              <a:rPr sz="2000">
                <a:latin typeface="Constantia"/>
                <a:cs typeface="Constantia"/>
              </a:rPr>
              <a:t>Control</a:t>
            </a:r>
            <a:r>
              <a:rPr sz="2000" spc="-70">
                <a:latin typeface="Constantia"/>
                <a:cs typeface="Constantia"/>
              </a:rPr>
              <a:t> </a:t>
            </a:r>
            <a:r>
              <a:rPr sz="2000" spc="-10">
                <a:latin typeface="Constantia"/>
                <a:cs typeface="Constantia"/>
              </a:rPr>
              <a:t>Characters</a:t>
            </a:r>
            <a:endParaRPr sz="2000">
              <a:latin typeface="Constantia"/>
              <a:cs typeface="Constantia"/>
            </a:endParaRPr>
          </a:p>
        </p:txBody>
      </p:sp>
    </p:spTree>
    <p:extLst>
      <p:ext uri="{BB962C8B-B14F-4D97-AF65-F5344CB8AC3E}">
        <p14:creationId xmlns:p14="http://schemas.microsoft.com/office/powerpoint/2010/main" val="25448746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7539" y="88169"/>
            <a:ext cx="5634163" cy="689291"/>
          </a:xfrm>
          <a:prstGeom prst="rect">
            <a:avLst/>
          </a:prstGeom>
        </p:spPr>
        <p:txBody>
          <a:bodyPr vert="horz" wrap="square" lIns="0" tIns="12065" rIns="0" bIns="0" rtlCol="0" anchor="ctr">
            <a:spAutoFit/>
          </a:bodyPr>
          <a:lstStyle/>
          <a:p>
            <a:pPr marL="12700">
              <a:lnSpc>
                <a:spcPct val="100000"/>
              </a:lnSpc>
              <a:spcBef>
                <a:spcPts val="95"/>
              </a:spcBef>
            </a:pPr>
            <a:r>
              <a:t>Coding</a:t>
            </a:r>
            <a:r>
              <a:rPr spc="-90"/>
              <a:t> </a:t>
            </a:r>
            <a:r>
              <a:rPr spc="-10"/>
              <a:t>constants</a:t>
            </a:r>
          </a:p>
        </p:txBody>
      </p:sp>
      <p:sp>
        <p:nvSpPr>
          <p:cNvPr id="3" name="object 3"/>
          <p:cNvSpPr txBox="1"/>
          <p:nvPr/>
        </p:nvSpPr>
        <p:spPr>
          <a:xfrm>
            <a:off x="2351025" y="982727"/>
            <a:ext cx="8086725" cy="5847755"/>
          </a:xfrm>
          <a:prstGeom prst="rect">
            <a:avLst/>
          </a:prstGeom>
        </p:spPr>
        <p:txBody>
          <a:bodyPr vert="horz" wrap="square" lIns="0" tIns="12700" rIns="0" bIns="0" rtlCol="0" anchor="t">
            <a:spAutoFit/>
          </a:bodyPr>
          <a:lstStyle/>
          <a:p>
            <a:pPr marL="24765">
              <a:lnSpc>
                <a:spcPts val="2735"/>
              </a:lnSpc>
              <a:spcBef>
                <a:spcPts val="100"/>
              </a:spcBef>
            </a:pPr>
            <a:r>
              <a:rPr sz="2400">
                <a:solidFill>
                  <a:srgbClr val="C00000"/>
                </a:solidFill>
                <a:latin typeface="Times New Roman"/>
                <a:cs typeface="Times New Roman"/>
              </a:rPr>
              <a:t>Literal</a:t>
            </a:r>
            <a:r>
              <a:rPr sz="2400" spc="-30">
                <a:solidFill>
                  <a:srgbClr val="C00000"/>
                </a:solidFill>
                <a:latin typeface="Times New Roman"/>
                <a:cs typeface="Times New Roman"/>
              </a:rPr>
              <a:t> </a:t>
            </a:r>
            <a:r>
              <a:rPr sz="2400" spc="-10">
                <a:solidFill>
                  <a:srgbClr val="C00000"/>
                </a:solidFill>
                <a:latin typeface="Times New Roman"/>
                <a:cs typeface="Times New Roman"/>
              </a:rPr>
              <a:t>Constant</a:t>
            </a:r>
            <a:endParaRPr sz="2400">
              <a:latin typeface="Times New Roman"/>
              <a:cs typeface="Times New Roman"/>
            </a:endParaRPr>
          </a:p>
          <a:p>
            <a:pPr marL="368935" marR="1231265" indent="-368935">
              <a:lnSpc>
                <a:spcPts val="2590"/>
              </a:lnSpc>
              <a:spcBef>
                <a:spcPts val="180"/>
              </a:spcBef>
              <a:buFont typeface="Arial"/>
              <a:buChar char="•"/>
              <a:tabLst>
                <a:tab pos="368935" algn="l"/>
                <a:tab pos="370205" algn="l"/>
              </a:tabLst>
            </a:pPr>
            <a:r>
              <a:rPr sz="2400" spc="-20">
                <a:latin typeface="Times New Roman"/>
                <a:cs typeface="Times New Roman"/>
              </a:rPr>
              <a:t>A</a:t>
            </a:r>
            <a:r>
              <a:rPr sz="2400" spc="-140">
                <a:latin typeface="Times New Roman"/>
                <a:cs typeface="Times New Roman"/>
              </a:rPr>
              <a:t> </a:t>
            </a:r>
            <a:r>
              <a:rPr sz="2400">
                <a:latin typeface="Times New Roman"/>
                <a:cs typeface="Times New Roman"/>
              </a:rPr>
              <a:t>literal</a:t>
            </a:r>
            <a:r>
              <a:rPr sz="2400" spc="-55">
                <a:latin typeface="Times New Roman"/>
                <a:cs typeface="Times New Roman"/>
              </a:rPr>
              <a:t> </a:t>
            </a:r>
            <a:r>
              <a:rPr sz="2400">
                <a:latin typeface="Times New Roman"/>
                <a:cs typeface="Times New Roman"/>
              </a:rPr>
              <a:t>is an</a:t>
            </a:r>
            <a:r>
              <a:rPr sz="2400" spc="-10">
                <a:latin typeface="Times New Roman"/>
                <a:cs typeface="Times New Roman"/>
              </a:rPr>
              <a:t> </a:t>
            </a:r>
            <a:r>
              <a:rPr sz="2400">
                <a:latin typeface="Times New Roman"/>
                <a:cs typeface="Times New Roman"/>
              </a:rPr>
              <a:t>unnamed</a:t>
            </a:r>
            <a:r>
              <a:rPr sz="2400" spc="15">
                <a:latin typeface="Times New Roman"/>
                <a:cs typeface="Times New Roman"/>
              </a:rPr>
              <a:t> </a:t>
            </a:r>
            <a:r>
              <a:rPr sz="2400">
                <a:latin typeface="Times New Roman"/>
                <a:cs typeface="Times New Roman"/>
              </a:rPr>
              <a:t>constant</a:t>
            </a:r>
            <a:r>
              <a:rPr sz="2400" spc="-30">
                <a:latin typeface="Times New Roman"/>
                <a:cs typeface="Times New Roman"/>
              </a:rPr>
              <a:t> </a:t>
            </a:r>
            <a:r>
              <a:rPr sz="2400">
                <a:latin typeface="Times New Roman"/>
                <a:cs typeface="Times New Roman"/>
              </a:rPr>
              <a:t>used</a:t>
            </a:r>
            <a:r>
              <a:rPr sz="2400" spc="5">
                <a:latin typeface="Times New Roman"/>
                <a:cs typeface="Times New Roman"/>
              </a:rPr>
              <a:t> </a:t>
            </a:r>
            <a:r>
              <a:rPr sz="2400">
                <a:latin typeface="Times New Roman"/>
                <a:cs typeface="Times New Roman"/>
              </a:rPr>
              <a:t>to</a:t>
            </a:r>
            <a:r>
              <a:rPr sz="2400" spc="-15">
                <a:latin typeface="Times New Roman"/>
                <a:cs typeface="Times New Roman"/>
              </a:rPr>
              <a:t> </a:t>
            </a:r>
            <a:r>
              <a:rPr sz="2400">
                <a:latin typeface="Times New Roman"/>
                <a:cs typeface="Times New Roman"/>
              </a:rPr>
              <a:t>specify</a:t>
            </a:r>
            <a:r>
              <a:rPr sz="2400" spc="-10">
                <a:latin typeface="Times New Roman"/>
                <a:cs typeface="Times New Roman"/>
              </a:rPr>
              <a:t> data. </a:t>
            </a:r>
            <a:r>
              <a:rPr sz="2400">
                <a:latin typeface="Times New Roman"/>
                <a:cs typeface="Times New Roman"/>
              </a:rPr>
              <a:t>Ex:</a:t>
            </a:r>
            <a:r>
              <a:rPr sz="2400" spc="-15">
                <a:latin typeface="Times New Roman"/>
                <a:cs typeface="Times New Roman"/>
              </a:rPr>
              <a:t> </a:t>
            </a:r>
            <a:r>
              <a:rPr sz="2400" spc="-10">
                <a:latin typeface="Times New Roman"/>
                <a:cs typeface="Times New Roman"/>
              </a:rPr>
              <a:t>a=b+5;</a:t>
            </a:r>
            <a:endParaRPr sz="2400">
              <a:latin typeface="Times New Roman"/>
              <a:cs typeface="Times New Roman"/>
            </a:endParaRPr>
          </a:p>
          <a:p>
            <a:pPr marL="405765">
              <a:lnSpc>
                <a:spcPts val="2560"/>
              </a:lnSpc>
            </a:pPr>
            <a:r>
              <a:rPr lang="en-US" sz="2400">
                <a:latin typeface="Times New Roman"/>
                <a:cs typeface="Times New Roman"/>
              </a:rPr>
              <a:t>here</a:t>
            </a:r>
            <a:r>
              <a:rPr sz="2400" spc="-10">
                <a:latin typeface="Times New Roman"/>
                <a:cs typeface="Times New Roman"/>
              </a:rPr>
              <a:t> </a:t>
            </a:r>
            <a:r>
              <a:rPr sz="2400">
                <a:latin typeface="Times New Roman"/>
                <a:cs typeface="Times New Roman"/>
              </a:rPr>
              <a:t>5</a:t>
            </a:r>
            <a:r>
              <a:rPr sz="2400" spc="-5">
                <a:latin typeface="Times New Roman"/>
                <a:cs typeface="Times New Roman"/>
              </a:rPr>
              <a:t> </a:t>
            </a:r>
            <a:r>
              <a:rPr sz="2400">
                <a:latin typeface="Times New Roman"/>
                <a:cs typeface="Times New Roman"/>
              </a:rPr>
              <a:t>is</a:t>
            </a:r>
            <a:r>
              <a:rPr sz="2400" spc="-10">
                <a:latin typeface="Times New Roman"/>
                <a:cs typeface="Times New Roman"/>
              </a:rPr>
              <a:t> </a:t>
            </a:r>
            <a:r>
              <a:rPr sz="2400">
                <a:latin typeface="Times New Roman"/>
                <a:cs typeface="Times New Roman"/>
              </a:rPr>
              <a:t>a literal</a:t>
            </a:r>
            <a:r>
              <a:rPr sz="2400" spc="-40">
                <a:latin typeface="Times New Roman"/>
                <a:cs typeface="Times New Roman"/>
              </a:rPr>
              <a:t> </a:t>
            </a:r>
            <a:r>
              <a:rPr sz="2400" spc="-10">
                <a:latin typeface="Times New Roman"/>
                <a:cs typeface="Times New Roman"/>
              </a:rPr>
              <a:t>constant.</a:t>
            </a:r>
            <a:endParaRPr sz="2400">
              <a:latin typeface="Times New Roman"/>
              <a:cs typeface="Times New Roman"/>
            </a:endParaRPr>
          </a:p>
          <a:p>
            <a:pPr>
              <a:spcBef>
                <a:spcPts val="25"/>
              </a:spcBef>
            </a:pPr>
            <a:endParaRPr sz="2650">
              <a:latin typeface="Times New Roman"/>
              <a:cs typeface="Times New Roman"/>
            </a:endParaRPr>
          </a:p>
          <a:p>
            <a:pPr marL="12700"/>
            <a:r>
              <a:rPr sz="2400">
                <a:solidFill>
                  <a:srgbClr val="C00000"/>
                </a:solidFill>
                <a:latin typeface="Times New Roman"/>
                <a:cs typeface="Times New Roman"/>
              </a:rPr>
              <a:t>Defined</a:t>
            </a:r>
            <a:r>
              <a:rPr sz="2400" spc="-55">
                <a:solidFill>
                  <a:srgbClr val="C00000"/>
                </a:solidFill>
                <a:latin typeface="Times New Roman"/>
                <a:cs typeface="Times New Roman"/>
              </a:rPr>
              <a:t> </a:t>
            </a:r>
            <a:r>
              <a:rPr sz="2400" spc="-10">
                <a:solidFill>
                  <a:srgbClr val="C00000"/>
                </a:solidFill>
                <a:latin typeface="Times New Roman"/>
                <a:cs typeface="Times New Roman"/>
              </a:rPr>
              <a:t>constants</a:t>
            </a:r>
            <a:endParaRPr sz="2400">
              <a:latin typeface="Times New Roman"/>
              <a:cs typeface="Times New Roman"/>
            </a:endParaRPr>
          </a:p>
          <a:p>
            <a:pPr>
              <a:spcBef>
                <a:spcPts val="45"/>
              </a:spcBef>
            </a:pPr>
            <a:endParaRPr sz="2050">
              <a:latin typeface="Times New Roman"/>
              <a:cs typeface="Times New Roman"/>
            </a:endParaRPr>
          </a:p>
          <a:p>
            <a:pPr marL="255270" indent="-229870">
              <a:lnSpc>
                <a:spcPts val="2735"/>
              </a:lnSpc>
              <a:buFont typeface="Arial"/>
              <a:buChar char="•"/>
              <a:tabLst>
                <a:tab pos="255904" algn="l"/>
              </a:tabLst>
            </a:pPr>
            <a:r>
              <a:rPr sz="2400">
                <a:latin typeface="Times New Roman"/>
                <a:cs typeface="Times New Roman"/>
              </a:rPr>
              <a:t>A</a:t>
            </a:r>
            <a:r>
              <a:rPr sz="2400" spc="-150">
                <a:latin typeface="Times New Roman"/>
                <a:cs typeface="Times New Roman"/>
              </a:rPr>
              <a:t> </a:t>
            </a:r>
            <a:r>
              <a:rPr sz="2400">
                <a:latin typeface="Times New Roman"/>
                <a:cs typeface="Times New Roman"/>
              </a:rPr>
              <a:t>defined</a:t>
            </a:r>
            <a:r>
              <a:rPr sz="2400" spc="-20">
                <a:latin typeface="Times New Roman"/>
                <a:cs typeface="Times New Roman"/>
              </a:rPr>
              <a:t> </a:t>
            </a:r>
            <a:r>
              <a:rPr sz="2400">
                <a:latin typeface="Times New Roman"/>
                <a:cs typeface="Times New Roman"/>
              </a:rPr>
              <a:t>constant</a:t>
            </a:r>
            <a:r>
              <a:rPr sz="2400" spc="-30">
                <a:latin typeface="Times New Roman"/>
                <a:cs typeface="Times New Roman"/>
              </a:rPr>
              <a:t> </a:t>
            </a:r>
            <a:r>
              <a:rPr sz="2400">
                <a:latin typeface="Times New Roman"/>
                <a:cs typeface="Times New Roman"/>
              </a:rPr>
              <a:t>uses</a:t>
            </a:r>
            <a:r>
              <a:rPr sz="2400" spc="-10">
                <a:latin typeface="Times New Roman"/>
                <a:cs typeface="Times New Roman"/>
              </a:rPr>
              <a:t> </a:t>
            </a:r>
            <a:r>
              <a:rPr sz="2400">
                <a:latin typeface="Times New Roman"/>
                <a:cs typeface="Times New Roman"/>
              </a:rPr>
              <a:t>the</a:t>
            </a:r>
            <a:r>
              <a:rPr sz="2400" spc="-20">
                <a:latin typeface="Times New Roman"/>
                <a:cs typeface="Times New Roman"/>
              </a:rPr>
              <a:t> </a:t>
            </a:r>
            <a:r>
              <a:rPr sz="2400">
                <a:latin typeface="Times New Roman"/>
                <a:cs typeface="Times New Roman"/>
              </a:rPr>
              <a:t>preprocessor</a:t>
            </a:r>
            <a:r>
              <a:rPr sz="2400" spc="-25">
                <a:latin typeface="Times New Roman"/>
                <a:cs typeface="Times New Roman"/>
              </a:rPr>
              <a:t> </a:t>
            </a:r>
            <a:r>
              <a:rPr sz="2400">
                <a:latin typeface="Times New Roman"/>
                <a:cs typeface="Times New Roman"/>
              </a:rPr>
              <a:t>command</a:t>
            </a:r>
            <a:r>
              <a:rPr sz="2400" spc="10">
                <a:latin typeface="Times New Roman"/>
                <a:cs typeface="Times New Roman"/>
              </a:rPr>
              <a:t> </a:t>
            </a:r>
            <a:r>
              <a:rPr sz="2400" spc="-10">
                <a:latin typeface="Times New Roman"/>
                <a:cs typeface="Times New Roman"/>
              </a:rPr>
              <a:t>#define</a:t>
            </a:r>
            <a:endParaRPr sz="2400">
              <a:latin typeface="Times New Roman"/>
              <a:cs typeface="Times New Roman"/>
            </a:endParaRPr>
          </a:p>
          <a:p>
            <a:pPr marL="710565">
              <a:lnSpc>
                <a:spcPts val="2595"/>
              </a:lnSpc>
              <a:tabLst>
                <a:tab pos="1285240" algn="l"/>
              </a:tabLst>
            </a:pPr>
            <a:r>
              <a:rPr sz="2400" spc="-25">
                <a:latin typeface="Times New Roman"/>
                <a:cs typeface="Times New Roman"/>
              </a:rPr>
              <a:t>Ex:</a:t>
            </a:r>
            <a:r>
              <a:rPr sz="2400">
                <a:latin typeface="Times New Roman"/>
                <a:cs typeface="Times New Roman"/>
              </a:rPr>
              <a:t>	#define</a:t>
            </a:r>
            <a:r>
              <a:rPr sz="2400" spc="-10">
                <a:latin typeface="Times New Roman"/>
                <a:cs typeface="Times New Roman"/>
              </a:rPr>
              <a:t> </a:t>
            </a:r>
            <a:r>
              <a:rPr sz="2400">
                <a:latin typeface="Times New Roman"/>
                <a:cs typeface="Times New Roman"/>
              </a:rPr>
              <a:t>rate</a:t>
            </a:r>
            <a:r>
              <a:rPr sz="2400" spc="-15">
                <a:latin typeface="Times New Roman"/>
                <a:cs typeface="Times New Roman"/>
              </a:rPr>
              <a:t> </a:t>
            </a:r>
            <a:r>
              <a:rPr sz="2400" spc="-20">
                <a:latin typeface="Times New Roman"/>
                <a:cs typeface="Times New Roman"/>
              </a:rPr>
              <a:t>0.85</a:t>
            </a:r>
            <a:endParaRPr sz="2400">
              <a:latin typeface="Times New Roman"/>
              <a:cs typeface="Times New Roman"/>
            </a:endParaRPr>
          </a:p>
          <a:p>
            <a:pPr marL="102235">
              <a:lnSpc>
                <a:spcPts val="2590"/>
              </a:lnSpc>
              <a:tabLst>
                <a:tab pos="1824355" algn="l"/>
                <a:tab pos="2966720" algn="l"/>
                <a:tab pos="3670300" algn="l"/>
                <a:tab pos="4728210" algn="l"/>
                <a:tab pos="5609590" algn="l"/>
                <a:tab pos="6210300" algn="l"/>
                <a:tab pos="6897370" algn="l"/>
                <a:tab pos="7415530" algn="l"/>
              </a:tabLst>
            </a:pPr>
            <a:r>
              <a:rPr sz="2400" spc="-10">
                <a:latin typeface="Times New Roman"/>
                <a:cs typeface="Times New Roman"/>
              </a:rPr>
              <a:t>Preprocessor</a:t>
            </a:r>
            <a:r>
              <a:rPr sz="2400">
                <a:latin typeface="Times New Roman"/>
                <a:cs typeface="Times New Roman"/>
              </a:rPr>
              <a:t>	</a:t>
            </a:r>
            <a:r>
              <a:rPr sz="2400" spc="-10">
                <a:latin typeface="Times New Roman"/>
                <a:cs typeface="Times New Roman"/>
              </a:rPr>
              <a:t>replaces</a:t>
            </a:r>
            <a:r>
              <a:rPr sz="2400">
                <a:latin typeface="Times New Roman"/>
                <a:cs typeface="Times New Roman"/>
              </a:rPr>
              <a:t>	</a:t>
            </a:r>
            <a:r>
              <a:rPr sz="2400" spc="-20">
                <a:latin typeface="Times New Roman"/>
                <a:cs typeface="Times New Roman"/>
              </a:rPr>
              <a:t>each</a:t>
            </a:r>
            <a:r>
              <a:rPr sz="2400">
                <a:latin typeface="Times New Roman"/>
                <a:cs typeface="Times New Roman"/>
              </a:rPr>
              <a:t>	</a:t>
            </a:r>
            <a:r>
              <a:rPr sz="2400" spc="-10">
                <a:latin typeface="Times New Roman"/>
                <a:cs typeface="Times New Roman"/>
              </a:rPr>
              <a:t>defined</a:t>
            </a:r>
            <a:r>
              <a:rPr sz="2400">
                <a:latin typeface="Times New Roman"/>
                <a:cs typeface="Times New Roman"/>
              </a:rPr>
              <a:t>	</a:t>
            </a:r>
            <a:r>
              <a:rPr sz="2400" spc="-10">
                <a:latin typeface="Times New Roman"/>
                <a:cs typeface="Times New Roman"/>
              </a:rPr>
              <a:t>name,</a:t>
            </a:r>
            <a:r>
              <a:rPr sz="2400">
                <a:latin typeface="Times New Roman"/>
                <a:cs typeface="Times New Roman"/>
              </a:rPr>
              <a:t>	</a:t>
            </a:r>
            <a:r>
              <a:rPr sz="2400" spc="-20">
                <a:latin typeface="Times New Roman"/>
                <a:cs typeface="Times New Roman"/>
              </a:rPr>
              <a:t>rate</a:t>
            </a:r>
            <a:r>
              <a:rPr sz="2400">
                <a:latin typeface="Times New Roman"/>
                <a:cs typeface="Times New Roman"/>
              </a:rPr>
              <a:t>	</a:t>
            </a:r>
            <a:r>
              <a:rPr sz="2400" spc="-20">
                <a:latin typeface="Times New Roman"/>
                <a:cs typeface="Times New Roman"/>
              </a:rPr>
              <a:t>with</a:t>
            </a:r>
            <a:r>
              <a:rPr sz="2400">
                <a:latin typeface="Times New Roman"/>
                <a:cs typeface="Times New Roman"/>
              </a:rPr>
              <a:t>	</a:t>
            </a:r>
            <a:r>
              <a:rPr sz="2400" spc="-25">
                <a:latin typeface="Times New Roman"/>
                <a:cs typeface="Times New Roman"/>
              </a:rPr>
              <a:t>the</a:t>
            </a:r>
            <a:r>
              <a:rPr sz="2400">
                <a:latin typeface="Times New Roman"/>
                <a:cs typeface="Times New Roman"/>
              </a:rPr>
              <a:t>	</a:t>
            </a:r>
            <a:r>
              <a:rPr sz="2400" spc="-10">
                <a:latin typeface="Times New Roman"/>
                <a:cs typeface="Times New Roman"/>
              </a:rPr>
              <a:t>value</a:t>
            </a:r>
            <a:endParaRPr sz="2400">
              <a:latin typeface="Times New Roman"/>
              <a:cs typeface="Times New Roman"/>
            </a:endParaRPr>
          </a:p>
          <a:p>
            <a:pPr marL="255270">
              <a:lnSpc>
                <a:spcPts val="2735"/>
              </a:lnSpc>
            </a:pPr>
            <a:r>
              <a:rPr sz="2400">
                <a:latin typeface="Times New Roman"/>
                <a:cs typeface="Times New Roman"/>
              </a:rPr>
              <a:t>0.85</a:t>
            </a:r>
            <a:r>
              <a:rPr sz="2400" spc="-20">
                <a:latin typeface="Times New Roman"/>
                <a:cs typeface="Times New Roman"/>
              </a:rPr>
              <a:t> </a:t>
            </a:r>
            <a:r>
              <a:rPr sz="2400">
                <a:latin typeface="Times New Roman"/>
                <a:cs typeface="Times New Roman"/>
              </a:rPr>
              <a:t>wherever it</a:t>
            </a:r>
            <a:r>
              <a:rPr sz="2400" spc="-20">
                <a:latin typeface="Times New Roman"/>
                <a:cs typeface="Times New Roman"/>
              </a:rPr>
              <a:t> </a:t>
            </a:r>
            <a:r>
              <a:rPr sz="2400">
                <a:latin typeface="Times New Roman"/>
                <a:cs typeface="Times New Roman"/>
              </a:rPr>
              <a:t>is found</a:t>
            </a:r>
            <a:r>
              <a:rPr sz="2400" spc="-10">
                <a:latin typeface="Times New Roman"/>
                <a:cs typeface="Times New Roman"/>
              </a:rPr>
              <a:t> </a:t>
            </a:r>
            <a:r>
              <a:rPr sz="2400">
                <a:latin typeface="Times New Roman"/>
                <a:cs typeface="Times New Roman"/>
              </a:rPr>
              <a:t>in</a:t>
            </a:r>
            <a:r>
              <a:rPr sz="2400" spc="-15">
                <a:latin typeface="Times New Roman"/>
                <a:cs typeface="Times New Roman"/>
              </a:rPr>
              <a:t> </a:t>
            </a:r>
            <a:r>
              <a:rPr sz="2400">
                <a:latin typeface="Times New Roman"/>
                <a:cs typeface="Times New Roman"/>
              </a:rPr>
              <a:t>the</a:t>
            </a:r>
            <a:r>
              <a:rPr sz="2400" spc="-10">
                <a:latin typeface="Times New Roman"/>
                <a:cs typeface="Times New Roman"/>
              </a:rPr>
              <a:t> </a:t>
            </a:r>
            <a:r>
              <a:rPr sz="2400">
                <a:latin typeface="Times New Roman"/>
                <a:cs typeface="Times New Roman"/>
              </a:rPr>
              <a:t>source</a:t>
            </a:r>
            <a:r>
              <a:rPr sz="2400" spc="-5">
                <a:latin typeface="Times New Roman"/>
                <a:cs typeface="Times New Roman"/>
              </a:rPr>
              <a:t> </a:t>
            </a:r>
            <a:r>
              <a:rPr sz="2400" spc="-10">
                <a:latin typeface="Times New Roman"/>
                <a:cs typeface="Times New Roman"/>
              </a:rPr>
              <a:t>program</a:t>
            </a:r>
            <a:endParaRPr sz="2400">
              <a:latin typeface="Times New Roman"/>
              <a:cs typeface="Times New Roman"/>
            </a:endParaRPr>
          </a:p>
          <a:p>
            <a:pPr marL="25400">
              <a:spcBef>
                <a:spcPts val="2305"/>
              </a:spcBef>
            </a:pPr>
            <a:r>
              <a:rPr sz="2400">
                <a:solidFill>
                  <a:srgbClr val="C00000"/>
                </a:solidFill>
                <a:latin typeface="Times New Roman"/>
                <a:cs typeface="Times New Roman"/>
              </a:rPr>
              <a:t>Memory</a:t>
            </a:r>
            <a:r>
              <a:rPr sz="2400" spc="-20">
                <a:solidFill>
                  <a:srgbClr val="C00000"/>
                </a:solidFill>
                <a:latin typeface="Times New Roman"/>
                <a:cs typeface="Times New Roman"/>
              </a:rPr>
              <a:t> </a:t>
            </a:r>
            <a:r>
              <a:rPr sz="2400" spc="-10">
                <a:solidFill>
                  <a:srgbClr val="C00000"/>
                </a:solidFill>
                <a:latin typeface="Times New Roman"/>
                <a:cs typeface="Times New Roman"/>
              </a:rPr>
              <a:t>Constants</a:t>
            </a:r>
            <a:endParaRPr sz="2400">
              <a:latin typeface="Times New Roman"/>
              <a:cs typeface="Times New Roman"/>
            </a:endParaRPr>
          </a:p>
          <a:p>
            <a:pPr>
              <a:spcBef>
                <a:spcPts val="45"/>
              </a:spcBef>
            </a:pPr>
            <a:endParaRPr sz="2250">
              <a:latin typeface="Times New Roman"/>
              <a:cs typeface="Times New Roman"/>
            </a:endParaRPr>
          </a:p>
          <a:p>
            <a:pPr marL="255270" marR="5080" indent="-229235">
              <a:lnSpc>
                <a:spcPts val="2590"/>
              </a:lnSpc>
              <a:buFont typeface="Arial"/>
              <a:buChar char="•"/>
              <a:tabLst>
                <a:tab pos="255904" algn="l"/>
              </a:tabLst>
            </a:pPr>
            <a:r>
              <a:rPr sz="2400">
                <a:latin typeface="Times New Roman"/>
                <a:cs typeface="Times New Roman"/>
              </a:rPr>
              <a:t>Memory</a:t>
            </a:r>
            <a:r>
              <a:rPr sz="2400" spc="245">
                <a:latin typeface="Times New Roman"/>
                <a:cs typeface="Times New Roman"/>
              </a:rPr>
              <a:t> </a:t>
            </a:r>
            <a:r>
              <a:rPr sz="2400">
                <a:latin typeface="Times New Roman"/>
                <a:cs typeface="Times New Roman"/>
              </a:rPr>
              <a:t>constant</a:t>
            </a:r>
            <a:r>
              <a:rPr sz="2400" spc="250">
                <a:latin typeface="Times New Roman"/>
                <a:cs typeface="Times New Roman"/>
              </a:rPr>
              <a:t> </a:t>
            </a:r>
            <a:r>
              <a:rPr sz="2400">
                <a:latin typeface="Times New Roman"/>
                <a:cs typeface="Times New Roman"/>
              </a:rPr>
              <a:t>use</a:t>
            </a:r>
            <a:r>
              <a:rPr sz="2400" spc="245">
                <a:latin typeface="Times New Roman"/>
                <a:cs typeface="Times New Roman"/>
              </a:rPr>
              <a:t> </a:t>
            </a:r>
            <a:r>
              <a:rPr sz="2400">
                <a:latin typeface="Times New Roman"/>
                <a:cs typeface="Times New Roman"/>
              </a:rPr>
              <a:t>a</a:t>
            </a:r>
            <a:r>
              <a:rPr sz="2400" spc="235">
                <a:latin typeface="Times New Roman"/>
                <a:cs typeface="Times New Roman"/>
              </a:rPr>
              <a:t> </a:t>
            </a:r>
            <a:r>
              <a:rPr sz="2400">
                <a:latin typeface="Times New Roman"/>
                <a:cs typeface="Times New Roman"/>
              </a:rPr>
              <a:t>C</a:t>
            </a:r>
            <a:r>
              <a:rPr sz="2400" spc="235">
                <a:latin typeface="Times New Roman"/>
                <a:cs typeface="Times New Roman"/>
              </a:rPr>
              <a:t> </a:t>
            </a:r>
            <a:r>
              <a:rPr sz="2400">
                <a:latin typeface="Times New Roman"/>
                <a:cs typeface="Times New Roman"/>
              </a:rPr>
              <a:t>type</a:t>
            </a:r>
            <a:r>
              <a:rPr sz="2400" spc="240">
                <a:latin typeface="Times New Roman"/>
                <a:cs typeface="Times New Roman"/>
              </a:rPr>
              <a:t> </a:t>
            </a:r>
            <a:r>
              <a:rPr sz="2400">
                <a:latin typeface="Times New Roman"/>
                <a:cs typeface="Times New Roman"/>
              </a:rPr>
              <a:t>qualifier,</a:t>
            </a:r>
            <a:r>
              <a:rPr sz="2400" spc="240">
                <a:latin typeface="Times New Roman"/>
                <a:cs typeface="Times New Roman"/>
              </a:rPr>
              <a:t> </a:t>
            </a:r>
            <a:r>
              <a:rPr sz="2400">
                <a:latin typeface="Times New Roman"/>
                <a:cs typeface="Times New Roman"/>
              </a:rPr>
              <a:t>const</a:t>
            </a:r>
            <a:r>
              <a:rPr sz="2400" spc="235">
                <a:latin typeface="Times New Roman"/>
                <a:cs typeface="Times New Roman"/>
              </a:rPr>
              <a:t> </a:t>
            </a:r>
            <a:r>
              <a:rPr sz="2400">
                <a:latin typeface="Times New Roman"/>
                <a:cs typeface="Times New Roman"/>
              </a:rPr>
              <a:t>to</a:t>
            </a:r>
            <a:r>
              <a:rPr sz="2400" spc="229">
                <a:latin typeface="Times New Roman"/>
                <a:cs typeface="Times New Roman"/>
              </a:rPr>
              <a:t> </a:t>
            </a:r>
            <a:r>
              <a:rPr sz="2400">
                <a:latin typeface="Times New Roman"/>
                <a:cs typeface="Times New Roman"/>
              </a:rPr>
              <a:t>indicate</a:t>
            </a:r>
            <a:r>
              <a:rPr sz="2400" spc="235">
                <a:latin typeface="Times New Roman"/>
                <a:cs typeface="Times New Roman"/>
              </a:rPr>
              <a:t> </a:t>
            </a:r>
            <a:r>
              <a:rPr sz="2400" spc="-20">
                <a:latin typeface="Times New Roman"/>
                <a:cs typeface="Times New Roman"/>
              </a:rPr>
              <a:t>that </a:t>
            </a:r>
            <a:r>
              <a:rPr sz="2400">
                <a:latin typeface="Times New Roman"/>
                <a:cs typeface="Times New Roman"/>
              </a:rPr>
              <a:t>the</a:t>
            </a:r>
            <a:r>
              <a:rPr sz="2400" spc="-20">
                <a:latin typeface="Times New Roman"/>
                <a:cs typeface="Times New Roman"/>
              </a:rPr>
              <a:t> </a:t>
            </a:r>
            <a:r>
              <a:rPr sz="2400">
                <a:latin typeface="Times New Roman"/>
                <a:cs typeface="Times New Roman"/>
              </a:rPr>
              <a:t>data</a:t>
            </a:r>
            <a:r>
              <a:rPr sz="2400" spc="-20">
                <a:latin typeface="Times New Roman"/>
                <a:cs typeface="Times New Roman"/>
              </a:rPr>
              <a:t> </a:t>
            </a:r>
            <a:r>
              <a:rPr sz="2400">
                <a:latin typeface="Times New Roman"/>
                <a:cs typeface="Times New Roman"/>
              </a:rPr>
              <a:t>cannot</a:t>
            </a:r>
            <a:r>
              <a:rPr sz="2400" spc="-15">
                <a:latin typeface="Times New Roman"/>
                <a:cs typeface="Times New Roman"/>
              </a:rPr>
              <a:t> </a:t>
            </a:r>
            <a:r>
              <a:rPr sz="2400">
                <a:latin typeface="Times New Roman"/>
                <a:cs typeface="Times New Roman"/>
              </a:rPr>
              <a:t>be </a:t>
            </a:r>
            <a:r>
              <a:rPr sz="2400" spc="-10">
                <a:latin typeface="Times New Roman"/>
                <a:cs typeface="Times New Roman"/>
              </a:rPr>
              <a:t>changed</a:t>
            </a:r>
            <a:endParaRPr sz="2400">
              <a:latin typeface="Times New Roman"/>
              <a:cs typeface="Times New Roman"/>
            </a:endParaRPr>
          </a:p>
          <a:p>
            <a:pPr marL="710565">
              <a:lnSpc>
                <a:spcPts val="2555"/>
              </a:lnSpc>
            </a:pPr>
            <a:r>
              <a:rPr sz="2400" err="1">
                <a:latin typeface="Times New Roman"/>
                <a:cs typeface="Times New Roman"/>
              </a:rPr>
              <a:t>Ex:const</a:t>
            </a:r>
            <a:r>
              <a:rPr sz="2400" spc="-40">
                <a:latin typeface="Times New Roman"/>
                <a:cs typeface="Times New Roman"/>
              </a:rPr>
              <a:t> </a:t>
            </a:r>
            <a:r>
              <a:rPr sz="2400">
                <a:latin typeface="Times New Roman"/>
                <a:cs typeface="Times New Roman"/>
              </a:rPr>
              <a:t>float</a:t>
            </a:r>
            <a:r>
              <a:rPr sz="2400" spc="-10">
                <a:latin typeface="Times New Roman"/>
                <a:cs typeface="Times New Roman"/>
              </a:rPr>
              <a:t> </a:t>
            </a:r>
            <a:r>
              <a:rPr sz="2400">
                <a:latin typeface="Times New Roman"/>
                <a:cs typeface="Times New Roman"/>
              </a:rPr>
              <a:t>PI</a:t>
            </a:r>
            <a:r>
              <a:rPr sz="2400" spc="-5">
                <a:latin typeface="Times New Roman"/>
                <a:cs typeface="Times New Roman"/>
              </a:rPr>
              <a:t> </a:t>
            </a:r>
            <a:r>
              <a:rPr sz="2400">
                <a:latin typeface="Times New Roman"/>
                <a:cs typeface="Times New Roman"/>
              </a:rPr>
              <a:t>=</a:t>
            </a:r>
            <a:r>
              <a:rPr sz="2400" spc="-20">
                <a:latin typeface="Times New Roman"/>
                <a:cs typeface="Times New Roman"/>
              </a:rPr>
              <a:t> </a:t>
            </a:r>
            <a:r>
              <a:rPr sz="2400" spc="-10">
                <a:latin typeface="Times New Roman"/>
                <a:cs typeface="Times New Roman"/>
              </a:rPr>
              <a:t>3.14159;</a:t>
            </a:r>
            <a:endParaRPr sz="2400">
              <a:latin typeface="Times New Roman"/>
              <a:cs typeface="Times New Roman"/>
            </a:endParaRPr>
          </a:p>
        </p:txBody>
      </p:sp>
    </p:spTree>
    <p:extLst>
      <p:ext uri="{BB962C8B-B14F-4D97-AF65-F5344CB8AC3E}">
        <p14:creationId xmlns:p14="http://schemas.microsoft.com/office/powerpoint/2010/main" val="42215039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2258" y="461594"/>
            <a:ext cx="1968500" cy="697230"/>
          </a:xfrm>
          <a:prstGeom prst="rect">
            <a:avLst/>
          </a:prstGeom>
        </p:spPr>
        <p:txBody>
          <a:bodyPr vert="horz" wrap="square" lIns="0" tIns="13335" rIns="0" bIns="0" rtlCol="0" anchor="ctr">
            <a:spAutoFit/>
          </a:bodyPr>
          <a:lstStyle/>
          <a:p>
            <a:pPr marL="12700">
              <a:lnSpc>
                <a:spcPct val="100000"/>
              </a:lnSpc>
              <a:spcBef>
                <a:spcPts val="105"/>
              </a:spcBef>
            </a:pPr>
            <a:r>
              <a:rPr spc="-10">
                <a:solidFill>
                  <a:srgbClr val="000000"/>
                </a:solidFill>
                <a:latin typeface="Calibri"/>
                <a:cs typeface="Calibri"/>
              </a:rPr>
              <a:t>STRINGS</a:t>
            </a:r>
            <a:endParaRPr>
              <a:latin typeface="Calibri"/>
              <a:cs typeface="Calibri"/>
            </a:endParaRPr>
          </a:p>
        </p:txBody>
      </p:sp>
      <p:sp>
        <p:nvSpPr>
          <p:cNvPr id="3" name="object 3"/>
          <p:cNvSpPr txBox="1"/>
          <p:nvPr/>
        </p:nvSpPr>
        <p:spPr>
          <a:xfrm>
            <a:off x="2059940" y="1607565"/>
            <a:ext cx="7717790" cy="3538220"/>
          </a:xfrm>
          <a:prstGeom prst="rect">
            <a:avLst/>
          </a:prstGeom>
        </p:spPr>
        <p:txBody>
          <a:bodyPr vert="horz" wrap="square" lIns="0" tIns="13335" rIns="0" bIns="0" rtlCol="0">
            <a:spAutoFit/>
          </a:bodyPr>
          <a:lstStyle/>
          <a:p>
            <a:pPr marL="355600" marR="38735" indent="-342900">
              <a:spcBef>
                <a:spcPts val="105"/>
              </a:spcBef>
              <a:buFont typeface="Arial"/>
              <a:buChar char="•"/>
              <a:tabLst>
                <a:tab pos="354965" algn="l"/>
                <a:tab pos="355600" algn="l"/>
              </a:tabLst>
            </a:pPr>
            <a:r>
              <a:rPr sz="3200">
                <a:latin typeface="Calibri"/>
                <a:cs typeface="Calibri"/>
              </a:rPr>
              <a:t>A</a:t>
            </a:r>
            <a:r>
              <a:rPr sz="3200" spc="-45">
                <a:latin typeface="Calibri"/>
                <a:cs typeface="Calibri"/>
              </a:rPr>
              <a:t> </a:t>
            </a:r>
            <a:r>
              <a:rPr sz="3200">
                <a:latin typeface="Calibri"/>
                <a:cs typeface="Calibri"/>
              </a:rPr>
              <a:t>string</a:t>
            </a:r>
            <a:r>
              <a:rPr sz="3200" spc="-20">
                <a:latin typeface="Calibri"/>
                <a:cs typeface="Calibri"/>
              </a:rPr>
              <a:t> </a:t>
            </a:r>
            <a:r>
              <a:rPr sz="3200">
                <a:latin typeface="Calibri"/>
                <a:cs typeface="Calibri"/>
              </a:rPr>
              <a:t>in</a:t>
            </a:r>
            <a:r>
              <a:rPr sz="3200" spc="-25">
                <a:latin typeface="Calibri"/>
                <a:cs typeface="Calibri"/>
              </a:rPr>
              <a:t> </a:t>
            </a:r>
            <a:r>
              <a:rPr sz="3200">
                <a:latin typeface="Calibri"/>
                <a:cs typeface="Calibri"/>
              </a:rPr>
              <a:t>C</a:t>
            </a:r>
            <a:r>
              <a:rPr sz="3200" spc="-30">
                <a:latin typeface="Calibri"/>
                <a:cs typeface="Calibri"/>
              </a:rPr>
              <a:t> </a:t>
            </a:r>
            <a:r>
              <a:rPr sz="3200">
                <a:latin typeface="Calibri"/>
                <a:cs typeface="Calibri"/>
              </a:rPr>
              <a:t>is</a:t>
            </a:r>
            <a:r>
              <a:rPr sz="3200" spc="-25">
                <a:latin typeface="Calibri"/>
                <a:cs typeface="Calibri"/>
              </a:rPr>
              <a:t> </a:t>
            </a:r>
            <a:r>
              <a:rPr sz="3200">
                <a:latin typeface="Calibri"/>
                <a:cs typeface="Calibri"/>
              </a:rPr>
              <a:t>merely</a:t>
            </a:r>
            <a:r>
              <a:rPr sz="3200" spc="-40">
                <a:latin typeface="Calibri"/>
                <a:cs typeface="Calibri"/>
              </a:rPr>
              <a:t> </a:t>
            </a:r>
            <a:r>
              <a:rPr sz="3200">
                <a:latin typeface="Calibri"/>
                <a:cs typeface="Calibri"/>
              </a:rPr>
              <a:t>an</a:t>
            </a:r>
            <a:r>
              <a:rPr sz="3200" spc="-25">
                <a:latin typeface="Calibri"/>
                <a:cs typeface="Calibri"/>
              </a:rPr>
              <a:t> </a:t>
            </a:r>
            <a:r>
              <a:rPr sz="3200">
                <a:latin typeface="Calibri"/>
                <a:cs typeface="Calibri"/>
              </a:rPr>
              <a:t>array</a:t>
            </a:r>
            <a:r>
              <a:rPr sz="3200" spc="-30">
                <a:latin typeface="Calibri"/>
                <a:cs typeface="Calibri"/>
              </a:rPr>
              <a:t> </a:t>
            </a:r>
            <a:r>
              <a:rPr sz="3200">
                <a:latin typeface="Calibri"/>
                <a:cs typeface="Calibri"/>
              </a:rPr>
              <a:t>of</a:t>
            </a:r>
            <a:r>
              <a:rPr sz="3200" spc="-25">
                <a:latin typeface="Calibri"/>
                <a:cs typeface="Calibri"/>
              </a:rPr>
              <a:t> </a:t>
            </a:r>
            <a:r>
              <a:rPr sz="3200" spc="-10">
                <a:latin typeface="Calibri"/>
                <a:cs typeface="Calibri"/>
              </a:rPr>
              <a:t>characters. </a:t>
            </a:r>
            <a:r>
              <a:rPr sz="3200">
                <a:latin typeface="Calibri"/>
                <a:cs typeface="Calibri"/>
              </a:rPr>
              <a:t>The</a:t>
            </a:r>
            <a:r>
              <a:rPr sz="3200" spc="-60">
                <a:latin typeface="Calibri"/>
                <a:cs typeface="Calibri"/>
              </a:rPr>
              <a:t> </a:t>
            </a:r>
            <a:r>
              <a:rPr sz="3200">
                <a:latin typeface="Calibri"/>
                <a:cs typeface="Calibri"/>
              </a:rPr>
              <a:t>length</a:t>
            </a:r>
            <a:r>
              <a:rPr sz="3200" spc="-25">
                <a:latin typeface="Calibri"/>
                <a:cs typeface="Calibri"/>
              </a:rPr>
              <a:t> </a:t>
            </a:r>
            <a:r>
              <a:rPr sz="3200">
                <a:latin typeface="Calibri"/>
                <a:cs typeface="Calibri"/>
              </a:rPr>
              <a:t>of</a:t>
            </a:r>
            <a:r>
              <a:rPr sz="3200" spc="-35">
                <a:latin typeface="Calibri"/>
                <a:cs typeface="Calibri"/>
              </a:rPr>
              <a:t> </a:t>
            </a:r>
            <a:r>
              <a:rPr sz="3200">
                <a:latin typeface="Calibri"/>
                <a:cs typeface="Calibri"/>
              </a:rPr>
              <a:t>a</a:t>
            </a:r>
            <a:r>
              <a:rPr sz="3200" spc="-45">
                <a:latin typeface="Calibri"/>
                <a:cs typeface="Calibri"/>
              </a:rPr>
              <a:t> </a:t>
            </a:r>
            <a:r>
              <a:rPr sz="3200">
                <a:latin typeface="Calibri"/>
                <a:cs typeface="Calibri"/>
              </a:rPr>
              <a:t>string</a:t>
            </a:r>
            <a:r>
              <a:rPr sz="3200" spc="-20">
                <a:latin typeface="Calibri"/>
                <a:cs typeface="Calibri"/>
              </a:rPr>
              <a:t> </a:t>
            </a:r>
            <a:r>
              <a:rPr sz="3200">
                <a:latin typeface="Calibri"/>
                <a:cs typeface="Calibri"/>
              </a:rPr>
              <a:t>is</a:t>
            </a:r>
            <a:r>
              <a:rPr sz="3200" spc="-40">
                <a:latin typeface="Calibri"/>
                <a:cs typeface="Calibri"/>
              </a:rPr>
              <a:t> </a:t>
            </a:r>
            <a:r>
              <a:rPr sz="3200">
                <a:latin typeface="Calibri"/>
                <a:cs typeface="Calibri"/>
              </a:rPr>
              <a:t>determined</a:t>
            </a:r>
            <a:r>
              <a:rPr sz="3200" spc="-20">
                <a:latin typeface="Calibri"/>
                <a:cs typeface="Calibri"/>
              </a:rPr>
              <a:t> </a:t>
            </a:r>
            <a:r>
              <a:rPr sz="3200">
                <a:latin typeface="Calibri"/>
                <a:cs typeface="Calibri"/>
              </a:rPr>
              <a:t>by</a:t>
            </a:r>
            <a:r>
              <a:rPr sz="3200" spc="-30">
                <a:latin typeface="Calibri"/>
                <a:cs typeface="Calibri"/>
              </a:rPr>
              <a:t> </a:t>
            </a:r>
            <a:r>
              <a:rPr sz="3200" spc="-50">
                <a:latin typeface="Calibri"/>
                <a:cs typeface="Calibri"/>
              </a:rPr>
              <a:t>a </a:t>
            </a:r>
            <a:r>
              <a:rPr sz="3200">
                <a:latin typeface="Calibri"/>
                <a:cs typeface="Calibri"/>
              </a:rPr>
              <a:t>terminating</a:t>
            </a:r>
            <a:r>
              <a:rPr sz="3200" spc="-35">
                <a:latin typeface="Calibri"/>
                <a:cs typeface="Calibri"/>
              </a:rPr>
              <a:t> </a:t>
            </a:r>
            <a:r>
              <a:rPr sz="3200" b="1">
                <a:latin typeface="Calibri"/>
                <a:cs typeface="Calibri"/>
              </a:rPr>
              <a:t>null</a:t>
            </a:r>
            <a:r>
              <a:rPr sz="3200" b="1" spc="-75">
                <a:latin typeface="Calibri"/>
                <a:cs typeface="Calibri"/>
              </a:rPr>
              <a:t> </a:t>
            </a:r>
            <a:r>
              <a:rPr sz="3200">
                <a:latin typeface="Calibri"/>
                <a:cs typeface="Calibri"/>
              </a:rPr>
              <a:t>character:</a:t>
            </a:r>
            <a:r>
              <a:rPr sz="3200" spc="-60">
                <a:latin typeface="Calibri"/>
                <a:cs typeface="Calibri"/>
              </a:rPr>
              <a:t> </a:t>
            </a:r>
            <a:r>
              <a:rPr sz="3200">
                <a:latin typeface="Calibri"/>
                <a:cs typeface="Calibri"/>
              </a:rPr>
              <a:t>'\0'</a:t>
            </a:r>
            <a:r>
              <a:rPr sz="3200" spc="-45">
                <a:latin typeface="Calibri"/>
                <a:cs typeface="Calibri"/>
              </a:rPr>
              <a:t> </a:t>
            </a:r>
            <a:r>
              <a:rPr sz="3200" spc="-50">
                <a:latin typeface="Calibri"/>
                <a:cs typeface="Calibri"/>
              </a:rPr>
              <a:t>.</a:t>
            </a:r>
            <a:endParaRPr sz="3200">
              <a:latin typeface="Calibri"/>
              <a:cs typeface="Calibri"/>
            </a:endParaRPr>
          </a:p>
          <a:p>
            <a:pPr marL="355600" marR="5080" indent="-342900">
              <a:spcBef>
                <a:spcPts val="770"/>
              </a:spcBef>
              <a:buFont typeface="Arial"/>
              <a:buChar char="•"/>
              <a:tabLst>
                <a:tab pos="445134" algn="l"/>
                <a:tab pos="446405" algn="l"/>
              </a:tabLst>
            </a:pPr>
            <a:r>
              <a:t>	</a:t>
            </a:r>
            <a:r>
              <a:rPr sz="3200">
                <a:latin typeface="Calibri"/>
                <a:cs typeface="Calibri"/>
              </a:rPr>
              <a:t>So,</a:t>
            </a:r>
            <a:r>
              <a:rPr sz="3200" spc="-50">
                <a:latin typeface="Calibri"/>
                <a:cs typeface="Calibri"/>
              </a:rPr>
              <a:t> </a:t>
            </a:r>
            <a:r>
              <a:rPr sz="3200">
                <a:latin typeface="Calibri"/>
                <a:cs typeface="Calibri"/>
              </a:rPr>
              <a:t>a</a:t>
            </a:r>
            <a:r>
              <a:rPr sz="3200" spc="-45">
                <a:latin typeface="Calibri"/>
                <a:cs typeface="Calibri"/>
              </a:rPr>
              <a:t> </a:t>
            </a:r>
            <a:r>
              <a:rPr sz="3200">
                <a:latin typeface="Calibri"/>
                <a:cs typeface="Calibri"/>
              </a:rPr>
              <a:t>string</a:t>
            </a:r>
            <a:r>
              <a:rPr sz="3200" spc="-35">
                <a:latin typeface="Calibri"/>
                <a:cs typeface="Calibri"/>
              </a:rPr>
              <a:t> </a:t>
            </a:r>
            <a:r>
              <a:rPr sz="3200">
                <a:latin typeface="Calibri"/>
                <a:cs typeface="Calibri"/>
              </a:rPr>
              <a:t>with</a:t>
            </a:r>
            <a:r>
              <a:rPr sz="3200" spc="-60">
                <a:latin typeface="Calibri"/>
                <a:cs typeface="Calibri"/>
              </a:rPr>
              <a:t> </a:t>
            </a:r>
            <a:r>
              <a:rPr sz="3200">
                <a:latin typeface="Calibri"/>
                <a:cs typeface="Calibri"/>
              </a:rPr>
              <a:t>the</a:t>
            </a:r>
            <a:r>
              <a:rPr sz="3200" spc="-45">
                <a:latin typeface="Calibri"/>
                <a:cs typeface="Calibri"/>
              </a:rPr>
              <a:t> </a:t>
            </a:r>
            <a:r>
              <a:rPr sz="3200">
                <a:latin typeface="Calibri"/>
                <a:cs typeface="Calibri"/>
              </a:rPr>
              <a:t>contents,</a:t>
            </a:r>
            <a:r>
              <a:rPr sz="3200" spc="-45">
                <a:latin typeface="Calibri"/>
                <a:cs typeface="Calibri"/>
              </a:rPr>
              <a:t> say,</a:t>
            </a:r>
            <a:r>
              <a:rPr sz="3200" spc="-35">
                <a:latin typeface="Calibri"/>
                <a:cs typeface="Calibri"/>
              </a:rPr>
              <a:t> </a:t>
            </a:r>
            <a:r>
              <a:rPr sz="3200">
                <a:latin typeface="Calibri"/>
                <a:cs typeface="Calibri"/>
              </a:rPr>
              <a:t>"abc"</a:t>
            </a:r>
            <a:r>
              <a:rPr sz="3200" spc="-45">
                <a:latin typeface="Calibri"/>
                <a:cs typeface="Calibri"/>
              </a:rPr>
              <a:t> </a:t>
            </a:r>
            <a:r>
              <a:rPr sz="3200" spc="-25">
                <a:latin typeface="Calibri"/>
                <a:cs typeface="Calibri"/>
              </a:rPr>
              <a:t>has </a:t>
            </a:r>
            <a:r>
              <a:rPr sz="3200">
                <a:latin typeface="Calibri"/>
                <a:cs typeface="Calibri"/>
              </a:rPr>
              <a:t>four</a:t>
            </a:r>
            <a:r>
              <a:rPr sz="3200" spc="-25">
                <a:latin typeface="Calibri"/>
                <a:cs typeface="Calibri"/>
              </a:rPr>
              <a:t> </a:t>
            </a:r>
            <a:r>
              <a:rPr sz="3200" spc="-10">
                <a:latin typeface="Calibri"/>
                <a:cs typeface="Calibri"/>
              </a:rPr>
              <a:t>characters:</a:t>
            </a:r>
            <a:r>
              <a:rPr sz="3200" spc="-30">
                <a:latin typeface="Calibri"/>
                <a:cs typeface="Calibri"/>
              </a:rPr>
              <a:t> </a:t>
            </a:r>
            <a:r>
              <a:rPr sz="3200">
                <a:latin typeface="Calibri"/>
                <a:cs typeface="Calibri"/>
              </a:rPr>
              <a:t>'a'</a:t>
            </a:r>
            <a:r>
              <a:rPr sz="3200" spc="-5">
                <a:latin typeface="Calibri"/>
                <a:cs typeface="Calibri"/>
              </a:rPr>
              <a:t> </a:t>
            </a:r>
            <a:r>
              <a:rPr sz="3200">
                <a:latin typeface="Calibri"/>
                <a:cs typeface="Calibri"/>
              </a:rPr>
              <a:t>,</a:t>
            </a:r>
            <a:r>
              <a:rPr sz="3200" spc="-15">
                <a:latin typeface="Calibri"/>
                <a:cs typeface="Calibri"/>
              </a:rPr>
              <a:t> </a:t>
            </a:r>
            <a:r>
              <a:rPr sz="3200">
                <a:latin typeface="Calibri"/>
                <a:cs typeface="Calibri"/>
              </a:rPr>
              <a:t>'b'</a:t>
            </a:r>
            <a:r>
              <a:rPr sz="3200" spc="-5">
                <a:latin typeface="Calibri"/>
                <a:cs typeface="Calibri"/>
              </a:rPr>
              <a:t> </a:t>
            </a:r>
            <a:r>
              <a:rPr sz="3200">
                <a:latin typeface="Calibri"/>
                <a:cs typeface="Calibri"/>
              </a:rPr>
              <a:t>,</a:t>
            </a:r>
            <a:r>
              <a:rPr sz="3200" spc="-15">
                <a:latin typeface="Calibri"/>
                <a:cs typeface="Calibri"/>
              </a:rPr>
              <a:t> </a:t>
            </a:r>
            <a:r>
              <a:rPr sz="3200">
                <a:latin typeface="Calibri"/>
                <a:cs typeface="Calibri"/>
              </a:rPr>
              <a:t>'c'</a:t>
            </a:r>
            <a:r>
              <a:rPr sz="3200" spc="-20">
                <a:latin typeface="Calibri"/>
                <a:cs typeface="Calibri"/>
              </a:rPr>
              <a:t> </a:t>
            </a:r>
            <a:r>
              <a:rPr sz="3200">
                <a:latin typeface="Calibri"/>
                <a:cs typeface="Calibri"/>
              </a:rPr>
              <a:t>,</a:t>
            </a:r>
            <a:r>
              <a:rPr sz="3200" spc="-10">
                <a:latin typeface="Calibri"/>
                <a:cs typeface="Calibri"/>
              </a:rPr>
              <a:t> </a:t>
            </a:r>
            <a:r>
              <a:rPr sz="3200">
                <a:latin typeface="Calibri"/>
                <a:cs typeface="Calibri"/>
              </a:rPr>
              <a:t>and</a:t>
            </a:r>
            <a:r>
              <a:rPr sz="3200" spc="-5">
                <a:latin typeface="Calibri"/>
                <a:cs typeface="Calibri"/>
              </a:rPr>
              <a:t> </a:t>
            </a:r>
            <a:r>
              <a:rPr sz="3200" spc="-25">
                <a:latin typeface="Calibri"/>
                <a:cs typeface="Calibri"/>
              </a:rPr>
              <a:t>the </a:t>
            </a:r>
            <a:r>
              <a:rPr sz="3200">
                <a:latin typeface="Calibri"/>
                <a:cs typeface="Calibri"/>
              </a:rPr>
              <a:t>terminating</a:t>
            </a:r>
            <a:r>
              <a:rPr sz="3200" spc="-30">
                <a:latin typeface="Calibri"/>
                <a:cs typeface="Calibri"/>
              </a:rPr>
              <a:t> </a:t>
            </a:r>
            <a:r>
              <a:rPr sz="3200" b="1">
                <a:latin typeface="Calibri"/>
                <a:cs typeface="Calibri"/>
              </a:rPr>
              <a:t>null</a:t>
            </a:r>
            <a:r>
              <a:rPr sz="3200" b="1" spc="-75">
                <a:latin typeface="Calibri"/>
                <a:cs typeface="Calibri"/>
              </a:rPr>
              <a:t> </a:t>
            </a:r>
            <a:r>
              <a:rPr sz="3200" spc="-35">
                <a:latin typeface="Calibri"/>
                <a:cs typeface="Calibri"/>
              </a:rPr>
              <a:t>character.</a:t>
            </a:r>
            <a:r>
              <a:rPr sz="3200" spc="-55">
                <a:latin typeface="Calibri"/>
                <a:cs typeface="Calibri"/>
              </a:rPr>
              <a:t> </a:t>
            </a:r>
            <a:r>
              <a:rPr sz="3200">
                <a:latin typeface="Calibri"/>
                <a:cs typeface="Calibri"/>
              </a:rPr>
              <a:t>The</a:t>
            </a:r>
            <a:r>
              <a:rPr sz="3200" spc="-50">
                <a:latin typeface="Calibri"/>
                <a:cs typeface="Calibri"/>
              </a:rPr>
              <a:t> </a:t>
            </a:r>
            <a:r>
              <a:rPr sz="3200" spc="-10">
                <a:latin typeface="Calibri"/>
                <a:cs typeface="Calibri"/>
              </a:rPr>
              <a:t>terminating </a:t>
            </a:r>
            <a:r>
              <a:rPr sz="3200" b="1">
                <a:latin typeface="Calibri"/>
                <a:cs typeface="Calibri"/>
              </a:rPr>
              <a:t>null</a:t>
            </a:r>
            <a:r>
              <a:rPr sz="3200" b="1" spc="-65">
                <a:latin typeface="Calibri"/>
                <a:cs typeface="Calibri"/>
              </a:rPr>
              <a:t> </a:t>
            </a:r>
            <a:r>
              <a:rPr sz="3200">
                <a:latin typeface="Calibri"/>
                <a:cs typeface="Calibri"/>
              </a:rPr>
              <a:t>character</a:t>
            </a:r>
            <a:r>
              <a:rPr sz="3200" spc="-50">
                <a:latin typeface="Calibri"/>
                <a:cs typeface="Calibri"/>
              </a:rPr>
              <a:t> </a:t>
            </a:r>
            <a:r>
              <a:rPr sz="3200">
                <a:latin typeface="Calibri"/>
                <a:cs typeface="Calibri"/>
              </a:rPr>
              <a:t>has</a:t>
            </a:r>
            <a:r>
              <a:rPr sz="3200" spc="-30">
                <a:latin typeface="Calibri"/>
                <a:cs typeface="Calibri"/>
              </a:rPr>
              <a:t> </a:t>
            </a:r>
            <a:r>
              <a:rPr sz="3200">
                <a:latin typeface="Calibri"/>
                <a:cs typeface="Calibri"/>
              </a:rPr>
              <a:t>the</a:t>
            </a:r>
            <a:r>
              <a:rPr sz="3200" spc="-30">
                <a:latin typeface="Calibri"/>
                <a:cs typeface="Calibri"/>
              </a:rPr>
              <a:t> </a:t>
            </a:r>
            <a:r>
              <a:rPr sz="3200">
                <a:latin typeface="Calibri"/>
                <a:cs typeface="Calibri"/>
              </a:rPr>
              <a:t>value</a:t>
            </a:r>
            <a:r>
              <a:rPr sz="3200" spc="-30">
                <a:latin typeface="Calibri"/>
                <a:cs typeface="Calibri"/>
              </a:rPr>
              <a:t> </a:t>
            </a:r>
            <a:r>
              <a:rPr sz="3200" spc="-10">
                <a:latin typeface="Calibri"/>
                <a:cs typeface="Calibri"/>
              </a:rPr>
              <a:t>zero.</a:t>
            </a:r>
            <a:endParaRPr sz="3200">
              <a:latin typeface="Calibri"/>
              <a:cs typeface="Calibri"/>
            </a:endParaRPr>
          </a:p>
        </p:txBody>
      </p:sp>
    </p:spTree>
    <p:extLst>
      <p:ext uri="{BB962C8B-B14F-4D97-AF65-F5344CB8AC3E}">
        <p14:creationId xmlns:p14="http://schemas.microsoft.com/office/powerpoint/2010/main" val="29409832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0217" y="461594"/>
            <a:ext cx="4130040" cy="697230"/>
          </a:xfrm>
          <a:prstGeom prst="rect">
            <a:avLst/>
          </a:prstGeom>
        </p:spPr>
        <p:txBody>
          <a:bodyPr vert="horz" wrap="square" lIns="0" tIns="13335" rIns="0" bIns="0" rtlCol="0" anchor="ctr">
            <a:spAutoFit/>
          </a:bodyPr>
          <a:lstStyle/>
          <a:p>
            <a:pPr marL="12700">
              <a:lnSpc>
                <a:spcPct val="100000"/>
              </a:lnSpc>
              <a:spcBef>
                <a:spcPts val="105"/>
              </a:spcBef>
            </a:pPr>
            <a:r>
              <a:rPr>
                <a:solidFill>
                  <a:srgbClr val="000000"/>
                </a:solidFill>
                <a:latin typeface="Calibri"/>
                <a:cs typeface="Calibri"/>
              </a:rPr>
              <a:t>SPECIAL</a:t>
            </a:r>
            <a:r>
              <a:rPr spc="-80">
                <a:solidFill>
                  <a:srgbClr val="000000"/>
                </a:solidFill>
                <a:latin typeface="Calibri"/>
                <a:cs typeface="Calibri"/>
              </a:rPr>
              <a:t> </a:t>
            </a:r>
            <a:r>
              <a:rPr spc="-10">
                <a:solidFill>
                  <a:srgbClr val="000000"/>
                </a:solidFill>
                <a:latin typeface="Calibri"/>
                <a:cs typeface="Calibri"/>
              </a:rPr>
              <a:t>SYMBOLS</a:t>
            </a:r>
            <a:endParaRPr>
              <a:latin typeface="Calibri"/>
              <a:cs typeface="Calibri"/>
            </a:endParaRPr>
          </a:p>
        </p:txBody>
      </p:sp>
      <p:sp>
        <p:nvSpPr>
          <p:cNvPr id="3" name="object 3"/>
          <p:cNvSpPr txBox="1"/>
          <p:nvPr/>
        </p:nvSpPr>
        <p:spPr>
          <a:xfrm>
            <a:off x="2059940" y="1385062"/>
            <a:ext cx="7658734" cy="4708525"/>
          </a:xfrm>
          <a:prstGeom prst="rect">
            <a:avLst/>
          </a:prstGeom>
        </p:spPr>
        <p:txBody>
          <a:bodyPr vert="horz" wrap="square" lIns="0" tIns="12700" rIns="0" bIns="0" rtlCol="0" anchor="t">
            <a:spAutoFit/>
          </a:bodyPr>
          <a:lstStyle/>
          <a:p>
            <a:pPr marL="355600" marR="212090" indent="-342900">
              <a:spcBef>
                <a:spcPts val="100"/>
              </a:spcBef>
              <a:buFont typeface="Arial"/>
              <a:buChar char="•"/>
              <a:tabLst>
                <a:tab pos="354965" algn="l"/>
                <a:tab pos="355600" algn="l"/>
              </a:tabLst>
            </a:pPr>
            <a:r>
              <a:rPr sz="2400">
                <a:latin typeface="Calibri"/>
                <a:cs typeface="Calibri"/>
              </a:rPr>
              <a:t>The</a:t>
            </a:r>
            <a:r>
              <a:rPr sz="2400" spc="-35">
                <a:latin typeface="Calibri"/>
                <a:cs typeface="Calibri"/>
              </a:rPr>
              <a:t> </a:t>
            </a:r>
            <a:r>
              <a:rPr sz="2400">
                <a:latin typeface="Calibri"/>
                <a:cs typeface="Calibri"/>
              </a:rPr>
              <a:t>following</a:t>
            </a:r>
            <a:r>
              <a:rPr sz="2400" spc="-30">
                <a:latin typeface="Calibri"/>
                <a:cs typeface="Calibri"/>
              </a:rPr>
              <a:t> </a:t>
            </a:r>
            <a:r>
              <a:rPr sz="2400">
                <a:latin typeface="Calibri"/>
                <a:cs typeface="Calibri"/>
              </a:rPr>
              <a:t>special</a:t>
            </a:r>
            <a:r>
              <a:rPr sz="2400" spc="-40">
                <a:latin typeface="Calibri"/>
                <a:cs typeface="Calibri"/>
              </a:rPr>
              <a:t> </a:t>
            </a:r>
            <a:r>
              <a:rPr sz="2400">
                <a:latin typeface="Calibri"/>
                <a:cs typeface="Calibri"/>
              </a:rPr>
              <a:t>symbols</a:t>
            </a:r>
            <a:r>
              <a:rPr sz="2400" spc="-45">
                <a:latin typeface="Calibri"/>
                <a:cs typeface="Calibri"/>
              </a:rPr>
              <a:t> </a:t>
            </a:r>
            <a:r>
              <a:rPr sz="2400">
                <a:latin typeface="Calibri"/>
                <a:cs typeface="Calibri"/>
              </a:rPr>
              <a:t>are</a:t>
            </a:r>
            <a:r>
              <a:rPr sz="2400" spc="-30">
                <a:latin typeface="Calibri"/>
                <a:cs typeface="Calibri"/>
              </a:rPr>
              <a:t> </a:t>
            </a:r>
            <a:r>
              <a:rPr sz="2400">
                <a:latin typeface="Calibri"/>
                <a:cs typeface="Calibri"/>
              </a:rPr>
              <a:t>used</a:t>
            </a:r>
            <a:r>
              <a:rPr sz="2400" spc="-25">
                <a:latin typeface="Calibri"/>
                <a:cs typeface="Calibri"/>
              </a:rPr>
              <a:t> </a:t>
            </a:r>
            <a:r>
              <a:rPr sz="2400">
                <a:latin typeface="Calibri"/>
                <a:cs typeface="Calibri"/>
              </a:rPr>
              <a:t>in</a:t>
            </a:r>
            <a:r>
              <a:rPr sz="2400" spc="-45">
                <a:latin typeface="Calibri"/>
                <a:cs typeface="Calibri"/>
              </a:rPr>
              <a:t> </a:t>
            </a:r>
            <a:r>
              <a:rPr sz="2400">
                <a:latin typeface="Calibri"/>
                <a:cs typeface="Calibri"/>
              </a:rPr>
              <a:t>C</a:t>
            </a:r>
            <a:r>
              <a:rPr sz="2400" spc="-45">
                <a:latin typeface="Calibri"/>
                <a:cs typeface="Calibri"/>
              </a:rPr>
              <a:t> </a:t>
            </a:r>
            <a:r>
              <a:rPr sz="2400">
                <a:latin typeface="Calibri"/>
                <a:cs typeface="Calibri"/>
              </a:rPr>
              <a:t>having</a:t>
            </a:r>
            <a:r>
              <a:rPr sz="2400" spc="-35">
                <a:latin typeface="Calibri"/>
                <a:cs typeface="Calibri"/>
              </a:rPr>
              <a:t> </a:t>
            </a:r>
            <a:r>
              <a:rPr sz="2400" spc="-20">
                <a:latin typeface="Calibri"/>
                <a:cs typeface="Calibri"/>
              </a:rPr>
              <a:t>some </a:t>
            </a:r>
            <a:r>
              <a:rPr sz="2400">
                <a:latin typeface="Calibri"/>
                <a:cs typeface="Calibri"/>
              </a:rPr>
              <a:t>special</a:t>
            </a:r>
            <a:r>
              <a:rPr sz="2400" spc="-55">
                <a:latin typeface="Calibri"/>
                <a:cs typeface="Calibri"/>
              </a:rPr>
              <a:t> </a:t>
            </a:r>
            <a:r>
              <a:rPr sz="2400">
                <a:latin typeface="Calibri"/>
                <a:cs typeface="Calibri"/>
              </a:rPr>
              <a:t>meaning</a:t>
            </a:r>
            <a:r>
              <a:rPr sz="2400" spc="-35">
                <a:latin typeface="Calibri"/>
                <a:cs typeface="Calibri"/>
              </a:rPr>
              <a:t> </a:t>
            </a:r>
            <a:r>
              <a:rPr sz="2400">
                <a:latin typeface="Calibri"/>
                <a:cs typeface="Calibri"/>
              </a:rPr>
              <a:t>and</a:t>
            </a:r>
            <a:r>
              <a:rPr sz="2400" spc="-25">
                <a:latin typeface="Calibri"/>
                <a:cs typeface="Calibri"/>
              </a:rPr>
              <a:t> </a:t>
            </a:r>
            <a:r>
              <a:rPr sz="2400">
                <a:latin typeface="Calibri"/>
                <a:cs typeface="Calibri"/>
              </a:rPr>
              <a:t>thus,</a:t>
            </a:r>
            <a:r>
              <a:rPr sz="2400" spc="-15">
                <a:latin typeface="Calibri"/>
                <a:cs typeface="Calibri"/>
              </a:rPr>
              <a:t> </a:t>
            </a:r>
            <a:r>
              <a:rPr sz="2400">
                <a:latin typeface="Calibri"/>
                <a:cs typeface="Calibri"/>
              </a:rPr>
              <a:t>cannot</a:t>
            </a:r>
            <a:r>
              <a:rPr sz="2400" spc="-25">
                <a:latin typeface="Calibri"/>
                <a:cs typeface="Calibri"/>
              </a:rPr>
              <a:t> </a:t>
            </a:r>
            <a:r>
              <a:rPr sz="2400">
                <a:latin typeface="Calibri"/>
                <a:cs typeface="Calibri"/>
              </a:rPr>
              <a:t>be</a:t>
            </a:r>
            <a:r>
              <a:rPr sz="2400" spc="-20">
                <a:latin typeface="Calibri"/>
                <a:cs typeface="Calibri"/>
              </a:rPr>
              <a:t> </a:t>
            </a:r>
            <a:r>
              <a:rPr sz="2400">
                <a:latin typeface="Calibri"/>
                <a:cs typeface="Calibri"/>
              </a:rPr>
              <a:t>used</a:t>
            </a:r>
            <a:r>
              <a:rPr sz="2400" spc="-25">
                <a:latin typeface="Calibri"/>
                <a:cs typeface="Calibri"/>
              </a:rPr>
              <a:t> </a:t>
            </a:r>
            <a:r>
              <a:rPr sz="2400">
                <a:latin typeface="Calibri"/>
                <a:cs typeface="Calibri"/>
              </a:rPr>
              <a:t>for</a:t>
            </a:r>
            <a:r>
              <a:rPr sz="2400" spc="-20">
                <a:latin typeface="Calibri"/>
                <a:cs typeface="Calibri"/>
              </a:rPr>
              <a:t> </a:t>
            </a:r>
            <a:r>
              <a:rPr sz="2400">
                <a:latin typeface="Calibri"/>
                <a:cs typeface="Calibri"/>
              </a:rPr>
              <a:t>some</a:t>
            </a:r>
            <a:r>
              <a:rPr sz="2400" spc="-20">
                <a:latin typeface="Calibri"/>
                <a:cs typeface="Calibri"/>
              </a:rPr>
              <a:t> </a:t>
            </a:r>
            <a:r>
              <a:rPr sz="2400" spc="-10">
                <a:latin typeface="Calibri"/>
                <a:cs typeface="Calibri"/>
              </a:rPr>
              <a:t>other purpose.</a:t>
            </a:r>
            <a:endParaRPr sz="2400">
              <a:latin typeface="Calibri"/>
              <a:cs typeface="Calibri"/>
            </a:endParaRPr>
          </a:p>
          <a:p>
            <a:pPr marL="355600" indent="-342900">
              <a:spcBef>
                <a:spcPts val="580"/>
              </a:spcBef>
              <a:buFont typeface="Arial"/>
              <a:buChar char="•"/>
              <a:tabLst>
                <a:tab pos="354965" algn="l"/>
                <a:tab pos="355600" algn="l"/>
              </a:tabLst>
            </a:pPr>
            <a:r>
              <a:rPr sz="2400" spc="-470">
                <a:latin typeface="Calibri"/>
                <a:cs typeface="Calibri"/>
              </a:rPr>
              <a:t>*+</a:t>
            </a:r>
            <a:r>
              <a:rPr sz="2400" spc="-10">
                <a:latin typeface="Calibri"/>
                <a:cs typeface="Calibri"/>
              </a:rPr>
              <a:t> </a:t>
            </a:r>
            <a:r>
              <a:rPr sz="2400">
                <a:latin typeface="Calibri"/>
                <a:cs typeface="Calibri"/>
              </a:rPr>
              <a:t>()</a:t>
            </a:r>
            <a:r>
              <a:rPr sz="2400" spc="-25">
                <a:latin typeface="Calibri"/>
                <a:cs typeface="Calibri"/>
              </a:rPr>
              <a:t> </a:t>
            </a:r>
            <a:r>
              <a:rPr sz="2400" spc="80">
                <a:latin typeface="Calibri"/>
                <a:cs typeface="Calibri"/>
              </a:rPr>
              <a:t>,-</a:t>
            </a:r>
            <a:r>
              <a:rPr sz="2400" spc="-15">
                <a:latin typeface="Calibri"/>
                <a:cs typeface="Calibri"/>
              </a:rPr>
              <a:t> </a:t>
            </a:r>
            <a:r>
              <a:rPr sz="2400">
                <a:latin typeface="Calibri"/>
                <a:cs typeface="Calibri"/>
              </a:rPr>
              <a:t>, ;</a:t>
            </a:r>
            <a:r>
              <a:rPr sz="2400" spc="-10">
                <a:latin typeface="Calibri"/>
                <a:cs typeface="Calibri"/>
              </a:rPr>
              <a:t> </a:t>
            </a:r>
            <a:r>
              <a:rPr sz="2400">
                <a:latin typeface="Calibri"/>
                <a:cs typeface="Calibri"/>
              </a:rPr>
              <a:t>:</a:t>
            </a:r>
            <a:r>
              <a:rPr sz="2400" spc="-10">
                <a:latin typeface="Calibri"/>
                <a:cs typeface="Calibri"/>
              </a:rPr>
              <a:t> </a:t>
            </a:r>
            <a:r>
              <a:rPr sz="2400">
                <a:latin typeface="Calibri"/>
                <a:cs typeface="Calibri"/>
              </a:rPr>
              <a:t>*</a:t>
            </a:r>
            <a:r>
              <a:rPr sz="2400" spc="-5">
                <a:latin typeface="Calibri"/>
                <a:cs typeface="Calibri"/>
              </a:rPr>
              <a:t> </a:t>
            </a:r>
            <a:r>
              <a:rPr sz="2400">
                <a:latin typeface="Calibri"/>
                <a:cs typeface="Calibri"/>
              </a:rPr>
              <a:t>…</a:t>
            </a:r>
            <a:r>
              <a:rPr sz="2400" spc="-5">
                <a:latin typeface="Calibri"/>
                <a:cs typeface="Calibri"/>
              </a:rPr>
              <a:t> </a:t>
            </a:r>
            <a:r>
              <a:rPr sz="2400">
                <a:latin typeface="Calibri"/>
                <a:cs typeface="Calibri"/>
              </a:rPr>
              <a:t>= </a:t>
            </a:r>
            <a:r>
              <a:rPr sz="2400" spc="-50">
                <a:latin typeface="Calibri"/>
                <a:cs typeface="Calibri"/>
              </a:rPr>
              <a:t>#</a:t>
            </a:r>
            <a:r>
              <a:rPr lang="en-GB" sz="2400" spc="-50">
                <a:latin typeface="Calibri"/>
                <a:cs typeface="Calibri"/>
              </a:rPr>
              <a:t> </a:t>
            </a:r>
          </a:p>
          <a:p>
            <a:pPr marL="355600" marR="5080" indent="-342900">
              <a:spcBef>
                <a:spcPts val="575"/>
              </a:spcBef>
              <a:buFont typeface="Arial"/>
              <a:buChar char="•"/>
              <a:tabLst>
                <a:tab pos="354965" algn="l"/>
                <a:tab pos="355600" algn="l"/>
              </a:tabLst>
            </a:pPr>
            <a:r>
              <a:rPr sz="2400" b="1">
                <a:latin typeface="Calibri"/>
                <a:cs typeface="Calibri"/>
              </a:rPr>
              <a:t>Braces{}:</a:t>
            </a:r>
            <a:r>
              <a:rPr sz="2400" b="1" spc="-50">
                <a:latin typeface="Calibri"/>
                <a:cs typeface="Calibri"/>
              </a:rPr>
              <a:t> </a:t>
            </a:r>
            <a:r>
              <a:rPr sz="2400">
                <a:latin typeface="Calibri"/>
                <a:cs typeface="Calibri"/>
              </a:rPr>
              <a:t>These</a:t>
            </a:r>
            <a:r>
              <a:rPr sz="2400" spc="-15">
                <a:latin typeface="Calibri"/>
                <a:cs typeface="Calibri"/>
              </a:rPr>
              <a:t> </a:t>
            </a:r>
            <a:r>
              <a:rPr sz="2400">
                <a:latin typeface="Calibri"/>
                <a:cs typeface="Calibri"/>
              </a:rPr>
              <a:t>opening</a:t>
            </a:r>
            <a:r>
              <a:rPr sz="2400" spc="-30">
                <a:latin typeface="Calibri"/>
                <a:cs typeface="Calibri"/>
              </a:rPr>
              <a:t> </a:t>
            </a:r>
            <a:r>
              <a:rPr sz="2400">
                <a:latin typeface="Calibri"/>
                <a:cs typeface="Calibri"/>
              </a:rPr>
              <a:t>and</a:t>
            </a:r>
            <a:r>
              <a:rPr sz="2400" spc="-25">
                <a:latin typeface="Calibri"/>
                <a:cs typeface="Calibri"/>
              </a:rPr>
              <a:t> </a:t>
            </a:r>
            <a:r>
              <a:rPr sz="2400">
                <a:latin typeface="Calibri"/>
                <a:cs typeface="Calibri"/>
              </a:rPr>
              <a:t>ending</a:t>
            </a:r>
            <a:r>
              <a:rPr sz="2400" spc="-25">
                <a:latin typeface="Calibri"/>
                <a:cs typeface="Calibri"/>
              </a:rPr>
              <a:t> </a:t>
            </a:r>
            <a:r>
              <a:rPr sz="2400">
                <a:latin typeface="Calibri"/>
                <a:cs typeface="Calibri"/>
              </a:rPr>
              <a:t>curly</a:t>
            </a:r>
            <a:r>
              <a:rPr sz="2400" spc="-30">
                <a:latin typeface="Calibri"/>
                <a:cs typeface="Calibri"/>
              </a:rPr>
              <a:t> </a:t>
            </a:r>
            <a:r>
              <a:rPr sz="2400">
                <a:latin typeface="Calibri"/>
                <a:cs typeface="Calibri"/>
              </a:rPr>
              <a:t>braces</a:t>
            </a:r>
            <a:r>
              <a:rPr sz="2400" spc="-35">
                <a:latin typeface="Calibri"/>
                <a:cs typeface="Calibri"/>
              </a:rPr>
              <a:t> </a:t>
            </a:r>
            <a:r>
              <a:rPr sz="2400">
                <a:latin typeface="Calibri"/>
                <a:cs typeface="Calibri"/>
              </a:rPr>
              <a:t>marks</a:t>
            </a:r>
            <a:r>
              <a:rPr sz="2400" spc="-40">
                <a:latin typeface="Calibri"/>
                <a:cs typeface="Calibri"/>
              </a:rPr>
              <a:t> </a:t>
            </a:r>
            <a:r>
              <a:rPr sz="2400" spc="-25">
                <a:latin typeface="Calibri"/>
                <a:cs typeface="Calibri"/>
              </a:rPr>
              <a:t>the </a:t>
            </a:r>
            <a:r>
              <a:rPr sz="2400">
                <a:latin typeface="Calibri"/>
                <a:cs typeface="Calibri"/>
              </a:rPr>
              <a:t>start</a:t>
            </a:r>
            <a:r>
              <a:rPr sz="2400" spc="-60">
                <a:latin typeface="Calibri"/>
                <a:cs typeface="Calibri"/>
              </a:rPr>
              <a:t> </a:t>
            </a:r>
            <a:r>
              <a:rPr sz="2400">
                <a:latin typeface="Calibri"/>
                <a:cs typeface="Calibri"/>
              </a:rPr>
              <a:t>and</a:t>
            </a:r>
            <a:r>
              <a:rPr sz="2400" spc="-25">
                <a:latin typeface="Calibri"/>
                <a:cs typeface="Calibri"/>
              </a:rPr>
              <a:t> </a:t>
            </a:r>
            <a:r>
              <a:rPr sz="2400">
                <a:latin typeface="Calibri"/>
                <a:cs typeface="Calibri"/>
              </a:rPr>
              <a:t>end</a:t>
            </a:r>
            <a:r>
              <a:rPr sz="2400" spc="-25">
                <a:latin typeface="Calibri"/>
                <a:cs typeface="Calibri"/>
              </a:rPr>
              <a:t> </a:t>
            </a:r>
            <a:r>
              <a:rPr sz="2400">
                <a:latin typeface="Calibri"/>
                <a:cs typeface="Calibri"/>
              </a:rPr>
              <a:t>of</a:t>
            </a:r>
            <a:r>
              <a:rPr sz="2400" spc="-25">
                <a:latin typeface="Calibri"/>
                <a:cs typeface="Calibri"/>
              </a:rPr>
              <a:t> </a:t>
            </a:r>
            <a:r>
              <a:rPr sz="2400">
                <a:latin typeface="Calibri"/>
                <a:cs typeface="Calibri"/>
              </a:rPr>
              <a:t>a</a:t>
            </a:r>
            <a:r>
              <a:rPr sz="2400" spc="-25">
                <a:latin typeface="Calibri"/>
                <a:cs typeface="Calibri"/>
              </a:rPr>
              <a:t> </a:t>
            </a:r>
            <a:r>
              <a:rPr sz="2400">
                <a:latin typeface="Calibri"/>
                <a:cs typeface="Calibri"/>
              </a:rPr>
              <a:t>block</a:t>
            </a:r>
            <a:r>
              <a:rPr sz="2400" spc="-45">
                <a:latin typeface="Calibri"/>
                <a:cs typeface="Calibri"/>
              </a:rPr>
              <a:t> </a:t>
            </a:r>
            <a:r>
              <a:rPr sz="2400">
                <a:latin typeface="Calibri"/>
                <a:cs typeface="Calibri"/>
              </a:rPr>
              <a:t>of</a:t>
            </a:r>
            <a:r>
              <a:rPr sz="2400" spc="-25">
                <a:latin typeface="Calibri"/>
                <a:cs typeface="Calibri"/>
              </a:rPr>
              <a:t> </a:t>
            </a:r>
            <a:r>
              <a:rPr sz="2400">
                <a:latin typeface="Calibri"/>
                <a:cs typeface="Calibri"/>
              </a:rPr>
              <a:t>code</a:t>
            </a:r>
            <a:r>
              <a:rPr sz="2400" spc="-30">
                <a:latin typeface="Calibri"/>
                <a:cs typeface="Calibri"/>
              </a:rPr>
              <a:t> </a:t>
            </a:r>
            <a:r>
              <a:rPr sz="2400">
                <a:latin typeface="Calibri"/>
                <a:cs typeface="Calibri"/>
              </a:rPr>
              <a:t>containing</a:t>
            </a:r>
            <a:r>
              <a:rPr sz="2400" spc="-35">
                <a:latin typeface="Calibri"/>
                <a:cs typeface="Calibri"/>
              </a:rPr>
              <a:t> </a:t>
            </a:r>
            <a:r>
              <a:rPr sz="2400">
                <a:latin typeface="Calibri"/>
                <a:cs typeface="Calibri"/>
              </a:rPr>
              <a:t>more</a:t>
            </a:r>
            <a:r>
              <a:rPr sz="2400" spc="-35">
                <a:latin typeface="Calibri"/>
                <a:cs typeface="Calibri"/>
              </a:rPr>
              <a:t> </a:t>
            </a:r>
            <a:r>
              <a:rPr sz="2400">
                <a:latin typeface="Calibri"/>
                <a:cs typeface="Calibri"/>
              </a:rPr>
              <a:t>than</a:t>
            </a:r>
            <a:r>
              <a:rPr sz="2400" spc="-20">
                <a:latin typeface="Calibri"/>
                <a:cs typeface="Calibri"/>
              </a:rPr>
              <a:t> </a:t>
            </a:r>
            <a:r>
              <a:rPr sz="2400" spc="-25">
                <a:latin typeface="Calibri"/>
                <a:cs typeface="Calibri"/>
              </a:rPr>
              <a:t>one </a:t>
            </a:r>
            <a:r>
              <a:rPr sz="2400" spc="-10">
                <a:latin typeface="Calibri"/>
                <a:cs typeface="Calibri"/>
              </a:rPr>
              <a:t>executable</a:t>
            </a:r>
            <a:r>
              <a:rPr sz="2400" spc="-55">
                <a:latin typeface="Calibri"/>
                <a:cs typeface="Calibri"/>
              </a:rPr>
              <a:t> </a:t>
            </a:r>
            <a:r>
              <a:rPr sz="2400" spc="-10">
                <a:latin typeface="Calibri"/>
                <a:cs typeface="Calibri"/>
              </a:rPr>
              <a:t>statement.</a:t>
            </a:r>
            <a:endParaRPr sz="2400">
              <a:latin typeface="Calibri"/>
              <a:cs typeface="Calibri"/>
            </a:endParaRPr>
          </a:p>
          <a:p>
            <a:pPr marL="355600" marR="180975" indent="-342900">
              <a:spcBef>
                <a:spcPts val="575"/>
              </a:spcBef>
              <a:buFont typeface="Arial"/>
              <a:buChar char="•"/>
              <a:tabLst>
                <a:tab pos="354965" algn="l"/>
                <a:tab pos="355600" algn="l"/>
              </a:tabLst>
            </a:pPr>
            <a:r>
              <a:rPr sz="2400" b="1">
                <a:latin typeface="Calibri"/>
                <a:cs typeface="Calibri"/>
              </a:rPr>
              <a:t>Parentheses():</a:t>
            </a:r>
            <a:r>
              <a:rPr sz="2400" b="1" spc="-30">
                <a:latin typeface="Calibri"/>
                <a:cs typeface="Calibri"/>
              </a:rPr>
              <a:t> </a:t>
            </a:r>
            <a:r>
              <a:rPr sz="2400">
                <a:latin typeface="Calibri"/>
                <a:cs typeface="Calibri"/>
              </a:rPr>
              <a:t>These</a:t>
            </a:r>
            <a:r>
              <a:rPr sz="2400" spc="-40">
                <a:latin typeface="Calibri"/>
                <a:cs typeface="Calibri"/>
              </a:rPr>
              <a:t> </a:t>
            </a:r>
            <a:r>
              <a:rPr sz="2400">
                <a:latin typeface="Calibri"/>
                <a:cs typeface="Calibri"/>
              </a:rPr>
              <a:t>special</a:t>
            </a:r>
            <a:r>
              <a:rPr sz="2400" spc="-55">
                <a:latin typeface="Calibri"/>
                <a:cs typeface="Calibri"/>
              </a:rPr>
              <a:t> </a:t>
            </a:r>
            <a:r>
              <a:rPr sz="2400">
                <a:latin typeface="Calibri"/>
                <a:cs typeface="Calibri"/>
              </a:rPr>
              <a:t>symbols</a:t>
            </a:r>
            <a:r>
              <a:rPr sz="2400" spc="-45">
                <a:latin typeface="Calibri"/>
                <a:cs typeface="Calibri"/>
              </a:rPr>
              <a:t> </a:t>
            </a:r>
            <a:r>
              <a:rPr sz="2400">
                <a:latin typeface="Calibri"/>
                <a:cs typeface="Calibri"/>
              </a:rPr>
              <a:t>are</a:t>
            </a:r>
            <a:r>
              <a:rPr sz="2400" spc="-55">
                <a:latin typeface="Calibri"/>
                <a:cs typeface="Calibri"/>
              </a:rPr>
              <a:t> </a:t>
            </a:r>
            <a:r>
              <a:rPr sz="2400">
                <a:latin typeface="Calibri"/>
                <a:cs typeface="Calibri"/>
              </a:rPr>
              <a:t>used</a:t>
            </a:r>
            <a:r>
              <a:rPr sz="2400" spc="-40">
                <a:latin typeface="Calibri"/>
                <a:cs typeface="Calibri"/>
              </a:rPr>
              <a:t> </a:t>
            </a:r>
            <a:r>
              <a:rPr sz="2400">
                <a:latin typeface="Calibri"/>
                <a:cs typeface="Calibri"/>
              </a:rPr>
              <a:t>to</a:t>
            </a:r>
            <a:r>
              <a:rPr sz="2400" spc="-65">
                <a:latin typeface="Calibri"/>
                <a:cs typeface="Calibri"/>
              </a:rPr>
              <a:t> </a:t>
            </a:r>
            <a:r>
              <a:rPr sz="2400" spc="-10">
                <a:latin typeface="Calibri"/>
                <a:cs typeface="Calibri"/>
              </a:rPr>
              <a:t>indicate </a:t>
            </a:r>
            <a:r>
              <a:rPr sz="2400">
                <a:latin typeface="Calibri"/>
                <a:cs typeface="Calibri"/>
              </a:rPr>
              <a:t>function</a:t>
            </a:r>
            <a:r>
              <a:rPr sz="2400" spc="-55">
                <a:latin typeface="Calibri"/>
                <a:cs typeface="Calibri"/>
              </a:rPr>
              <a:t> </a:t>
            </a:r>
            <a:r>
              <a:rPr sz="2400">
                <a:latin typeface="Calibri"/>
                <a:cs typeface="Calibri"/>
              </a:rPr>
              <a:t>calls</a:t>
            </a:r>
            <a:r>
              <a:rPr sz="2400" spc="-35">
                <a:latin typeface="Calibri"/>
                <a:cs typeface="Calibri"/>
              </a:rPr>
              <a:t> </a:t>
            </a:r>
            <a:r>
              <a:rPr sz="2400">
                <a:latin typeface="Calibri"/>
                <a:cs typeface="Calibri"/>
              </a:rPr>
              <a:t>and</a:t>
            </a:r>
            <a:r>
              <a:rPr sz="2400" spc="-30">
                <a:latin typeface="Calibri"/>
                <a:cs typeface="Calibri"/>
              </a:rPr>
              <a:t> </a:t>
            </a:r>
            <a:r>
              <a:rPr sz="2400">
                <a:latin typeface="Calibri"/>
                <a:cs typeface="Calibri"/>
              </a:rPr>
              <a:t>function</a:t>
            </a:r>
            <a:r>
              <a:rPr sz="2400" spc="-25">
                <a:latin typeface="Calibri"/>
                <a:cs typeface="Calibri"/>
              </a:rPr>
              <a:t> </a:t>
            </a:r>
            <a:r>
              <a:rPr sz="2400" spc="-10">
                <a:latin typeface="Calibri"/>
                <a:cs typeface="Calibri"/>
              </a:rPr>
              <a:t>parameters.</a:t>
            </a:r>
            <a:endParaRPr sz="2400">
              <a:latin typeface="Calibri"/>
              <a:cs typeface="Calibri"/>
            </a:endParaRPr>
          </a:p>
          <a:p>
            <a:pPr marL="355600" marR="109855" indent="-342900">
              <a:spcBef>
                <a:spcPts val="580"/>
              </a:spcBef>
              <a:buFont typeface="Arial"/>
              <a:buChar char="•"/>
              <a:tabLst>
                <a:tab pos="354965" algn="l"/>
                <a:tab pos="355600" algn="l"/>
              </a:tabLst>
            </a:pPr>
            <a:r>
              <a:rPr sz="2400" b="1" spc="-10">
                <a:latin typeface="Calibri"/>
                <a:cs typeface="Calibri"/>
              </a:rPr>
              <a:t>Brackets[]:</a:t>
            </a:r>
            <a:r>
              <a:rPr sz="2400" b="1" spc="-85">
                <a:latin typeface="Calibri"/>
                <a:cs typeface="Calibri"/>
              </a:rPr>
              <a:t> </a:t>
            </a:r>
            <a:r>
              <a:rPr sz="2400">
                <a:latin typeface="Calibri"/>
                <a:cs typeface="Calibri"/>
              </a:rPr>
              <a:t>Opening</a:t>
            </a:r>
            <a:r>
              <a:rPr sz="2400" spc="-20">
                <a:latin typeface="Calibri"/>
                <a:cs typeface="Calibri"/>
              </a:rPr>
              <a:t> </a:t>
            </a:r>
            <a:r>
              <a:rPr sz="2400">
                <a:latin typeface="Calibri"/>
                <a:cs typeface="Calibri"/>
              </a:rPr>
              <a:t>and</a:t>
            </a:r>
            <a:r>
              <a:rPr sz="2400" spc="-25">
                <a:latin typeface="Calibri"/>
                <a:cs typeface="Calibri"/>
              </a:rPr>
              <a:t> </a:t>
            </a:r>
            <a:r>
              <a:rPr sz="2400">
                <a:latin typeface="Calibri"/>
                <a:cs typeface="Calibri"/>
              </a:rPr>
              <a:t>closing</a:t>
            </a:r>
            <a:r>
              <a:rPr sz="2400" spc="-45">
                <a:latin typeface="Calibri"/>
                <a:cs typeface="Calibri"/>
              </a:rPr>
              <a:t> </a:t>
            </a:r>
            <a:r>
              <a:rPr sz="2400" spc="-10">
                <a:latin typeface="Calibri"/>
                <a:cs typeface="Calibri"/>
              </a:rPr>
              <a:t>brackets</a:t>
            </a:r>
            <a:r>
              <a:rPr sz="2400" spc="-55">
                <a:latin typeface="Calibri"/>
                <a:cs typeface="Calibri"/>
              </a:rPr>
              <a:t> </a:t>
            </a:r>
            <a:r>
              <a:rPr sz="2400">
                <a:latin typeface="Calibri"/>
                <a:cs typeface="Calibri"/>
              </a:rPr>
              <a:t>are</a:t>
            </a:r>
            <a:r>
              <a:rPr sz="2400" spc="-20">
                <a:latin typeface="Calibri"/>
                <a:cs typeface="Calibri"/>
              </a:rPr>
              <a:t> </a:t>
            </a:r>
            <a:r>
              <a:rPr sz="2400">
                <a:latin typeface="Calibri"/>
                <a:cs typeface="Calibri"/>
              </a:rPr>
              <a:t>used</a:t>
            </a:r>
            <a:r>
              <a:rPr sz="2400" spc="-25">
                <a:latin typeface="Calibri"/>
                <a:cs typeface="Calibri"/>
              </a:rPr>
              <a:t> </a:t>
            </a:r>
            <a:r>
              <a:rPr sz="2400">
                <a:latin typeface="Calibri"/>
                <a:cs typeface="Calibri"/>
              </a:rPr>
              <a:t>as</a:t>
            </a:r>
            <a:r>
              <a:rPr sz="2400" spc="-30">
                <a:latin typeface="Calibri"/>
                <a:cs typeface="Calibri"/>
              </a:rPr>
              <a:t> </a:t>
            </a:r>
            <a:r>
              <a:rPr sz="2400" spc="-10">
                <a:latin typeface="Calibri"/>
                <a:cs typeface="Calibri"/>
              </a:rPr>
              <a:t>array </a:t>
            </a:r>
            <a:r>
              <a:rPr sz="2400">
                <a:latin typeface="Calibri"/>
                <a:cs typeface="Calibri"/>
              </a:rPr>
              <a:t>element</a:t>
            </a:r>
            <a:r>
              <a:rPr sz="2400" spc="-65">
                <a:latin typeface="Calibri"/>
                <a:cs typeface="Calibri"/>
              </a:rPr>
              <a:t> </a:t>
            </a:r>
            <a:r>
              <a:rPr sz="2400" spc="-10">
                <a:latin typeface="Calibri"/>
                <a:cs typeface="Calibri"/>
              </a:rPr>
              <a:t>reference.</a:t>
            </a:r>
            <a:r>
              <a:rPr sz="2400" spc="-40">
                <a:latin typeface="Calibri"/>
                <a:cs typeface="Calibri"/>
              </a:rPr>
              <a:t> </a:t>
            </a:r>
            <a:r>
              <a:rPr sz="2400">
                <a:latin typeface="Calibri"/>
                <a:cs typeface="Calibri"/>
              </a:rPr>
              <a:t>These</a:t>
            </a:r>
            <a:r>
              <a:rPr sz="2400" spc="-25">
                <a:latin typeface="Calibri"/>
                <a:cs typeface="Calibri"/>
              </a:rPr>
              <a:t> </a:t>
            </a:r>
            <a:r>
              <a:rPr sz="2400">
                <a:latin typeface="Calibri"/>
                <a:cs typeface="Calibri"/>
              </a:rPr>
              <a:t>indicate</a:t>
            </a:r>
            <a:r>
              <a:rPr sz="2400" spc="-35">
                <a:latin typeface="Calibri"/>
                <a:cs typeface="Calibri"/>
              </a:rPr>
              <a:t> </a:t>
            </a:r>
            <a:r>
              <a:rPr sz="2400">
                <a:latin typeface="Calibri"/>
                <a:cs typeface="Calibri"/>
              </a:rPr>
              <a:t>single</a:t>
            </a:r>
            <a:r>
              <a:rPr sz="2400" spc="-50">
                <a:latin typeface="Calibri"/>
                <a:cs typeface="Calibri"/>
              </a:rPr>
              <a:t> </a:t>
            </a:r>
            <a:r>
              <a:rPr sz="2400" spc="-25">
                <a:latin typeface="Calibri"/>
                <a:cs typeface="Calibri"/>
              </a:rPr>
              <a:t>and </a:t>
            </a:r>
            <a:r>
              <a:rPr sz="2400">
                <a:latin typeface="Calibri"/>
                <a:cs typeface="Calibri"/>
              </a:rPr>
              <a:t>multidimensional</a:t>
            </a:r>
            <a:r>
              <a:rPr sz="2400" spc="-80">
                <a:latin typeface="Calibri"/>
                <a:cs typeface="Calibri"/>
              </a:rPr>
              <a:t> </a:t>
            </a:r>
            <a:r>
              <a:rPr sz="2400" spc="-10">
                <a:latin typeface="Calibri"/>
                <a:cs typeface="Calibri"/>
              </a:rPr>
              <a:t>subscripts.</a:t>
            </a:r>
            <a:endParaRPr sz="2400">
              <a:latin typeface="Calibri"/>
              <a:cs typeface="Calibri"/>
            </a:endParaRPr>
          </a:p>
        </p:txBody>
      </p:sp>
    </p:spTree>
    <p:extLst>
      <p:ext uri="{BB962C8B-B14F-4D97-AF65-F5344CB8AC3E}">
        <p14:creationId xmlns:p14="http://schemas.microsoft.com/office/powerpoint/2010/main" val="5315435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89754" y="23752"/>
            <a:ext cx="1497965" cy="459100"/>
          </a:xfrm>
          <a:prstGeom prst="rect">
            <a:avLst/>
          </a:prstGeom>
        </p:spPr>
        <p:txBody>
          <a:bodyPr vert="horz" wrap="square" lIns="0" tIns="12700" rIns="0" bIns="0" rtlCol="0" anchor="ctr">
            <a:spAutoFit/>
          </a:bodyPr>
          <a:lstStyle/>
          <a:p>
            <a:pPr marL="12700">
              <a:lnSpc>
                <a:spcPct val="100000"/>
              </a:lnSpc>
              <a:spcBef>
                <a:spcPts val="100"/>
              </a:spcBef>
            </a:pPr>
            <a:r>
              <a:rPr sz="2900" spc="-35"/>
              <a:t>Variables:</a:t>
            </a:r>
            <a:r>
              <a:rPr lang="en-US" sz="2900" spc="-35"/>
              <a:t> </a:t>
            </a:r>
            <a:endParaRPr lang="en-US" sz="2900" spc="-35">
              <a:cs typeface="Calibri Light"/>
            </a:endParaRPr>
          </a:p>
        </p:txBody>
      </p:sp>
      <p:grpSp>
        <p:nvGrpSpPr>
          <p:cNvPr id="3" name="object 3"/>
          <p:cNvGrpSpPr/>
          <p:nvPr/>
        </p:nvGrpSpPr>
        <p:grpSpPr>
          <a:xfrm>
            <a:off x="1524000" y="480060"/>
            <a:ext cx="8778240" cy="1670685"/>
            <a:chOff x="0" y="480059"/>
            <a:chExt cx="8778240" cy="1670685"/>
          </a:xfrm>
        </p:grpSpPr>
        <p:pic>
          <p:nvPicPr>
            <p:cNvPr id="4" name="object 4"/>
            <p:cNvPicPr/>
            <p:nvPr/>
          </p:nvPicPr>
          <p:blipFill>
            <a:blip r:embed="rId2" cstate="print"/>
            <a:stretch>
              <a:fillRect/>
            </a:stretch>
          </p:blipFill>
          <p:spPr>
            <a:xfrm>
              <a:off x="118475" y="701979"/>
              <a:ext cx="145816" cy="150367"/>
            </a:xfrm>
            <a:prstGeom prst="rect">
              <a:avLst/>
            </a:prstGeom>
          </p:spPr>
        </p:pic>
        <p:pic>
          <p:nvPicPr>
            <p:cNvPr id="5" name="object 5"/>
            <p:cNvPicPr/>
            <p:nvPr/>
          </p:nvPicPr>
          <p:blipFill>
            <a:blip r:embed="rId3" cstate="print"/>
            <a:stretch>
              <a:fillRect/>
            </a:stretch>
          </p:blipFill>
          <p:spPr>
            <a:xfrm>
              <a:off x="175260" y="480059"/>
              <a:ext cx="8252459" cy="499872"/>
            </a:xfrm>
            <a:prstGeom prst="rect">
              <a:avLst/>
            </a:prstGeom>
          </p:spPr>
        </p:pic>
        <p:pic>
          <p:nvPicPr>
            <p:cNvPr id="6" name="object 6"/>
            <p:cNvPicPr/>
            <p:nvPr/>
          </p:nvPicPr>
          <p:blipFill>
            <a:blip r:embed="rId4" cstate="print"/>
            <a:stretch>
              <a:fillRect/>
            </a:stretch>
          </p:blipFill>
          <p:spPr>
            <a:xfrm>
              <a:off x="175260" y="845819"/>
              <a:ext cx="7074408" cy="499872"/>
            </a:xfrm>
            <a:prstGeom prst="rect">
              <a:avLst/>
            </a:prstGeom>
          </p:spPr>
        </p:pic>
        <p:pic>
          <p:nvPicPr>
            <p:cNvPr id="7" name="object 7"/>
            <p:cNvPicPr/>
            <p:nvPr/>
          </p:nvPicPr>
          <p:blipFill>
            <a:blip r:embed="rId5" cstate="print"/>
            <a:stretch>
              <a:fillRect/>
            </a:stretch>
          </p:blipFill>
          <p:spPr>
            <a:xfrm>
              <a:off x="0" y="1333499"/>
              <a:ext cx="455676" cy="451103"/>
            </a:xfrm>
            <a:prstGeom prst="rect">
              <a:avLst/>
            </a:prstGeom>
          </p:spPr>
        </p:pic>
        <p:pic>
          <p:nvPicPr>
            <p:cNvPr id="8" name="object 8"/>
            <p:cNvPicPr/>
            <p:nvPr/>
          </p:nvPicPr>
          <p:blipFill>
            <a:blip r:embed="rId6" cstate="print"/>
            <a:stretch>
              <a:fillRect/>
            </a:stretch>
          </p:blipFill>
          <p:spPr>
            <a:xfrm>
              <a:off x="175260" y="1284731"/>
              <a:ext cx="8602980" cy="499872"/>
            </a:xfrm>
            <a:prstGeom prst="rect">
              <a:avLst/>
            </a:prstGeom>
          </p:spPr>
        </p:pic>
        <p:pic>
          <p:nvPicPr>
            <p:cNvPr id="9" name="object 9"/>
            <p:cNvPicPr/>
            <p:nvPr/>
          </p:nvPicPr>
          <p:blipFill>
            <a:blip r:embed="rId7" cstate="print"/>
            <a:stretch>
              <a:fillRect/>
            </a:stretch>
          </p:blipFill>
          <p:spPr>
            <a:xfrm>
              <a:off x="175260" y="1650492"/>
              <a:ext cx="5719572" cy="499872"/>
            </a:xfrm>
            <a:prstGeom prst="rect">
              <a:avLst/>
            </a:prstGeom>
          </p:spPr>
        </p:pic>
      </p:grpSp>
      <p:sp>
        <p:nvSpPr>
          <p:cNvPr id="10" name="object 10"/>
          <p:cNvSpPr txBox="1"/>
          <p:nvPr/>
        </p:nvSpPr>
        <p:spPr>
          <a:xfrm>
            <a:off x="1602739" y="555702"/>
            <a:ext cx="8710930" cy="4481195"/>
          </a:xfrm>
          <a:prstGeom prst="rect">
            <a:avLst/>
          </a:prstGeom>
        </p:spPr>
        <p:txBody>
          <a:bodyPr vert="horz" wrap="square" lIns="0" tIns="12700" rIns="0" bIns="0" rtlCol="0">
            <a:spAutoFit/>
          </a:bodyPr>
          <a:lstStyle/>
          <a:p>
            <a:pPr marL="287020" indent="-274320">
              <a:spcBef>
                <a:spcPts val="100"/>
              </a:spcBef>
              <a:buClr>
                <a:srgbClr val="9BBA58"/>
              </a:buClr>
              <a:buFont typeface="Wingdings 2"/>
              <a:buChar char=""/>
              <a:tabLst>
                <a:tab pos="287020" algn="l"/>
              </a:tabLst>
            </a:pPr>
            <a:r>
              <a:rPr sz="2400" spc="-25">
                <a:latin typeface="Times New Roman"/>
                <a:cs typeface="Times New Roman"/>
              </a:rPr>
              <a:t>Variables</a:t>
            </a:r>
            <a:r>
              <a:rPr sz="2400" spc="-55">
                <a:latin typeface="Times New Roman"/>
                <a:cs typeface="Times New Roman"/>
              </a:rPr>
              <a:t> </a:t>
            </a:r>
            <a:r>
              <a:rPr sz="2400">
                <a:latin typeface="Times New Roman"/>
                <a:cs typeface="Times New Roman"/>
              </a:rPr>
              <a:t>are</a:t>
            </a:r>
            <a:r>
              <a:rPr sz="2400" spc="-10">
                <a:latin typeface="Times New Roman"/>
                <a:cs typeface="Times New Roman"/>
              </a:rPr>
              <a:t> </a:t>
            </a:r>
            <a:r>
              <a:rPr sz="2400">
                <a:latin typeface="Times New Roman"/>
                <a:cs typeface="Times New Roman"/>
              </a:rPr>
              <a:t>named memory</a:t>
            </a:r>
            <a:r>
              <a:rPr sz="2400" spc="-5">
                <a:latin typeface="Times New Roman"/>
                <a:cs typeface="Times New Roman"/>
              </a:rPr>
              <a:t> </a:t>
            </a:r>
            <a:r>
              <a:rPr sz="2400">
                <a:latin typeface="Times New Roman"/>
                <a:cs typeface="Times New Roman"/>
              </a:rPr>
              <a:t>locations</a:t>
            </a:r>
            <a:r>
              <a:rPr sz="2400" spc="-45">
                <a:latin typeface="Times New Roman"/>
                <a:cs typeface="Times New Roman"/>
              </a:rPr>
              <a:t> </a:t>
            </a:r>
            <a:r>
              <a:rPr sz="2400">
                <a:latin typeface="Times New Roman"/>
                <a:cs typeface="Times New Roman"/>
              </a:rPr>
              <a:t>that</a:t>
            </a:r>
            <a:r>
              <a:rPr sz="2400" spc="-30">
                <a:latin typeface="Times New Roman"/>
                <a:cs typeface="Times New Roman"/>
              </a:rPr>
              <a:t> </a:t>
            </a:r>
            <a:r>
              <a:rPr sz="2400">
                <a:latin typeface="Times New Roman"/>
                <a:cs typeface="Times New Roman"/>
              </a:rPr>
              <a:t>have</a:t>
            </a:r>
            <a:r>
              <a:rPr sz="2400" spc="-30">
                <a:latin typeface="Times New Roman"/>
                <a:cs typeface="Times New Roman"/>
              </a:rPr>
              <a:t> </a:t>
            </a:r>
            <a:r>
              <a:rPr sz="2400">
                <a:latin typeface="Times New Roman"/>
                <a:cs typeface="Times New Roman"/>
              </a:rPr>
              <a:t>a</a:t>
            </a:r>
            <a:r>
              <a:rPr sz="2400" spc="-10">
                <a:latin typeface="Times New Roman"/>
                <a:cs typeface="Times New Roman"/>
              </a:rPr>
              <a:t> </a:t>
            </a:r>
            <a:r>
              <a:rPr sz="2400">
                <a:latin typeface="Times New Roman"/>
                <a:cs typeface="Times New Roman"/>
              </a:rPr>
              <a:t>type,</a:t>
            </a:r>
            <a:r>
              <a:rPr sz="2400" spc="-35">
                <a:latin typeface="Times New Roman"/>
                <a:cs typeface="Times New Roman"/>
              </a:rPr>
              <a:t> </a:t>
            </a:r>
            <a:r>
              <a:rPr sz="2400">
                <a:latin typeface="Times New Roman"/>
                <a:cs typeface="Times New Roman"/>
              </a:rPr>
              <a:t>such</a:t>
            </a:r>
            <a:r>
              <a:rPr sz="2400" spc="-10">
                <a:latin typeface="Times New Roman"/>
                <a:cs typeface="Times New Roman"/>
              </a:rPr>
              <a:t> </a:t>
            </a:r>
            <a:r>
              <a:rPr sz="2400" spc="-25">
                <a:latin typeface="Times New Roman"/>
                <a:cs typeface="Times New Roman"/>
              </a:rPr>
              <a:t>as</a:t>
            </a:r>
            <a:endParaRPr sz="2400">
              <a:latin typeface="Times New Roman"/>
              <a:cs typeface="Times New Roman"/>
            </a:endParaRPr>
          </a:p>
          <a:p>
            <a:pPr marL="287020"/>
            <a:r>
              <a:rPr sz="2400">
                <a:latin typeface="Times New Roman"/>
                <a:cs typeface="Times New Roman"/>
              </a:rPr>
              <a:t>integer</a:t>
            </a:r>
            <a:r>
              <a:rPr sz="2400" spc="-55">
                <a:latin typeface="Times New Roman"/>
                <a:cs typeface="Times New Roman"/>
              </a:rPr>
              <a:t> </a:t>
            </a:r>
            <a:r>
              <a:rPr sz="2400">
                <a:latin typeface="Times New Roman"/>
                <a:cs typeface="Times New Roman"/>
              </a:rPr>
              <a:t>or</a:t>
            </a:r>
            <a:r>
              <a:rPr sz="2400" spc="-5">
                <a:latin typeface="Times New Roman"/>
                <a:cs typeface="Times New Roman"/>
              </a:rPr>
              <a:t> </a:t>
            </a:r>
            <a:r>
              <a:rPr sz="2400">
                <a:latin typeface="Times New Roman"/>
                <a:cs typeface="Times New Roman"/>
              </a:rPr>
              <a:t>character,</a:t>
            </a:r>
            <a:r>
              <a:rPr sz="2400" spc="-60">
                <a:latin typeface="Times New Roman"/>
                <a:cs typeface="Times New Roman"/>
              </a:rPr>
              <a:t> </a:t>
            </a:r>
            <a:r>
              <a:rPr sz="2400">
                <a:latin typeface="Times New Roman"/>
                <a:cs typeface="Times New Roman"/>
              </a:rPr>
              <a:t>which</a:t>
            </a:r>
            <a:r>
              <a:rPr sz="2400" spc="-5">
                <a:latin typeface="Times New Roman"/>
                <a:cs typeface="Times New Roman"/>
              </a:rPr>
              <a:t> </a:t>
            </a:r>
            <a:r>
              <a:rPr sz="2400">
                <a:latin typeface="Times New Roman"/>
                <a:cs typeface="Times New Roman"/>
              </a:rPr>
              <a:t>is</a:t>
            </a:r>
            <a:r>
              <a:rPr sz="2400" spc="-20">
                <a:latin typeface="Times New Roman"/>
                <a:cs typeface="Times New Roman"/>
              </a:rPr>
              <a:t> </a:t>
            </a:r>
            <a:r>
              <a:rPr sz="2400">
                <a:latin typeface="Times New Roman"/>
                <a:cs typeface="Times New Roman"/>
              </a:rPr>
              <a:t>inherited</a:t>
            </a:r>
            <a:r>
              <a:rPr sz="2400" spc="-55">
                <a:latin typeface="Times New Roman"/>
                <a:cs typeface="Times New Roman"/>
              </a:rPr>
              <a:t> </a:t>
            </a:r>
            <a:r>
              <a:rPr sz="2400">
                <a:latin typeface="Times New Roman"/>
                <a:cs typeface="Times New Roman"/>
              </a:rPr>
              <a:t>from</a:t>
            </a:r>
            <a:r>
              <a:rPr sz="2400" spc="-10">
                <a:latin typeface="Times New Roman"/>
                <a:cs typeface="Times New Roman"/>
              </a:rPr>
              <a:t> </a:t>
            </a:r>
            <a:r>
              <a:rPr sz="2400">
                <a:latin typeface="Times New Roman"/>
                <a:cs typeface="Times New Roman"/>
              </a:rPr>
              <a:t>their</a:t>
            </a:r>
            <a:r>
              <a:rPr sz="2400" spc="-25">
                <a:latin typeface="Times New Roman"/>
                <a:cs typeface="Times New Roman"/>
              </a:rPr>
              <a:t> </a:t>
            </a:r>
            <a:r>
              <a:rPr sz="2400" spc="-10">
                <a:latin typeface="Times New Roman"/>
                <a:cs typeface="Times New Roman"/>
              </a:rPr>
              <a:t>type.</a:t>
            </a:r>
            <a:endParaRPr sz="2400">
              <a:latin typeface="Times New Roman"/>
              <a:cs typeface="Times New Roman"/>
            </a:endParaRPr>
          </a:p>
          <a:p>
            <a:pPr marL="287020" marR="300990" indent="-274320">
              <a:spcBef>
                <a:spcPts val="575"/>
              </a:spcBef>
              <a:buClr>
                <a:srgbClr val="9BBA58"/>
              </a:buClr>
              <a:buFont typeface="Wingdings 2"/>
              <a:buChar char=""/>
              <a:tabLst>
                <a:tab pos="287020" algn="l"/>
              </a:tabLst>
            </a:pPr>
            <a:r>
              <a:rPr sz="2400">
                <a:latin typeface="Times New Roman"/>
                <a:cs typeface="Times New Roman"/>
              </a:rPr>
              <a:t>The</a:t>
            </a:r>
            <a:r>
              <a:rPr sz="2400" spc="-30">
                <a:latin typeface="Times New Roman"/>
                <a:cs typeface="Times New Roman"/>
              </a:rPr>
              <a:t> </a:t>
            </a:r>
            <a:r>
              <a:rPr sz="2400">
                <a:latin typeface="Times New Roman"/>
                <a:cs typeface="Times New Roman"/>
              </a:rPr>
              <a:t>type</a:t>
            </a:r>
            <a:r>
              <a:rPr sz="2400" spc="-15">
                <a:latin typeface="Times New Roman"/>
                <a:cs typeface="Times New Roman"/>
              </a:rPr>
              <a:t> </a:t>
            </a:r>
            <a:r>
              <a:rPr sz="2400">
                <a:latin typeface="Times New Roman"/>
                <a:cs typeface="Times New Roman"/>
              </a:rPr>
              <a:t>determines</a:t>
            </a:r>
            <a:r>
              <a:rPr sz="2400" spc="-30">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values</a:t>
            </a:r>
            <a:r>
              <a:rPr sz="2400" spc="-25">
                <a:latin typeface="Times New Roman"/>
                <a:cs typeface="Times New Roman"/>
              </a:rPr>
              <a:t> </a:t>
            </a:r>
            <a:r>
              <a:rPr sz="2400">
                <a:latin typeface="Times New Roman"/>
                <a:cs typeface="Times New Roman"/>
              </a:rPr>
              <a:t>that</a:t>
            </a:r>
            <a:r>
              <a:rPr sz="2400" spc="-25">
                <a:latin typeface="Times New Roman"/>
                <a:cs typeface="Times New Roman"/>
              </a:rPr>
              <a:t> </a:t>
            </a:r>
            <a:r>
              <a:rPr sz="2400">
                <a:latin typeface="Times New Roman"/>
                <a:cs typeface="Times New Roman"/>
              </a:rPr>
              <a:t>a variable</a:t>
            </a:r>
            <a:r>
              <a:rPr sz="2400" spc="-40">
                <a:latin typeface="Times New Roman"/>
                <a:cs typeface="Times New Roman"/>
              </a:rPr>
              <a:t> </a:t>
            </a:r>
            <a:r>
              <a:rPr sz="2400">
                <a:latin typeface="Times New Roman"/>
                <a:cs typeface="Times New Roman"/>
              </a:rPr>
              <a:t>may</a:t>
            </a:r>
            <a:r>
              <a:rPr sz="2400" spc="-5">
                <a:latin typeface="Times New Roman"/>
                <a:cs typeface="Times New Roman"/>
              </a:rPr>
              <a:t> </a:t>
            </a:r>
            <a:r>
              <a:rPr sz="2400">
                <a:latin typeface="Times New Roman"/>
                <a:cs typeface="Times New Roman"/>
              </a:rPr>
              <a:t>contain</a:t>
            </a:r>
            <a:r>
              <a:rPr sz="2400" spc="-30">
                <a:latin typeface="Times New Roman"/>
                <a:cs typeface="Times New Roman"/>
              </a:rPr>
              <a:t> </a:t>
            </a:r>
            <a:r>
              <a:rPr sz="2400">
                <a:latin typeface="Times New Roman"/>
                <a:cs typeface="Times New Roman"/>
              </a:rPr>
              <a:t>and</a:t>
            </a:r>
            <a:r>
              <a:rPr sz="2400" spc="-15">
                <a:latin typeface="Times New Roman"/>
                <a:cs typeface="Times New Roman"/>
              </a:rPr>
              <a:t> </a:t>
            </a:r>
            <a:r>
              <a:rPr sz="2400" spc="-25">
                <a:latin typeface="Times New Roman"/>
                <a:cs typeface="Times New Roman"/>
              </a:rPr>
              <a:t>the </a:t>
            </a:r>
            <a:r>
              <a:rPr sz="2400">
                <a:latin typeface="Times New Roman"/>
                <a:cs typeface="Times New Roman"/>
              </a:rPr>
              <a:t>operations</a:t>
            </a:r>
            <a:r>
              <a:rPr sz="2400" spc="-55">
                <a:latin typeface="Times New Roman"/>
                <a:cs typeface="Times New Roman"/>
              </a:rPr>
              <a:t> </a:t>
            </a:r>
            <a:r>
              <a:rPr sz="2400">
                <a:latin typeface="Times New Roman"/>
                <a:cs typeface="Times New Roman"/>
              </a:rPr>
              <a:t>that</a:t>
            </a:r>
            <a:r>
              <a:rPr sz="2400" spc="-30">
                <a:latin typeface="Times New Roman"/>
                <a:cs typeface="Times New Roman"/>
              </a:rPr>
              <a:t> </a:t>
            </a:r>
            <a:r>
              <a:rPr sz="2400">
                <a:latin typeface="Times New Roman"/>
                <a:cs typeface="Times New Roman"/>
              </a:rPr>
              <a:t>may be</a:t>
            </a:r>
            <a:r>
              <a:rPr sz="2400" spc="-10">
                <a:latin typeface="Times New Roman"/>
                <a:cs typeface="Times New Roman"/>
              </a:rPr>
              <a:t> </a:t>
            </a:r>
            <a:r>
              <a:rPr sz="2400">
                <a:latin typeface="Times New Roman"/>
                <a:cs typeface="Times New Roman"/>
              </a:rPr>
              <a:t>used</a:t>
            </a:r>
            <a:r>
              <a:rPr sz="2400" spc="-25">
                <a:latin typeface="Times New Roman"/>
                <a:cs typeface="Times New Roman"/>
              </a:rPr>
              <a:t> </a:t>
            </a:r>
            <a:r>
              <a:rPr sz="2400">
                <a:latin typeface="Times New Roman"/>
                <a:cs typeface="Times New Roman"/>
              </a:rPr>
              <a:t>with</a:t>
            </a:r>
            <a:r>
              <a:rPr sz="2400" spc="-10">
                <a:latin typeface="Times New Roman"/>
                <a:cs typeface="Times New Roman"/>
              </a:rPr>
              <a:t> </a:t>
            </a:r>
            <a:r>
              <a:rPr sz="2400">
                <a:latin typeface="Times New Roman"/>
                <a:cs typeface="Times New Roman"/>
              </a:rPr>
              <a:t>its</a:t>
            </a:r>
            <a:r>
              <a:rPr sz="2400" spc="-5">
                <a:latin typeface="Times New Roman"/>
                <a:cs typeface="Times New Roman"/>
              </a:rPr>
              <a:t> </a:t>
            </a:r>
            <a:r>
              <a:rPr sz="2400" spc="-10">
                <a:latin typeface="Times New Roman"/>
                <a:cs typeface="Times New Roman"/>
              </a:rPr>
              <a:t>values.</a:t>
            </a:r>
            <a:endParaRPr sz="2400">
              <a:latin typeface="Times New Roman"/>
              <a:cs typeface="Times New Roman"/>
            </a:endParaRPr>
          </a:p>
          <a:p>
            <a:pPr marL="287020" indent="-274320">
              <a:spcBef>
                <a:spcPts val="580"/>
              </a:spcBef>
              <a:buClr>
                <a:srgbClr val="9BBA58"/>
              </a:buClr>
              <a:buFont typeface="Wingdings 2"/>
              <a:buChar char=""/>
              <a:tabLst>
                <a:tab pos="287020" algn="l"/>
              </a:tabLst>
            </a:pPr>
            <a:r>
              <a:rPr sz="2400" spc="-40">
                <a:latin typeface="Times New Roman"/>
                <a:cs typeface="Times New Roman"/>
              </a:rPr>
              <a:t>To</a:t>
            </a:r>
            <a:r>
              <a:rPr sz="2400" spc="-35">
                <a:latin typeface="Times New Roman"/>
                <a:cs typeface="Times New Roman"/>
              </a:rPr>
              <a:t> </a:t>
            </a:r>
            <a:r>
              <a:rPr sz="2400">
                <a:latin typeface="Times New Roman"/>
                <a:cs typeface="Times New Roman"/>
              </a:rPr>
              <a:t>declare</a:t>
            </a:r>
            <a:r>
              <a:rPr sz="2400" spc="-50">
                <a:latin typeface="Times New Roman"/>
                <a:cs typeface="Times New Roman"/>
              </a:rPr>
              <a:t> </a:t>
            </a:r>
            <a:r>
              <a:rPr sz="2400">
                <a:latin typeface="Times New Roman"/>
                <a:cs typeface="Times New Roman"/>
              </a:rPr>
              <a:t>a</a:t>
            </a:r>
            <a:r>
              <a:rPr sz="2400" spc="-20">
                <a:latin typeface="Times New Roman"/>
                <a:cs typeface="Times New Roman"/>
              </a:rPr>
              <a:t> </a:t>
            </a:r>
            <a:r>
              <a:rPr sz="2400">
                <a:latin typeface="Times New Roman"/>
                <a:cs typeface="Times New Roman"/>
              </a:rPr>
              <a:t>variable</a:t>
            </a:r>
            <a:r>
              <a:rPr sz="2400" spc="-45">
                <a:latin typeface="Times New Roman"/>
                <a:cs typeface="Times New Roman"/>
              </a:rPr>
              <a:t> </a:t>
            </a:r>
            <a:r>
              <a:rPr sz="2400">
                <a:latin typeface="Times New Roman"/>
                <a:cs typeface="Times New Roman"/>
              </a:rPr>
              <a:t>specify</a:t>
            </a:r>
            <a:r>
              <a:rPr sz="2400" spc="-25">
                <a:latin typeface="Times New Roman"/>
                <a:cs typeface="Times New Roman"/>
              </a:rPr>
              <a:t> </a:t>
            </a:r>
            <a:r>
              <a:rPr sz="2400">
                <a:latin typeface="Times New Roman"/>
                <a:cs typeface="Times New Roman"/>
              </a:rPr>
              <a:t>data</a:t>
            </a:r>
            <a:r>
              <a:rPr sz="2400" spc="-5">
                <a:latin typeface="Times New Roman"/>
                <a:cs typeface="Times New Roman"/>
              </a:rPr>
              <a:t> </a:t>
            </a:r>
            <a:r>
              <a:rPr sz="2400">
                <a:latin typeface="Times New Roman"/>
                <a:cs typeface="Times New Roman"/>
              </a:rPr>
              <a:t>type</a:t>
            </a:r>
            <a:r>
              <a:rPr sz="2400" spc="-40">
                <a:latin typeface="Times New Roman"/>
                <a:cs typeface="Times New Roman"/>
              </a:rPr>
              <a:t> </a:t>
            </a:r>
            <a:r>
              <a:rPr sz="2400">
                <a:latin typeface="Times New Roman"/>
                <a:cs typeface="Times New Roman"/>
              </a:rPr>
              <a:t>of</a:t>
            </a:r>
            <a:r>
              <a:rPr sz="2400" spc="-10">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variable</a:t>
            </a:r>
            <a:r>
              <a:rPr sz="2400" spc="-55">
                <a:latin typeface="Times New Roman"/>
                <a:cs typeface="Times New Roman"/>
              </a:rPr>
              <a:t> </a:t>
            </a:r>
            <a:r>
              <a:rPr sz="2400">
                <a:latin typeface="Times New Roman"/>
                <a:cs typeface="Times New Roman"/>
              </a:rPr>
              <a:t>followed</a:t>
            </a:r>
            <a:r>
              <a:rPr sz="2400" spc="-10">
                <a:latin typeface="Times New Roman"/>
                <a:cs typeface="Times New Roman"/>
              </a:rPr>
              <a:t> </a:t>
            </a:r>
            <a:r>
              <a:rPr sz="2400">
                <a:latin typeface="Times New Roman"/>
                <a:cs typeface="Times New Roman"/>
              </a:rPr>
              <a:t>by</a:t>
            </a:r>
            <a:r>
              <a:rPr sz="2400" spc="-5">
                <a:latin typeface="Times New Roman"/>
                <a:cs typeface="Times New Roman"/>
              </a:rPr>
              <a:t> </a:t>
            </a:r>
            <a:r>
              <a:rPr sz="2400" spc="-25">
                <a:latin typeface="Times New Roman"/>
                <a:cs typeface="Times New Roman"/>
              </a:rPr>
              <a:t>its</a:t>
            </a:r>
            <a:endParaRPr sz="2400">
              <a:latin typeface="Times New Roman"/>
              <a:cs typeface="Times New Roman"/>
            </a:endParaRPr>
          </a:p>
          <a:p>
            <a:pPr marL="287020"/>
            <a:r>
              <a:rPr sz="2400">
                <a:latin typeface="Times New Roman"/>
                <a:cs typeface="Times New Roman"/>
              </a:rPr>
              <a:t>name.</a:t>
            </a:r>
            <a:r>
              <a:rPr sz="2400" spc="-70">
                <a:latin typeface="Times New Roman"/>
                <a:cs typeface="Times New Roman"/>
              </a:rPr>
              <a:t> </a:t>
            </a:r>
            <a:r>
              <a:rPr sz="2400" spc="-35">
                <a:latin typeface="Times New Roman"/>
                <a:cs typeface="Times New Roman"/>
              </a:rPr>
              <a:t>Variable</a:t>
            </a:r>
            <a:r>
              <a:rPr sz="2400" spc="-60">
                <a:latin typeface="Times New Roman"/>
                <a:cs typeface="Times New Roman"/>
              </a:rPr>
              <a:t> </a:t>
            </a:r>
            <a:r>
              <a:rPr sz="2400" spc="-10">
                <a:latin typeface="Times New Roman"/>
                <a:cs typeface="Times New Roman"/>
              </a:rPr>
              <a:t>declaration</a:t>
            </a:r>
            <a:r>
              <a:rPr sz="2400" spc="-75">
                <a:latin typeface="Times New Roman"/>
                <a:cs typeface="Times New Roman"/>
              </a:rPr>
              <a:t> </a:t>
            </a:r>
            <a:r>
              <a:rPr sz="2400">
                <a:latin typeface="Times New Roman"/>
                <a:cs typeface="Times New Roman"/>
              </a:rPr>
              <a:t>always</a:t>
            </a:r>
            <a:r>
              <a:rPr sz="2400" spc="-20">
                <a:latin typeface="Times New Roman"/>
                <a:cs typeface="Times New Roman"/>
              </a:rPr>
              <a:t> </a:t>
            </a:r>
            <a:r>
              <a:rPr sz="2400">
                <a:latin typeface="Times New Roman"/>
                <a:cs typeface="Times New Roman"/>
              </a:rPr>
              <a:t>ends</a:t>
            </a:r>
            <a:r>
              <a:rPr sz="2400" spc="-30">
                <a:latin typeface="Times New Roman"/>
                <a:cs typeface="Times New Roman"/>
              </a:rPr>
              <a:t> </a:t>
            </a:r>
            <a:r>
              <a:rPr sz="2400">
                <a:latin typeface="Times New Roman"/>
                <a:cs typeface="Times New Roman"/>
              </a:rPr>
              <a:t>with</a:t>
            </a:r>
            <a:r>
              <a:rPr sz="2400" spc="-20">
                <a:latin typeface="Times New Roman"/>
                <a:cs typeface="Times New Roman"/>
              </a:rPr>
              <a:t> </a:t>
            </a:r>
            <a:r>
              <a:rPr sz="2400">
                <a:latin typeface="Times New Roman"/>
                <a:cs typeface="Times New Roman"/>
              </a:rPr>
              <a:t>a</a:t>
            </a:r>
            <a:r>
              <a:rPr sz="2400" spc="-30">
                <a:latin typeface="Times New Roman"/>
                <a:cs typeface="Times New Roman"/>
              </a:rPr>
              <a:t> </a:t>
            </a:r>
            <a:r>
              <a:rPr sz="2400" spc="-10">
                <a:latin typeface="Times New Roman"/>
                <a:cs typeface="Times New Roman"/>
              </a:rPr>
              <a:t>semicolon</a:t>
            </a:r>
            <a:endParaRPr sz="2400">
              <a:latin typeface="Times New Roman"/>
              <a:cs typeface="Times New Roman"/>
            </a:endParaRPr>
          </a:p>
          <a:p>
            <a:pPr marL="287020" marR="429895" indent="-274320">
              <a:spcBef>
                <a:spcPts val="575"/>
              </a:spcBef>
              <a:buClr>
                <a:srgbClr val="9BBA58"/>
              </a:buClr>
              <a:buFont typeface="Wingdings 2"/>
              <a:buChar char=""/>
              <a:tabLst>
                <a:tab pos="287020" algn="l"/>
              </a:tabLst>
            </a:pPr>
            <a:r>
              <a:rPr sz="2400" spc="-40">
                <a:latin typeface="Times New Roman"/>
                <a:cs typeface="Times New Roman"/>
              </a:rPr>
              <a:t>Variable</a:t>
            </a:r>
            <a:r>
              <a:rPr sz="2400" spc="-75">
                <a:latin typeface="Times New Roman"/>
                <a:cs typeface="Times New Roman"/>
              </a:rPr>
              <a:t> </a:t>
            </a:r>
            <a:r>
              <a:rPr sz="2400">
                <a:latin typeface="Times New Roman"/>
                <a:cs typeface="Times New Roman"/>
              </a:rPr>
              <a:t>names</a:t>
            </a:r>
            <a:r>
              <a:rPr sz="2400" spc="-15">
                <a:latin typeface="Times New Roman"/>
                <a:cs typeface="Times New Roman"/>
              </a:rPr>
              <a:t> </a:t>
            </a:r>
            <a:r>
              <a:rPr sz="2400">
                <a:latin typeface="Times New Roman"/>
                <a:cs typeface="Times New Roman"/>
              </a:rPr>
              <a:t>should</a:t>
            </a:r>
            <a:r>
              <a:rPr sz="2400" spc="-35">
                <a:latin typeface="Times New Roman"/>
                <a:cs typeface="Times New Roman"/>
              </a:rPr>
              <a:t> </a:t>
            </a:r>
            <a:r>
              <a:rPr sz="2400">
                <a:latin typeface="Times New Roman"/>
                <a:cs typeface="Times New Roman"/>
              </a:rPr>
              <a:t>always</a:t>
            </a:r>
            <a:r>
              <a:rPr sz="2400" spc="-40">
                <a:latin typeface="Times New Roman"/>
                <a:cs typeface="Times New Roman"/>
              </a:rPr>
              <a:t> </a:t>
            </a:r>
            <a:r>
              <a:rPr sz="2400">
                <a:latin typeface="Times New Roman"/>
                <a:cs typeface="Times New Roman"/>
              </a:rPr>
              <a:t>be</a:t>
            </a:r>
            <a:r>
              <a:rPr sz="2400" spc="-25">
                <a:latin typeface="Times New Roman"/>
                <a:cs typeface="Times New Roman"/>
              </a:rPr>
              <a:t> </a:t>
            </a:r>
            <a:r>
              <a:rPr sz="2400">
                <a:latin typeface="Times New Roman"/>
                <a:cs typeface="Times New Roman"/>
              </a:rPr>
              <a:t>meaningful</a:t>
            </a:r>
            <a:r>
              <a:rPr sz="2400" spc="-35">
                <a:latin typeface="Times New Roman"/>
                <a:cs typeface="Times New Roman"/>
              </a:rPr>
              <a:t> </a:t>
            </a:r>
            <a:r>
              <a:rPr sz="2400">
                <a:latin typeface="Times New Roman"/>
                <a:cs typeface="Times New Roman"/>
              </a:rPr>
              <a:t>and</a:t>
            </a:r>
            <a:r>
              <a:rPr sz="2400" spc="-25">
                <a:latin typeface="Times New Roman"/>
                <a:cs typeface="Times New Roman"/>
              </a:rPr>
              <a:t> </a:t>
            </a:r>
            <a:r>
              <a:rPr sz="2400">
                <a:latin typeface="Times New Roman"/>
                <a:cs typeface="Times New Roman"/>
              </a:rPr>
              <a:t>must</a:t>
            </a:r>
            <a:r>
              <a:rPr sz="2400" spc="-20">
                <a:latin typeface="Times New Roman"/>
                <a:cs typeface="Times New Roman"/>
              </a:rPr>
              <a:t> </a:t>
            </a:r>
            <a:r>
              <a:rPr sz="2400">
                <a:latin typeface="Times New Roman"/>
                <a:cs typeface="Times New Roman"/>
              </a:rPr>
              <a:t>reflect</a:t>
            </a:r>
            <a:r>
              <a:rPr sz="2400" spc="-45">
                <a:latin typeface="Times New Roman"/>
                <a:cs typeface="Times New Roman"/>
              </a:rPr>
              <a:t> </a:t>
            </a:r>
            <a:r>
              <a:rPr sz="2400" spc="-25">
                <a:latin typeface="Times New Roman"/>
                <a:cs typeface="Times New Roman"/>
              </a:rPr>
              <a:t>the </a:t>
            </a:r>
            <a:r>
              <a:rPr sz="2400">
                <a:latin typeface="Times New Roman"/>
                <a:cs typeface="Times New Roman"/>
              </a:rPr>
              <a:t>purpose</a:t>
            </a:r>
            <a:r>
              <a:rPr sz="2400" spc="-35">
                <a:latin typeface="Times New Roman"/>
                <a:cs typeface="Times New Roman"/>
              </a:rPr>
              <a:t> </a:t>
            </a:r>
            <a:r>
              <a:rPr sz="2400">
                <a:latin typeface="Times New Roman"/>
                <a:cs typeface="Times New Roman"/>
              </a:rPr>
              <a:t>of their</a:t>
            </a:r>
            <a:r>
              <a:rPr sz="2400" spc="-20">
                <a:latin typeface="Times New Roman"/>
                <a:cs typeface="Times New Roman"/>
              </a:rPr>
              <a:t> </a:t>
            </a:r>
            <a:r>
              <a:rPr sz="2400">
                <a:latin typeface="Times New Roman"/>
                <a:cs typeface="Times New Roman"/>
              </a:rPr>
              <a:t>usage</a:t>
            </a:r>
            <a:r>
              <a:rPr sz="2400" spc="-10">
                <a:latin typeface="Times New Roman"/>
                <a:cs typeface="Times New Roman"/>
              </a:rPr>
              <a:t> </a:t>
            </a:r>
            <a:r>
              <a:rPr sz="2400">
                <a:latin typeface="Times New Roman"/>
                <a:cs typeface="Times New Roman"/>
              </a:rPr>
              <a:t>in</a:t>
            </a:r>
            <a:r>
              <a:rPr sz="2400" spc="-10">
                <a:latin typeface="Times New Roman"/>
                <a:cs typeface="Times New Roman"/>
              </a:rPr>
              <a:t> </a:t>
            </a:r>
            <a:r>
              <a:rPr sz="2400">
                <a:latin typeface="Times New Roman"/>
                <a:cs typeface="Times New Roman"/>
              </a:rPr>
              <a:t>the</a:t>
            </a:r>
            <a:r>
              <a:rPr sz="2400" spc="-5">
                <a:latin typeface="Times New Roman"/>
                <a:cs typeface="Times New Roman"/>
              </a:rPr>
              <a:t> </a:t>
            </a:r>
            <a:r>
              <a:rPr sz="2400" spc="-10">
                <a:latin typeface="Times New Roman"/>
                <a:cs typeface="Times New Roman"/>
              </a:rPr>
              <a:t>program.</a:t>
            </a:r>
            <a:endParaRPr sz="2400">
              <a:latin typeface="Times New Roman"/>
              <a:cs typeface="Times New Roman"/>
            </a:endParaRPr>
          </a:p>
          <a:p>
            <a:pPr marL="163195" marR="5055870" indent="-151130">
              <a:lnSpc>
                <a:spcPct val="119000"/>
              </a:lnSpc>
              <a:spcBef>
                <a:spcPts val="35"/>
              </a:spcBef>
              <a:tabLst>
                <a:tab pos="966469" algn="l"/>
                <a:tab pos="1450975" algn="l"/>
                <a:tab pos="1568450" algn="l"/>
                <a:tab pos="2360930" algn="l"/>
              </a:tabLst>
            </a:pPr>
            <a:r>
              <a:rPr sz="2400" spc="-40">
                <a:solidFill>
                  <a:srgbClr val="C00000"/>
                </a:solidFill>
                <a:latin typeface="Times New Roman"/>
                <a:cs typeface="Times New Roman"/>
              </a:rPr>
              <a:t>Variable</a:t>
            </a:r>
            <a:r>
              <a:rPr sz="2400" spc="-75">
                <a:solidFill>
                  <a:srgbClr val="C00000"/>
                </a:solidFill>
                <a:latin typeface="Times New Roman"/>
                <a:cs typeface="Times New Roman"/>
              </a:rPr>
              <a:t> </a:t>
            </a:r>
            <a:r>
              <a:rPr sz="2400" spc="-10">
                <a:solidFill>
                  <a:srgbClr val="C00000"/>
                </a:solidFill>
                <a:latin typeface="Times New Roman"/>
                <a:cs typeface="Times New Roman"/>
              </a:rPr>
              <a:t>Declaration</a:t>
            </a:r>
            <a:r>
              <a:rPr sz="2400" spc="400">
                <a:solidFill>
                  <a:srgbClr val="C00000"/>
                </a:solidFill>
                <a:latin typeface="Times New Roman"/>
                <a:cs typeface="Times New Roman"/>
              </a:rPr>
              <a:t> </a:t>
            </a:r>
            <a:r>
              <a:rPr sz="2400" spc="-10">
                <a:solidFill>
                  <a:srgbClr val="C00000"/>
                </a:solidFill>
                <a:latin typeface="Times New Roman"/>
                <a:cs typeface="Times New Roman"/>
              </a:rPr>
              <a:t>Synatax:</a:t>
            </a:r>
            <a:r>
              <a:rPr sz="2400">
                <a:solidFill>
                  <a:srgbClr val="C00000"/>
                </a:solidFill>
                <a:latin typeface="Times New Roman"/>
                <a:cs typeface="Times New Roman"/>
              </a:rPr>
              <a:t>	</a:t>
            </a:r>
            <a:r>
              <a:rPr sz="2400" spc="-20">
                <a:latin typeface="Times New Roman"/>
                <a:cs typeface="Times New Roman"/>
              </a:rPr>
              <a:t>Type</a:t>
            </a:r>
            <a:r>
              <a:rPr sz="2400">
                <a:latin typeface="Times New Roman"/>
                <a:cs typeface="Times New Roman"/>
              </a:rPr>
              <a:t>	</a:t>
            </a:r>
            <a:r>
              <a:rPr sz="2400" spc="-10">
                <a:latin typeface="Times New Roman"/>
                <a:cs typeface="Times New Roman"/>
              </a:rPr>
              <a:t>var_name; </a:t>
            </a:r>
            <a:r>
              <a:rPr sz="2400" spc="-25">
                <a:solidFill>
                  <a:srgbClr val="C00000"/>
                </a:solidFill>
                <a:latin typeface="Times New Roman"/>
                <a:cs typeface="Times New Roman"/>
              </a:rPr>
              <a:t>Ex:</a:t>
            </a:r>
            <a:r>
              <a:rPr sz="2400">
                <a:solidFill>
                  <a:srgbClr val="C00000"/>
                </a:solidFill>
                <a:latin typeface="Times New Roman"/>
                <a:cs typeface="Times New Roman"/>
              </a:rPr>
              <a:t>	</a:t>
            </a:r>
            <a:r>
              <a:rPr sz="2400" spc="-25">
                <a:latin typeface="Calibri"/>
                <a:cs typeface="Calibri"/>
              </a:rPr>
              <a:t>int</a:t>
            </a:r>
            <a:r>
              <a:rPr sz="2400">
                <a:latin typeface="Calibri"/>
                <a:cs typeface="Calibri"/>
              </a:rPr>
              <a:t>		</a:t>
            </a:r>
            <a:r>
              <a:rPr sz="2400" spc="-10">
                <a:latin typeface="Calibri"/>
                <a:cs typeface="Calibri"/>
              </a:rPr>
              <a:t>emp_num;</a:t>
            </a:r>
            <a:endParaRPr sz="2400">
              <a:latin typeface="Calibri"/>
              <a:cs typeface="Calibri"/>
            </a:endParaRPr>
          </a:p>
        </p:txBody>
      </p:sp>
      <p:sp>
        <p:nvSpPr>
          <p:cNvPr id="11" name="object 11"/>
          <p:cNvSpPr txBox="1"/>
          <p:nvPr/>
        </p:nvSpPr>
        <p:spPr>
          <a:xfrm>
            <a:off x="2838958" y="5009885"/>
            <a:ext cx="636270" cy="903605"/>
          </a:xfrm>
          <a:prstGeom prst="rect">
            <a:avLst/>
          </a:prstGeom>
        </p:spPr>
        <p:txBody>
          <a:bodyPr vert="horz" wrap="square" lIns="0" tIns="85725" rIns="0" bIns="0" rtlCol="0">
            <a:spAutoFit/>
          </a:bodyPr>
          <a:lstStyle/>
          <a:p>
            <a:pPr marL="12700">
              <a:spcBef>
                <a:spcPts val="675"/>
              </a:spcBef>
            </a:pPr>
            <a:r>
              <a:rPr sz="2400" spc="-10">
                <a:latin typeface="Calibri"/>
                <a:cs typeface="Calibri"/>
              </a:rPr>
              <a:t>float</a:t>
            </a:r>
            <a:endParaRPr sz="2400">
              <a:latin typeface="Calibri"/>
              <a:cs typeface="Calibri"/>
            </a:endParaRPr>
          </a:p>
          <a:p>
            <a:pPr marL="80645">
              <a:spcBef>
                <a:spcPts val="575"/>
              </a:spcBef>
            </a:pPr>
            <a:r>
              <a:rPr sz="2400" spc="-20">
                <a:latin typeface="Calibri"/>
                <a:cs typeface="Calibri"/>
              </a:rPr>
              <a:t>char</a:t>
            </a:r>
            <a:endParaRPr sz="2400">
              <a:latin typeface="Calibri"/>
              <a:cs typeface="Calibri"/>
            </a:endParaRPr>
          </a:p>
        </p:txBody>
      </p:sp>
      <p:sp>
        <p:nvSpPr>
          <p:cNvPr id="12" name="object 12"/>
          <p:cNvSpPr txBox="1"/>
          <p:nvPr/>
        </p:nvSpPr>
        <p:spPr>
          <a:xfrm>
            <a:off x="3680596" y="5009885"/>
            <a:ext cx="918844" cy="903605"/>
          </a:xfrm>
          <a:prstGeom prst="rect">
            <a:avLst/>
          </a:prstGeom>
        </p:spPr>
        <p:txBody>
          <a:bodyPr vert="horz" wrap="square" lIns="0" tIns="85725" rIns="0" bIns="0" rtlCol="0">
            <a:spAutoFit/>
          </a:bodyPr>
          <a:lstStyle/>
          <a:p>
            <a:pPr marL="12700">
              <a:spcBef>
                <a:spcPts val="675"/>
              </a:spcBef>
            </a:pPr>
            <a:r>
              <a:rPr sz="2400" spc="-10">
                <a:latin typeface="Calibri"/>
                <a:cs typeface="Calibri"/>
              </a:rPr>
              <a:t>alary;</a:t>
            </a:r>
            <a:endParaRPr sz="2400">
              <a:latin typeface="Calibri"/>
              <a:cs typeface="Calibri"/>
            </a:endParaRPr>
          </a:p>
          <a:p>
            <a:pPr marL="122555">
              <a:spcBef>
                <a:spcPts val="575"/>
              </a:spcBef>
            </a:pPr>
            <a:r>
              <a:rPr sz="2400" spc="-10">
                <a:latin typeface="Calibri"/>
                <a:cs typeface="Calibri"/>
              </a:rPr>
              <a:t>grade;</a:t>
            </a:r>
            <a:endParaRPr sz="2400">
              <a:latin typeface="Calibri"/>
              <a:cs typeface="Calibri"/>
            </a:endParaRPr>
          </a:p>
        </p:txBody>
      </p:sp>
      <p:sp>
        <p:nvSpPr>
          <p:cNvPr id="13" name="object 13"/>
          <p:cNvSpPr txBox="1"/>
          <p:nvPr/>
        </p:nvSpPr>
        <p:spPr>
          <a:xfrm>
            <a:off x="2907539" y="5887924"/>
            <a:ext cx="3632835" cy="903605"/>
          </a:xfrm>
          <a:prstGeom prst="rect">
            <a:avLst/>
          </a:prstGeom>
        </p:spPr>
        <p:txBody>
          <a:bodyPr vert="horz" wrap="square" lIns="0" tIns="12700" rIns="0" bIns="0" rtlCol="0">
            <a:spAutoFit/>
          </a:bodyPr>
          <a:lstStyle/>
          <a:p>
            <a:pPr marL="12700" marR="5080">
              <a:lnSpc>
                <a:spcPct val="120000"/>
              </a:lnSpc>
              <a:spcBef>
                <a:spcPts val="100"/>
              </a:spcBef>
              <a:tabLst>
                <a:tab pos="1990725" algn="l"/>
                <a:tab pos="2660015" algn="l"/>
              </a:tabLst>
            </a:pPr>
            <a:r>
              <a:rPr sz="2400">
                <a:latin typeface="Calibri"/>
                <a:cs typeface="Calibri"/>
              </a:rPr>
              <a:t>double</a:t>
            </a:r>
            <a:r>
              <a:rPr sz="2400" spc="-35">
                <a:latin typeface="Calibri"/>
                <a:cs typeface="Calibri"/>
              </a:rPr>
              <a:t> </a:t>
            </a:r>
            <a:r>
              <a:rPr sz="2400">
                <a:latin typeface="Calibri"/>
                <a:cs typeface="Calibri"/>
              </a:rPr>
              <a:t>balance_</a:t>
            </a:r>
            <a:r>
              <a:rPr sz="2400" spc="-30">
                <a:latin typeface="Calibri"/>
                <a:cs typeface="Calibri"/>
              </a:rPr>
              <a:t> </a:t>
            </a:r>
            <a:r>
              <a:rPr sz="2400" spc="-10">
                <a:latin typeface="Calibri"/>
                <a:cs typeface="Calibri"/>
              </a:rPr>
              <a:t>amount; </a:t>
            </a:r>
            <a:r>
              <a:rPr sz="2400">
                <a:latin typeface="Calibri"/>
                <a:cs typeface="Calibri"/>
              </a:rPr>
              <a:t>unsigned</a:t>
            </a:r>
            <a:r>
              <a:rPr sz="2400" spc="-40">
                <a:latin typeface="Calibri"/>
                <a:cs typeface="Calibri"/>
              </a:rPr>
              <a:t> </a:t>
            </a:r>
            <a:r>
              <a:rPr sz="2400" spc="-10">
                <a:latin typeface="Calibri"/>
                <a:cs typeface="Calibri"/>
              </a:rPr>
              <a:t>short</a:t>
            </a:r>
            <a:r>
              <a:rPr sz="2400">
                <a:latin typeface="Calibri"/>
                <a:cs typeface="Calibri"/>
              </a:rPr>
              <a:t>	</a:t>
            </a:r>
            <a:r>
              <a:rPr sz="2400" spc="-25">
                <a:latin typeface="Calibri"/>
                <a:cs typeface="Calibri"/>
              </a:rPr>
              <a:t>int</a:t>
            </a:r>
            <a:r>
              <a:rPr sz="2400">
                <a:latin typeface="Calibri"/>
                <a:cs typeface="Calibri"/>
              </a:rPr>
              <a:t>	</a:t>
            </a:r>
            <a:r>
              <a:rPr sz="2400" spc="-10">
                <a:latin typeface="Calibri"/>
                <a:cs typeface="Calibri"/>
              </a:rPr>
              <a:t>acc_no;</a:t>
            </a:r>
            <a:endParaRPr sz="2400">
              <a:latin typeface="Calibri"/>
              <a:cs typeface="Calibri"/>
            </a:endParaRPr>
          </a:p>
        </p:txBody>
      </p:sp>
    </p:spTree>
    <p:extLst>
      <p:ext uri="{BB962C8B-B14F-4D97-AF65-F5344CB8AC3E}">
        <p14:creationId xmlns:p14="http://schemas.microsoft.com/office/powerpoint/2010/main" val="24245714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2739" y="0"/>
            <a:ext cx="8989060" cy="2839720"/>
          </a:xfrm>
          <a:prstGeom prst="rect">
            <a:avLst/>
          </a:prstGeom>
        </p:spPr>
        <p:txBody>
          <a:bodyPr vert="horz" wrap="square" lIns="0" tIns="52069" rIns="0" bIns="0" rtlCol="0">
            <a:spAutoFit/>
          </a:bodyPr>
          <a:lstStyle/>
          <a:p>
            <a:pPr marL="12700">
              <a:spcBef>
                <a:spcPts val="409"/>
              </a:spcBef>
            </a:pPr>
            <a:r>
              <a:rPr sz="2600" spc="-30">
                <a:solidFill>
                  <a:srgbClr val="C00000"/>
                </a:solidFill>
                <a:latin typeface="Times New Roman"/>
                <a:cs typeface="Times New Roman"/>
              </a:rPr>
              <a:t>Variable</a:t>
            </a:r>
            <a:r>
              <a:rPr sz="2600" spc="-95">
                <a:solidFill>
                  <a:srgbClr val="C00000"/>
                </a:solidFill>
                <a:latin typeface="Times New Roman"/>
                <a:cs typeface="Times New Roman"/>
              </a:rPr>
              <a:t> </a:t>
            </a:r>
            <a:r>
              <a:rPr sz="2600" spc="-10">
                <a:solidFill>
                  <a:srgbClr val="C00000"/>
                </a:solidFill>
                <a:latin typeface="Times New Roman"/>
                <a:cs typeface="Times New Roman"/>
              </a:rPr>
              <a:t>Initialization</a:t>
            </a:r>
            <a:endParaRPr sz="2600">
              <a:latin typeface="Times New Roman"/>
              <a:cs typeface="Times New Roman"/>
            </a:endParaRPr>
          </a:p>
          <a:p>
            <a:pPr marL="285115" marR="5080" indent="-273050">
              <a:lnSpc>
                <a:spcPts val="2810"/>
              </a:lnSpc>
              <a:spcBef>
                <a:spcPts val="665"/>
              </a:spcBef>
              <a:buClr>
                <a:srgbClr val="0AD0D9"/>
              </a:buClr>
              <a:buSzPct val="94230"/>
              <a:buFont typeface="Arial"/>
              <a:buChar char="–"/>
              <a:tabLst>
                <a:tab pos="285750" algn="l"/>
                <a:tab pos="1248410" algn="l"/>
                <a:tab pos="1570355" algn="l"/>
                <a:tab pos="2807970" algn="l"/>
                <a:tab pos="3202940" algn="l"/>
                <a:tab pos="4450715" algn="l"/>
                <a:tab pos="4809490" algn="l"/>
                <a:tab pos="6084570" algn="l"/>
                <a:tab pos="7488555" algn="l"/>
                <a:tab pos="8461375" algn="l"/>
              </a:tabLst>
            </a:pPr>
            <a:r>
              <a:rPr sz="2600" spc="-20">
                <a:latin typeface="Times New Roman"/>
                <a:cs typeface="Times New Roman"/>
              </a:rPr>
              <a:t>When</a:t>
            </a:r>
            <a:r>
              <a:rPr sz="2600">
                <a:latin typeface="Times New Roman"/>
                <a:cs typeface="Times New Roman"/>
              </a:rPr>
              <a:t>	</a:t>
            </a:r>
            <a:r>
              <a:rPr sz="2600" spc="-50">
                <a:latin typeface="Times New Roman"/>
                <a:cs typeface="Times New Roman"/>
              </a:rPr>
              <a:t>a</a:t>
            </a:r>
            <a:r>
              <a:rPr sz="2600">
                <a:latin typeface="Times New Roman"/>
                <a:cs typeface="Times New Roman"/>
              </a:rPr>
              <a:t>	</a:t>
            </a:r>
            <a:r>
              <a:rPr sz="2600" spc="-10">
                <a:latin typeface="Times New Roman"/>
                <a:cs typeface="Times New Roman"/>
              </a:rPr>
              <a:t>variable</a:t>
            </a:r>
            <a:r>
              <a:rPr sz="2600">
                <a:latin typeface="Times New Roman"/>
                <a:cs typeface="Times New Roman"/>
              </a:rPr>
              <a:t>	</a:t>
            </a:r>
            <a:r>
              <a:rPr sz="2600" spc="-25">
                <a:latin typeface="Times New Roman"/>
                <a:cs typeface="Times New Roman"/>
              </a:rPr>
              <a:t>is</a:t>
            </a:r>
            <a:r>
              <a:rPr sz="2600">
                <a:latin typeface="Times New Roman"/>
                <a:cs typeface="Times New Roman"/>
              </a:rPr>
              <a:t>	</a:t>
            </a:r>
            <a:r>
              <a:rPr sz="2600" spc="-10">
                <a:latin typeface="Times New Roman"/>
                <a:cs typeface="Times New Roman"/>
              </a:rPr>
              <a:t>defined,</a:t>
            </a:r>
            <a:r>
              <a:rPr sz="2600">
                <a:latin typeface="Times New Roman"/>
                <a:cs typeface="Times New Roman"/>
              </a:rPr>
              <a:t>	</a:t>
            </a:r>
            <a:r>
              <a:rPr sz="2600" spc="-25">
                <a:latin typeface="Times New Roman"/>
                <a:cs typeface="Times New Roman"/>
              </a:rPr>
              <a:t>it</a:t>
            </a:r>
            <a:r>
              <a:rPr sz="2600">
                <a:latin typeface="Times New Roman"/>
                <a:cs typeface="Times New Roman"/>
              </a:rPr>
              <a:t>	</a:t>
            </a:r>
            <a:r>
              <a:rPr sz="2600" spc="-10">
                <a:latin typeface="Times New Roman"/>
                <a:cs typeface="Times New Roman"/>
              </a:rPr>
              <a:t>contains</a:t>
            </a:r>
            <a:r>
              <a:rPr sz="2600">
                <a:latin typeface="Times New Roman"/>
                <a:cs typeface="Times New Roman"/>
              </a:rPr>
              <a:t>	</a:t>
            </a:r>
            <a:r>
              <a:rPr sz="2600" spc="-10">
                <a:latin typeface="Times New Roman"/>
                <a:cs typeface="Times New Roman"/>
              </a:rPr>
              <a:t>unknown</a:t>
            </a:r>
            <a:r>
              <a:rPr sz="2600">
                <a:latin typeface="Times New Roman"/>
                <a:cs typeface="Times New Roman"/>
              </a:rPr>
              <a:t>	</a:t>
            </a:r>
            <a:r>
              <a:rPr sz="2600" spc="-10">
                <a:latin typeface="Times New Roman"/>
                <a:cs typeface="Times New Roman"/>
              </a:rPr>
              <a:t>value.</a:t>
            </a:r>
            <a:r>
              <a:rPr sz="2600">
                <a:latin typeface="Times New Roman"/>
                <a:cs typeface="Times New Roman"/>
              </a:rPr>
              <a:t>	</a:t>
            </a:r>
            <a:r>
              <a:rPr sz="2600" spc="-25">
                <a:latin typeface="Times New Roman"/>
                <a:cs typeface="Times New Roman"/>
              </a:rPr>
              <a:t>The </a:t>
            </a:r>
            <a:r>
              <a:rPr sz="2600">
                <a:latin typeface="Times New Roman"/>
                <a:cs typeface="Times New Roman"/>
              </a:rPr>
              <a:t>variable</a:t>
            </a:r>
            <a:r>
              <a:rPr sz="2600" spc="-40">
                <a:latin typeface="Times New Roman"/>
                <a:cs typeface="Times New Roman"/>
              </a:rPr>
              <a:t> </a:t>
            </a:r>
            <a:r>
              <a:rPr sz="2600">
                <a:latin typeface="Times New Roman"/>
                <a:cs typeface="Times New Roman"/>
              </a:rPr>
              <a:t>has</a:t>
            </a:r>
            <a:r>
              <a:rPr sz="2600" spc="-10">
                <a:latin typeface="Times New Roman"/>
                <a:cs typeface="Times New Roman"/>
              </a:rPr>
              <a:t> </a:t>
            </a:r>
            <a:r>
              <a:rPr sz="2600">
                <a:latin typeface="Times New Roman"/>
                <a:cs typeface="Times New Roman"/>
              </a:rPr>
              <a:t>to</a:t>
            </a:r>
            <a:r>
              <a:rPr sz="2600" spc="-5">
                <a:latin typeface="Times New Roman"/>
                <a:cs typeface="Times New Roman"/>
              </a:rPr>
              <a:t> </a:t>
            </a:r>
            <a:r>
              <a:rPr sz="2600">
                <a:latin typeface="Times New Roman"/>
                <a:cs typeface="Times New Roman"/>
              </a:rPr>
              <a:t>be</a:t>
            </a:r>
            <a:r>
              <a:rPr sz="2600" spc="-20">
                <a:latin typeface="Times New Roman"/>
                <a:cs typeface="Times New Roman"/>
              </a:rPr>
              <a:t> </a:t>
            </a:r>
            <a:r>
              <a:rPr sz="2600">
                <a:latin typeface="Times New Roman"/>
                <a:cs typeface="Times New Roman"/>
              </a:rPr>
              <a:t>initialized</a:t>
            </a:r>
            <a:r>
              <a:rPr sz="2600" spc="5">
                <a:latin typeface="Times New Roman"/>
                <a:cs typeface="Times New Roman"/>
              </a:rPr>
              <a:t> </a:t>
            </a:r>
            <a:r>
              <a:rPr sz="2600">
                <a:latin typeface="Times New Roman"/>
                <a:cs typeface="Times New Roman"/>
              </a:rPr>
              <a:t>with</a:t>
            </a:r>
            <a:r>
              <a:rPr sz="2600" spc="-15">
                <a:latin typeface="Times New Roman"/>
                <a:cs typeface="Times New Roman"/>
              </a:rPr>
              <a:t> </a:t>
            </a:r>
            <a:r>
              <a:rPr sz="2600">
                <a:latin typeface="Times New Roman"/>
                <a:cs typeface="Times New Roman"/>
              </a:rPr>
              <a:t>a</a:t>
            </a:r>
            <a:r>
              <a:rPr sz="2600" spc="-15">
                <a:latin typeface="Times New Roman"/>
                <a:cs typeface="Times New Roman"/>
              </a:rPr>
              <a:t> </a:t>
            </a:r>
            <a:r>
              <a:rPr sz="2600">
                <a:latin typeface="Times New Roman"/>
                <a:cs typeface="Times New Roman"/>
              </a:rPr>
              <a:t>known</a:t>
            </a:r>
            <a:r>
              <a:rPr sz="2600" spc="-30">
                <a:latin typeface="Times New Roman"/>
                <a:cs typeface="Times New Roman"/>
              </a:rPr>
              <a:t> </a:t>
            </a:r>
            <a:r>
              <a:rPr sz="2600" spc="-10">
                <a:latin typeface="Times New Roman"/>
                <a:cs typeface="Times New Roman"/>
              </a:rPr>
              <a:t>value</a:t>
            </a:r>
            <a:endParaRPr sz="2600">
              <a:latin typeface="Times New Roman"/>
              <a:cs typeface="Times New Roman"/>
            </a:endParaRPr>
          </a:p>
          <a:p>
            <a:pPr marL="285115" marR="5080" indent="-273050">
              <a:lnSpc>
                <a:spcPts val="2810"/>
              </a:lnSpc>
              <a:spcBef>
                <a:spcPts val="620"/>
              </a:spcBef>
              <a:buClr>
                <a:srgbClr val="0AD0D9"/>
              </a:buClr>
              <a:buSzPct val="94230"/>
              <a:buFont typeface="Arial"/>
              <a:buChar char="–"/>
              <a:tabLst>
                <a:tab pos="285750" algn="l"/>
              </a:tabLst>
            </a:pPr>
            <a:r>
              <a:rPr sz="2600">
                <a:latin typeface="Times New Roman"/>
                <a:cs typeface="Times New Roman"/>
              </a:rPr>
              <a:t>If</a:t>
            </a:r>
            <a:r>
              <a:rPr sz="2600" spc="70">
                <a:latin typeface="Times New Roman"/>
                <a:cs typeface="Times New Roman"/>
              </a:rPr>
              <a:t> </a:t>
            </a:r>
            <a:r>
              <a:rPr sz="2600">
                <a:latin typeface="Times New Roman"/>
                <a:cs typeface="Times New Roman"/>
              </a:rPr>
              <a:t>a</a:t>
            </a:r>
            <a:r>
              <a:rPr sz="2600" spc="70">
                <a:latin typeface="Times New Roman"/>
                <a:cs typeface="Times New Roman"/>
              </a:rPr>
              <a:t> </a:t>
            </a:r>
            <a:r>
              <a:rPr sz="2600">
                <a:latin typeface="Times New Roman"/>
                <a:cs typeface="Times New Roman"/>
              </a:rPr>
              <a:t>variable</a:t>
            </a:r>
            <a:r>
              <a:rPr sz="2600" spc="80">
                <a:latin typeface="Times New Roman"/>
                <a:cs typeface="Times New Roman"/>
              </a:rPr>
              <a:t> </a:t>
            </a:r>
            <a:r>
              <a:rPr sz="2600">
                <a:latin typeface="Times New Roman"/>
                <a:cs typeface="Times New Roman"/>
              </a:rPr>
              <a:t>is</a:t>
            </a:r>
            <a:r>
              <a:rPr sz="2600" spc="75">
                <a:latin typeface="Times New Roman"/>
                <a:cs typeface="Times New Roman"/>
              </a:rPr>
              <a:t> </a:t>
            </a:r>
            <a:r>
              <a:rPr sz="2600">
                <a:latin typeface="Times New Roman"/>
                <a:cs typeface="Times New Roman"/>
              </a:rPr>
              <a:t>not</a:t>
            </a:r>
            <a:r>
              <a:rPr sz="2600" spc="80">
                <a:latin typeface="Times New Roman"/>
                <a:cs typeface="Times New Roman"/>
              </a:rPr>
              <a:t> </a:t>
            </a:r>
            <a:r>
              <a:rPr sz="2600">
                <a:latin typeface="Times New Roman"/>
                <a:cs typeface="Times New Roman"/>
              </a:rPr>
              <a:t>initialized,</a:t>
            </a:r>
            <a:r>
              <a:rPr sz="2600" spc="85">
                <a:latin typeface="Times New Roman"/>
                <a:cs typeface="Times New Roman"/>
              </a:rPr>
              <a:t> </a:t>
            </a:r>
            <a:r>
              <a:rPr sz="2600">
                <a:latin typeface="Times New Roman"/>
                <a:cs typeface="Times New Roman"/>
              </a:rPr>
              <a:t>the</a:t>
            </a:r>
            <a:r>
              <a:rPr sz="2600" spc="70">
                <a:latin typeface="Times New Roman"/>
                <a:cs typeface="Times New Roman"/>
              </a:rPr>
              <a:t> </a:t>
            </a:r>
            <a:r>
              <a:rPr sz="2600">
                <a:latin typeface="Times New Roman"/>
                <a:cs typeface="Times New Roman"/>
              </a:rPr>
              <a:t>value</a:t>
            </a:r>
            <a:r>
              <a:rPr sz="2600" spc="70">
                <a:latin typeface="Times New Roman"/>
                <a:cs typeface="Times New Roman"/>
              </a:rPr>
              <a:t> </a:t>
            </a:r>
            <a:r>
              <a:rPr sz="2600">
                <a:latin typeface="Times New Roman"/>
                <a:cs typeface="Times New Roman"/>
              </a:rPr>
              <a:t>of</a:t>
            </a:r>
            <a:r>
              <a:rPr sz="2600" spc="65">
                <a:latin typeface="Times New Roman"/>
                <a:cs typeface="Times New Roman"/>
              </a:rPr>
              <a:t> </a:t>
            </a:r>
            <a:r>
              <a:rPr sz="2600">
                <a:latin typeface="Times New Roman"/>
                <a:cs typeface="Times New Roman"/>
              </a:rPr>
              <a:t>variable</a:t>
            </a:r>
            <a:r>
              <a:rPr sz="2600" spc="85">
                <a:latin typeface="Times New Roman"/>
                <a:cs typeface="Times New Roman"/>
              </a:rPr>
              <a:t> </a:t>
            </a:r>
            <a:r>
              <a:rPr sz="2600">
                <a:latin typeface="Times New Roman"/>
                <a:cs typeface="Times New Roman"/>
              </a:rPr>
              <a:t>may</a:t>
            </a:r>
            <a:r>
              <a:rPr sz="2600" spc="70">
                <a:latin typeface="Times New Roman"/>
                <a:cs typeface="Times New Roman"/>
              </a:rPr>
              <a:t> </a:t>
            </a:r>
            <a:r>
              <a:rPr sz="2600">
                <a:latin typeface="Times New Roman"/>
                <a:cs typeface="Times New Roman"/>
              </a:rPr>
              <a:t>be</a:t>
            </a:r>
            <a:r>
              <a:rPr sz="2600" spc="85">
                <a:latin typeface="Times New Roman"/>
                <a:cs typeface="Times New Roman"/>
              </a:rPr>
              <a:t> </a:t>
            </a:r>
            <a:r>
              <a:rPr sz="2600" spc="-10">
                <a:latin typeface="Times New Roman"/>
                <a:cs typeface="Times New Roman"/>
              </a:rPr>
              <a:t>either </a:t>
            </a:r>
            <a:r>
              <a:rPr sz="2600">
                <a:latin typeface="Times New Roman"/>
                <a:cs typeface="Times New Roman"/>
              </a:rPr>
              <a:t>0</a:t>
            </a:r>
            <a:r>
              <a:rPr sz="2600" spc="-25">
                <a:latin typeface="Times New Roman"/>
                <a:cs typeface="Times New Roman"/>
              </a:rPr>
              <a:t> </a:t>
            </a:r>
            <a:r>
              <a:rPr sz="2600">
                <a:latin typeface="Times New Roman"/>
                <a:cs typeface="Times New Roman"/>
              </a:rPr>
              <a:t>or</a:t>
            </a:r>
            <a:r>
              <a:rPr sz="2600" spc="-5">
                <a:latin typeface="Times New Roman"/>
                <a:cs typeface="Times New Roman"/>
              </a:rPr>
              <a:t> </a:t>
            </a:r>
            <a:r>
              <a:rPr sz="2600">
                <a:latin typeface="Times New Roman"/>
                <a:cs typeface="Times New Roman"/>
              </a:rPr>
              <a:t>garbage</a:t>
            </a:r>
            <a:r>
              <a:rPr sz="2600" spc="-35">
                <a:latin typeface="Times New Roman"/>
                <a:cs typeface="Times New Roman"/>
              </a:rPr>
              <a:t> </a:t>
            </a:r>
            <a:r>
              <a:rPr sz="2600">
                <a:latin typeface="Times New Roman"/>
                <a:cs typeface="Times New Roman"/>
              </a:rPr>
              <a:t>depending</a:t>
            </a:r>
            <a:r>
              <a:rPr sz="2600" spc="-25">
                <a:latin typeface="Times New Roman"/>
                <a:cs typeface="Times New Roman"/>
              </a:rPr>
              <a:t> </a:t>
            </a:r>
            <a:r>
              <a:rPr sz="2600">
                <a:latin typeface="Times New Roman"/>
                <a:cs typeface="Times New Roman"/>
              </a:rPr>
              <a:t>on</a:t>
            </a:r>
            <a:r>
              <a:rPr sz="2600" spc="-10">
                <a:latin typeface="Times New Roman"/>
                <a:cs typeface="Times New Roman"/>
              </a:rPr>
              <a:t> </a:t>
            </a:r>
            <a:r>
              <a:rPr sz="2600">
                <a:latin typeface="Times New Roman"/>
                <a:cs typeface="Times New Roman"/>
              </a:rPr>
              <a:t>the</a:t>
            </a:r>
            <a:r>
              <a:rPr sz="2600" spc="-20">
                <a:latin typeface="Times New Roman"/>
                <a:cs typeface="Times New Roman"/>
              </a:rPr>
              <a:t> </a:t>
            </a:r>
            <a:r>
              <a:rPr sz="2600">
                <a:latin typeface="Times New Roman"/>
                <a:cs typeface="Times New Roman"/>
              </a:rPr>
              <a:t>storage</a:t>
            </a:r>
            <a:r>
              <a:rPr sz="2600" spc="-15">
                <a:latin typeface="Times New Roman"/>
                <a:cs typeface="Times New Roman"/>
              </a:rPr>
              <a:t> </a:t>
            </a:r>
            <a:r>
              <a:rPr sz="2600">
                <a:latin typeface="Times New Roman"/>
                <a:cs typeface="Times New Roman"/>
              </a:rPr>
              <a:t>class</a:t>
            </a:r>
            <a:r>
              <a:rPr sz="2600" spc="5">
                <a:latin typeface="Times New Roman"/>
                <a:cs typeface="Times New Roman"/>
              </a:rPr>
              <a:t> </a:t>
            </a:r>
            <a:r>
              <a:rPr sz="2600">
                <a:latin typeface="Times New Roman"/>
                <a:cs typeface="Times New Roman"/>
              </a:rPr>
              <a:t>of</a:t>
            </a:r>
            <a:r>
              <a:rPr sz="2600" spc="-5">
                <a:latin typeface="Times New Roman"/>
                <a:cs typeface="Times New Roman"/>
              </a:rPr>
              <a:t> </a:t>
            </a:r>
            <a:r>
              <a:rPr sz="2600">
                <a:latin typeface="Times New Roman"/>
                <a:cs typeface="Times New Roman"/>
              </a:rPr>
              <a:t>the</a:t>
            </a:r>
            <a:r>
              <a:rPr sz="2600" spc="-5">
                <a:latin typeface="Times New Roman"/>
                <a:cs typeface="Times New Roman"/>
              </a:rPr>
              <a:t> </a:t>
            </a:r>
            <a:r>
              <a:rPr sz="2600" spc="-10">
                <a:latin typeface="Times New Roman"/>
                <a:cs typeface="Times New Roman"/>
              </a:rPr>
              <a:t>variable.</a:t>
            </a:r>
            <a:endParaRPr sz="2600">
              <a:latin typeface="Times New Roman"/>
              <a:cs typeface="Times New Roman"/>
            </a:endParaRPr>
          </a:p>
          <a:p>
            <a:pPr marL="285115" marR="6985" indent="-273050">
              <a:lnSpc>
                <a:spcPts val="2810"/>
              </a:lnSpc>
              <a:spcBef>
                <a:spcPts val="625"/>
              </a:spcBef>
              <a:buClr>
                <a:srgbClr val="0AD0D9"/>
              </a:buClr>
              <a:buSzPct val="94230"/>
              <a:buFont typeface="Arial"/>
              <a:buChar char="–"/>
              <a:tabLst>
                <a:tab pos="285750" algn="l"/>
              </a:tabLst>
            </a:pPr>
            <a:r>
              <a:rPr sz="2600" spc="-50">
                <a:latin typeface="Times New Roman"/>
                <a:cs typeface="Times New Roman"/>
              </a:rPr>
              <a:t>We</a:t>
            </a:r>
            <a:r>
              <a:rPr sz="2600" spc="-25">
                <a:latin typeface="Times New Roman"/>
                <a:cs typeface="Times New Roman"/>
              </a:rPr>
              <a:t> </a:t>
            </a:r>
            <a:r>
              <a:rPr sz="2600">
                <a:latin typeface="Times New Roman"/>
                <a:cs typeface="Times New Roman"/>
              </a:rPr>
              <a:t>must</a:t>
            </a:r>
            <a:r>
              <a:rPr sz="2600" spc="-20">
                <a:latin typeface="Times New Roman"/>
                <a:cs typeface="Times New Roman"/>
              </a:rPr>
              <a:t> </a:t>
            </a:r>
            <a:r>
              <a:rPr sz="2600">
                <a:latin typeface="Times New Roman"/>
                <a:cs typeface="Times New Roman"/>
              </a:rPr>
              <a:t>initialize</a:t>
            </a:r>
            <a:r>
              <a:rPr sz="2600" spc="-15">
                <a:latin typeface="Times New Roman"/>
                <a:cs typeface="Times New Roman"/>
              </a:rPr>
              <a:t> </a:t>
            </a:r>
            <a:r>
              <a:rPr sz="2600">
                <a:latin typeface="Times New Roman"/>
                <a:cs typeface="Times New Roman"/>
              </a:rPr>
              <a:t>any</a:t>
            </a:r>
            <a:r>
              <a:rPr sz="2600" spc="-15">
                <a:latin typeface="Times New Roman"/>
                <a:cs typeface="Times New Roman"/>
              </a:rPr>
              <a:t> </a:t>
            </a:r>
            <a:r>
              <a:rPr sz="2600">
                <a:latin typeface="Times New Roman"/>
                <a:cs typeface="Times New Roman"/>
              </a:rPr>
              <a:t>variable</a:t>
            </a:r>
            <a:r>
              <a:rPr sz="2600" spc="-20">
                <a:latin typeface="Times New Roman"/>
                <a:cs typeface="Times New Roman"/>
              </a:rPr>
              <a:t> </a:t>
            </a:r>
            <a:r>
              <a:rPr sz="2600">
                <a:latin typeface="Times New Roman"/>
                <a:cs typeface="Times New Roman"/>
              </a:rPr>
              <a:t>with</a:t>
            </a:r>
            <a:r>
              <a:rPr sz="2600" spc="-15">
                <a:latin typeface="Times New Roman"/>
                <a:cs typeface="Times New Roman"/>
              </a:rPr>
              <a:t> </a:t>
            </a:r>
            <a:r>
              <a:rPr sz="2600">
                <a:latin typeface="Times New Roman"/>
                <a:cs typeface="Times New Roman"/>
              </a:rPr>
              <a:t>known</a:t>
            </a:r>
            <a:r>
              <a:rPr sz="2600" spc="-15">
                <a:latin typeface="Times New Roman"/>
                <a:cs typeface="Times New Roman"/>
              </a:rPr>
              <a:t> </a:t>
            </a:r>
            <a:r>
              <a:rPr sz="2600">
                <a:latin typeface="Times New Roman"/>
                <a:cs typeface="Times New Roman"/>
              </a:rPr>
              <a:t>data</a:t>
            </a:r>
            <a:r>
              <a:rPr sz="2600" spc="-25">
                <a:latin typeface="Times New Roman"/>
                <a:cs typeface="Times New Roman"/>
              </a:rPr>
              <a:t> </a:t>
            </a:r>
            <a:r>
              <a:rPr sz="2600">
                <a:latin typeface="Times New Roman"/>
                <a:cs typeface="Times New Roman"/>
              </a:rPr>
              <a:t>before</a:t>
            </a:r>
            <a:r>
              <a:rPr sz="2600" spc="-20">
                <a:latin typeface="Times New Roman"/>
                <a:cs typeface="Times New Roman"/>
              </a:rPr>
              <a:t> </a:t>
            </a:r>
            <a:r>
              <a:rPr sz="2600" spc="-10">
                <a:latin typeface="Times New Roman"/>
                <a:cs typeface="Times New Roman"/>
              </a:rPr>
              <a:t>executing </a:t>
            </a:r>
            <a:r>
              <a:rPr sz="2600">
                <a:latin typeface="Times New Roman"/>
                <a:cs typeface="Times New Roman"/>
              </a:rPr>
              <a:t>the</a:t>
            </a:r>
            <a:r>
              <a:rPr sz="2600" spc="-20">
                <a:latin typeface="Times New Roman"/>
                <a:cs typeface="Times New Roman"/>
              </a:rPr>
              <a:t> </a:t>
            </a:r>
            <a:r>
              <a:rPr sz="2600" spc="-10">
                <a:latin typeface="Times New Roman"/>
                <a:cs typeface="Times New Roman"/>
              </a:rPr>
              <a:t>function</a:t>
            </a:r>
            <a:endParaRPr sz="2600">
              <a:latin typeface="Times New Roman"/>
              <a:cs typeface="Times New Roman"/>
            </a:endParaRPr>
          </a:p>
        </p:txBody>
      </p:sp>
      <p:sp>
        <p:nvSpPr>
          <p:cNvPr id="3" name="object 3"/>
          <p:cNvSpPr txBox="1"/>
          <p:nvPr/>
        </p:nvSpPr>
        <p:spPr>
          <a:xfrm>
            <a:off x="4077970" y="5846776"/>
            <a:ext cx="3502660" cy="422275"/>
          </a:xfrm>
          <a:prstGeom prst="rect">
            <a:avLst/>
          </a:prstGeom>
        </p:spPr>
        <p:txBody>
          <a:bodyPr vert="horz" wrap="square" lIns="0" tIns="12700" rIns="0" bIns="0" rtlCol="0">
            <a:spAutoFit/>
          </a:bodyPr>
          <a:lstStyle/>
          <a:p>
            <a:pPr marL="12700">
              <a:spcBef>
                <a:spcPts val="100"/>
              </a:spcBef>
            </a:pPr>
            <a:r>
              <a:rPr sz="2600">
                <a:latin typeface="Times New Roman"/>
                <a:cs typeface="Times New Roman"/>
              </a:rPr>
              <a:t>Fig:</a:t>
            </a:r>
            <a:r>
              <a:rPr sz="2600" spc="-85">
                <a:latin typeface="Times New Roman"/>
                <a:cs typeface="Times New Roman"/>
              </a:rPr>
              <a:t> </a:t>
            </a:r>
            <a:r>
              <a:rPr sz="2600" spc="-30">
                <a:latin typeface="Times New Roman"/>
                <a:cs typeface="Times New Roman"/>
              </a:rPr>
              <a:t>Variable</a:t>
            </a:r>
            <a:r>
              <a:rPr sz="2600" spc="-50">
                <a:latin typeface="Times New Roman"/>
                <a:cs typeface="Times New Roman"/>
              </a:rPr>
              <a:t> </a:t>
            </a:r>
            <a:r>
              <a:rPr sz="2600" spc="-10">
                <a:latin typeface="Times New Roman"/>
                <a:cs typeface="Times New Roman"/>
              </a:rPr>
              <a:t>Initialization</a:t>
            </a:r>
            <a:endParaRPr sz="2600">
              <a:latin typeface="Times New Roman"/>
              <a:cs typeface="Times New Roman"/>
            </a:endParaRPr>
          </a:p>
        </p:txBody>
      </p:sp>
      <p:pic>
        <p:nvPicPr>
          <p:cNvPr id="4" name="object 4"/>
          <p:cNvPicPr/>
          <p:nvPr/>
        </p:nvPicPr>
        <p:blipFill>
          <a:blip r:embed="rId2" cstate="print"/>
          <a:stretch>
            <a:fillRect/>
          </a:stretch>
        </p:blipFill>
        <p:spPr>
          <a:xfrm>
            <a:off x="1421907" y="3250006"/>
            <a:ext cx="8433982" cy="2971760"/>
          </a:xfrm>
          <a:prstGeom prst="rect">
            <a:avLst/>
          </a:prstGeom>
        </p:spPr>
      </p:pic>
    </p:spTree>
    <p:extLst>
      <p:ext uri="{BB962C8B-B14F-4D97-AF65-F5344CB8AC3E}">
        <p14:creationId xmlns:p14="http://schemas.microsoft.com/office/powerpoint/2010/main" val="20729727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99939" y="34545"/>
            <a:ext cx="991869" cy="513715"/>
          </a:xfrm>
          <a:prstGeom prst="rect">
            <a:avLst/>
          </a:prstGeom>
        </p:spPr>
        <p:txBody>
          <a:bodyPr vert="horz" wrap="square" lIns="0" tIns="12700" rIns="0" bIns="0" rtlCol="0" anchor="ctr">
            <a:spAutoFit/>
          </a:bodyPr>
          <a:lstStyle/>
          <a:p>
            <a:pPr marL="12700">
              <a:lnSpc>
                <a:spcPct val="100000"/>
              </a:lnSpc>
              <a:spcBef>
                <a:spcPts val="100"/>
              </a:spcBef>
            </a:pPr>
            <a:r>
              <a:rPr sz="3200" spc="-40"/>
              <a:t>Types</a:t>
            </a:r>
            <a:endParaRPr sz="3200"/>
          </a:p>
        </p:txBody>
      </p:sp>
      <p:grpSp>
        <p:nvGrpSpPr>
          <p:cNvPr id="3" name="object 3"/>
          <p:cNvGrpSpPr/>
          <p:nvPr/>
        </p:nvGrpSpPr>
        <p:grpSpPr>
          <a:xfrm>
            <a:off x="1638300" y="725423"/>
            <a:ext cx="8898890" cy="730250"/>
            <a:chOff x="114300" y="725423"/>
            <a:chExt cx="8898890" cy="730250"/>
          </a:xfrm>
        </p:grpSpPr>
        <p:pic>
          <p:nvPicPr>
            <p:cNvPr id="4" name="object 4"/>
            <p:cNvPicPr/>
            <p:nvPr/>
          </p:nvPicPr>
          <p:blipFill>
            <a:blip r:embed="rId2" cstate="print"/>
            <a:stretch>
              <a:fillRect/>
            </a:stretch>
          </p:blipFill>
          <p:spPr>
            <a:xfrm>
              <a:off x="114300" y="931163"/>
              <a:ext cx="137160" cy="137159"/>
            </a:xfrm>
            <a:prstGeom prst="rect">
              <a:avLst/>
            </a:prstGeom>
          </p:spPr>
        </p:pic>
        <p:pic>
          <p:nvPicPr>
            <p:cNvPr id="5" name="object 5"/>
            <p:cNvPicPr/>
            <p:nvPr/>
          </p:nvPicPr>
          <p:blipFill>
            <a:blip r:embed="rId3" cstate="print"/>
            <a:stretch>
              <a:fillRect/>
            </a:stretch>
          </p:blipFill>
          <p:spPr>
            <a:xfrm>
              <a:off x="190500" y="725423"/>
              <a:ext cx="8822436" cy="461772"/>
            </a:xfrm>
            <a:prstGeom prst="rect">
              <a:avLst/>
            </a:prstGeom>
          </p:spPr>
        </p:pic>
        <p:pic>
          <p:nvPicPr>
            <p:cNvPr id="6" name="object 6"/>
            <p:cNvPicPr/>
            <p:nvPr/>
          </p:nvPicPr>
          <p:blipFill>
            <a:blip r:embed="rId4" cstate="print"/>
            <a:stretch>
              <a:fillRect/>
            </a:stretch>
          </p:blipFill>
          <p:spPr>
            <a:xfrm>
              <a:off x="190500" y="993647"/>
              <a:ext cx="1818132" cy="461772"/>
            </a:xfrm>
            <a:prstGeom prst="rect">
              <a:avLst/>
            </a:prstGeom>
          </p:spPr>
        </p:pic>
      </p:grpSp>
      <p:sp>
        <p:nvSpPr>
          <p:cNvPr id="7" name="object 7"/>
          <p:cNvSpPr txBox="1"/>
          <p:nvPr/>
        </p:nvSpPr>
        <p:spPr>
          <a:xfrm>
            <a:off x="1602740" y="795273"/>
            <a:ext cx="8669655" cy="1931670"/>
          </a:xfrm>
          <a:prstGeom prst="rect">
            <a:avLst/>
          </a:prstGeom>
        </p:spPr>
        <p:txBody>
          <a:bodyPr vert="horz" wrap="square" lIns="0" tIns="76835" rIns="0" bIns="0" rtlCol="0">
            <a:spAutoFit/>
          </a:bodyPr>
          <a:lstStyle/>
          <a:p>
            <a:pPr marL="287020" marR="5080" indent="-274320">
              <a:lnSpc>
                <a:spcPts val="2110"/>
              </a:lnSpc>
              <a:spcBef>
                <a:spcPts val="605"/>
              </a:spcBef>
              <a:buClr>
                <a:srgbClr val="9BBA58"/>
              </a:buClr>
              <a:buFont typeface="Wingdings 2"/>
              <a:buChar char=""/>
              <a:tabLst>
                <a:tab pos="287020" algn="l"/>
              </a:tabLst>
            </a:pPr>
            <a:r>
              <a:rPr sz="2200" spc="-20">
                <a:latin typeface="Times New Roman"/>
                <a:cs typeface="Times New Roman"/>
              </a:rPr>
              <a:t>A</a:t>
            </a:r>
            <a:r>
              <a:rPr sz="2200" spc="-135">
                <a:latin typeface="Times New Roman"/>
                <a:cs typeface="Times New Roman"/>
              </a:rPr>
              <a:t> </a:t>
            </a:r>
            <a:r>
              <a:rPr sz="2200">
                <a:latin typeface="Times New Roman"/>
                <a:cs typeface="Times New Roman"/>
              </a:rPr>
              <a:t>type</a:t>
            </a:r>
            <a:r>
              <a:rPr sz="2200" spc="-75">
                <a:latin typeface="Times New Roman"/>
                <a:cs typeface="Times New Roman"/>
              </a:rPr>
              <a:t> </a:t>
            </a:r>
            <a:r>
              <a:rPr sz="2200">
                <a:latin typeface="Times New Roman"/>
                <a:cs typeface="Times New Roman"/>
              </a:rPr>
              <a:t>defines</a:t>
            </a:r>
            <a:r>
              <a:rPr sz="2200" spc="-40">
                <a:latin typeface="Times New Roman"/>
                <a:cs typeface="Times New Roman"/>
              </a:rPr>
              <a:t> </a:t>
            </a:r>
            <a:r>
              <a:rPr sz="2200">
                <a:latin typeface="Times New Roman"/>
                <a:cs typeface="Times New Roman"/>
              </a:rPr>
              <a:t>a</a:t>
            </a:r>
            <a:r>
              <a:rPr sz="2200" spc="-25">
                <a:latin typeface="Times New Roman"/>
                <a:cs typeface="Times New Roman"/>
              </a:rPr>
              <a:t> </a:t>
            </a:r>
            <a:r>
              <a:rPr sz="2200">
                <a:latin typeface="Times New Roman"/>
                <a:cs typeface="Times New Roman"/>
              </a:rPr>
              <a:t>set</a:t>
            </a:r>
            <a:r>
              <a:rPr sz="2200" spc="-35">
                <a:latin typeface="Times New Roman"/>
                <a:cs typeface="Times New Roman"/>
              </a:rPr>
              <a:t> </a:t>
            </a:r>
            <a:r>
              <a:rPr sz="2200">
                <a:latin typeface="Times New Roman"/>
                <a:cs typeface="Times New Roman"/>
              </a:rPr>
              <a:t>of</a:t>
            </a:r>
            <a:r>
              <a:rPr sz="2200" spc="-35">
                <a:latin typeface="Times New Roman"/>
                <a:cs typeface="Times New Roman"/>
              </a:rPr>
              <a:t> </a:t>
            </a:r>
            <a:r>
              <a:rPr sz="2200">
                <a:latin typeface="Times New Roman"/>
                <a:cs typeface="Times New Roman"/>
              </a:rPr>
              <a:t>values</a:t>
            </a:r>
            <a:r>
              <a:rPr sz="2200" spc="-40">
                <a:latin typeface="Times New Roman"/>
                <a:cs typeface="Times New Roman"/>
              </a:rPr>
              <a:t> </a:t>
            </a:r>
            <a:r>
              <a:rPr sz="2200">
                <a:latin typeface="Times New Roman"/>
                <a:cs typeface="Times New Roman"/>
              </a:rPr>
              <a:t>and</a:t>
            </a:r>
            <a:r>
              <a:rPr sz="2200" spc="-40">
                <a:latin typeface="Times New Roman"/>
                <a:cs typeface="Times New Roman"/>
              </a:rPr>
              <a:t> </a:t>
            </a:r>
            <a:r>
              <a:rPr sz="2200">
                <a:latin typeface="Times New Roman"/>
                <a:cs typeface="Times New Roman"/>
              </a:rPr>
              <a:t>a</a:t>
            </a:r>
            <a:r>
              <a:rPr sz="2200" spc="-25">
                <a:latin typeface="Times New Roman"/>
                <a:cs typeface="Times New Roman"/>
              </a:rPr>
              <a:t> </a:t>
            </a:r>
            <a:r>
              <a:rPr sz="2200">
                <a:latin typeface="Times New Roman"/>
                <a:cs typeface="Times New Roman"/>
              </a:rPr>
              <a:t>set</a:t>
            </a:r>
            <a:r>
              <a:rPr sz="2200" spc="-45">
                <a:latin typeface="Times New Roman"/>
                <a:cs typeface="Times New Roman"/>
              </a:rPr>
              <a:t> </a:t>
            </a:r>
            <a:r>
              <a:rPr sz="2200">
                <a:latin typeface="Times New Roman"/>
                <a:cs typeface="Times New Roman"/>
              </a:rPr>
              <a:t>of</a:t>
            </a:r>
            <a:r>
              <a:rPr sz="2200" spc="-30">
                <a:latin typeface="Times New Roman"/>
                <a:cs typeface="Times New Roman"/>
              </a:rPr>
              <a:t> </a:t>
            </a:r>
            <a:r>
              <a:rPr sz="2200">
                <a:latin typeface="Times New Roman"/>
                <a:cs typeface="Times New Roman"/>
              </a:rPr>
              <a:t>operations</a:t>
            </a:r>
            <a:r>
              <a:rPr sz="2200" spc="-35">
                <a:latin typeface="Times New Roman"/>
                <a:cs typeface="Times New Roman"/>
              </a:rPr>
              <a:t> </a:t>
            </a:r>
            <a:r>
              <a:rPr sz="2200">
                <a:latin typeface="Times New Roman"/>
                <a:cs typeface="Times New Roman"/>
              </a:rPr>
              <a:t>that</a:t>
            </a:r>
            <a:r>
              <a:rPr sz="2200" spc="-35">
                <a:latin typeface="Times New Roman"/>
                <a:cs typeface="Times New Roman"/>
              </a:rPr>
              <a:t> </a:t>
            </a:r>
            <a:r>
              <a:rPr sz="2200">
                <a:latin typeface="Times New Roman"/>
                <a:cs typeface="Times New Roman"/>
              </a:rPr>
              <a:t>can</a:t>
            </a:r>
            <a:r>
              <a:rPr sz="2200" spc="-35">
                <a:latin typeface="Times New Roman"/>
                <a:cs typeface="Times New Roman"/>
              </a:rPr>
              <a:t> </a:t>
            </a:r>
            <a:r>
              <a:rPr sz="2200">
                <a:latin typeface="Times New Roman"/>
                <a:cs typeface="Times New Roman"/>
              </a:rPr>
              <a:t>be</a:t>
            </a:r>
            <a:r>
              <a:rPr sz="2200" spc="-45">
                <a:latin typeface="Times New Roman"/>
                <a:cs typeface="Times New Roman"/>
              </a:rPr>
              <a:t> </a:t>
            </a:r>
            <a:r>
              <a:rPr sz="2200">
                <a:latin typeface="Times New Roman"/>
                <a:cs typeface="Times New Roman"/>
              </a:rPr>
              <a:t>applied</a:t>
            </a:r>
            <a:r>
              <a:rPr sz="2200" spc="-30">
                <a:latin typeface="Times New Roman"/>
                <a:cs typeface="Times New Roman"/>
              </a:rPr>
              <a:t> </a:t>
            </a:r>
            <a:r>
              <a:rPr sz="2200" spc="-25">
                <a:latin typeface="Times New Roman"/>
                <a:cs typeface="Times New Roman"/>
              </a:rPr>
              <a:t>on </a:t>
            </a:r>
            <a:r>
              <a:rPr sz="2200">
                <a:latin typeface="Times New Roman"/>
                <a:cs typeface="Times New Roman"/>
              </a:rPr>
              <a:t>those</a:t>
            </a:r>
            <a:r>
              <a:rPr sz="2200" spc="-75">
                <a:latin typeface="Times New Roman"/>
                <a:cs typeface="Times New Roman"/>
              </a:rPr>
              <a:t> </a:t>
            </a:r>
            <a:r>
              <a:rPr sz="2200" spc="-10">
                <a:latin typeface="Times New Roman"/>
                <a:cs typeface="Times New Roman"/>
              </a:rPr>
              <a:t>values.</a:t>
            </a:r>
            <a:endParaRPr sz="2200">
              <a:latin typeface="Times New Roman"/>
              <a:cs typeface="Times New Roman"/>
            </a:endParaRPr>
          </a:p>
          <a:p>
            <a:pPr>
              <a:spcBef>
                <a:spcPts val="5"/>
              </a:spcBef>
            </a:pPr>
            <a:endParaRPr sz="2400">
              <a:latin typeface="Times New Roman"/>
              <a:cs typeface="Times New Roman"/>
            </a:endParaRPr>
          </a:p>
          <a:p>
            <a:pPr marL="1719580" marR="3876675" indent="-902969">
              <a:lnSpc>
                <a:spcPts val="2500"/>
              </a:lnSpc>
              <a:tabLst>
                <a:tab pos="1682750" algn="l"/>
              </a:tabLst>
            </a:pPr>
            <a:r>
              <a:rPr sz="2600">
                <a:latin typeface="Times New Roman"/>
                <a:cs typeface="Times New Roman"/>
              </a:rPr>
              <a:t>Ex:</a:t>
            </a:r>
            <a:r>
              <a:rPr sz="2600" spc="-10">
                <a:latin typeface="Times New Roman"/>
                <a:cs typeface="Times New Roman"/>
              </a:rPr>
              <a:t> </a:t>
            </a:r>
            <a:r>
              <a:rPr sz="2600" spc="-50">
                <a:latin typeface="Times New Roman"/>
                <a:cs typeface="Times New Roman"/>
              </a:rPr>
              <a:t>–</a:t>
            </a:r>
            <a:r>
              <a:rPr sz="2600">
                <a:latin typeface="Times New Roman"/>
                <a:cs typeface="Times New Roman"/>
              </a:rPr>
              <a:t>	</a:t>
            </a:r>
            <a:r>
              <a:rPr sz="2600" spc="-20">
                <a:latin typeface="Times New Roman"/>
                <a:cs typeface="Times New Roman"/>
              </a:rPr>
              <a:t>Type</a:t>
            </a:r>
            <a:r>
              <a:rPr sz="2600" spc="-60">
                <a:latin typeface="Times New Roman"/>
                <a:cs typeface="Times New Roman"/>
              </a:rPr>
              <a:t> </a:t>
            </a:r>
            <a:r>
              <a:rPr sz="2600">
                <a:latin typeface="Times New Roman"/>
                <a:cs typeface="Times New Roman"/>
              </a:rPr>
              <a:t>-</a:t>
            </a:r>
            <a:r>
              <a:rPr sz="2600" spc="-40">
                <a:latin typeface="Times New Roman"/>
                <a:cs typeface="Times New Roman"/>
              </a:rPr>
              <a:t> </a:t>
            </a:r>
            <a:r>
              <a:rPr sz="2600">
                <a:latin typeface="Times New Roman"/>
                <a:cs typeface="Times New Roman"/>
              </a:rPr>
              <a:t>light</a:t>
            </a:r>
            <a:r>
              <a:rPr sz="2600" spc="-25">
                <a:latin typeface="Times New Roman"/>
                <a:cs typeface="Times New Roman"/>
              </a:rPr>
              <a:t> </a:t>
            </a:r>
            <a:r>
              <a:rPr sz="2600" spc="-10">
                <a:latin typeface="Times New Roman"/>
                <a:cs typeface="Times New Roman"/>
              </a:rPr>
              <a:t>switch </a:t>
            </a:r>
            <a:r>
              <a:rPr sz="2600" spc="-35">
                <a:latin typeface="Times New Roman"/>
                <a:cs typeface="Times New Roman"/>
              </a:rPr>
              <a:t>Values</a:t>
            </a:r>
            <a:r>
              <a:rPr sz="2600" spc="-75">
                <a:latin typeface="Times New Roman"/>
                <a:cs typeface="Times New Roman"/>
              </a:rPr>
              <a:t> </a:t>
            </a:r>
            <a:r>
              <a:rPr sz="2600">
                <a:latin typeface="Times New Roman"/>
                <a:cs typeface="Times New Roman"/>
              </a:rPr>
              <a:t>–‘ON‘</a:t>
            </a:r>
            <a:r>
              <a:rPr sz="2600" spc="-225">
                <a:latin typeface="Times New Roman"/>
                <a:cs typeface="Times New Roman"/>
              </a:rPr>
              <a:t> </a:t>
            </a:r>
            <a:r>
              <a:rPr sz="2600">
                <a:latin typeface="Times New Roman"/>
                <a:cs typeface="Times New Roman"/>
              </a:rPr>
              <a:t>or</a:t>
            </a:r>
            <a:r>
              <a:rPr sz="2600" spc="-50">
                <a:latin typeface="Times New Roman"/>
                <a:cs typeface="Times New Roman"/>
              </a:rPr>
              <a:t> </a:t>
            </a:r>
            <a:r>
              <a:rPr sz="2600" spc="-85">
                <a:latin typeface="Times New Roman"/>
                <a:cs typeface="Times New Roman"/>
              </a:rPr>
              <a:t>‗OFF‘</a:t>
            </a:r>
            <a:endParaRPr sz="2600">
              <a:latin typeface="Times New Roman"/>
              <a:cs typeface="Times New Roman"/>
            </a:endParaRPr>
          </a:p>
          <a:p>
            <a:pPr marR="419734" algn="ctr">
              <a:lnSpc>
                <a:spcPts val="2515"/>
              </a:lnSpc>
            </a:pPr>
            <a:r>
              <a:rPr sz="2600">
                <a:latin typeface="Times New Roman"/>
                <a:cs typeface="Times New Roman"/>
              </a:rPr>
              <a:t>Operations</a:t>
            </a:r>
            <a:r>
              <a:rPr sz="2600" spc="-65">
                <a:latin typeface="Times New Roman"/>
                <a:cs typeface="Times New Roman"/>
              </a:rPr>
              <a:t> </a:t>
            </a:r>
            <a:r>
              <a:rPr sz="2600">
                <a:latin typeface="Times New Roman"/>
                <a:cs typeface="Times New Roman"/>
              </a:rPr>
              <a:t>–</a:t>
            </a:r>
            <a:r>
              <a:rPr sz="2600" spc="-35">
                <a:latin typeface="Times New Roman"/>
                <a:cs typeface="Times New Roman"/>
              </a:rPr>
              <a:t> </a:t>
            </a:r>
            <a:r>
              <a:rPr sz="2600" spc="-75">
                <a:latin typeface="Times New Roman"/>
                <a:cs typeface="Times New Roman"/>
              </a:rPr>
              <a:t>‗turn</a:t>
            </a:r>
            <a:r>
              <a:rPr sz="2600" spc="-35">
                <a:latin typeface="Times New Roman"/>
                <a:cs typeface="Times New Roman"/>
              </a:rPr>
              <a:t> </a:t>
            </a:r>
            <a:r>
              <a:rPr sz="2600">
                <a:latin typeface="Times New Roman"/>
                <a:cs typeface="Times New Roman"/>
              </a:rPr>
              <a:t>on‘</a:t>
            </a:r>
            <a:r>
              <a:rPr sz="2600" spc="-210">
                <a:latin typeface="Times New Roman"/>
                <a:cs typeface="Times New Roman"/>
              </a:rPr>
              <a:t> </a:t>
            </a:r>
            <a:r>
              <a:rPr sz="2600">
                <a:latin typeface="Times New Roman"/>
                <a:cs typeface="Times New Roman"/>
              </a:rPr>
              <a:t>and</a:t>
            </a:r>
            <a:r>
              <a:rPr sz="2600" spc="-35">
                <a:latin typeface="Times New Roman"/>
                <a:cs typeface="Times New Roman"/>
              </a:rPr>
              <a:t> </a:t>
            </a:r>
            <a:r>
              <a:rPr sz="2600" spc="-75">
                <a:latin typeface="Times New Roman"/>
                <a:cs typeface="Times New Roman"/>
              </a:rPr>
              <a:t>‗turn</a:t>
            </a:r>
            <a:r>
              <a:rPr sz="2600" spc="-35">
                <a:latin typeface="Times New Roman"/>
                <a:cs typeface="Times New Roman"/>
              </a:rPr>
              <a:t> </a:t>
            </a:r>
            <a:r>
              <a:rPr sz="2600" spc="-20">
                <a:latin typeface="Times New Roman"/>
                <a:cs typeface="Times New Roman"/>
              </a:rPr>
              <a:t>off‘</a:t>
            </a:r>
            <a:endParaRPr sz="2600">
              <a:latin typeface="Times New Roman"/>
              <a:cs typeface="Times New Roman"/>
            </a:endParaRPr>
          </a:p>
        </p:txBody>
      </p:sp>
      <p:sp>
        <p:nvSpPr>
          <p:cNvPr id="8" name="object 8"/>
          <p:cNvSpPr txBox="1"/>
          <p:nvPr/>
        </p:nvSpPr>
        <p:spPr>
          <a:xfrm>
            <a:off x="3975862" y="5474920"/>
            <a:ext cx="2046605" cy="422275"/>
          </a:xfrm>
          <a:prstGeom prst="rect">
            <a:avLst/>
          </a:prstGeom>
        </p:spPr>
        <p:txBody>
          <a:bodyPr vert="horz" wrap="square" lIns="0" tIns="12700" rIns="0" bIns="0" rtlCol="0">
            <a:spAutoFit/>
          </a:bodyPr>
          <a:lstStyle/>
          <a:p>
            <a:pPr marL="12700">
              <a:spcBef>
                <a:spcPts val="100"/>
              </a:spcBef>
            </a:pPr>
            <a:r>
              <a:rPr sz="2600">
                <a:latin typeface="Times New Roman"/>
                <a:cs typeface="Times New Roman"/>
              </a:rPr>
              <a:t>Fig:Data</a:t>
            </a:r>
            <a:r>
              <a:rPr sz="2600" spc="-55">
                <a:latin typeface="Times New Roman"/>
                <a:cs typeface="Times New Roman"/>
              </a:rPr>
              <a:t> </a:t>
            </a:r>
            <a:r>
              <a:rPr sz="2600" spc="-25">
                <a:latin typeface="Times New Roman"/>
                <a:cs typeface="Times New Roman"/>
              </a:rPr>
              <a:t>Types</a:t>
            </a:r>
            <a:endParaRPr sz="2600">
              <a:latin typeface="Times New Roman"/>
              <a:cs typeface="Times New Roman"/>
            </a:endParaRPr>
          </a:p>
        </p:txBody>
      </p:sp>
      <p:pic>
        <p:nvPicPr>
          <p:cNvPr id="9" name="object 9"/>
          <p:cNvPicPr/>
          <p:nvPr/>
        </p:nvPicPr>
        <p:blipFill>
          <a:blip r:embed="rId5" cstate="print"/>
          <a:stretch>
            <a:fillRect/>
          </a:stretch>
        </p:blipFill>
        <p:spPr>
          <a:xfrm>
            <a:off x="1524000" y="3276600"/>
            <a:ext cx="9144000" cy="3124200"/>
          </a:xfrm>
          <a:prstGeom prst="rect">
            <a:avLst/>
          </a:prstGeom>
        </p:spPr>
      </p:pic>
    </p:spTree>
    <p:extLst>
      <p:ext uri="{BB962C8B-B14F-4D97-AF65-F5344CB8AC3E}">
        <p14:creationId xmlns:p14="http://schemas.microsoft.com/office/powerpoint/2010/main" val="10524695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40" y="1"/>
            <a:ext cx="1801495" cy="513715"/>
          </a:xfrm>
          <a:prstGeom prst="rect">
            <a:avLst/>
          </a:prstGeom>
        </p:spPr>
        <p:txBody>
          <a:bodyPr vert="horz" wrap="square" lIns="0" tIns="12700" rIns="0" bIns="0" rtlCol="0" anchor="ctr">
            <a:spAutoFit/>
          </a:bodyPr>
          <a:lstStyle/>
          <a:p>
            <a:pPr marL="12700">
              <a:lnSpc>
                <a:spcPct val="100000"/>
              </a:lnSpc>
              <a:spcBef>
                <a:spcPts val="100"/>
              </a:spcBef>
            </a:pPr>
            <a:r>
              <a:rPr sz="3200" spc="-100"/>
              <a:t>Void</a:t>
            </a:r>
            <a:r>
              <a:rPr sz="3200" spc="-90"/>
              <a:t> </a:t>
            </a:r>
            <a:r>
              <a:rPr sz="3200" spc="-35"/>
              <a:t>Type:</a:t>
            </a:r>
            <a:endParaRPr sz="3200"/>
          </a:p>
        </p:txBody>
      </p:sp>
      <p:sp>
        <p:nvSpPr>
          <p:cNvPr id="3" name="object 3"/>
          <p:cNvSpPr txBox="1"/>
          <p:nvPr/>
        </p:nvSpPr>
        <p:spPr>
          <a:xfrm>
            <a:off x="1602739" y="328676"/>
            <a:ext cx="8987790" cy="6240555"/>
          </a:xfrm>
          <a:prstGeom prst="rect">
            <a:avLst/>
          </a:prstGeom>
        </p:spPr>
        <p:txBody>
          <a:bodyPr vert="horz" wrap="square" lIns="0" tIns="12065" rIns="0" bIns="0" rtlCol="0">
            <a:spAutoFit/>
          </a:bodyPr>
          <a:lstStyle/>
          <a:p>
            <a:pPr marL="756285" indent="-287020">
              <a:lnSpc>
                <a:spcPts val="3195"/>
              </a:lnSpc>
              <a:spcBef>
                <a:spcPts val="95"/>
              </a:spcBef>
              <a:buFont typeface="Arial"/>
              <a:buChar char="–"/>
              <a:tabLst>
                <a:tab pos="756920" algn="l"/>
              </a:tabLst>
            </a:pPr>
            <a:r>
              <a:rPr sz="2800">
                <a:latin typeface="Times New Roman"/>
                <a:cs typeface="Times New Roman"/>
              </a:rPr>
              <a:t>Is</a:t>
            </a:r>
            <a:r>
              <a:rPr sz="2800" spc="-65">
                <a:latin typeface="Times New Roman"/>
                <a:cs typeface="Times New Roman"/>
              </a:rPr>
              <a:t> </a:t>
            </a:r>
            <a:r>
              <a:rPr sz="2800">
                <a:latin typeface="Times New Roman"/>
                <a:cs typeface="Times New Roman"/>
              </a:rPr>
              <a:t>identified</a:t>
            </a:r>
            <a:r>
              <a:rPr sz="2800" spc="-50">
                <a:latin typeface="Times New Roman"/>
                <a:cs typeface="Times New Roman"/>
              </a:rPr>
              <a:t> </a:t>
            </a:r>
            <a:r>
              <a:rPr sz="2800">
                <a:latin typeface="Times New Roman"/>
                <a:cs typeface="Times New Roman"/>
              </a:rPr>
              <a:t>by</a:t>
            </a:r>
            <a:r>
              <a:rPr sz="2800" spc="-30">
                <a:latin typeface="Times New Roman"/>
                <a:cs typeface="Times New Roman"/>
              </a:rPr>
              <a:t> </a:t>
            </a:r>
            <a:r>
              <a:rPr sz="2800">
                <a:latin typeface="Times New Roman"/>
                <a:cs typeface="Times New Roman"/>
              </a:rPr>
              <a:t>the</a:t>
            </a:r>
            <a:r>
              <a:rPr sz="2800" spc="-40">
                <a:latin typeface="Times New Roman"/>
                <a:cs typeface="Times New Roman"/>
              </a:rPr>
              <a:t> </a:t>
            </a:r>
            <a:r>
              <a:rPr sz="2800">
                <a:latin typeface="Times New Roman"/>
                <a:cs typeface="Times New Roman"/>
              </a:rPr>
              <a:t>key</a:t>
            </a:r>
            <a:r>
              <a:rPr sz="2800" spc="-40">
                <a:latin typeface="Times New Roman"/>
                <a:cs typeface="Times New Roman"/>
              </a:rPr>
              <a:t> </a:t>
            </a:r>
            <a:r>
              <a:rPr sz="2800">
                <a:latin typeface="Times New Roman"/>
                <a:cs typeface="Times New Roman"/>
              </a:rPr>
              <a:t>word</a:t>
            </a:r>
            <a:r>
              <a:rPr sz="2800" spc="-10">
                <a:latin typeface="Times New Roman"/>
                <a:cs typeface="Times New Roman"/>
              </a:rPr>
              <a:t> </a:t>
            </a:r>
            <a:r>
              <a:rPr sz="2800" spc="-95">
                <a:latin typeface="Times New Roman"/>
                <a:cs typeface="Times New Roman"/>
              </a:rPr>
              <a:t>‗void‘</a:t>
            </a:r>
            <a:r>
              <a:rPr sz="2800" spc="-204">
                <a:latin typeface="Times New Roman"/>
                <a:cs typeface="Times New Roman"/>
              </a:rPr>
              <a:t> </a:t>
            </a:r>
            <a:r>
              <a:rPr sz="2800">
                <a:latin typeface="Times New Roman"/>
                <a:cs typeface="Times New Roman"/>
              </a:rPr>
              <a:t>and</a:t>
            </a:r>
            <a:r>
              <a:rPr sz="2800" spc="-45">
                <a:latin typeface="Times New Roman"/>
                <a:cs typeface="Times New Roman"/>
              </a:rPr>
              <a:t> </a:t>
            </a:r>
            <a:r>
              <a:rPr sz="2800">
                <a:latin typeface="Times New Roman"/>
                <a:cs typeface="Times New Roman"/>
              </a:rPr>
              <a:t>no</a:t>
            </a:r>
            <a:r>
              <a:rPr sz="2800" spc="-30">
                <a:latin typeface="Times New Roman"/>
                <a:cs typeface="Times New Roman"/>
              </a:rPr>
              <a:t> </a:t>
            </a:r>
            <a:r>
              <a:rPr sz="2800" spc="-10">
                <a:latin typeface="Times New Roman"/>
                <a:cs typeface="Times New Roman"/>
              </a:rPr>
              <a:t>operations.</a:t>
            </a:r>
            <a:endParaRPr sz="2800">
              <a:latin typeface="Times New Roman"/>
              <a:cs typeface="Times New Roman"/>
            </a:endParaRPr>
          </a:p>
          <a:p>
            <a:pPr marL="756285" indent="-287020">
              <a:lnSpc>
                <a:spcPts val="3025"/>
              </a:lnSpc>
              <a:buFont typeface="Arial"/>
              <a:buChar char="–"/>
              <a:tabLst>
                <a:tab pos="756920" algn="l"/>
              </a:tabLst>
            </a:pPr>
            <a:r>
              <a:rPr sz="2800">
                <a:latin typeface="Times New Roman"/>
                <a:cs typeface="Times New Roman"/>
              </a:rPr>
              <a:t>It</a:t>
            </a:r>
            <a:r>
              <a:rPr sz="2800" spc="-55">
                <a:latin typeface="Times New Roman"/>
                <a:cs typeface="Times New Roman"/>
              </a:rPr>
              <a:t> </a:t>
            </a:r>
            <a:r>
              <a:rPr sz="2800">
                <a:latin typeface="Times New Roman"/>
                <a:cs typeface="Times New Roman"/>
              </a:rPr>
              <a:t>is</a:t>
            </a:r>
            <a:r>
              <a:rPr sz="2800" spc="-40">
                <a:latin typeface="Times New Roman"/>
                <a:cs typeface="Times New Roman"/>
              </a:rPr>
              <a:t> </a:t>
            </a:r>
            <a:r>
              <a:rPr sz="2800">
                <a:latin typeface="Times New Roman"/>
                <a:cs typeface="Times New Roman"/>
              </a:rPr>
              <a:t>used</a:t>
            </a:r>
            <a:r>
              <a:rPr sz="2800" spc="-55">
                <a:latin typeface="Times New Roman"/>
                <a:cs typeface="Times New Roman"/>
              </a:rPr>
              <a:t> </a:t>
            </a:r>
            <a:r>
              <a:rPr sz="2800">
                <a:latin typeface="Times New Roman"/>
                <a:cs typeface="Times New Roman"/>
              </a:rPr>
              <a:t>to</a:t>
            </a:r>
            <a:r>
              <a:rPr sz="2800" spc="-40">
                <a:latin typeface="Times New Roman"/>
                <a:cs typeface="Times New Roman"/>
              </a:rPr>
              <a:t> </a:t>
            </a:r>
            <a:r>
              <a:rPr sz="2800">
                <a:latin typeface="Times New Roman"/>
                <a:cs typeface="Times New Roman"/>
              </a:rPr>
              <a:t>designate</a:t>
            </a:r>
            <a:r>
              <a:rPr sz="2800" spc="-65">
                <a:latin typeface="Times New Roman"/>
                <a:cs typeface="Times New Roman"/>
              </a:rPr>
              <a:t> </a:t>
            </a:r>
            <a:r>
              <a:rPr sz="2800">
                <a:latin typeface="Times New Roman"/>
                <a:cs typeface="Times New Roman"/>
              </a:rPr>
              <a:t>that</a:t>
            </a:r>
            <a:r>
              <a:rPr sz="2800" spc="-50">
                <a:latin typeface="Times New Roman"/>
                <a:cs typeface="Times New Roman"/>
              </a:rPr>
              <a:t> </a:t>
            </a:r>
            <a:r>
              <a:rPr sz="2800">
                <a:latin typeface="Times New Roman"/>
                <a:cs typeface="Times New Roman"/>
              </a:rPr>
              <a:t>a</a:t>
            </a:r>
            <a:r>
              <a:rPr sz="2800" spc="-40">
                <a:latin typeface="Times New Roman"/>
                <a:cs typeface="Times New Roman"/>
              </a:rPr>
              <a:t> </a:t>
            </a:r>
            <a:r>
              <a:rPr sz="2800">
                <a:latin typeface="Times New Roman"/>
                <a:cs typeface="Times New Roman"/>
              </a:rPr>
              <a:t>function</a:t>
            </a:r>
            <a:r>
              <a:rPr sz="2800" spc="-55">
                <a:latin typeface="Times New Roman"/>
                <a:cs typeface="Times New Roman"/>
              </a:rPr>
              <a:t> </a:t>
            </a:r>
            <a:r>
              <a:rPr sz="2800">
                <a:latin typeface="Times New Roman"/>
                <a:cs typeface="Times New Roman"/>
              </a:rPr>
              <a:t>has</a:t>
            </a:r>
            <a:r>
              <a:rPr sz="2800" spc="-40">
                <a:latin typeface="Times New Roman"/>
                <a:cs typeface="Times New Roman"/>
              </a:rPr>
              <a:t> </a:t>
            </a:r>
            <a:r>
              <a:rPr sz="2800">
                <a:latin typeface="Times New Roman"/>
                <a:cs typeface="Times New Roman"/>
              </a:rPr>
              <a:t>no</a:t>
            </a:r>
            <a:r>
              <a:rPr sz="2800" spc="-40">
                <a:latin typeface="Times New Roman"/>
                <a:cs typeface="Times New Roman"/>
              </a:rPr>
              <a:t> </a:t>
            </a:r>
            <a:r>
              <a:rPr sz="2800" spc="-10">
                <a:latin typeface="Times New Roman"/>
                <a:cs typeface="Times New Roman"/>
              </a:rPr>
              <a:t>parameters.</a:t>
            </a:r>
            <a:endParaRPr sz="2800">
              <a:latin typeface="Times New Roman"/>
              <a:cs typeface="Times New Roman"/>
            </a:endParaRPr>
          </a:p>
          <a:p>
            <a:pPr marL="756285" marR="5715" indent="-287020">
              <a:lnSpc>
                <a:spcPct val="70000"/>
              </a:lnSpc>
              <a:spcBef>
                <a:spcPts val="840"/>
              </a:spcBef>
              <a:buFont typeface="Arial"/>
              <a:buChar char="–"/>
              <a:tabLst>
                <a:tab pos="756920" algn="l"/>
              </a:tabLst>
            </a:pPr>
            <a:r>
              <a:rPr sz="2800">
                <a:latin typeface="Times New Roman"/>
                <a:cs typeface="Times New Roman"/>
              </a:rPr>
              <a:t>It</a:t>
            </a:r>
            <a:r>
              <a:rPr sz="2800" spc="65">
                <a:latin typeface="Times New Roman"/>
                <a:cs typeface="Times New Roman"/>
              </a:rPr>
              <a:t> </a:t>
            </a:r>
            <a:r>
              <a:rPr sz="2800">
                <a:latin typeface="Times New Roman"/>
                <a:cs typeface="Times New Roman"/>
              </a:rPr>
              <a:t>can</a:t>
            </a:r>
            <a:r>
              <a:rPr sz="2800" spc="70">
                <a:latin typeface="Times New Roman"/>
                <a:cs typeface="Times New Roman"/>
              </a:rPr>
              <a:t> </a:t>
            </a:r>
            <a:r>
              <a:rPr sz="2800">
                <a:latin typeface="Times New Roman"/>
                <a:cs typeface="Times New Roman"/>
              </a:rPr>
              <a:t>also</a:t>
            </a:r>
            <a:r>
              <a:rPr sz="2800" spc="70">
                <a:latin typeface="Times New Roman"/>
                <a:cs typeface="Times New Roman"/>
              </a:rPr>
              <a:t> </a:t>
            </a:r>
            <a:r>
              <a:rPr sz="2800">
                <a:latin typeface="Times New Roman"/>
                <a:cs typeface="Times New Roman"/>
              </a:rPr>
              <a:t>be</a:t>
            </a:r>
            <a:r>
              <a:rPr sz="2800" spc="60">
                <a:latin typeface="Times New Roman"/>
                <a:cs typeface="Times New Roman"/>
              </a:rPr>
              <a:t> </a:t>
            </a:r>
            <a:r>
              <a:rPr sz="2800">
                <a:latin typeface="Times New Roman"/>
                <a:cs typeface="Times New Roman"/>
              </a:rPr>
              <a:t>used</a:t>
            </a:r>
            <a:r>
              <a:rPr sz="2800" spc="65">
                <a:latin typeface="Times New Roman"/>
                <a:cs typeface="Times New Roman"/>
              </a:rPr>
              <a:t> </a:t>
            </a:r>
            <a:r>
              <a:rPr sz="2800">
                <a:latin typeface="Times New Roman"/>
                <a:cs typeface="Times New Roman"/>
              </a:rPr>
              <a:t>to</a:t>
            </a:r>
            <a:r>
              <a:rPr sz="2800" spc="70">
                <a:latin typeface="Times New Roman"/>
                <a:cs typeface="Times New Roman"/>
              </a:rPr>
              <a:t> </a:t>
            </a:r>
            <a:r>
              <a:rPr sz="2800">
                <a:latin typeface="Times New Roman"/>
                <a:cs typeface="Times New Roman"/>
              </a:rPr>
              <a:t>define</a:t>
            </a:r>
            <a:r>
              <a:rPr sz="2800" spc="60">
                <a:latin typeface="Times New Roman"/>
                <a:cs typeface="Times New Roman"/>
              </a:rPr>
              <a:t> </a:t>
            </a:r>
            <a:r>
              <a:rPr sz="2800">
                <a:latin typeface="Times New Roman"/>
                <a:cs typeface="Times New Roman"/>
              </a:rPr>
              <a:t>that</a:t>
            </a:r>
            <a:r>
              <a:rPr sz="2800" spc="65">
                <a:latin typeface="Times New Roman"/>
                <a:cs typeface="Times New Roman"/>
              </a:rPr>
              <a:t> </a:t>
            </a:r>
            <a:r>
              <a:rPr sz="2800">
                <a:latin typeface="Times New Roman"/>
                <a:cs typeface="Times New Roman"/>
              </a:rPr>
              <a:t>a</a:t>
            </a:r>
            <a:r>
              <a:rPr sz="2800" spc="55">
                <a:latin typeface="Times New Roman"/>
                <a:cs typeface="Times New Roman"/>
              </a:rPr>
              <a:t> </a:t>
            </a:r>
            <a:r>
              <a:rPr sz="2800">
                <a:latin typeface="Times New Roman"/>
                <a:cs typeface="Times New Roman"/>
              </a:rPr>
              <a:t>function</a:t>
            </a:r>
            <a:r>
              <a:rPr sz="2800" spc="80">
                <a:latin typeface="Times New Roman"/>
                <a:cs typeface="Times New Roman"/>
              </a:rPr>
              <a:t> </a:t>
            </a:r>
            <a:r>
              <a:rPr sz="2800">
                <a:latin typeface="Times New Roman"/>
                <a:cs typeface="Times New Roman"/>
              </a:rPr>
              <a:t>has</a:t>
            </a:r>
            <a:r>
              <a:rPr sz="2800" spc="65">
                <a:latin typeface="Times New Roman"/>
                <a:cs typeface="Times New Roman"/>
              </a:rPr>
              <a:t> </a:t>
            </a:r>
            <a:r>
              <a:rPr sz="2800">
                <a:latin typeface="Times New Roman"/>
                <a:cs typeface="Times New Roman"/>
              </a:rPr>
              <a:t>no</a:t>
            </a:r>
            <a:r>
              <a:rPr sz="2800" spc="70">
                <a:latin typeface="Times New Roman"/>
                <a:cs typeface="Times New Roman"/>
              </a:rPr>
              <a:t> </a:t>
            </a:r>
            <a:r>
              <a:rPr sz="2800" spc="-10">
                <a:latin typeface="Times New Roman"/>
                <a:cs typeface="Times New Roman"/>
              </a:rPr>
              <a:t>return value.</a:t>
            </a:r>
            <a:endParaRPr sz="2800">
              <a:latin typeface="Times New Roman"/>
              <a:cs typeface="Times New Roman"/>
            </a:endParaRPr>
          </a:p>
          <a:p>
            <a:pPr>
              <a:spcBef>
                <a:spcPts val="50"/>
              </a:spcBef>
              <a:buFont typeface="Arial"/>
              <a:buChar char="–"/>
            </a:pPr>
            <a:endParaRPr sz="3000">
              <a:latin typeface="Times New Roman"/>
              <a:cs typeface="Times New Roman"/>
            </a:endParaRPr>
          </a:p>
          <a:p>
            <a:pPr marL="467995" marR="7261859" indent="-455930">
              <a:lnSpc>
                <a:spcPts val="2590"/>
              </a:lnSpc>
              <a:spcBef>
                <a:spcPts val="5"/>
              </a:spcBef>
            </a:pPr>
            <a:r>
              <a:rPr sz="2400" spc="-10">
                <a:solidFill>
                  <a:srgbClr val="C00000"/>
                </a:solidFill>
                <a:latin typeface="Times New Roman"/>
                <a:cs typeface="Times New Roman"/>
              </a:rPr>
              <a:t>Integral</a:t>
            </a:r>
            <a:r>
              <a:rPr sz="2400" spc="-80">
                <a:solidFill>
                  <a:srgbClr val="C00000"/>
                </a:solidFill>
                <a:latin typeface="Times New Roman"/>
                <a:cs typeface="Times New Roman"/>
              </a:rPr>
              <a:t> </a:t>
            </a:r>
            <a:r>
              <a:rPr sz="2400" spc="-30">
                <a:solidFill>
                  <a:srgbClr val="C00000"/>
                </a:solidFill>
                <a:latin typeface="Times New Roman"/>
                <a:cs typeface="Times New Roman"/>
              </a:rPr>
              <a:t>Type: </a:t>
            </a:r>
            <a:r>
              <a:rPr sz="2400" spc="-10">
                <a:solidFill>
                  <a:srgbClr val="C00000"/>
                </a:solidFill>
                <a:latin typeface="Times New Roman"/>
                <a:cs typeface="Times New Roman"/>
              </a:rPr>
              <a:t>Boolean:</a:t>
            </a:r>
            <a:endParaRPr sz="2400">
              <a:latin typeface="Times New Roman"/>
              <a:cs typeface="Times New Roman"/>
            </a:endParaRPr>
          </a:p>
          <a:p>
            <a:pPr marL="1612900" lvl="1" indent="-229235">
              <a:lnSpc>
                <a:spcPts val="2410"/>
              </a:lnSpc>
              <a:buFont typeface="Arial"/>
              <a:buChar char="–"/>
              <a:tabLst>
                <a:tab pos="1613535" algn="l"/>
              </a:tabLst>
            </a:pPr>
            <a:r>
              <a:rPr sz="2400">
                <a:latin typeface="Times New Roman"/>
                <a:cs typeface="Times New Roman"/>
              </a:rPr>
              <a:t>Boolean</a:t>
            </a:r>
            <a:r>
              <a:rPr sz="2400" spc="-30">
                <a:latin typeface="Times New Roman"/>
                <a:cs typeface="Times New Roman"/>
              </a:rPr>
              <a:t> </a:t>
            </a:r>
            <a:r>
              <a:rPr sz="2400">
                <a:latin typeface="Times New Roman"/>
                <a:cs typeface="Times New Roman"/>
              </a:rPr>
              <a:t>type</a:t>
            </a:r>
            <a:r>
              <a:rPr sz="2400" spc="-25">
                <a:latin typeface="Times New Roman"/>
                <a:cs typeface="Times New Roman"/>
              </a:rPr>
              <a:t> </a:t>
            </a:r>
            <a:r>
              <a:rPr sz="2400">
                <a:latin typeface="Times New Roman"/>
                <a:cs typeface="Times New Roman"/>
              </a:rPr>
              <a:t>can</a:t>
            </a:r>
            <a:r>
              <a:rPr sz="2400" spc="-20">
                <a:latin typeface="Times New Roman"/>
                <a:cs typeface="Times New Roman"/>
              </a:rPr>
              <a:t> </a:t>
            </a:r>
            <a:r>
              <a:rPr sz="2400">
                <a:latin typeface="Times New Roman"/>
                <a:cs typeface="Times New Roman"/>
              </a:rPr>
              <a:t>represent</a:t>
            </a:r>
            <a:r>
              <a:rPr sz="2400" spc="-20">
                <a:latin typeface="Times New Roman"/>
                <a:cs typeface="Times New Roman"/>
              </a:rPr>
              <a:t> </a:t>
            </a:r>
            <a:r>
              <a:rPr sz="2400">
                <a:latin typeface="Times New Roman"/>
                <a:cs typeface="Times New Roman"/>
              </a:rPr>
              <a:t>only</a:t>
            </a:r>
            <a:r>
              <a:rPr sz="2400" spc="-15">
                <a:latin typeface="Times New Roman"/>
                <a:cs typeface="Times New Roman"/>
              </a:rPr>
              <a:t> </a:t>
            </a:r>
            <a:r>
              <a:rPr sz="2400">
                <a:latin typeface="Times New Roman"/>
                <a:cs typeface="Times New Roman"/>
              </a:rPr>
              <a:t>two</a:t>
            </a:r>
            <a:r>
              <a:rPr sz="2400" spc="-5">
                <a:latin typeface="Times New Roman"/>
                <a:cs typeface="Times New Roman"/>
              </a:rPr>
              <a:t> </a:t>
            </a:r>
            <a:r>
              <a:rPr sz="2400">
                <a:latin typeface="Times New Roman"/>
                <a:cs typeface="Times New Roman"/>
              </a:rPr>
              <a:t>values:</a:t>
            </a:r>
            <a:r>
              <a:rPr sz="2400" spc="-25">
                <a:latin typeface="Times New Roman"/>
                <a:cs typeface="Times New Roman"/>
              </a:rPr>
              <a:t> </a:t>
            </a:r>
            <a:r>
              <a:rPr sz="2400" i="1">
                <a:latin typeface="Times New Roman"/>
                <a:cs typeface="Times New Roman"/>
              </a:rPr>
              <a:t>true</a:t>
            </a:r>
            <a:r>
              <a:rPr sz="2400" i="1" spc="-25">
                <a:latin typeface="Times New Roman"/>
                <a:cs typeface="Times New Roman"/>
              </a:rPr>
              <a:t> </a:t>
            </a:r>
            <a:r>
              <a:rPr sz="2400">
                <a:latin typeface="Times New Roman"/>
                <a:cs typeface="Times New Roman"/>
              </a:rPr>
              <a:t>or</a:t>
            </a:r>
            <a:r>
              <a:rPr sz="2400" spc="-5">
                <a:latin typeface="Times New Roman"/>
                <a:cs typeface="Times New Roman"/>
              </a:rPr>
              <a:t> </a:t>
            </a:r>
            <a:r>
              <a:rPr sz="2400" i="1" spc="-10">
                <a:latin typeface="Times New Roman"/>
                <a:cs typeface="Times New Roman"/>
              </a:rPr>
              <a:t>false</a:t>
            </a:r>
            <a:endParaRPr sz="2400">
              <a:latin typeface="Times New Roman"/>
              <a:cs typeface="Times New Roman"/>
            </a:endParaRPr>
          </a:p>
          <a:p>
            <a:pPr marL="1612900" lvl="1" indent="-229235">
              <a:lnSpc>
                <a:spcPts val="2595"/>
              </a:lnSpc>
              <a:buFont typeface="Arial"/>
              <a:buChar char="–"/>
              <a:tabLst>
                <a:tab pos="1613535" algn="l"/>
                <a:tab pos="4801870" algn="l"/>
              </a:tabLst>
            </a:pPr>
            <a:r>
              <a:rPr sz="2400">
                <a:latin typeface="Times New Roman"/>
                <a:cs typeface="Times New Roman"/>
              </a:rPr>
              <a:t>Referred</a:t>
            </a:r>
            <a:r>
              <a:rPr sz="2400" spc="-25">
                <a:latin typeface="Times New Roman"/>
                <a:cs typeface="Times New Roman"/>
              </a:rPr>
              <a:t> </a:t>
            </a:r>
            <a:r>
              <a:rPr sz="2400">
                <a:latin typeface="Times New Roman"/>
                <a:cs typeface="Times New Roman"/>
              </a:rPr>
              <a:t>by the</a:t>
            </a:r>
            <a:r>
              <a:rPr sz="2400" spc="-5">
                <a:latin typeface="Times New Roman"/>
                <a:cs typeface="Times New Roman"/>
              </a:rPr>
              <a:t> </a:t>
            </a:r>
            <a:r>
              <a:rPr sz="2400" spc="-10">
                <a:latin typeface="Times New Roman"/>
                <a:cs typeface="Times New Roman"/>
              </a:rPr>
              <a:t>keyword</a:t>
            </a:r>
            <a:r>
              <a:rPr sz="2400">
                <a:latin typeface="Times New Roman"/>
                <a:cs typeface="Times New Roman"/>
              </a:rPr>
              <a:t>	</a:t>
            </a:r>
            <a:r>
              <a:rPr sz="2400" i="1" spc="-20">
                <a:latin typeface="Times New Roman"/>
                <a:cs typeface="Times New Roman"/>
              </a:rPr>
              <a:t>Bool</a:t>
            </a:r>
            <a:endParaRPr sz="2400">
              <a:latin typeface="Times New Roman"/>
              <a:cs typeface="Times New Roman"/>
            </a:endParaRPr>
          </a:p>
          <a:p>
            <a:pPr marL="1612900" lvl="1" indent="-229235">
              <a:lnSpc>
                <a:spcPts val="2735"/>
              </a:lnSpc>
              <a:buFont typeface="Arial"/>
              <a:buChar char="–"/>
              <a:tabLst>
                <a:tab pos="1613535" algn="l"/>
              </a:tabLst>
            </a:pPr>
            <a:r>
              <a:rPr sz="2400">
                <a:latin typeface="Times New Roman"/>
                <a:cs typeface="Times New Roman"/>
              </a:rPr>
              <a:t>Is</a:t>
            </a:r>
            <a:r>
              <a:rPr sz="2400" spc="-25">
                <a:latin typeface="Times New Roman"/>
                <a:cs typeface="Times New Roman"/>
              </a:rPr>
              <a:t> </a:t>
            </a:r>
            <a:r>
              <a:rPr sz="2400">
                <a:latin typeface="Times New Roman"/>
                <a:cs typeface="Times New Roman"/>
              </a:rPr>
              <a:t>stored</a:t>
            </a:r>
            <a:r>
              <a:rPr sz="2400" spc="-25">
                <a:latin typeface="Times New Roman"/>
                <a:cs typeface="Times New Roman"/>
              </a:rPr>
              <a:t> </a:t>
            </a:r>
            <a:r>
              <a:rPr sz="2400">
                <a:latin typeface="Times New Roman"/>
                <a:cs typeface="Times New Roman"/>
              </a:rPr>
              <a:t>in</a:t>
            </a:r>
            <a:r>
              <a:rPr sz="2400" spc="-10">
                <a:latin typeface="Times New Roman"/>
                <a:cs typeface="Times New Roman"/>
              </a:rPr>
              <a:t> </a:t>
            </a:r>
            <a:r>
              <a:rPr sz="2400">
                <a:latin typeface="Times New Roman"/>
                <a:cs typeface="Times New Roman"/>
              </a:rPr>
              <a:t>memory</a:t>
            </a:r>
            <a:r>
              <a:rPr sz="2400" spc="5">
                <a:latin typeface="Times New Roman"/>
                <a:cs typeface="Times New Roman"/>
              </a:rPr>
              <a:t> </a:t>
            </a:r>
            <a:r>
              <a:rPr sz="2400">
                <a:latin typeface="Times New Roman"/>
                <a:cs typeface="Times New Roman"/>
              </a:rPr>
              <a:t>as</a:t>
            </a:r>
            <a:r>
              <a:rPr sz="2400" spc="-5">
                <a:latin typeface="Times New Roman"/>
                <a:cs typeface="Times New Roman"/>
              </a:rPr>
              <a:t> </a:t>
            </a:r>
            <a:r>
              <a:rPr sz="2400">
                <a:latin typeface="Times New Roman"/>
                <a:cs typeface="Times New Roman"/>
              </a:rPr>
              <a:t>0</a:t>
            </a:r>
            <a:r>
              <a:rPr sz="2400" spc="-5">
                <a:latin typeface="Times New Roman"/>
                <a:cs typeface="Times New Roman"/>
              </a:rPr>
              <a:t> </a:t>
            </a:r>
            <a:r>
              <a:rPr sz="2400">
                <a:latin typeface="Times New Roman"/>
                <a:cs typeface="Times New Roman"/>
              </a:rPr>
              <a:t>(false)</a:t>
            </a:r>
            <a:r>
              <a:rPr sz="2400" spc="-20">
                <a:latin typeface="Times New Roman"/>
                <a:cs typeface="Times New Roman"/>
              </a:rPr>
              <a:t> </a:t>
            </a:r>
            <a:r>
              <a:rPr sz="2400">
                <a:latin typeface="Times New Roman"/>
                <a:cs typeface="Times New Roman"/>
              </a:rPr>
              <a:t>or</a:t>
            </a:r>
            <a:r>
              <a:rPr sz="2400" spc="-5">
                <a:latin typeface="Times New Roman"/>
                <a:cs typeface="Times New Roman"/>
              </a:rPr>
              <a:t> </a:t>
            </a:r>
            <a:r>
              <a:rPr sz="2400">
                <a:latin typeface="Times New Roman"/>
                <a:cs typeface="Times New Roman"/>
              </a:rPr>
              <a:t>1</a:t>
            </a:r>
            <a:r>
              <a:rPr sz="2400" spc="-10">
                <a:latin typeface="Times New Roman"/>
                <a:cs typeface="Times New Roman"/>
              </a:rPr>
              <a:t> (true)</a:t>
            </a:r>
            <a:endParaRPr sz="2400">
              <a:latin typeface="Times New Roman"/>
              <a:cs typeface="Times New Roman"/>
            </a:endParaRPr>
          </a:p>
          <a:p>
            <a:pPr marL="391795">
              <a:lnSpc>
                <a:spcPts val="3454"/>
              </a:lnSpc>
              <a:spcBef>
                <a:spcPts val="2230"/>
              </a:spcBef>
            </a:pPr>
            <a:r>
              <a:rPr sz="3000" spc="-10">
                <a:solidFill>
                  <a:srgbClr val="C00000"/>
                </a:solidFill>
                <a:latin typeface="Times New Roman"/>
                <a:cs typeface="Times New Roman"/>
              </a:rPr>
              <a:t>Character:</a:t>
            </a:r>
            <a:endParaRPr sz="3000">
              <a:latin typeface="Times New Roman"/>
              <a:cs typeface="Times New Roman"/>
            </a:endParaRPr>
          </a:p>
          <a:p>
            <a:pPr marL="1612900" marR="5080" lvl="1" indent="-228600">
              <a:lnSpc>
                <a:spcPct val="70100"/>
              </a:lnSpc>
              <a:spcBef>
                <a:spcPts val="715"/>
              </a:spcBef>
              <a:buFont typeface="Arial"/>
              <a:buChar char="–"/>
              <a:tabLst>
                <a:tab pos="1613535" algn="l"/>
                <a:tab pos="1972310" algn="l"/>
                <a:tab pos="3245485" algn="l"/>
                <a:tab pos="3604895" algn="l"/>
                <a:tab pos="4202430" algn="l"/>
                <a:tab pos="5015230" algn="l"/>
                <a:tab pos="5627370" algn="l"/>
                <a:tab pos="6206490" algn="l"/>
                <a:tab pos="6650355" algn="l"/>
                <a:tab pos="8209915" algn="l"/>
                <a:tab pos="8602980" algn="l"/>
              </a:tabLst>
            </a:pPr>
            <a:r>
              <a:rPr sz="2400" spc="-50">
                <a:latin typeface="Times New Roman"/>
                <a:cs typeface="Times New Roman"/>
              </a:rPr>
              <a:t>A</a:t>
            </a:r>
            <a:r>
              <a:rPr sz="2400">
                <a:latin typeface="Times New Roman"/>
                <a:cs typeface="Times New Roman"/>
              </a:rPr>
              <a:t>	</a:t>
            </a:r>
            <a:r>
              <a:rPr sz="2400" spc="-10">
                <a:latin typeface="Times New Roman"/>
                <a:cs typeface="Times New Roman"/>
              </a:rPr>
              <a:t>character</a:t>
            </a:r>
            <a:r>
              <a:rPr sz="2400">
                <a:latin typeface="Times New Roman"/>
                <a:cs typeface="Times New Roman"/>
              </a:rPr>
              <a:t>	</a:t>
            </a:r>
            <a:r>
              <a:rPr sz="2400" spc="-25">
                <a:latin typeface="Times New Roman"/>
                <a:cs typeface="Times New Roman"/>
              </a:rPr>
              <a:t>is</a:t>
            </a:r>
            <a:r>
              <a:rPr sz="2400">
                <a:latin typeface="Times New Roman"/>
                <a:cs typeface="Times New Roman"/>
              </a:rPr>
              <a:t>	</a:t>
            </a:r>
            <a:r>
              <a:rPr sz="2400" spc="-25">
                <a:latin typeface="Times New Roman"/>
                <a:cs typeface="Times New Roman"/>
              </a:rPr>
              <a:t>any</a:t>
            </a:r>
            <a:r>
              <a:rPr sz="2400">
                <a:latin typeface="Times New Roman"/>
                <a:cs typeface="Times New Roman"/>
              </a:rPr>
              <a:t>	</a:t>
            </a:r>
            <a:r>
              <a:rPr sz="2400" spc="-20">
                <a:latin typeface="Times New Roman"/>
                <a:cs typeface="Times New Roman"/>
              </a:rPr>
              <a:t>value</a:t>
            </a:r>
            <a:r>
              <a:rPr sz="2400">
                <a:latin typeface="Times New Roman"/>
                <a:cs typeface="Times New Roman"/>
              </a:rPr>
              <a:t>	</a:t>
            </a:r>
            <a:r>
              <a:rPr sz="2400" spc="-20">
                <a:latin typeface="Times New Roman"/>
                <a:cs typeface="Times New Roman"/>
              </a:rPr>
              <a:t>that</a:t>
            </a:r>
            <a:r>
              <a:rPr sz="2400">
                <a:latin typeface="Times New Roman"/>
                <a:cs typeface="Times New Roman"/>
              </a:rPr>
              <a:t>	</a:t>
            </a:r>
            <a:r>
              <a:rPr sz="2400" spc="-25">
                <a:latin typeface="Times New Roman"/>
                <a:cs typeface="Times New Roman"/>
              </a:rPr>
              <a:t>can</a:t>
            </a:r>
            <a:r>
              <a:rPr sz="2400">
                <a:latin typeface="Times New Roman"/>
                <a:cs typeface="Times New Roman"/>
              </a:rPr>
              <a:t>	</a:t>
            </a:r>
            <a:r>
              <a:rPr sz="2400" spc="-25">
                <a:latin typeface="Times New Roman"/>
                <a:cs typeface="Times New Roman"/>
              </a:rPr>
              <a:t>be</a:t>
            </a:r>
            <a:r>
              <a:rPr sz="2400">
                <a:latin typeface="Times New Roman"/>
                <a:cs typeface="Times New Roman"/>
              </a:rPr>
              <a:t>	</a:t>
            </a:r>
            <a:r>
              <a:rPr sz="2400" spc="-10">
                <a:latin typeface="Times New Roman"/>
                <a:cs typeface="Times New Roman"/>
              </a:rPr>
              <a:t>represented</a:t>
            </a:r>
            <a:r>
              <a:rPr sz="2400">
                <a:latin typeface="Times New Roman"/>
                <a:cs typeface="Times New Roman"/>
              </a:rPr>
              <a:t>	</a:t>
            </a:r>
            <a:r>
              <a:rPr sz="2400" spc="-25">
                <a:latin typeface="Times New Roman"/>
                <a:cs typeface="Times New Roman"/>
              </a:rPr>
              <a:t>in</a:t>
            </a:r>
            <a:r>
              <a:rPr sz="2400">
                <a:latin typeface="Times New Roman"/>
                <a:cs typeface="Times New Roman"/>
              </a:rPr>
              <a:t>	</a:t>
            </a:r>
            <a:r>
              <a:rPr sz="2400" spc="-25">
                <a:latin typeface="Times New Roman"/>
                <a:cs typeface="Times New Roman"/>
              </a:rPr>
              <a:t>the </a:t>
            </a:r>
            <a:r>
              <a:rPr sz="2400">
                <a:latin typeface="Times New Roman"/>
                <a:cs typeface="Times New Roman"/>
              </a:rPr>
              <a:t>computer‘s</a:t>
            </a:r>
            <a:r>
              <a:rPr sz="2400" spc="-100">
                <a:latin typeface="Times New Roman"/>
                <a:cs typeface="Times New Roman"/>
              </a:rPr>
              <a:t> </a:t>
            </a:r>
            <a:r>
              <a:rPr sz="2400" spc="-10">
                <a:latin typeface="Times New Roman"/>
                <a:cs typeface="Times New Roman"/>
              </a:rPr>
              <a:t>alphabet</a:t>
            </a:r>
            <a:endParaRPr sz="2400">
              <a:latin typeface="Times New Roman"/>
              <a:cs typeface="Times New Roman"/>
            </a:endParaRPr>
          </a:p>
          <a:p>
            <a:pPr marL="1612900" lvl="1" indent="-229235">
              <a:lnSpc>
                <a:spcPts val="2450"/>
              </a:lnSpc>
              <a:buFont typeface="Arial"/>
              <a:buChar char="–"/>
              <a:tabLst>
                <a:tab pos="1613535" algn="l"/>
                <a:tab pos="5240655" algn="l"/>
              </a:tabLst>
            </a:pPr>
            <a:r>
              <a:rPr sz="2400">
                <a:latin typeface="Times New Roman"/>
                <a:cs typeface="Times New Roman"/>
              </a:rPr>
              <a:t>It</a:t>
            </a:r>
            <a:r>
              <a:rPr sz="2400" spc="-25">
                <a:latin typeface="Times New Roman"/>
                <a:cs typeface="Times New Roman"/>
              </a:rPr>
              <a:t> </a:t>
            </a:r>
            <a:r>
              <a:rPr sz="2400">
                <a:latin typeface="Times New Roman"/>
                <a:cs typeface="Times New Roman"/>
              </a:rPr>
              <a:t>is</a:t>
            </a:r>
            <a:r>
              <a:rPr sz="2400" spc="-10">
                <a:latin typeface="Times New Roman"/>
                <a:cs typeface="Times New Roman"/>
              </a:rPr>
              <a:t> </a:t>
            </a:r>
            <a:r>
              <a:rPr sz="2400">
                <a:latin typeface="Times New Roman"/>
                <a:cs typeface="Times New Roman"/>
              </a:rPr>
              <a:t>referred</a:t>
            </a:r>
            <a:r>
              <a:rPr sz="2400" spc="-10">
                <a:latin typeface="Times New Roman"/>
                <a:cs typeface="Times New Roman"/>
              </a:rPr>
              <a:t> </a:t>
            </a:r>
            <a:r>
              <a:rPr sz="2400">
                <a:latin typeface="Times New Roman"/>
                <a:cs typeface="Times New Roman"/>
              </a:rPr>
              <a:t>by the</a:t>
            </a:r>
            <a:r>
              <a:rPr sz="2400" spc="-25">
                <a:latin typeface="Times New Roman"/>
                <a:cs typeface="Times New Roman"/>
              </a:rPr>
              <a:t> </a:t>
            </a:r>
            <a:r>
              <a:rPr sz="2400" spc="-10">
                <a:latin typeface="Times New Roman"/>
                <a:cs typeface="Times New Roman"/>
              </a:rPr>
              <a:t>keyword</a:t>
            </a:r>
            <a:r>
              <a:rPr sz="2400">
                <a:latin typeface="Times New Roman"/>
                <a:cs typeface="Times New Roman"/>
              </a:rPr>
              <a:t>	</a:t>
            </a:r>
            <a:r>
              <a:rPr sz="2400" i="1" spc="-20">
                <a:latin typeface="Times New Roman"/>
                <a:cs typeface="Times New Roman"/>
              </a:rPr>
              <a:t>char</a:t>
            </a:r>
            <a:endParaRPr sz="2400">
              <a:latin typeface="Times New Roman"/>
              <a:cs typeface="Times New Roman"/>
            </a:endParaRPr>
          </a:p>
          <a:p>
            <a:pPr marL="1612900" marR="5715" lvl="1" indent="-228600">
              <a:lnSpc>
                <a:spcPct val="70000"/>
              </a:lnSpc>
              <a:spcBef>
                <a:spcPts val="720"/>
              </a:spcBef>
              <a:buFont typeface="Arial"/>
              <a:buChar char="–"/>
              <a:tabLst>
                <a:tab pos="1613535" algn="l"/>
                <a:tab pos="5993130" algn="l"/>
              </a:tabLst>
            </a:pPr>
            <a:r>
              <a:rPr sz="2400">
                <a:latin typeface="Times New Roman"/>
                <a:cs typeface="Times New Roman"/>
              </a:rPr>
              <a:t>One</a:t>
            </a:r>
            <a:r>
              <a:rPr sz="2400" spc="335">
                <a:latin typeface="Times New Roman"/>
                <a:cs typeface="Times New Roman"/>
              </a:rPr>
              <a:t> </a:t>
            </a:r>
            <a:r>
              <a:rPr sz="2400">
                <a:latin typeface="Times New Roman"/>
                <a:cs typeface="Times New Roman"/>
              </a:rPr>
              <a:t>byte</a:t>
            </a:r>
            <a:r>
              <a:rPr sz="2400" spc="335">
                <a:latin typeface="Times New Roman"/>
                <a:cs typeface="Times New Roman"/>
              </a:rPr>
              <a:t> </a:t>
            </a:r>
            <a:r>
              <a:rPr sz="2400">
                <a:latin typeface="Times New Roman"/>
                <a:cs typeface="Times New Roman"/>
              </a:rPr>
              <a:t>is</a:t>
            </a:r>
            <a:r>
              <a:rPr sz="2400" spc="325">
                <a:latin typeface="Times New Roman"/>
                <a:cs typeface="Times New Roman"/>
              </a:rPr>
              <a:t> </a:t>
            </a:r>
            <a:r>
              <a:rPr sz="2400">
                <a:latin typeface="Times New Roman"/>
                <a:cs typeface="Times New Roman"/>
              </a:rPr>
              <a:t>used</a:t>
            </a:r>
            <a:r>
              <a:rPr sz="2400" spc="340">
                <a:latin typeface="Times New Roman"/>
                <a:cs typeface="Times New Roman"/>
              </a:rPr>
              <a:t> </a:t>
            </a:r>
            <a:r>
              <a:rPr sz="2400">
                <a:latin typeface="Times New Roman"/>
                <a:cs typeface="Times New Roman"/>
              </a:rPr>
              <a:t>to</a:t>
            </a:r>
            <a:r>
              <a:rPr sz="2400" spc="330">
                <a:latin typeface="Times New Roman"/>
                <a:cs typeface="Times New Roman"/>
              </a:rPr>
              <a:t> </a:t>
            </a:r>
            <a:r>
              <a:rPr sz="2400">
                <a:latin typeface="Times New Roman"/>
                <a:cs typeface="Times New Roman"/>
              </a:rPr>
              <a:t>store</a:t>
            </a:r>
            <a:r>
              <a:rPr sz="2400" spc="340">
                <a:latin typeface="Times New Roman"/>
                <a:cs typeface="Times New Roman"/>
              </a:rPr>
              <a:t> </a:t>
            </a:r>
            <a:r>
              <a:rPr sz="2400" i="1">
                <a:latin typeface="Times New Roman"/>
                <a:cs typeface="Times New Roman"/>
              </a:rPr>
              <a:t>char.</a:t>
            </a:r>
            <a:r>
              <a:rPr sz="2400" i="1" spc="325">
                <a:latin typeface="Times New Roman"/>
                <a:cs typeface="Times New Roman"/>
              </a:rPr>
              <a:t> </a:t>
            </a:r>
            <a:r>
              <a:rPr sz="2400">
                <a:latin typeface="Times New Roman"/>
                <a:cs typeface="Times New Roman"/>
              </a:rPr>
              <a:t>With</a:t>
            </a:r>
            <a:r>
              <a:rPr sz="2400" spc="340">
                <a:latin typeface="Times New Roman"/>
                <a:cs typeface="Times New Roman"/>
              </a:rPr>
              <a:t> </a:t>
            </a:r>
            <a:r>
              <a:rPr sz="2400">
                <a:latin typeface="Times New Roman"/>
                <a:cs typeface="Times New Roman"/>
              </a:rPr>
              <a:t>8</a:t>
            </a:r>
            <a:r>
              <a:rPr sz="2400" spc="340">
                <a:latin typeface="Times New Roman"/>
                <a:cs typeface="Times New Roman"/>
              </a:rPr>
              <a:t> </a:t>
            </a:r>
            <a:r>
              <a:rPr sz="2400">
                <a:latin typeface="Times New Roman"/>
                <a:cs typeface="Times New Roman"/>
              </a:rPr>
              <a:t>bits,</a:t>
            </a:r>
            <a:r>
              <a:rPr sz="2400" spc="345">
                <a:latin typeface="Times New Roman"/>
                <a:cs typeface="Times New Roman"/>
              </a:rPr>
              <a:t> </a:t>
            </a:r>
            <a:r>
              <a:rPr sz="2400">
                <a:latin typeface="Times New Roman"/>
                <a:cs typeface="Times New Roman"/>
              </a:rPr>
              <a:t>256</a:t>
            </a:r>
            <a:r>
              <a:rPr sz="2400" spc="335">
                <a:latin typeface="Times New Roman"/>
                <a:cs typeface="Times New Roman"/>
              </a:rPr>
              <a:t> </a:t>
            </a:r>
            <a:r>
              <a:rPr sz="2400" spc="-10">
                <a:latin typeface="Times New Roman"/>
                <a:cs typeface="Times New Roman"/>
              </a:rPr>
              <a:t>different </a:t>
            </a:r>
            <a:r>
              <a:rPr sz="2400">
                <a:latin typeface="Times New Roman"/>
                <a:cs typeface="Times New Roman"/>
              </a:rPr>
              <a:t>values</a:t>
            </a:r>
            <a:r>
              <a:rPr sz="2400" spc="-45">
                <a:latin typeface="Times New Roman"/>
                <a:cs typeface="Times New Roman"/>
              </a:rPr>
              <a:t> </a:t>
            </a:r>
            <a:r>
              <a:rPr sz="2400">
                <a:latin typeface="Times New Roman"/>
                <a:cs typeface="Times New Roman"/>
              </a:rPr>
              <a:t>can</a:t>
            </a:r>
            <a:r>
              <a:rPr sz="2400" spc="-25">
                <a:latin typeface="Times New Roman"/>
                <a:cs typeface="Times New Roman"/>
              </a:rPr>
              <a:t> </a:t>
            </a:r>
            <a:r>
              <a:rPr sz="2400">
                <a:latin typeface="Times New Roman"/>
                <a:cs typeface="Times New Roman"/>
              </a:rPr>
              <a:t>be</a:t>
            </a:r>
            <a:r>
              <a:rPr sz="2400" spc="-10">
                <a:latin typeface="Times New Roman"/>
                <a:cs typeface="Times New Roman"/>
              </a:rPr>
              <a:t> </a:t>
            </a:r>
            <a:r>
              <a:rPr sz="2400">
                <a:latin typeface="Times New Roman"/>
                <a:cs typeface="Times New Roman"/>
              </a:rPr>
              <a:t>possible</a:t>
            </a:r>
            <a:r>
              <a:rPr sz="2400" spc="-30">
                <a:latin typeface="Times New Roman"/>
                <a:cs typeface="Times New Roman"/>
              </a:rPr>
              <a:t> </a:t>
            </a:r>
            <a:r>
              <a:rPr sz="2400">
                <a:latin typeface="Times New Roman"/>
                <a:cs typeface="Times New Roman"/>
              </a:rPr>
              <a:t>for the</a:t>
            </a:r>
            <a:r>
              <a:rPr sz="2400" spc="-35">
                <a:latin typeface="Times New Roman"/>
                <a:cs typeface="Times New Roman"/>
              </a:rPr>
              <a:t> </a:t>
            </a:r>
            <a:r>
              <a:rPr sz="2400" i="1" spc="-20">
                <a:latin typeface="Times New Roman"/>
                <a:cs typeface="Times New Roman"/>
              </a:rPr>
              <a:t>char</a:t>
            </a:r>
            <a:r>
              <a:rPr sz="2400" i="1">
                <a:latin typeface="Times New Roman"/>
                <a:cs typeface="Times New Roman"/>
              </a:rPr>
              <a:t>	</a:t>
            </a:r>
            <a:r>
              <a:rPr sz="2400" spc="-20">
                <a:latin typeface="Times New Roman"/>
                <a:cs typeface="Times New Roman"/>
              </a:rPr>
              <a:t>type</a:t>
            </a:r>
            <a:endParaRPr sz="2400">
              <a:latin typeface="Times New Roman"/>
              <a:cs typeface="Times New Roman"/>
            </a:endParaRPr>
          </a:p>
          <a:p>
            <a:pPr marL="1612900" lvl="1" indent="-229235">
              <a:lnSpc>
                <a:spcPts val="2590"/>
              </a:lnSpc>
              <a:buFont typeface="Arial"/>
              <a:buChar char="–"/>
              <a:tabLst>
                <a:tab pos="1613535" algn="l"/>
              </a:tabLst>
            </a:pPr>
            <a:r>
              <a:rPr sz="2400">
                <a:latin typeface="Times New Roman"/>
                <a:cs typeface="Times New Roman"/>
              </a:rPr>
              <a:t>Character</a:t>
            </a:r>
            <a:r>
              <a:rPr sz="2400" spc="-45">
                <a:latin typeface="Times New Roman"/>
                <a:cs typeface="Times New Roman"/>
              </a:rPr>
              <a:t> </a:t>
            </a:r>
            <a:r>
              <a:rPr sz="2400">
                <a:latin typeface="Times New Roman"/>
                <a:cs typeface="Times New Roman"/>
              </a:rPr>
              <a:t>can</a:t>
            </a:r>
            <a:r>
              <a:rPr sz="2400" spc="-15">
                <a:latin typeface="Times New Roman"/>
                <a:cs typeface="Times New Roman"/>
              </a:rPr>
              <a:t> </a:t>
            </a:r>
            <a:r>
              <a:rPr sz="2400">
                <a:latin typeface="Times New Roman"/>
                <a:cs typeface="Times New Roman"/>
              </a:rPr>
              <a:t>be</a:t>
            </a:r>
            <a:r>
              <a:rPr sz="2400" spc="5">
                <a:latin typeface="Times New Roman"/>
                <a:cs typeface="Times New Roman"/>
              </a:rPr>
              <a:t> </a:t>
            </a:r>
            <a:r>
              <a:rPr sz="2400">
                <a:latin typeface="Times New Roman"/>
                <a:cs typeface="Times New Roman"/>
              </a:rPr>
              <a:t>signed</a:t>
            </a:r>
            <a:r>
              <a:rPr sz="2400" spc="-10">
                <a:latin typeface="Times New Roman"/>
                <a:cs typeface="Times New Roman"/>
              </a:rPr>
              <a:t> </a:t>
            </a:r>
            <a:r>
              <a:rPr sz="2400">
                <a:latin typeface="Times New Roman"/>
                <a:cs typeface="Times New Roman"/>
              </a:rPr>
              <a:t>or</a:t>
            </a:r>
            <a:r>
              <a:rPr sz="2400" spc="-5">
                <a:latin typeface="Times New Roman"/>
                <a:cs typeface="Times New Roman"/>
              </a:rPr>
              <a:t> </a:t>
            </a:r>
            <a:r>
              <a:rPr sz="2400" spc="-10">
                <a:latin typeface="Times New Roman"/>
                <a:cs typeface="Times New Roman"/>
              </a:rPr>
              <a:t>unsigned.</a:t>
            </a:r>
            <a:endParaRPr sz="2400">
              <a:latin typeface="Times New Roman"/>
              <a:cs typeface="Times New Roman"/>
            </a:endParaRPr>
          </a:p>
        </p:txBody>
      </p:sp>
    </p:spTree>
    <p:extLst>
      <p:ext uri="{BB962C8B-B14F-4D97-AF65-F5344CB8AC3E}">
        <p14:creationId xmlns:p14="http://schemas.microsoft.com/office/powerpoint/2010/main" val="12637828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40" y="0"/>
            <a:ext cx="889635" cy="391160"/>
          </a:xfrm>
          <a:prstGeom prst="rect">
            <a:avLst/>
          </a:prstGeom>
        </p:spPr>
        <p:txBody>
          <a:bodyPr vert="horz" wrap="square" lIns="0" tIns="12700" rIns="0" bIns="0" rtlCol="0" anchor="ctr">
            <a:spAutoFit/>
          </a:bodyPr>
          <a:lstStyle/>
          <a:p>
            <a:pPr marL="12700">
              <a:lnSpc>
                <a:spcPct val="100000"/>
              </a:lnSpc>
              <a:spcBef>
                <a:spcPts val="100"/>
              </a:spcBef>
            </a:pPr>
            <a:r>
              <a:rPr sz="2400" spc="-10"/>
              <a:t>Integer</a:t>
            </a:r>
            <a:endParaRPr sz="2400"/>
          </a:p>
        </p:txBody>
      </p:sp>
      <p:sp>
        <p:nvSpPr>
          <p:cNvPr id="3" name="object 3"/>
          <p:cNvSpPr txBox="1"/>
          <p:nvPr/>
        </p:nvSpPr>
        <p:spPr>
          <a:xfrm>
            <a:off x="2974595" y="314959"/>
            <a:ext cx="7616825" cy="1416050"/>
          </a:xfrm>
          <a:prstGeom prst="rect">
            <a:avLst/>
          </a:prstGeom>
        </p:spPr>
        <p:txBody>
          <a:bodyPr vert="horz" wrap="square" lIns="0" tIns="12700" rIns="0" bIns="0" rtlCol="0">
            <a:spAutoFit/>
          </a:bodyPr>
          <a:lstStyle/>
          <a:p>
            <a:pPr marL="241300" indent="-228600">
              <a:spcBef>
                <a:spcPts val="100"/>
              </a:spcBef>
              <a:buFont typeface="Arial"/>
              <a:buChar char="–"/>
              <a:tabLst>
                <a:tab pos="241300" algn="l"/>
              </a:tabLst>
            </a:pPr>
            <a:r>
              <a:rPr sz="2400">
                <a:latin typeface="Times New Roman"/>
                <a:cs typeface="Times New Roman"/>
              </a:rPr>
              <a:t>An</a:t>
            </a:r>
            <a:r>
              <a:rPr sz="2400" spc="-10">
                <a:latin typeface="Times New Roman"/>
                <a:cs typeface="Times New Roman"/>
              </a:rPr>
              <a:t> </a:t>
            </a:r>
            <a:r>
              <a:rPr sz="2400">
                <a:latin typeface="Times New Roman"/>
                <a:cs typeface="Times New Roman"/>
              </a:rPr>
              <a:t>integer</a:t>
            </a:r>
            <a:r>
              <a:rPr sz="2400" spc="-30">
                <a:latin typeface="Times New Roman"/>
                <a:cs typeface="Times New Roman"/>
              </a:rPr>
              <a:t> </a:t>
            </a:r>
            <a:r>
              <a:rPr sz="2400">
                <a:latin typeface="Times New Roman"/>
                <a:cs typeface="Times New Roman"/>
              </a:rPr>
              <a:t>type</a:t>
            </a:r>
            <a:r>
              <a:rPr sz="2400" spc="-10">
                <a:latin typeface="Times New Roman"/>
                <a:cs typeface="Times New Roman"/>
              </a:rPr>
              <a:t> </a:t>
            </a:r>
            <a:r>
              <a:rPr sz="2400">
                <a:latin typeface="Times New Roman"/>
                <a:cs typeface="Times New Roman"/>
              </a:rPr>
              <a:t>is</a:t>
            </a:r>
            <a:r>
              <a:rPr sz="2400" spc="-20">
                <a:latin typeface="Times New Roman"/>
                <a:cs typeface="Times New Roman"/>
              </a:rPr>
              <a:t> </a:t>
            </a:r>
            <a:r>
              <a:rPr sz="2400">
                <a:latin typeface="Times New Roman"/>
                <a:cs typeface="Times New Roman"/>
              </a:rPr>
              <a:t>a</a:t>
            </a:r>
            <a:r>
              <a:rPr sz="2400" spc="-5">
                <a:latin typeface="Times New Roman"/>
                <a:cs typeface="Times New Roman"/>
              </a:rPr>
              <a:t> </a:t>
            </a:r>
            <a:r>
              <a:rPr sz="2400">
                <a:latin typeface="Times New Roman"/>
                <a:cs typeface="Times New Roman"/>
              </a:rPr>
              <a:t>number without</a:t>
            </a:r>
            <a:r>
              <a:rPr sz="2400" spc="-20">
                <a:latin typeface="Times New Roman"/>
                <a:cs typeface="Times New Roman"/>
              </a:rPr>
              <a:t> </a:t>
            </a:r>
            <a:r>
              <a:rPr sz="2400">
                <a:latin typeface="Times New Roman"/>
                <a:cs typeface="Times New Roman"/>
              </a:rPr>
              <a:t>a</a:t>
            </a:r>
            <a:r>
              <a:rPr sz="2400" spc="-5">
                <a:latin typeface="Times New Roman"/>
                <a:cs typeface="Times New Roman"/>
              </a:rPr>
              <a:t> </a:t>
            </a:r>
            <a:r>
              <a:rPr sz="2400">
                <a:latin typeface="Times New Roman"/>
                <a:cs typeface="Times New Roman"/>
              </a:rPr>
              <a:t>fraction</a:t>
            </a:r>
            <a:r>
              <a:rPr sz="2400" spc="-25">
                <a:latin typeface="Times New Roman"/>
                <a:cs typeface="Times New Roman"/>
              </a:rPr>
              <a:t> </a:t>
            </a:r>
            <a:r>
              <a:rPr sz="2400" spc="-20">
                <a:latin typeface="Times New Roman"/>
                <a:cs typeface="Times New Roman"/>
              </a:rPr>
              <a:t>part</a:t>
            </a:r>
            <a:endParaRPr sz="2400">
              <a:latin typeface="Times New Roman"/>
              <a:cs typeface="Times New Roman"/>
            </a:endParaRPr>
          </a:p>
          <a:p>
            <a:pPr marL="241300" marR="5080" indent="-228600">
              <a:lnSpc>
                <a:spcPts val="2300"/>
              </a:lnSpc>
              <a:spcBef>
                <a:spcPts val="560"/>
              </a:spcBef>
              <a:buFont typeface="Arial"/>
              <a:buChar char="–"/>
              <a:tabLst>
                <a:tab pos="241300" algn="l"/>
                <a:tab pos="577850" algn="l"/>
                <a:tab pos="1746885" algn="l"/>
                <a:tab pos="2388870" algn="l"/>
                <a:tab pos="3556000" algn="l"/>
                <a:tab pos="4293870" algn="l"/>
                <a:tab pos="4681220" algn="l"/>
                <a:tab pos="5187315" algn="l"/>
                <a:tab pos="6165850" algn="l"/>
                <a:tab pos="6824345" algn="l"/>
                <a:tab pos="7399020" algn="l"/>
              </a:tabLst>
            </a:pPr>
            <a:r>
              <a:rPr sz="2400" spc="-50">
                <a:latin typeface="Times New Roman"/>
                <a:cs typeface="Times New Roman"/>
              </a:rPr>
              <a:t>C</a:t>
            </a:r>
            <a:r>
              <a:rPr sz="2400">
                <a:latin typeface="Times New Roman"/>
                <a:cs typeface="Times New Roman"/>
              </a:rPr>
              <a:t>	</a:t>
            </a:r>
            <a:r>
              <a:rPr sz="2400" spc="-10">
                <a:latin typeface="Times New Roman"/>
                <a:cs typeface="Times New Roman"/>
              </a:rPr>
              <a:t>supports</a:t>
            </a:r>
            <a:r>
              <a:rPr sz="2400">
                <a:latin typeface="Times New Roman"/>
                <a:cs typeface="Times New Roman"/>
              </a:rPr>
              <a:t>	</a:t>
            </a:r>
            <a:r>
              <a:rPr sz="2400" spc="-20">
                <a:latin typeface="Times New Roman"/>
                <a:cs typeface="Times New Roman"/>
              </a:rPr>
              <a:t>four</a:t>
            </a:r>
            <a:r>
              <a:rPr sz="2400">
                <a:latin typeface="Times New Roman"/>
                <a:cs typeface="Times New Roman"/>
              </a:rPr>
              <a:t>	</a:t>
            </a:r>
            <a:r>
              <a:rPr sz="2400" spc="-10">
                <a:latin typeface="Times New Roman"/>
                <a:cs typeface="Times New Roman"/>
              </a:rPr>
              <a:t>different</a:t>
            </a:r>
            <a:r>
              <a:rPr sz="2400">
                <a:latin typeface="Times New Roman"/>
                <a:cs typeface="Times New Roman"/>
              </a:rPr>
              <a:t>	</a:t>
            </a:r>
            <a:r>
              <a:rPr sz="2400" spc="-520">
                <a:latin typeface="Times New Roman"/>
                <a:cs typeface="Times New Roman"/>
              </a:rPr>
              <a:t> </a:t>
            </a:r>
            <a:r>
              <a:rPr sz="2400">
                <a:latin typeface="Times New Roman"/>
                <a:cs typeface="Times New Roman"/>
              </a:rPr>
              <a:t>sizes	</a:t>
            </a:r>
            <a:r>
              <a:rPr sz="2400" spc="-25">
                <a:latin typeface="Times New Roman"/>
                <a:cs typeface="Times New Roman"/>
              </a:rPr>
              <a:t>of</a:t>
            </a:r>
            <a:r>
              <a:rPr sz="2400">
                <a:latin typeface="Times New Roman"/>
                <a:cs typeface="Times New Roman"/>
              </a:rPr>
              <a:t>	</a:t>
            </a:r>
            <a:r>
              <a:rPr sz="2400" spc="-25">
                <a:latin typeface="Times New Roman"/>
                <a:cs typeface="Times New Roman"/>
              </a:rPr>
              <a:t>the</a:t>
            </a:r>
            <a:r>
              <a:rPr sz="2400">
                <a:latin typeface="Times New Roman"/>
                <a:cs typeface="Times New Roman"/>
              </a:rPr>
              <a:t>	</a:t>
            </a:r>
            <a:r>
              <a:rPr sz="2400" spc="-10">
                <a:latin typeface="Times New Roman"/>
                <a:cs typeface="Times New Roman"/>
              </a:rPr>
              <a:t>integer</a:t>
            </a:r>
            <a:r>
              <a:rPr sz="2400">
                <a:latin typeface="Times New Roman"/>
                <a:cs typeface="Times New Roman"/>
              </a:rPr>
              <a:t>	</a:t>
            </a:r>
            <a:r>
              <a:rPr sz="2400" spc="-20">
                <a:latin typeface="Times New Roman"/>
                <a:cs typeface="Times New Roman"/>
              </a:rPr>
              <a:t>type</a:t>
            </a:r>
            <a:r>
              <a:rPr sz="2400">
                <a:latin typeface="Times New Roman"/>
                <a:cs typeface="Times New Roman"/>
              </a:rPr>
              <a:t>	</a:t>
            </a:r>
            <a:r>
              <a:rPr sz="2400" spc="-25">
                <a:latin typeface="Times New Roman"/>
                <a:cs typeface="Times New Roman"/>
              </a:rPr>
              <a:t>and</a:t>
            </a:r>
            <a:r>
              <a:rPr sz="2400">
                <a:latin typeface="Times New Roman"/>
                <a:cs typeface="Times New Roman"/>
              </a:rPr>
              <a:t>	</a:t>
            </a:r>
            <a:r>
              <a:rPr sz="2400" spc="-25">
                <a:latin typeface="Times New Roman"/>
                <a:cs typeface="Times New Roman"/>
              </a:rPr>
              <a:t>is </a:t>
            </a:r>
            <a:r>
              <a:rPr sz="2400">
                <a:latin typeface="Times New Roman"/>
                <a:cs typeface="Times New Roman"/>
              </a:rPr>
              <a:t>denoted</a:t>
            </a:r>
            <a:r>
              <a:rPr sz="2400" spc="-45">
                <a:latin typeface="Times New Roman"/>
                <a:cs typeface="Times New Roman"/>
              </a:rPr>
              <a:t> </a:t>
            </a:r>
            <a:r>
              <a:rPr sz="2400">
                <a:latin typeface="Times New Roman"/>
                <a:cs typeface="Times New Roman"/>
              </a:rPr>
              <a:t>by the </a:t>
            </a:r>
            <a:r>
              <a:rPr sz="2400" spc="-10">
                <a:latin typeface="Times New Roman"/>
                <a:cs typeface="Times New Roman"/>
              </a:rPr>
              <a:t>keyword</a:t>
            </a:r>
            <a:r>
              <a:rPr sz="2400">
                <a:latin typeface="Times New Roman"/>
                <a:cs typeface="Times New Roman"/>
              </a:rPr>
              <a:t>	</a:t>
            </a:r>
            <a:r>
              <a:rPr sz="2400" spc="-25">
                <a:latin typeface="Times New Roman"/>
                <a:cs typeface="Times New Roman"/>
              </a:rPr>
              <a:t>int</a:t>
            </a:r>
            <a:endParaRPr sz="2400">
              <a:latin typeface="Times New Roman"/>
              <a:cs typeface="Times New Roman"/>
            </a:endParaRPr>
          </a:p>
          <a:p>
            <a:pPr marL="469900">
              <a:spcBef>
                <a:spcPts val="25"/>
              </a:spcBef>
              <a:tabLst>
                <a:tab pos="1459230" algn="l"/>
              </a:tabLst>
            </a:pPr>
            <a:r>
              <a:rPr sz="2400" spc="-20">
                <a:latin typeface="Arial"/>
                <a:cs typeface="Arial"/>
              </a:rPr>
              <a:t>»</a:t>
            </a:r>
            <a:r>
              <a:rPr sz="2400" spc="-200">
                <a:latin typeface="Arial"/>
                <a:cs typeface="Arial"/>
              </a:rPr>
              <a:t> </a:t>
            </a:r>
            <a:r>
              <a:rPr sz="2400" spc="-10">
                <a:latin typeface="Times New Roman"/>
                <a:cs typeface="Times New Roman"/>
              </a:rPr>
              <a:t>short</a:t>
            </a:r>
            <a:r>
              <a:rPr sz="2400">
                <a:latin typeface="Times New Roman"/>
                <a:cs typeface="Times New Roman"/>
              </a:rPr>
              <a:t>	</a:t>
            </a:r>
            <a:r>
              <a:rPr sz="2400" spc="-25">
                <a:latin typeface="Times New Roman"/>
                <a:cs typeface="Times New Roman"/>
              </a:rPr>
              <a:t>int</a:t>
            </a:r>
            <a:endParaRPr sz="2400">
              <a:latin typeface="Times New Roman"/>
              <a:cs typeface="Times New Roman"/>
            </a:endParaRPr>
          </a:p>
        </p:txBody>
      </p:sp>
      <p:sp>
        <p:nvSpPr>
          <p:cNvPr id="4" name="object 4"/>
          <p:cNvSpPr txBox="1"/>
          <p:nvPr/>
        </p:nvSpPr>
        <p:spPr>
          <a:xfrm>
            <a:off x="3431795" y="1705102"/>
            <a:ext cx="575945" cy="391160"/>
          </a:xfrm>
          <a:prstGeom prst="rect">
            <a:avLst/>
          </a:prstGeom>
        </p:spPr>
        <p:txBody>
          <a:bodyPr vert="horz" wrap="square" lIns="0" tIns="12700" rIns="0" bIns="0" rtlCol="0">
            <a:spAutoFit/>
          </a:bodyPr>
          <a:lstStyle/>
          <a:p>
            <a:pPr marL="12700">
              <a:spcBef>
                <a:spcPts val="100"/>
              </a:spcBef>
            </a:pPr>
            <a:r>
              <a:rPr sz="2400" spc="-20">
                <a:latin typeface="Arial"/>
                <a:cs typeface="Arial"/>
              </a:rPr>
              <a:t>»</a:t>
            </a:r>
            <a:r>
              <a:rPr sz="2400" spc="-200">
                <a:latin typeface="Arial"/>
                <a:cs typeface="Arial"/>
              </a:rPr>
              <a:t> </a:t>
            </a:r>
            <a:r>
              <a:rPr sz="2400" spc="-25">
                <a:latin typeface="Times New Roman"/>
                <a:cs typeface="Times New Roman"/>
              </a:rPr>
              <a:t>int</a:t>
            </a:r>
            <a:endParaRPr sz="2400">
              <a:latin typeface="Times New Roman"/>
              <a:cs typeface="Times New Roman"/>
            </a:endParaRPr>
          </a:p>
        </p:txBody>
      </p:sp>
      <p:sp>
        <p:nvSpPr>
          <p:cNvPr id="5" name="object 5"/>
          <p:cNvSpPr txBox="1"/>
          <p:nvPr/>
        </p:nvSpPr>
        <p:spPr>
          <a:xfrm>
            <a:off x="2974595" y="2070938"/>
            <a:ext cx="7616825" cy="2010294"/>
          </a:xfrm>
          <a:prstGeom prst="rect">
            <a:avLst/>
          </a:prstGeom>
        </p:spPr>
        <p:txBody>
          <a:bodyPr vert="horz" wrap="square" lIns="0" tIns="12700" rIns="0" bIns="0" rtlCol="0" anchor="t">
            <a:spAutoFit/>
          </a:bodyPr>
          <a:lstStyle/>
          <a:p>
            <a:pPr marL="469900" algn="just">
              <a:spcBef>
                <a:spcPts val="100"/>
              </a:spcBef>
            </a:pPr>
            <a:r>
              <a:rPr sz="2400">
                <a:latin typeface="Arial"/>
                <a:cs typeface="Arial"/>
              </a:rPr>
              <a:t>»</a:t>
            </a:r>
            <a:r>
              <a:rPr sz="2400" spc="-204">
                <a:latin typeface="Arial"/>
                <a:cs typeface="Arial"/>
              </a:rPr>
              <a:t> </a:t>
            </a:r>
            <a:r>
              <a:rPr sz="2400">
                <a:latin typeface="Times New Roman"/>
                <a:cs typeface="Times New Roman"/>
              </a:rPr>
              <a:t>long</a:t>
            </a:r>
            <a:r>
              <a:rPr sz="2400" spc="-25">
                <a:latin typeface="Times New Roman"/>
                <a:cs typeface="Times New Roman"/>
              </a:rPr>
              <a:t> int</a:t>
            </a:r>
            <a:endParaRPr sz="2400">
              <a:latin typeface="Times New Roman"/>
              <a:cs typeface="Times New Roman"/>
            </a:endParaRPr>
          </a:p>
          <a:p>
            <a:pPr marL="469900" algn="just"/>
            <a:r>
              <a:rPr sz="2400" spc="-20">
                <a:latin typeface="Arial"/>
                <a:cs typeface="Arial"/>
              </a:rPr>
              <a:t>»</a:t>
            </a:r>
            <a:r>
              <a:rPr sz="2400" spc="-204">
                <a:latin typeface="Arial"/>
                <a:cs typeface="Arial"/>
              </a:rPr>
              <a:t> </a:t>
            </a:r>
            <a:r>
              <a:rPr sz="2400">
                <a:latin typeface="Times New Roman"/>
                <a:cs typeface="Times New Roman"/>
              </a:rPr>
              <a:t>long</a:t>
            </a:r>
            <a:r>
              <a:rPr sz="2400" spc="-20">
                <a:latin typeface="Times New Roman"/>
                <a:cs typeface="Times New Roman"/>
              </a:rPr>
              <a:t> </a:t>
            </a:r>
            <a:r>
              <a:rPr lang="en-US" sz="2400" err="1">
                <a:latin typeface="Times New Roman"/>
                <a:cs typeface="Times New Roman"/>
              </a:rPr>
              <a:t>long</a:t>
            </a:r>
            <a:r>
              <a:rPr sz="2400" spc="-5">
                <a:latin typeface="Times New Roman"/>
                <a:cs typeface="Times New Roman"/>
              </a:rPr>
              <a:t> </a:t>
            </a:r>
            <a:r>
              <a:rPr sz="2400" spc="-25">
                <a:latin typeface="Times New Roman"/>
                <a:cs typeface="Times New Roman"/>
              </a:rPr>
              <a:t>int</a:t>
            </a:r>
            <a:endParaRPr sz="2400">
              <a:latin typeface="Times New Roman"/>
              <a:cs typeface="Times New Roman"/>
            </a:endParaRPr>
          </a:p>
          <a:p>
            <a:pPr marL="241300" marR="5080" indent="-228600" algn="just">
              <a:lnSpc>
                <a:spcPct val="80000"/>
              </a:lnSpc>
              <a:spcBef>
                <a:spcPts val="575"/>
              </a:spcBef>
            </a:pPr>
            <a:r>
              <a:rPr sz="2400">
                <a:latin typeface="Arial"/>
                <a:cs typeface="Arial"/>
              </a:rPr>
              <a:t>–</a:t>
            </a:r>
            <a:r>
              <a:rPr sz="2400" spc="-204">
                <a:latin typeface="Arial"/>
                <a:cs typeface="Arial"/>
              </a:rPr>
              <a:t> </a:t>
            </a:r>
            <a:r>
              <a:rPr sz="2400">
                <a:latin typeface="Times New Roman"/>
                <a:cs typeface="Times New Roman"/>
              </a:rPr>
              <a:t>Each</a:t>
            </a:r>
            <a:r>
              <a:rPr sz="2400" spc="250">
                <a:latin typeface="Times New Roman"/>
                <a:cs typeface="Times New Roman"/>
              </a:rPr>
              <a:t> </a:t>
            </a:r>
            <a:r>
              <a:rPr sz="2400">
                <a:latin typeface="Times New Roman"/>
                <a:cs typeface="Times New Roman"/>
              </a:rPr>
              <a:t>i</a:t>
            </a:r>
            <a:r>
              <a:rPr sz="2400" spc="-10">
                <a:latin typeface="Times New Roman"/>
                <a:cs typeface="Times New Roman"/>
              </a:rPr>
              <a:t>n</a:t>
            </a:r>
            <a:r>
              <a:rPr sz="2400">
                <a:latin typeface="Times New Roman"/>
                <a:cs typeface="Times New Roman"/>
              </a:rPr>
              <a:t>t</a:t>
            </a:r>
            <a:r>
              <a:rPr sz="2400" spc="5">
                <a:latin typeface="Times New Roman"/>
                <a:cs typeface="Times New Roman"/>
              </a:rPr>
              <a:t>e</a:t>
            </a:r>
            <a:r>
              <a:rPr sz="2400" spc="-15">
                <a:latin typeface="Times New Roman"/>
                <a:cs typeface="Times New Roman"/>
              </a:rPr>
              <a:t>g</a:t>
            </a:r>
            <a:r>
              <a:rPr sz="2400" spc="-10">
                <a:latin typeface="Times New Roman"/>
                <a:cs typeface="Times New Roman"/>
              </a:rPr>
              <a:t>e</a:t>
            </a:r>
            <a:r>
              <a:rPr sz="2400">
                <a:latin typeface="Times New Roman"/>
                <a:cs typeface="Times New Roman"/>
              </a:rPr>
              <a:t>r</a:t>
            </a:r>
            <a:r>
              <a:rPr sz="2400" spc="270">
                <a:latin typeface="Times New Roman"/>
                <a:cs typeface="Times New Roman"/>
              </a:rPr>
              <a:t> </a:t>
            </a:r>
            <a:r>
              <a:rPr sz="2400" spc="-5">
                <a:latin typeface="Times New Roman"/>
                <a:cs typeface="Times New Roman"/>
              </a:rPr>
              <a:t>size</a:t>
            </a:r>
            <a:r>
              <a:rPr sz="2400" spc="250">
                <a:latin typeface="Times New Roman"/>
                <a:cs typeface="Times New Roman"/>
              </a:rPr>
              <a:t> </a:t>
            </a:r>
            <a:r>
              <a:rPr sz="2400">
                <a:latin typeface="Times New Roman"/>
                <a:cs typeface="Times New Roman"/>
              </a:rPr>
              <a:t>can</a:t>
            </a:r>
            <a:r>
              <a:rPr sz="2400" spc="260">
                <a:latin typeface="Times New Roman"/>
                <a:cs typeface="Times New Roman"/>
              </a:rPr>
              <a:t> </a:t>
            </a:r>
            <a:r>
              <a:rPr sz="2400" spc="-15">
                <a:latin typeface="Times New Roman"/>
                <a:cs typeface="Times New Roman"/>
              </a:rPr>
              <a:t>b</a:t>
            </a:r>
            <a:r>
              <a:rPr sz="2400">
                <a:latin typeface="Times New Roman"/>
                <a:cs typeface="Times New Roman"/>
              </a:rPr>
              <a:t>e</a:t>
            </a:r>
            <a:r>
              <a:rPr sz="2400" spc="265">
                <a:latin typeface="Times New Roman"/>
                <a:cs typeface="Times New Roman"/>
              </a:rPr>
              <a:t> </a:t>
            </a:r>
            <a:r>
              <a:rPr sz="2400">
                <a:latin typeface="Times New Roman"/>
                <a:cs typeface="Times New Roman"/>
              </a:rPr>
              <a:t>signed</a:t>
            </a:r>
            <a:r>
              <a:rPr sz="2400" spc="260">
                <a:latin typeface="Times New Roman"/>
                <a:cs typeface="Times New Roman"/>
              </a:rPr>
              <a:t> </a:t>
            </a:r>
            <a:r>
              <a:rPr sz="2400">
                <a:latin typeface="Times New Roman"/>
                <a:cs typeface="Times New Roman"/>
              </a:rPr>
              <a:t>or</a:t>
            </a:r>
            <a:r>
              <a:rPr sz="2400" spc="254">
                <a:latin typeface="Times New Roman"/>
                <a:cs typeface="Times New Roman"/>
              </a:rPr>
              <a:t> </a:t>
            </a:r>
            <a:r>
              <a:rPr sz="2400">
                <a:latin typeface="Times New Roman"/>
                <a:cs typeface="Times New Roman"/>
              </a:rPr>
              <a:t>unsigned</a:t>
            </a:r>
            <a:r>
              <a:rPr sz="2400" spc="260">
                <a:latin typeface="Times New Roman"/>
                <a:cs typeface="Times New Roman"/>
              </a:rPr>
              <a:t> </a:t>
            </a:r>
            <a:r>
              <a:rPr sz="2400">
                <a:latin typeface="Times New Roman"/>
                <a:cs typeface="Times New Roman"/>
              </a:rPr>
              <a:t>i</a:t>
            </a:r>
            <a:r>
              <a:rPr sz="2400" spc="-10">
                <a:latin typeface="Times New Roman"/>
                <a:cs typeface="Times New Roman"/>
              </a:rPr>
              <a:t>n</a:t>
            </a:r>
            <a:r>
              <a:rPr sz="2400">
                <a:latin typeface="Times New Roman"/>
                <a:cs typeface="Times New Roman"/>
              </a:rPr>
              <a:t>tege</a:t>
            </a:r>
            <a:r>
              <a:rPr sz="2400" spc="-130">
                <a:latin typeface="Times New Roman"/>
                <a:cs typeface="Times New Roman"/>
              </a:rPr>
              <a:t>r</a:t>
            </a:r>
            <a:r>
              <a:rPr sz="2400">
                <a:latin typeface="Times New Roman"/>
                <a:cs typeface="Times New Roman"/>
              </a:rPr>
              <a:t>.</a:t>
            </a:r>
            <a:r>
              <a:rPr sz="2400" spc="250">
                <a:latin typeface="Times New Roman"/>
                <a:cs typeface="Times New Roman"/>
              </a:rPr>
              <a:t> </a:t>
            </a:r>
            <a:r>
              <a:rPr sz="2400">
                <a:latin typeface="Times New Roman"/>
                <a:cs typeface="Times New Roman"/>
              </a:rPr>
              <a:t>If</a:t>
            </a:r>
            <a:r>
              <a:rPr sz="2400" spc="254">
                <a:latin typeface="Times New Roman"/>
                <a:cs typeface="Times New Roman"/>
              </a:rPr>
              <a:t> </a:t>
            </a:r>
            <a:r>
              <a:rPr sz="2400">
                <a:latin typeface="Times New Roman"/>
                <a:cs typeface="Times New Roman"/>
              </a:rPr>
              <a:t>the </a:t>
            </a:r>
            <a:r>
              <a:rPr lang="en-US" sz="2400">
                <a:latin typeface="Times New Roman"/>
                <a:cs typeface="Times New Roman"/>
              </a:rPr>
              <a:t>i</a:t>
            </a:r>
            <a:r>
              <a:rPr lang="en-US" sz="2400" spc="-10">
                <a:latin typeface="Times New Roman"/>
                <a:cs typeface="Times New Roman"/>
              </a:rPr>
              <a:t>n</a:t>
            </a:r>
            <a:r>
              <a:rPr lang="en-US" sz="2400">
                <a:latin typeface="Times New Roman"/>
                <a:cs typeface="Times New Roman"/>
              </a:rPr>
              <a:t>t</a:t>
            </a:r>
            <a:r>
              <a:rPr lang="en-US" sz="2400" spc="5">
                <a:latin typeface="Times New Roman"/>
                <a:cs typeface="Times New Roman"/>
              </a:rPr>
              <a:t>e</a:t>
            </a:r>
            <a:r>
              <a:rPr lang="en-US" sz="2400" spc="-15">
                <a:latin typeface="Times New Roman"/>
                <a:cs typeface="Times New Roman"/>
              </a:rPr>
              <a:t>g</a:t>
            </a:r>
            <a:r>
              <a:rPr lang="en-US" sz="2400">
                <a:latin typeface="Times New Roman"/>
                <a:cs typeface="Times New Roman"/>
              </a:rPr>
              <a:t>er</a:t>
            </a:r>
            <a:r>
              <a:rPr lang="en-US" sz="2400" spc="225">
                <a:latin typeface="Times New Roman"/>
                <a:cs typeface="Times New Roman"/>
              </a:rPr>
              <a:t> </a:t>
            </a:r>
            <a:r>
              <a:rPr sz="2400">
                <a:latin typeface="Times New Roman"/>
                <a:cs typeface="Times New Roman"/>
              </a:rPr>
              <a:t>i</a:t>
            </a:r>
            <a:r>
              <a:rPr sz="2400" spc="-5">
                <a:latin typeface="Times New Roman"/>
                <a:cs typeface="Times New Roman"/>
              </a:rPr>
              <a:t>s</a:t>
            </a:r>
            <a:r>
              <a:rPr sz="2400" spc="229">
                <a:latin typeface="Times New Roman"/>
                <a:cs typeface="Times New Roman"/>
              </a:rPr>
              <a:t> </a:t>
            </a:r>
            <a:r>
              <a:rPr sz="2400">
                <a:latin typeface="Times New Roman"/>
                <a:cs typeface="Times New Roman"/>
              </a:rPr>
              <a:t>signed,</a:t>
            </a:r>
            <a:r>
              <a:rPr sz="2400" spc="225">
                <a:latin typeface="Times New Roman"/>
                <a:cs typeface="Times New Roman"/>
              </a:rPr>
              <a:t> </a:t>
            </a:r>
            <a:r>
              <a:rPr sz="2400">
                <a:latin typeface="Times New Roman"/>
                <a:cs typeface="Times New Roman"/>
              </a:rPr>
              <a:t>one</a:t>
            </a:r>
            <a:r>
              <a:rPr sz="2400" spc="229">
                <a:latin typeface="Times New Roman"/>
                <a:cs typeface="Times New Roman"/>
              </a:rPr>
              <a:t> </a:t>
            </a:r>
            <a:r>
              <a:rPr sz="2400">
                <a:latin typeface="Times New Roman"/>
                <a:cs typeface="Times New Roman"/>
              </a:rPr>
              <a:t>b</a:t>
            </a:r>
            <a:r>
              <a:rPr sz="2400" spc="-10">
                <a:latin typeface="Times New Roman"/>
                <a:cs typeface="Times New Roman"/>
              </a:rPr>
              <a:t>i</a:t>
            </a:r>
            <a:r>
              <a:rPr sz="2400">
                <a:latin typeface="Times New Roman"/>
                <a:cs typeface="Times New Roman"/>
              </a:rPr>
              <a:t>t</a:t>
            </a:r>
            <a:r>
              <a:rPr sz="2400" spc="235">
                <a:latin typeface="Times New Roman"/>
                <a:cs typeface="Times New Roman"/>
              </a:rPr>
              <a:t> </a:t>
            </a:r>
            <a:r>
              <a:rPr sz="2400">
                <a:latin typeface="Times New Roman"/>
                <a:cs typeface="Times New Roman"/>
              </a:rPr>
              <a:t>i</a:t>
            </a:r>
            <a:r>
              <a:rPr sz="2400" spc="-5">
                <a:latin typeface="Times New Roman"/>
                <a:cs typeface="Times New Roman"/>
              </a:rPr>
              <a:t>s</a:t>
            </a:r>
            <a:r>
              <a:rPr sz="2400" spc="229">
                <a:latin typeface="Times New Roman"/>
                <a:cs typeface="Times New Roman"/>
              </a:rPr>
              <a:t> </a:t>
            </a:r>
            <a:r>
              <a:rPr sz="2400" spc="-5">
                <a:latin typeface="Times New Roman"/>
                <a:cs typeface="Times New Roman"/>
              </a:rPr>
              <a:t>u</a:t>
            </a:r>
            <a:r>
              <a:rPr sz="2400" spc="-15">
                <a:latin typeface="Times New Roman"/>
                <a:cs typeface="Times New Roman"/>
              </a:rPr>
              <a:t>s</a:t>
            </a:r>
            <a:r>
              <a:rPr sz="2400">
                <a:latin typeface="Times New Roman"/>
                <a:cs typeface="Times New Roman"/>
              </a:rPr>
              <a:t>ed</a:t>
            </a:r>
            <a:r>
              <a:rPr sz="2400" spc="229">
                <a:latin typeface="Times New Roman"/>
                <a:cs typeface="Times New Roman"/>
              </a:rPr>
              <a:t> </a:t>
            </a:r>
            <a:r>
              <a:rPr sz="2400">
                <a:latin typeface="Times New Roman"/>
                <a:cs typeface="Times New Roman"/>
              </a:rPr>
              <a:t>for</a:t>
            </a:r>
            <a:r>
              <a:rPr sz="2400" spc="225">
                <a:latin typeface="Times New Roman"/>
                <a:cs typeface="Times New Roman"/>
              </a:rPr>
              <a:t> </a:t>
            </a:r>
            <a:r>
              <a:rPr sz="2400">
                <a:latin typeface="Times New Roman"/>
                <a:cs typeface="Times New Roman"/>
              </a:rPr>
              <a:t>sign</a:t>
            </a:r>
            <a:r>
              <a:rPr sz="2400" spc="5">
                <a:latin typeface="Times New Roman"/>
                <a:cs typeface="Times New Roman"/>
              </a:rPr>
              <a:t>e</a:t>
            </a:r>
            <a:r>
              <a:rPr sz="2400">
                <a:latin typeface="Times New Roman"/>
                <a:cs typeface="Times New Roman"/>
              </a:rPr>
              <a:t>d(</a:t>
            </a:r>
            <a:r>
              <a:rPr sz="2400" spc="235">
                <a:latin typeface="Times New Roman"/>
                <a:cs typeface="Times New Roman"/>
              </a:rPr>
              <a:t> </a:t>
            </a:r>
            <a:r>
              <a:rPr sz="2400">
                <a:latin typeface="Times New Roman"/>
                <a:cs typeface="Times New Roman"/>
              </a:rPr>
              <a:t>0</a:t>
            </a:r>
            <a:r>
              <a:rPr sz="2400" spc="215">
                <a:latin typeface="Times New Roman"/>
                <a:cs typeface="Times New Roman"/>
              </a:rPr>
              <a:t> </a:t>
            </a:r>
            <a:r>
              <a:rPr sz="2400" spc="-15">
                <a:latin typeface="Times New Roman"/>
                <a:cs typeface="Times New Roman"/>
              </a:rPr>
              <a:t>i</a:t>
            </a:r>
            <a:r>
              <a:rPr sz="2400" spc="-5">
                <a:latin typeface="Times New Roman"/>
                <a:cs typeface="Times New Roman"/>
              </a:rPr>
              <a:t>s</a:t>
            </a:r>
            <a:r>
              <a:rPr sz="2400" spc="229">
                <a:latin typeface="Times New Roman"/>
                <a:cs typeface="Times New Roman"/>
              </a:rPr>
              <a:t> </a:t>
            </a:r>
            <a:r>
              <a:rPr sz="2400">
                <a:latin typeface="Times New Roman"/>
                <a:cs typeface="Times New Roman"/>
              </a:rPr>
              <a:t>plus,</a:t>
            </a:r>
            <a:r>
              <a:rPr sz="2400" spc="235">
                <a:latin typeface="Times New Roman"/>
                <a:cs typeface="Times New Roman"/>
              </a:rPr>
              <a:t> </a:t>
            </a:r>
            <a:r>
              <a:rPr sz="2400">
                <a:latin typeface="Times New Roman"/>
                <a:cs typeface="Times New Roman"/>
              </a:rPr>
              <a:t>1</a:t>
            </a:r>
            <a:r>
              <a:rPr sz="2400" spc="225">
                <a:latin typeface="Times New Roman"/>
                <a:cs typeface="Times New Roman"/>
              </a:rPr>
              <a:t> </a:t>
            </a:r>
            <a:r>
              <a:rPr sz="2400">
                <a:latin typeface="Times New Roman"/>
                <a:cs typeface="Times New Roman"/>
              </a:rPr>
              <a:t>is </a:t>
            </a:r>
            <a:r>
              <a:rPr sz="2400" spc="-25">
                <a:latin typeface="Times New Roman"/>
                <a:cs typeface="Times New Roman"/>
              </a:rPr>
              <a:t>m</a:t>
            </a:r>
            <a:r>
              <a:rPr sz="2400">
                <a:latin typeface="Times New Roman"/>
                <a:cs typeface="Times New Roman"/>
              </a:rPr>
              <a:t>inus</a:t>
            </a:r>
            <a:r>
              <a:rPr sz="2400" spc="5">
                <a:latin typeface="Times New Roman"/>
                <a:cs typeface="Times New Roman"/>
              </a:rPr>
              <a:t>)</a:t>
            </a:r>
            <a:r>
              <a:rPr sz="2400">
                <a:latin typeface="Times New Roman"/>
                <a:cs typeface="Times New Roman"/>
              </a:rPr>
              <a:t>.</a:t>
            </a:r>
            <a:r>
              <a:rPr lang="en-US" sz="2400">
                <a:latin typeface="Times New Roman"/>
                <a:cs typeface="Times New Roman"/>
              </a:rPr>
              <a:t> </a:t>
            </a:r>
            <a:r>
              <a:rPr sz="2400" spc="-145">
                <a:latin typeface="Times New Roman"/>
                <a:cs typeface="Times New Roman"/>
              </a:rPr>
              <a:t> </a:t>
            </a:r>
            <a:r>
              <a:rPr sz="2400" spc="-10">
                <a:latin typeface="Times New Roman"/>
                <a:cs typeface="Times New Roman"/>
              </a:rPr>
              <a:t>A</a:t>
            </a:r>
            <a:r>
              <a:rPr sz="2400">
                <a:latin typeface="Times New Roman"/>
                <a:cs typeface="Times New Roman"/>
              </a:rPr>
              <a:t>n</a:t>
            </a:r>
            <a:r>
              <a:rPr lang="en-US" sz="2400">
                <a:latin typeface="Times New Roman"/>
                <a:cs typeface="Times New Roman"/>
              </a:rPr>
              <a:t> </a:t>
            </a:r>
            <a:r>
              <a:rPr sz="2400" spc="-135">
                <a:latin typeface="Times New Roman"/>
                <a:cs typeface="Times New Roman"/>
              </a:rPr>
              <a:t> </a:t>
            </a:r>
            <a:r>
              <a:rPr sz="2400">
                <a:latin typeface="Times New Roman"/>
                <a:cs typeface="Times New Roman"/>
              </a:rPr>
              <a:t>unsigned</a:t>
            </a:r>
            <a:r>
              <a:rPr lang="en-US" sz="2400">
                <a:latin typeface="Times New Roman"/>
                <a:cs typeface="Times New Roman"/>
              </a:rPr>
              <a:t> </a:t>
            </a:r>
            <a:r>
              <a:rPr sz="2400" spc="-145">
                <a:latin typeface="Times New Roman"/>
                <a:cs typeface="Times New Roman"/>
              </a:rPr>
              <a:t> </a:t>
            </a:r>
            <a:r>
              <a:rPr sz="2400" spc="-10">
                <a:latin typeface="Times New Roman"/>
                <a:cs typeface="Times New Roman"/>
              </a:rPr>
              <a:t>i</a:t>
            </a:r>
            <a:r>
              <a:rPr sz="2400">
                <a:latin typeface="Times New Roman"/>
                <a:cs typeface="Times New Roman"/>
              </a:rPr>
              <a:t>nte</a:t>
            </a:r>
            <a:r>
              <a:rPr sz="2400" spc="-10">
                <a:latin typeface="Times New Roman"/>
                <a:cs typeface="Times New Roman"/>
              </a:rPr>
              <a:t>g</a:t>
            </a:r>
            <a:r>
              <a:rPr sz="2400">
                <a:latin typeface="Times New Roman"/>
                <a:cs typeface="Times New Roman"/>
              </a:rPr>
              <a:t>er</a:t>
            </a:r>
            <a:r>
              <a:rPr lang="en-US" sz="2400">
                <a:latin typeface="Times New Roman"/>
                <a:cs typeface="Times New Roman"/>
              </a:rPr>
              <a:t> </a:t>
            </a:r>
            <a:r>
              <a:rPr sz="2400" spc="-140">
                <a:latin typeface="Times New Roman"/>
                <a:cs typeface="Times New Roman"/>
              </a:rPr>
              <a:t> </a:t>
            </a:r>
            <a:r>
              <a:rPr sz="2400" spc="-10">
                <a:latin typeface="Times New Roman"/>
                <a:cs typeface="Times New Roman"/>
              </a:rPr>
              <a:t>c</a:t>
            </a:r>
            <a:r>
              <a:rPr sz="2400">
                <a:latin typeface="Times New Roman"/>
                <a:cs typeface="Times New Roman"/>
              </a:rPr>
              <a:t>an</a:t>
            </a:r>
            <a:r>
              <a:rPr lang="en-US" sz="2400">
                <a:latin typeface="Times New Roman"/>
                <a:cs typeface="Times New Roman"/>
              </a:rPr>
              <a:t> </a:t>
            </a:r>
            <a:r>
              <a:rPr sz="2400" spc="-145">
                <a:latin typeface="Times New Roman"/>
                <a:cs typeface="Times New Roman"/>
              </a:rPr>
              <a:t> </a:t>
            </a:r>
            <a:r>
              <a:rPr sz="2400">
                <a:latin typeface="Times New Roman"/>
                <a:cs typeface="Times New Roman"/>
              </a:rPr>
              <a:t>store</a:t>
            </a:r>
            <a:r>
              <a:rPr lang="en-US" sz="2400">
                <a:latin typeface="Times New Roman"/>
                <a:cs typeface="Times New Roman"/>
              </a:rPr>
              <a:t> </a:t>
            </a:r>
            <a:r>
              <a:rPr sz="2400" spc="-150">
                <a:latin typeface="Times New Roman"/>
                <a:cs typeface="Times New Roman"/>
              </a:rPr>
              <a:t> </a:t>
            </a:r>
            <a:r>
              <a:rPr sz="2400">
                <a:latin typeface="Times New Roman"/>
                <a:cs typeface="Times New Roman"/>
              </a:rPr>
              <a:t>a</a:t>
            </a:r>
            <a:r>
              <a:rPr lang="en-US" sz="2400">
                <a:latin typeface="Times New Roman"/>
                <a:cs typeface="Times New Roman"/>
              </a:rPr>
              <a:t> </a:t>
            </a:r>
            <a:r>
              <a:rPr sz="2400" spc="-145">
                <a:latin typeface="Times New Roman"/>
                <a:cs typeface="Times New Roman"/>
              </a:rPr>
              <a:t> </a:t>
            </a:r>
            <a:r>
              <a:rPr sz="2400">
                <a:latin typeface="Times New Roman"/>
                <a:cs typeface="Times New Roman"/>
              </a:rPr>
              <a:t>pos</a:t>
            </a:r>
            <a:r>
              <a:rPr sz="2400" spc="-10">
                <a:latin typeface="Times New Roman"/>
                <a:cs typeface="Times New Roman"/>
              </a:rPr>
              <a:t>it</a:t>
            </a:r>
            <a:r>
              <a:rPr sz="2400">
                <a:latin typeface="Times New Roman"/>
                <a:cs typeface="Times New Roman"/>
              </a:rPr>
              <a:t>ive</a:t>
            </a:r>
            <a:r>
              <a:rPr lang="en-US" sz="2400">
                <a:latin typeface="Times New Roman"/>
                <a:cs typeface="Times New Roman"/>
              </a:rPr>
              <a:t> </a:t>
            </a:r>
            <a:r>
              <a:rPr sz="2400" spc="-140">
                <a:latin typeface="Times New Roman"/>
                <a:cs typeface="Times New Roman"/>
              </a:rPr>
              <a:t> </a:t>
            </a:r>
            <a:r>
              <a:rPr sz="2400">
                <a:latin typeface="Times New Roman"/>
                <a:cs typeface="Times New Roman"/>
              </a:rPr>
              <a:t>nu</a:t>
            </a:r>
            <a:r>
              <a:rPr sz="2400" spc="-25">
                <a:latin typeface="Times New Roman"/>
                <a:cs typeface="Times New Roman"/>
              </a:rPr>
              <a:t>m</a:t>
            </a:r>
            <a:r>
              <a:rPr sz="2400">
                <a:latin typeface="Times New Roman"/>
                <a:cs typeface="Times New Roman"/>
              </a:rPr>
              <a:t>ber th</a:t>
            </a:r>
            <a:r>
              <a:rPr sz="2400" spc="5">
                <a:latin typeface="Times New Roman"/>
                <a:cs typeface="Times New Roman"/>
              </a:rPr>
              <a:t>a</a:t>
            </a:r>
            <a:r>
              <a:rPr sz="2400">
                <a:latin typeface="Times New Roman"/>
                <a:cs typeface="Times New Roman"/>
              </a:rPr>
              <a:t>t</a:t>
            </a:r>
            <a:r>
              <a:rPr sz="2400" spc="-30">
                <a:latin typeface="Times New Roman"/>
                <a:cs typeface="Times New Roman"/>
              </a:rPr>
              <a:t> </a:t>
            </a:r>
            <a:r>
              <a:rPr sz="2400">
                <a:latin typeface="Times New Roman"/>
                <a:cs typeface="Times New Roman"/>
              </a:rPr>
              <a:t>i</a:t>
            </a:r>
            <a:r>
              <a:rPr sz="2400" spc="-5">
                <a:latin typeface="Times New Roman"/>
                <a:cs typeface="Times New Roman"/>
              </a:rPr>
              <a:t>s</a:t>
            </a:r>
            <a:r>
              <a:rPr sz="2400" spc="-10">
                <a:latin typeface="Times New Roman"/>
                <a:cs typeface="Times New Roman"/>
              </a:rPr>
              <a:t> </a:t>
            </a:r>
            <a:r>
              <a:rPr sz="2400">
                <a:latin typeface="Times New Roman"/>
                <a:cs typeface="Times New Roman"/>
              </a:rPr>
              <a:t>twi</a:t>
            </a:r>
            <a:r>
              <a:rPr sz="2400" spc="5">
                <a:latin typeface="Times New Roman"/>
                <a:cs typeface="Times New Roman"/>
              </a:rPr>
              <a:t>c</a:t>
            </a:r>
            <a:r>
              <a:rPr sz="2400">
                <a:latin typeface="Times New Roman"/>
                <a:cs typeface="Times New Roman"/>
              </a:rPr>
              <a:t>e</a:t>
            </a:r>
            <a:r>
              <a:rPr sz="2400" spc="-5">
                <a:latin typeface="Times New Roman"/>
                <a:cs typeface="Times New Roman"/>
              </a:rPr>
              <a:t> as</a:t>
            </a:r>
            <a:r>
              <a:rPr sz="2400" spc="-10">
                <a:latin typeface="Times New Roman"/>
                <a:cs typeface="Times New Roman"/>
              </a:rPr>
              <a:t> </a:t>
            </a:r>
            <a:r>
              <a:rPr sz="2400">
                <a:latin typeface="Times New Roman"/>
                <a:cs typeface="Times New Roman"/>
              </a:rPr>
              <a:t>l</a:t>
            </a:r>
            <a:r>
              <a:rPr sz="2400" spc="5">
                <a:latin typeface="Times New Roman"/>
                <a:cs typeface="Times New Roman"/>
              </a:rPr>
              <a:t>a</a:t>
            </a:r>
            <a:r>
              <a:rPr sz="2400" spc="-45">
                <a:latin typeface="Times New Roman"/>
                <a:cs typeface="Times New Roman"/>
              </a:rPr>
              <a:t>r</a:t>
            </a:r>
            <a:r>
              <a:rPr sz="2400">
                <a:latin typeface="Times New Roman"/>
                <a:cs typeface="Times New Roman"/>
              </a:rPr>
              <a:t>ge</a:t>
            </a:r>
            <a:r>
              <a:rPr sz="2400" spc="-10">
                <a:latin typeface="Times New Roman"/>
                <a:cs typeface="Times New Roman"/>
              </a:rPr>
              <a:t> </a:t>
            </a:r>
            <a:r>
              <a:rPr sz="2400" spc="-5">
                <a:latin typeface="Times New Roman"/>
                <a:cs typeface="Times New Roman"/>
              </a:rPr>
              <a:t>as</a:t>
            </a:r>
            <a:r>
              <a:rPr sz="2400" spc="-10">
                <a:latin typeface="Times New Roman"/>
                <a:cs typeface="Times New Roman"/>
              </a:rPr>
              <a:t> </a:t>
            </a:r>
            <a:r>
              <a:rPr sz="2400">
                <a:latin typeface="Times New Roman"/>
                <a:cs typeface="Times New Roman"/>
              </a:rPr>
              <a:t>the</a:t>
            </a:r>
            <a:r>
              <a:rPr sz="2400" spc="-5">
                <a:latin typeface="Times New Roman"/>
                <a:cs typeface="Times New Roman"/>
              </a:rPr>
              <a:t> </a:t>
            </a:r>
            <a:r>
              <a:rPr sz="2400">
                <a:latin typeface="Times New Roman"/>
                <a:cs typeface="Times New Roman"/>
              </a:rPr>
              <a:t>sign</a:t>
            </a:r>
            <a:r>
              <a:rPr sz="2400" spc="5">
                <a:latin typeface="Times New Roman"/>
                <a:cs typeface="Times New Roman"/>
              </a:rPr>
              <a:t>e</a:t>
            </a:r>
            <a:r>
              <a:rPr sz="2400">
                <a:latin typeface="Times New Roman"/>
                <a:cs typeface="Times New Roman"/>
              </a:rPr>
              <a:t>d</a:t>
            </a:r>
            <a:r>
              <a:rPr sz="2400" spc="-10">
                <a:latin typeface="Times New Roman"/>
                <a:cs typeface="Times New Roman"/>
              </a:rPr>
              <a:t> </a:t>
            </a:r>
            <a:r>
              <a:rPr sz="2400">
                <a:latin typeface="Times New Roman"/>
                <a:cs typeface="Times New Roman"/>
              </a:rPr>
              <a:t>in</a:t>
            </a:r>
            <a:r>
              <a:rPr sz="2400" spc="5">
                <a:latin typeface="Times New Roman"/>
                <a:cs typeface="Times New Roman"/>
              </a:rPr>
              <a:t>t</a:t>
            </a:r>
            <a:r>
              <a:rPr sz="2400">
                <a:latin typeface="Times New Roman"/>
                <a:cs typeface="Times New Roman"/>
              </a:rPr>
              <a:t>eger</a:t>
            </a:r>
            <a:r>
              <a:rPr sz="2400" spc="-25">
                <a:latin typeface="Times New Roman"/>
                <a:cs typeface="Times New Roman"/>
              </a:rPr>
              <a:t> </a:t>
            </a:r>
            <a:r>
              <a:rPr sz="2400">
                <a:latin typeface="Times New Roman"/>
                <a:cs typeface="Times New Roman"/>
              </a:rPr>
              <a:t>of the</a:t>
            </a:r>
            <a:r>
              <a:rPr sz="2400" spc="-20">
                <a:latin typeface="Times New Roman"/>
                <a:cs typeface="Times New Roman"/>
              </a:rPr>
              <a:t> </a:t>
            </a:r>
            <a:r>
              <a:rPr sz="2400">
                <a:latin typeface="Times New Roman"/>
                <a:cs typeface="Times New Roman"/>
              </a:rPr>
              <a:t>sa</a:t>
            </a:r>
            <a:r>
              <a:rPr sz="2400" spc="-15">
                <a:latin typeface="Times New Roman"/>
                <a:cs typeface="Times New Roman"/>
              </a:rPr>
              <a:t>m</a:t>
            </a:r>
            <a:r>
              <a:rPr sz="2400">
                <a:latin typeface="Times New Roman"/>
                <a:cs typeface="Times New Roman"/>
              </a:rPr>
              <a:t>e</a:t>
            </a:r>
            <a:r>
              <a:rPr sz="2400" spc="15">
                <a:latin typeface="Times New Roman"/>
                <a:cs typeface="Times New Roman"/>
              </a:rPr>
              <a:t> </a:t>
            </a:r>
            <a:r>
              <a:rPr sz="2400" spc="-5">
                <a:latin typeface="Times New Roman"/>
                <a:cs typeface="Times New Roman"/>
              </a:rPr>
              <a:t>si</a:t>
            </a:r>
            <a:r>
              <a:rPr sz="2400">
                <a:latin typeface="Times New Roman"/>
                <a:cs typeface="Times New Roman"/>
              </a:rPr>
              <a:t>z</a:t>
            </a:r>
            <a:r>
              <a:rPr sz="2400" spc="5">
                <a:latin typeface="Times New Roman"/>
                <a:cs typeface="Times New Roman"/>
              </a:rPr>
              <a:t>e</a:t>
            </a:r>
            <a:r>
              <a:rPr sz="2400">
                <a:latin typeface="Times New Roman"/>
                <a:cs typeface="Times New Roman"/>
              </a:rPr>
              <a:t>.</a:t>
            </a:r>
          </a:p>
        </p:txBody>
      </p:sp>
      <p:sp>
        <p:nvSpPr>
          <p:cNvPr id="6" name="object 6"/>
          <p:cNvSpPr txBox="1"/>
          <p:nvPr/>
        </p:nvSpPr>
        <p:spPr>
          <a:xfrm>
            <a:off x="4192270" y="6241491"/>
            <a:ext cx="2249170" cy="391160"/>
          </a:xfrm>
          <a:prstGeom prst="rect">
            <a:avLst/>
          </a:prstGeom>
        </p:spPr>
        <p:txBody>
          <a:bodyPr vert="horz" wrap="square" lIns="0" tIns="12700" rIns="0" bIns="0" rtlCol="0">
            <a:spAutoFit/>
          </a:bodyPr>
          <a:lstStyle/>
          <a:p>
            <a:pPr marL="12700">
              <a:spcBef>
                <a:spcPts val="100"/>
              </a:spcBef>
            </a:pPr>
            <a:r>
              <a:rPr sz="2400">
                <a:latin typeface="Times New Roman"/>
                <a:cs typeface="Times New Roman"/>
              </a:rPr>
              <a:t>Fig:</a:t>
            </a:r>
            <a:r>
              <a:rPr sz="2400" spc="-25">
                <a:latin typeface="Times New Roman"/>
                <a:cs typeface="Times New Roman"/>
              </a:rPr>
              <a:t> </a:t>
            </a:r>
            <a:r>
              <a:rPr sz="2400">
                <a:latin typeface="Times New Roman"/>
                <a:cs typeface="Times New Roman"/>
              </a:rPr>
              <a:t>Integer</a:t>
            </a:r>
            <a:r>
              <a:rPr sz="2400" spc="-70">
                <a:latin typeface="Times New Roman"/>
                <a:cs typeface="Times New Roman"/>
              </a:rPr>
              <a:t> </a:t>
            </a:r>
            <a:r>
              <a:rPr sz="2400" spc="-25">
                <a:latin typeface="Times New Roman"/>
                <a:cs typeface="Times New Roman"/>
              </a:rPr>
              <a:t>Types</a:t>
            </a:r>
            <a:endParaRPr sz="2400">
              <a:latin typeface="Times New Roman"/>
              <a:cs typeface="Times New Roman"/>
            </a:endParaRPr>
          </a:p>
        </p:txBody>
      </p:sp>
      <p:pic>
        <p:nvPicPr>
          <p:cNvPr id="7" name="object 7"/>
          <p:cNvPicPr/>
          <p:nvPr/>
        </p:nvPicPr>
        <p:blipFill>
          <a:blip r:embed="rId2" cstate="print"/>
          <a:stretch>
            <a:fillRect/>
          </a:stretch>
        </p:blipFill>
        <p:spPr>
          <a:xfrm>
            <a:off x="1524000" y="4203717"/>
            <a:ext cx="9130216" cy="2120882"/>
          </a:xfrm>
          <a:prstGeom prst="rect">
            <a:avLst/>
          </a:prstGeom>
        </p:spPr>
      </p:pic>
      <p:sp>
        <p:nvSpPr>
          <p:cNvPr id="8" name="object 8"/>
          <p:cNvSpPr/>
          <p:nvPr/>
        </p:nvSpPr>
        <p:spPr>
          <a:xfrm>
            <a:off x="4114800" y="1752664"/>
            <a:ext cx="6553200" cy="370205"/>
          </a:xfrm>
          <a:custGeom>
            <a:avLst/>
            <a:gdLst/>
            <a:ahLst/>
            <a:cxnLst/>
            <a:rect l="l" t="t" r="r" b="b"/>
            <a:pathLst>
              <a:path w="6553200" h="370205">
                <a:moveTo>
                  <a:pt x="6553200" y="0"/>
                </a:moveTo>
                <a:lnTo>
                  <a:pt x="0" y="0"/>
                </a:lnTo>
                <a:lnTo>
                  <a:pt x="0" y="369887"/>
                </a:lnTo>
                <a:lnTo>
                  <a:pt x="6553200" y="369887"/>
                </a:lnTo>
                <a:lnTo>
                  <a:pt x="6553200" y="0"/>
                </a:lnTo>
                <a:close/>
              </a:path>
            </a:pathLst>
          </a:custGeom>
          <a:solidFill>
            <a:srgbClr val="99FF33"/>
          </a:solidFill>
        </p:spPr>
        <p:txBody>
          <a:bodyPr wrap="square" lIns="0" tIns="0" rIns="0" bIns="0" rtlCol="0"/>
          <a:lstStyle/>
          <a:p>
            <a:endParaRPr/>
          </a:p>
        </p:txBody>
      </p:sp>
      <p:sp>
        <p:nvSpPr>
          <p:cNvPr id="9" name="object 9"/>
          <p:cNvSpPr txBox="1"/>
          <p:nvPr/>
        </p:nvSpPr>
        <p:spPr>
          <a:xfrm>
            <a:off x="4341114" y="1770634"/>
            <a:ext cx="6099810" cy="299720"/>
          </a:xfrm>
          <a:prstGeom prst="rect">
            <a:avLst/>
          </a:prstGeom>
        </p:spPr>
        <p:txBody>
          <a:bodyPr vert="horz" wrap="square" lIns="0" tIns="12700" rIns="0" bIns="0" rtlCol="0">
            <a:spAutoFit/>
          </a:bodyPr>
          <a:lstStyle/>
          <a:p>
            <a:pPr marL="12700">
              <a:spcBef>
                <a:spcPts val="100"/>
              </a:spcBef>
            </a:pPr>
            <a:r>
              <a:rPr>
                <a:latin typeface="Constantia"/>
                <a:cs typeface="Constantia"/>
              </a:rPr>
              <a:t>sizeof</a:t>
            </a:r>
            <a:r>
              <a:rPr spc="20">
                <a:latin typeface="Constantia"/>
                <a:cs typeface="Constantia"/>
              </a:rPr>
              <a:t> </a:t>
            </a:r>
            <a:r>
              <a:rPr>
                <a:latin typeface="Constantia"/>
                <a:cs typeface="Constantia"/>
              </a:rPr>
              <a:t>(short)</a:t>
            </a:r>
            <a:r>
              <a:rPr spc="-15">
                <a:latin typeface="Constantia"/>
                <a:cs typeface="Constantia"/>
              </a:rPr>
              <a:t> </a:t>
            </a:r>
            <a:r>
              <a:rPr>
                <a:latin typeface="Constantia"/>
                <a:cs typeface="Constantia"/>
              </a:rPr>
              <a:t>≤</a:t>
            </a:r>
            <a:r>
              <a:rPr spc="-65">
                <a:latin typeface="Constantia"/>
                <a:cs typeface="Constantia"/>
              </a:rPr>
              <a:t> </a:t>
            </a:r>
            <a:r>
              <a:rPr>
                <a:latin typeface="Constantia"/>
                <a:cs typeface="Constantia"/>
              </a:rPr>
              <a:t>sizeof</a:t>
            </a:r>
            <a:r>
              <a:rPr spc="45">
                <a:latin typeface="Constantia"/>
                <a:cs typeface="Constantia"/>
              </a:rPr>
              <a:t> </a:t>
            </a:r>
            <a:r>
              <a:rPr>
                <a:latin typeface="Constantia"/>
                <a:cs typeface="Constantia"/>
              </a:rPr>
              <a:t>(int)</a:t>
            </a:r>
            <a:r>
              <a:rPr spc="-5">
                <a:latin typeface="Constantia"/>
                <a:cs typeface="Constantia"/>
              </a:rPr>
              <a:t> </a:t>
            </a:r>
            <a:r>
              <a:rPr>
                <a:latin typeface="Constantia"/>
                <a:cs typeface="Constantia"/>
              </a:rPr>
              <a:t>≤</a:t>
            </a:r>
            <a:r>
              <a:rPr spc="-50">
                <a:latin typeface="Constantia"/>
                <a:cs typeface="Constantia"/>
              </a:rPr>
              <a:t> </a:t>
            </a:r>
            <a:r>
              <a:rPr>
                <a:latin typeface="Constantia"/>
                <a:cs typeface="Constantia"/>
              </a:rPr>
              <a:t>sizeof</a:t>
            </a:r>
            <a:r>
              <a:rPr spc="25">
                <a:latin typeface="Constantia"/>
                <a:cs typeface="Constantia"/>
              </a:rPr>
              <a:t> </a:t>
            </a:r>
            <a:r>
              <a:rPr>
                <a:latin typeface="Constantia"/>
                <a:cs typeface="Constantia"/>
              </a:rPr>
              <a:t>(long)</a:t>
            </a:r>
            <a:r>
              <a:rPr spc="-5">
                <a:latin typeface="Constantia"/>
                <a:cs typeface="Constantia"/>
              </a:rPr>
              <a:t> </a:t>
            </a:r>
            <a:r>
              <a:rPr>
                <a:latin typeface="Constantia"/>
                <a:cs typeface="Constantia"/>
              </a:rPr>
              <a:t>≤</a:t>
            </a:r>
            <a:r>
              <a:rPr spc="-50">
                <a:latin typeface="Constantia"/>
                <a:cs typeface="Constantia"/>
              </a:rPr>
              <a:t> </a:t>
            </a:r>
            <a:r>
              <a:rPr>
                <a:latin typeface="Constantia"/>
                <a:cs typeface="Constantia"/>
              </a:rPr>
              <a:t>sizeof</a:t>
            </a:r>
            <a:r>
              <a:rPr spc="25">
                <a:latin typeface="Constantia"/>
                <a:cs typeface="Constantia"/>
              </a:rPr>
              <a:t> </a:t>
            </a:r>
            <a:r>
              <a:rPr>
                <a:latin typeface="Constantia"/>
                <a:cs typeface="Constantia"/>
              </a:rPr>
              <a:t>(long</a:t>
            </a:r>
            <a:r>
              <a:rPr spc="-5">
                <a:latin typeface="Constantia"/>
                <a:cs typeface="Constantia"/>
              </a:rPr>
              <a:t> </a:t>
            </a:r>
            <a:r>
              <a:rPr spc="-10">
                <a:latin typeface="Constantia"/>
                <a:cs typeface="Constantia"/>
              </a:rPr>
              <a:t>long)</a:t>
            </a:r>
            <a:endParaRPr>
              <a:latin typeface="Constantia"/>
              <a:cs typeface="Constantia"/>
            </a:endParaRPr>
          </a:p>
        </p:txBody>
      </p:sp>
    </p:spTree>
    <p:extLst>
      <p:ext uri="{BB962C8B-B14F-4D97-AF65-F5344CB8AC3E}">
        <p14:creationId xmlns:p14="http://schemas.microsoft.com/office/powerpoint/2010/main" val="10035500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739" y="0"/>
            <a:ext cx="3064510" cy="482600"/>
          </a:xfrm>
          <a:prstGeom prst="rect">
            <a:avLst/>
          </a:prstGeom>
        </p:spPr>
        <p:txBody>
          <a:bodyPr vert="horz" wrap="square" lIns="0" tIns="12700" rIns="0" bIns="0" rtlCol="0" anchor="ctr">
            <a:spAutoFit/>
          </a:bodyPr>
          <a:lstStyle/>
          <a:p>
            <a:pPr marL="12700">
              <a:lnSpc>
                <a:spcPct val="100000"/>
              </a:lnSpc>
              <a:spcBef>
                <a:spcPts val="100"/>
              </a:spcBef>
            </a:pPr>
            <a:r>
              <a:rPr sz="3000" spc="-15"/>
              <a:t>Floating-</a:t>
            </a:r>
            <a:r>
              <a:rPr sz="3000"/>
              <a:t>point</a:t>
            </a:r>
            <a:r>
              <a:rPr sz="3000" spc="-40"/>
              <a:t> </a:t>
            </a:r>
            <a:r>
              <a:rPr sz="3000" spc="-20"/>
              <a:t>type:</a:t>
            </a:r>
            <a:endParaRPr sz="3000"/>
          </a:p>
        </p:txBody>
      </p:sp>
      <p:sp>
        <p:nvSpPr>
          <p:cNvPr id="3" name="object 3"/>
          <p:cNvSpPr txBox="1"/>
          <p:nvPr/>
        </p:nvSpPr>
        <p:spPr>
          <a:xfrm>
            <a:off x="1602739" y="842519"/>
            <a:ext cx="8987790" cy="1906905"/>
          </a:xfrm>
          <a:prstGeom prst="rect">
            <a:avLst/>
          </a:prstGeom>
        </p:spPr>
        <p:txBody>
          <a:bodyPr vert="horz" wrap="square" lIns="0" tIns="13335" rIns="0" bIns="0" rtlCol="0">
            <a:spAutoFit/>
          </a:bodyPr>
          <a:lstStyle/>
          <a:p>
            <a:pPr marL="12700">
              <a:spcBef>
                <a:spcPts val="105"/>
              </a:spcBef>
            </a:pPr>
            <a:r>
              <a:rPr sz="3200" spc="-20">
                <a:solidFill>
                  <a:srgbClr val="C00000"/>
                </a:solidFill>
                <a:latin typeface="Times New Roman"/>
                <a:cs typeface="Times New Roman"/>
              </a:rPr>
              <a:t>Real</a:t>
            </a:r>
            <a:endParaRPr sz="3200">
              <a:latin typeface="Times New Roman"/>
              <a:cs typeface="Times New Roman"/>
            </a:endParaRPr>
          </a:p>
          <a:p>
            <a:pPr marL="1612900" marR="5080" indent="-228600">
              <a:lnSpc>
                <a:spcPct val="80000"/>
              </a:lnSpc>
              <a:spcBef>
                <a:spcPts val="595"/>
              </a:spcBef>
              <a:buFont typeface="Arial"/>
              <a:buChar char="–"/>
              <a:tabLst>
                <a:tab pos="1613535" algn="l"/>
                <a:tab pos="2710180" algn="l"/>
                <a:tab pos="3414395" algn="l"/>
                <a:tab pos="4255770" algn="l"/>
                <a:tab pos="5211445" algn="l"/>
                <a:tab pos="5847080" algn="l"/>
                <a:tab pos="6993255" algn="l"/>
                <a:tab pos="7425055" algn="l"/>
                <a:tab pos="8534400" algn="l"/>
              </a:tabLst>
            </a:pPr>
            <a:r>
              <a:rPr sz="2400" spc="-20">
                <a:latin typeface="Times New Roman"/>
                <a:cs typeface="Times New Roman"/>
              </a:rPr>
              <a:t>Real</a:t>
            </a:r>
            <a:r>
              <a:rPr sz="2400">
                <a:latin typeface="Times New Roman"/>
                <a:cs typeface="Times New Roman"/>
              </a:rPr>
              <a:t>	</a:t>
            </a:r>
            <a:r>
              <a:rPr sz="2400" spc="-20">
                <a:latin typeface="Times New Roman"/>
                <a:cs typeface="Times New Roman"/>
              </a:rPr>
              <a:t>type</a:t>
            </a:r>
            <a:r>
              <a:rPr sz="2400">
                <a:latin typeface="Times New Roman"/>
                <a:cs typeface="Times New Roman"/>
              </a:rPr>
              <a:t>	</a:t>
            </a:r>
            <a:r>
              <a:rPr sz="2400" spc="-10">
                <a:latin typeface="Times New Roman"/>
                <a:cs typeface="Times New Roman"/>
              </a:rPr>
              <a:t>holds</a:t>
            </a:r>
            <a:r>
              <a:rPr sz="2400">
                <a:latin typeface="Times New Roman"/>
                <a:cs typeface="Times New Roman"/>
              </a:rPr>
              <a:t>	</a:t>
            </a:r>
            <a:r>
              <a:rPr sz="2400" spc="-10">
                <a:latin typeface="Times New Roman"/>
                <a:cs typeface="Times New Roman"/>
              </a:rPr>
              <a:t>values</a:t>
            </a:r>
            <a:r>
              <a:rPr sz="2400">
                <a:latin typeface="Times New Roman"/>
                <a:cs typeface="Times New Roman"/>
              </a:rPr>
              <a:t>	</a:t>
            </a:r>
            <a:r>
              <a:rPr sz="2400" spc="-20">
                <a:latin typeface="Times New Roman"/>
                <a:cs typeface="Times New Roman"/>
              </a:rPr>
              <a:t>that</a:t>
            </a:r>
            <a:r>
              <a:rPr sz="2400">
                <a:latin typeface="Times New Roman"/>
                <a:cs typeface="Times New Roman"/>
              </a:rPr>
              <a:t>	</a:t>
            </a:r>
            <a:r>
              <a:rPr sz="2400" spc="-10">
                <a:latin typeface="Times New Roman"/>
                <a:cs typeface="Times New Roman"/>
              </a:rPr>
              <a:t>consists</a:t>
            </a:r>
            <a:r>
              <a:rPr sz="2400">
                <a:latin typeface="Times New Roman"/>
                <a:cs typeface="Times New Roman"/>
              </a:rPr>
              <a:t>	</a:t>
            </a:r>
            <a:r>
              <a:rPr sz="2400" spc="-25">
                <a:latin typeface="Times New Roman"/>
                <a:cs typeface="Times New Roman"/>
              </a:rPr>
              <a:t>of</a:t>
            </a:r>
            <a:r>
              <a:rPr sz="2400">
                <a:latin typeface="Times New Roman"/>
                <a:cs typeface="Times New Roman"/>
              </a:rPr>
              <a:t>	</a:t>
            </a:r>
            <a:r>
              <a:rPr sz="2400" spc="-10">
                <a:latin typeface="Times New Roman"/>
                <a:cs typeface="Times New Roman"/>
              </a:rPr>
              <a:t>integral</a:t>
            </a:r>
            <a:r>
              <a:rPr sz="2400">
                <a:latin typeface="Times New Roman"/>
                <a:cs typeface="Times New Roman"/>
              </a:rPr>
              <a:t>	</a:t>
            </a:r>
            <a:r>
              <a:rPr sz="2400" spc="-25">
                <a:latin typeface="Times New Roman"/>
                <a:cs typeface="Times New Roman"/>
              </a:rPr>
              <a:t>and </a:t>
            </a:r>
            <a:r>
              <a:rPr sz="2400">
                <a:latin typeface="Times New Roman"/>
                <a:cs typeface="Times New Roman"/>
              </a:rPr>
              <a:t>fractional</a:t>
            </a:r>
            <a:r>
              <a:rPr sz="2400" spc="-30">
                <a:latin typeface="Times New Roman"/>
                <a:cs typeface="Times New Roman"/>
              </a:rPr>
              <a:t> </a:t>
            </a:r>
            <a:r>
              <a:rPr sz="2400" spc="-10">
                <a:latin typeface="Times New Roman"/>
                <a:cs typeface="Times New Roman"/>
              </a:rPr>
              <a:t>part.</a:t>
            </a:r>
            <a:endParaRPr sz="2400">
              <a:latin typeface="Times New Roman"/>
              <a:cs typeface="Times New Roman"/>
            </a:endParaRPr>
          </a:p>
          <a:p>
            <a:pPr marL="1612900" indent="-229235">
              <a:buFont typeface="Arial"/>
              <a:buChar char="–"/>
              <a:tabLst>
                <a:tab pos="1613535" algn="l"/>
                <a:tab pos="3033395" algn="l"/>
                <a:tab pos="3829050" algn="l"/>
              </a:tabLst>
            </a:pPr>
            <a:r>
              <a:rPr sz="2400">
                <a:latin typeface="Times New Roman"/>
                <a:cs typeface="Times New Roman"/>
              </a:rPr>
              <a:t>C</a:t>
            </a:r>
            <a:r>
              <a:rPr sz="2400" spc="-20">
                <a:latin typeface="Times New Roman"/>
                <a:cs typeface="Times New Roman"/>
              </a:rPr>
              <a:t> </a:t>
            </a:r>
            <a:r>
              <a:rPr sz="2400" spc="-10">
                <a:latin typeface="Times New Roman"/>
                <a:cs typeface="Times New Roman"/>
              </a:rPr>
              <a:t>support</a:t>
            </a:r>
            <a:r>
              <a:rPr sz="2400">
                <a:latin typeface="Times New Roman"/>
                <a:cs typeface="Times New Roman"/>
              </a:rPr>
              <a:t>	</a:t>
            </a:r>
            <a:r>
              <a:rPr sz="2400" spc="-10">
                <a:latin typeface="Times New Roman"/>
                <a:cs typeface="Times New Roman"/>
              </a:rPr>
              <a:t>types</a:t>
            </a:r>
            <a:r>
              <a:rPr sz="2400">
                <a:latin typeface="Times New Roman"/>
                <a:cs typeface="Times New Roman"/>
              </a:rPr>
              <a:t>	float</a:t>
            </a:r>
            <a:r>
              <a:rPr sz="2400" spc="-10">
                <a:latin typeface="Times New Roman"/>
                <a:cs typeface="Times New Roman"/>
              </a:rPr>
              <a:t> </a:t>
            </a:r>
            <a:r>
              <a:rPr sz="2400">
                <a:latin typeface="Times New Roman"/>
                <a:cs typeface="Times New Roman"/>
              </a:rPr>
              <a:t>and</a:t>
            </a:r>
            <a:r>
              <a:rPr sz="2400" spc="-20">
                <a:latin typeface="Times New Roman"/>
                <a:cs typeface="Times New Roman"/>
              </a:rPr>
              <a:t> </a:t>
            </a:r>
            <a:r>
              <a:rPr sz="2400" spc="-10">
                <a:latin typeface="Times New Roman"/>
                <a:cs typeface="Times New Roman"/>
              </a:rPr>
              <a:t>double.</a:t>
            </a:r>
            <a:endParaRPr sz="2400">
              <a:latin typeface="Times New Roman"/>
              <a:cs typeface="Times New Roman"/>
            </a:endParaRPr>
          </a:p>
          <a:p>
            <a:pPr marL="1612900" indent="-229235">
              <a:buFont typeface="Arial"/>
              <a:buChar char="–"/>
              <a:tabLst>
                <a:tab pos="1613535" algn="l"/>
              </a:tabLst>
            </a:pPr>
            <a:r>
              <a:rPr sz="2400">
                <a:latin typeface="Times New Roman"/>
                <a:cs typeface="Times New Roman"/>
              </a:rPr>
              <a:t>Real</a:t>
            </a:r>
            <a:r>
              <a:rPr sz="2400" spc="-35">
                <a:latin typeface="Times New Roman"/>
                <a:cs typeface="Times New Roman"/>
              </a:rPr>
              <a:t> </a:t>
            </a:r>
            <a:r>
              <a:rPr sz="2400">
                <a:latin typeface="Times New Roman"/>
                <a:cs typeface="Times New Roman"/>
              </a:rPr>
              <a:t>type</a:t>
            </a:r>
            <a:r>
              <a:rPr sz="2400" spc="-30">
                <a:latin typeface="Times New Roman"/>
                <a:cs typeface="Times New Roman"/>
              </a:rPr>
              <a:t> </a:t>
            </a:r>
            <a:r>
              <a:rPr sz="2400">
                <a:latin typeface="Times New Roman"/>
                <a:cs typeface="Times New Roman"/>
              </a:rPr>
              <a:t>values</a:t>
            </a:r>
            <a:r>
              <a:rPr sz="2400" spc="-20">
                <a:latin typeface="Times New Roman"/>
                <a:cs typeface="Times New Roman"/>
              </a:rPr>
              <a:t> </a:t>
            </a:r>
            <a:r>
              <a:rPr sz="2400">
                <a:latin typeface="Times New Roman"/>
                <a:cs typeface="Times New Roman"/>
              </a:rPr>
              <a:t>are</a:t>
            </a:r>
            <a:r>
              <a:rPr sz="2400" spc="-25">
                <a:latin typeface="Times New Roman"/>
                <a:cs typeface="Times New Roman"/>
              </a:rPr>
              <a:t> </a:t>
            </a:r>
            <a:r>
              <a:rPr sz="2400">
                <a:latin typeface="Times New Roman"/>
                <a:cs typeface="Times New Roman"/>
              </a:rPr>
              <a:t>always</a:t>
            </a:r>
            <a:r>
              <a:rPr sz="2400" spc="-25">
                <a:latin typeface="Times New Roman"/>
                <a:cs typeface="Times New Roman"/>
              </a:rPr>
              <a:t> </a:t>
            </a:r>
            <a:r>
              <a:rPr sz="2400" spc="-10">
                <a:latin typeface="Times New Roman"/>
                <a:cs typeface="Times New Roman"/>
              </a:rPr>
              <a:t>signed.</a:t>
            </a:r>
            <a:endParaRPr sz="2400">
              <a:latin typeface="Times New Roman"/>
              <a:cs typeface="Times New Roman"/>
            </a:endParaRPr>
          </a:p>
        </p:txBody>
      </p:sp>
      <p:pic>
        <p:nvPicPr>
          <p:cNvPr id="4" name="object 4"/>
          <p:cNvPicPr/>
          <p:nvPr/>
        </p:nvPicPr>
        <p:blipFill>
          <a:blip r:embed="rId2" cstate="print"/>
          <a:stretch>
            <a:fillRect/>
          </a:stretch>
        </p:blipFill>
        <p:spPr>
          <a:xfrm>
            <a:off x="3120294" y="3017785"/>
            <a:ext cx="6144062" cy="2194028"/>
          </a:xfrm>
          <a:prstGeom prst="rect">
            <a:avLst/>
          </a:prstGeom>
        </p:spPr>
      </p:pic>
      <p:sp>
        <p:nvSpPr>
          <p:cNvPr id="5" name="object 5"/>
          <p:cNvSpPr/>
          <p:nvPr/>
        </p:nvSpPr>
        <p:spPr>
          <a:xfrm>
            <a:off x="1524000" y="6172201"/>
            <a:ext cx="9144000" cy="370205"/>
          </a:xfrm>
          <a:custGeom>
            <a:avLst/>
            <a:gdLst/>
            <a:ahLst/>
            <a:cxnLst/>
            <a:rect l="l" t="t" r="r" b="b"/>
            <a:pathLst>
              <a:path w="9144000" h="370204">
                <a:moveTo>
                  <a:pt x="9144000" y="0"/>
                </a:moveTo>
                <a:lnTo>
                  <a:pt x="0" y="0"/>
                </a:lnTo>
                <a:lnTo>
                  <a:pt x="0" y="369887"/>
                </a:lnTo>
                <a:lnTo>
                  <a:pt x="9144000" y="369887"/>
                </a:lnTo>
                <a:lnTo>
                  <a:pt x="9144000" y="0"/>
                </a:lnTo>
                <a:close/>
              </a:path>
            </a:pathLst>
          </a:custGeom>
          <a:solidFill>
            <a:srgbClr val="99FF33"/>
          </a:solidFill>
        </p:spPr>
        <p:txBody>
          <a:bodyPr wrap="square" lIns="0" tIns="0" rIns="0" bIns="0" rtlCol="0"/>
          <a:lstStyle/>
          <a:p>
            <a:endParaRPr/>
          </a:p>
        </p:txBody>
      </p:sp>
      <p:sp>
        <p:nvSpPr>
          <p:cNvPr id="6" name="object 6"/>
          <p:cNvSpPr txBox="1"/>
          <p:nvPr/>
        </p:nvSpPr>
        <p:spPr>
          <a:xfrm>
            <a:off x="3485770" y="5650179"/>
            <a:ext cx="5220335" cy="840740"/>
          </a:xfrm>
          <a:prstGeom prst="rect">
            <a:avLst/>
          </a:prstGeom>
        </p:spPr>
        <p:txBody>
          <a:bodyPr vert="horz" wrap="square" lIns="0" tIns="12700" rIns="0" bIns="0" rtlCol="0">
            <a:spAutoFit/>
          </a:bodyPr>
          <a:lstStyle/>
          <a:p>
            <a:pPr marL="185420">
              <a:spcBef>
                <a:spcPts val="100"/>
              </a:spcBef>
            </a:pPr>
            <a:r>
              <a:rPr sz="2400">
                <a:latin typeface="Times New Roman"/>
                <a:cs typeface="Times New Roman"/>
              </a:rPr>
              <a:t>Fig</a:t>
            </a:r>
            <a:r>
              <a:rPr sz="2400" spc="-10">
                <a:latin typeface="Times New Roman"/>
                <a:cs typeface="Times New Roman"/>
              </a:rPr>
              <a:t> </a:t>
            </a:r>
            <a:r>
              <a:rPr sz="2400">
                <a:latin typeface="Times New Roman"/>
                <a:cs typeface="Times New Roman"/>
              </a:rPr>
              <a:t>:</a:t>
            </a:r>
            <a:r>
              <a:rPr sz="2400" spc="-15">
                <a:latin typeface="Times New Roman"/>
                <a:cs typeface="Times New Roman"/>
              </a:rPr>
              <a:t> </a:t>
            </a:r>
            <a:r>
              <a:rPr sz="2400">
                <a:latin typeface="Times New Roman"/>
                <a:cs typeface="Times New Roman"/>
              </a:rPr>
              <a:t>Floating-Point</a:t>
            </a:r>
            <a:r>
              <a:rPr sz="2400" spc="-95">
                <a:latin typeface="Times New Roman"/>
                <a:cs typeface="Times New Roman"/>
              </a:rPr>
              <a:t> </a:t>
            </a:r>
            <a:r>
              <a:rPr sz="2400" spc="-10">
                <a:latin typeface="Times New Roman"/>
                <a:cs typeface="Times New Roman"/>
              </a:rPr>
              <a:t>Types</a:t>
            </a:r>
            <a:endParaRPr sz="2400">
              <a:latin typeface="Times New Roman"/>
              <a:cs typeface="Times New Roman"/>
            </a:endParaRPr>
          </a:p>
          <a:p>
            <a:pPr marL="12700">
              <a:spcBef>
                <a:spcPts val="1380"/>
              </a:spcBef>
            </a:pPr>
            <a:r>
              <a:rPr>
                <a:latin typeface="Constantia"/>
                <a:cs typeface="Constantia"/>
              </a:rPr>
              <a:t>sizeof</a:t>
            </a:r>
            <a:r>
              <a:rPr spc="35">
                <a:latin typeface="Constantia"/>
                <a:cs typeface="Constantia"/>
              </a:rPr>
              <a:t> </a:t>
            </a:r>
            <a:r>
              <a:rPr>
                <a:latin typeface="Constantia"/>
                <a:cs typeface="Constantia"/>
              </a:rPr>
              <a:t>(float) ≤</a:t>
            </a:r>
            <a:r>
              <a:rPr spc="-35">
                <a:latin typeface="Constantia"/>
                <a:cs typeface="Constantia"/>
              </a:rPr>
              <a:t> </a:t>
            </a:r>
            <a:r>
              <a:rPr>
                <a:latin typeface="Constantia"/>
                <a:cs typeface="Constantia"/>
              </a:rPr>
              <a:t>sizeof</a:t>
            </a:r>
            <a:r>
              <a:rPr spc="45">
                <a:latin typeface="Constantia"/>
                <a:cs typeface="Constantia"/>
              </a:rPr>
              <a:t> </a:t>
            </a:r>
            <a:r>
              <a:rPr>
                <a:latin typeface="Constantia"/>
                <a:cs typeface="Constantia"/>
              </a:rPr>
              <a:t>(double)</a:t>
            </a:r>
            <a:r>
              <a:rPr spc="10">
                <a:latin typeface="Constantia"/>
                <a:cs typeface="Constantia"/>
              </a:rPr>
              <a:t> </a:t>
            </a:r>
            <a:r>
              <a:rPr>
                <a:latin typeface="Constantia"/>
                <a:cs typeface="Constantia"/>
              </a:rPr>
              <a:t>≤</a:t>
            </a:r>
            <a:r>
              <a:rPr spc="-40">
                <a:latin typeface="Constantia"/>
                <a:cs typeface="Constantia"/>
              </a:rPr>
              <a:t> </a:t>
            </a:r>
            <a:r>
              <a:rPr>
                <a:latin typeface="Constantia"/>
                <a:cs typeface="Constantia"/>
              </a:rPr>
              <a:t>sizeof</a:t>
            </a:r>
            <a:r>
              <a:rPr spc="45">
                <a:latin typeface="Constantia"/>
                <a:cs typeface="Constantia"/>
              </a:rPr>
              <a:t> </a:t>
            </a:r>
            <a:r>
              <a:rPr>
                <a:latin typeface="Constantia"/>
                <a:cs typeface="Constantia"/>
              </a:rPr>
              <a:t>(long</a:t>
            </a:r>
            <a:r>
              <a:rPr spc="-25">
                <a:latin typeface="Constantia"/>
                <a:cs typeface="Constantia"/>
              </a:rPr>
              <a:t> </a:t>
            </a:r>
            <a:r>
              <a:rPr spc="-10">
                <a:latin typeface="Constantia"/>
                <a:cs typeface="Constantia"/>
              </a:rPr>
              <a:t>double)</a:t>
            </a:r>
            <a:endParaRPr>
              <a:latin typeface="Constantia"/>
              <a:cs typeface="Constantia"/>
            </a:endParaRPr>
          </a:p>
        </p:txBody>
      </p:sp>
    </p:spTree>
    <p:extLst>
      <p:ext uri="{BB962C8B-B14F-4D97-AF65-F5344CB8AC3E}">
        <p14:creationId xmlns:p14="http://schemas.microsoft.com/office/powerpoint/2010/main" val="26897151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35972" y="6431381"/>
            <a:ext cx="196215" cy="197490"/>
          </a:xfrm>
          <a:prstGeom prst="rect">
            <a:avLst/>
          </a:prstGeom>
        </p:spPr>
        <p:txBody>
          <a:bodyPr vert="horz" wrap="square" lIns="0" tIns="12700" rIns="0" bIns="0" rtlCol="0">
            <a:spAutoFit/>
          </a:bodyPr>
          <a:lstStyle/>
          <a:p>
            <a:pPr marL="12700">
              <a:spcBef>
                <a:spcPts val="100"/>
              </a:spcBef>
            </a:pPr>
            <a:r>
              <a:rPr sz="1200" spc="-25">
                <a:solidFill>
                  <a:srgbClr val="888888"/>
                </a:solidFill>
                <a:latin typeface="Arial"/>
                <a:cs typeface="Arial"/>
              </a:rPr>
              <a:t>73</a:t>
            </a:r>
            <a:endParaRPr sz="1200">
              <a:latin typeface="Arial"/>
              <a:cs typeface="Arial"/>
            </a:endParaRPr>
          </a:p>
        </p:txBody>
      </p:sp>
      <p:sp>
        <p:nvSpPr>
          <p:cNvPr id="3" name="object 3"/>
          <p:cNvSpPr txBox="1"/>
          <p:nvPr/>
        </p:nvSpPr>
        <p:spPr>
          <a:xfrm>
            <a:off x="1602739" y="13207"/>
            <a:ext cx="1931670" cy="391160"/>
          </a:xfrm>
          <a:prstGeom prst="rect">
            <a:avLst/>
          </a:prstGeom>
        </p:spPr>
        <p:txBody>
          <a:bodyPr vert="horz" wrap="square" lIns="0" tIns="12700" rIns="0" bIns="0" rtlCol="0">
            <a:spAutoFit/>
          </a:bodyPr>
          <a:lstStyle/>
          <a:p>
            <a:pPr marL="481965" indent="-469900">
              <a:spcBef>
                <a:spcPts val="100"/>
              </a:spcBef>
              <a:buSzPct val="83333"/>
              <a:buChar char="•"/>
              <a:tabLst>
                <a:tab pos="481965" algn="l"/>
                <a:tab pos="482600" algn="l"/>
              </a:tabLst>
            </a:pPr>
            <a:r>
              <a:rPr sz="2400">
                <a:latin typeface="Constantia"/>
                <a:cs typeface="Constantia"/>
              </a:rPr>
              <a:t>Data</a:t>
            </a:r>
            <a:r>
              <a:rPr sz="2400" spc="-150">
                <a:latin typeface="Constantia"/>
                <a:cs typeface="Constantia"/>
              </a:rPr>
              <a:t> </a:t>
            </a:r>
            <a:r>
              <a:rPr sz="2400" spc="-35">
                <a:latin typeface="Constantia"/>
                <a:cs typeface="Constantia"/>
              </a:rPr>
              <a:t>Types</a:t>
            </a:r>
            <a:endParaRPr sz="2400">
              <a:latin typeface="Constantia"/>
              <a:cs typeface="Constantia"/>
            </a:endParaRPr>
          </a:p>
        </p:txBody>
      </p:sp>
      <p:graphicFrame>
        <p:nvGraphicFramePr>
          <p:cNvPr id="4" name="object 4"/>
          <p:cNvGraphicFramePr>
            <a:graphicFrameLocks noGrp="1"/>
          </p:cNvGraphicFramePr>
          <p:nvPr/>
        </p:nvGraphicFramePr>
        <p:xfrm>
          <a:off x="1738313" y="519113"/>
          <a:ext cx="8686800" cy="5329551"/>
        </p:xfrm>
        <a:graphic>
          <a:graphicData uri="http://schemas.openxmlformats.org/drawingml/2006/table">
            <a:tbl>
              <a:tblPr firstRow="1" bandRow="1">
                <a:tableStyleId>{2D5ABB26-0587-4C30-8999-92F81FD0307C}</a:tableStyleId>
              </a:tblPr>
              <a:tblGrid>
                <a:gridCol w="844550">
                  <a:extLst>
                    <a:ext uri="{9D8B030D-6E8A-4147-A177-3AD203B41FA5}">
                      <a16:colId xmlns:a16="http://schemas.microsoft.com/office/drawing/2014/main" val="20000"/>
                    </a:ext>
                  </a:extLst>
                </a:gridCol>
                <a:gridCol w="212725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3048000">
                  <a:extLst>
                    <a:ext uri="{9D8B030D-6E8A-4147-A177-3AD203B41FA5}">
                      <a16:colId xmlns:a16="http://schemas.microsoft.com/office/drawing/2014/main" val="20004"/>
                    </a:ext>
                  </a:extLst>
                </a:gridCol>
              </a:tblGrid>
              <a:tr h="643890">
                <a:tc gridSpan="2">
                  <a:txBody>
                    <a:bodyPr/>
                    <a:lstStyle/>
                    <a:p>
                      <a:pPr algn="ctr">
                        <a:lnSpc>
                          <a:spcPct val="100000"/>
                        </a:lnSpc>
                        <a:spcBef>
                          <a:spcPts val="320"/>
                        </a:spcBef>
                      </a:pPr>
                      <a:r>
                        <a:rPr sz="1600">
                          <a:latin typeface="Arial"/>
                          <a:cs typeface="Arial"/>
                        </a:rPr>
                        <a:t>Data</a:t>
                      </a:r>
                      <a:r>
                        <a:rPr sz="1600" spc="-80">
                          <a:latin typeface="Arial"/>
                          <a:cs typeface="Arial"/>
                        </a:rPr>
                        <a:t> </a:t>
                      </a:r>
                      <a:r>
                        <a:rPr sz="1600" spc="-20">
                          <a:latin typeface="Arial"/>
                          <a:cs typeface="Arial"/>
                        </a:rPr>
                        <a:t>Type</a:t>
                      </a:r>
                      <a:endParaRPr sz="1600">
                        <a:latin typeface="Arial"/>
                        <a:cs typeface="Arial"/>
                      </a:endParaRPr>
                    </a:p>
                  </a:txBody>
                  <a:tcPr marL="0" marR="0" marT="4064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L="273685">
                        <a:lnSpc>
                          <a:spcPct val="100000"/>
                        </a:lnSpc>
                        <a:spcBef>
                          <a:spcPts val="320"/>
                        </a:spcBef>
                      </a:pPr>
                      <a:r>
                        <a:rPr sz="1600" spc="-10">
                          <a:latin typeface="Arial"/>
                          <a:cs typeface="Arial"/>
                        </a:rPr>
                        <a:t>Abbreviation</a:t>
                      </a:r>
                      <a:endParaRPr sz="1600">
                        <a:latin typeface="Arial"/>
                        <a:cs typeface="Arial"/>
                      </a:endParaRPr>
                    </a:p>
                  </a:txBody>
                  <a:tcPr marL="0" marR="0" marT="4064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296545">
                        <a:lnSpc>
                          <a:spcPct val="100000"/>
                        </a:lnSpc>
                        <a:spcBef>
                          <a:spcPts val="320"/>
                        </a:spcBef>
                      </a:pPr>
                      <a:r>
                        <a:rPr sz="1600" spc="-20">
                          <a:latin typeface="Arial"/>
                          <a:cs typeface="Arial"/>
                        </a:rPr>
                        <a:t>Size</a:t>
                      </a:r>
                      <a:endParaRPr sz="1600">
                        <a:latin typeface="Arial"/>
                        <a:cs typeface="Arial"/>
                      </a:endParaRPr>
                    </a:p>
                    <a:p>
                      <a:pPr marL="237490">
                        <a:lnSpc>
                          <a:spcPct val="100000"/>
                        </a:lnSpc>
                      </a:pPr>
                      <a:r>
                        <a:rPr sz="1600" spc="-10">
                          <a:latin typeface="Arial"/>
                          <a:cs typeface="Arial"/>
                        </a:rPr>
                        <a:t>(byte)</a:t>
                      </a:r>
                      <a:endParaRPr sz="1600">
                        <a:latin typeface="Arial"/>
                        <a:cs typeface="Arial"/>
                      </a:endParaRPr>
                    </a:p>
                  </a:txBody>
                  <a:tcPr marL="0" marR="0" marT="4064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600" spc="-10">
                          <a:latin typeface="Arial"/>
                          <a:cs typeface="Arial"/>
                        </a:rPr>
                        <a:t>Range</a:t>
                      </a:r>
                      <a:endParaRPr sz="1600">
                        <a:latin typeface="Arial"/>
                        <a:cs typeface="Arial"/>
                      </a:endParaRPr>
                    </a:p>
                  </a:txBody>
                  <a:tcPr marL="0" marR="0" marT="4064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07034">
                <a:tc rowSpan="2">
                  <a:txBody>
                    <a:bodyPr/>
                    <a:lstStyle/>
                    <a:p>
                      <a:pPr marL="184785">
                        <a:lnSpc>
                          <a:spcPct val="100000"/>
                        </a:lnSpc>
                        <a:spcBef>
                          <a:spcPts val="315"/>
                        </a:spcBef>
                      </a:pPr>
                      <a:r>
                        <a:rPr sz="1800" b="1" spc="-20">
                          <a:latin typeface="Arial"/>
                          <a:cs typeface="Arial"/>
                        </a:rPr>
                        <a:t>char</a:t>
                      </a:r>
                      <a:endParaRPr sz="1800">
                        <a:latin typeface="Arial"/>
                        <a:cs typeface="Arial"/>
                      </a:endParaRPr>
                    </a:p>
                  </a:txBody>
                  <a:tcPr marL="0" marR="0" marT="4000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45"/>
                        </a:spcBef>
                      </a:pPr>
                      <a:r>
                        <a:rPr sz="1800" b="1" spc="-20">
                          <a:latin typeface="Courier New"/>
                          <a:cs typeface="Courier New"/>
                        </a:rPr>
                        <a:t>char</a:t>
                      </a:r>
                      <a:endParaRPr sz="1800">
                        <a:latin typeface="Courier New"/>
                        <a:cs typeface="Courier New"/>
                      </a:endParaRPr>
                    </a:p>
                  </a:txBody>
                  <a:tcPr marL="0" marR="0" marT="184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b="1">
                          <a:latin typeface="Arial"/>
                          <a:cs typeface="Arial"/>
                        </a:rPr>
                        <a:t>1</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315"/>
                        </a:spcBef>
                      </a:pPr>
                      <a:r>
                        <a:rPr sz="1800" b="1" spc="-10">
                          <a:latin typeface="Arial"/>
                          <a:cs typeface="Arial"/>
                        </a:rPr>
                        <a:t>-</a:t>
                      </a:r>
                      <a:r>
                        <a:rPr sz="1800" b="1">
                          <a:latin typeface="Arial"/>
                          <a:cs typeface="Arial"/>
                        </a:rPr>
                        <a:t>128</a:t>
                      </a:r>
                      <a:r>
                        <a:rPr sz="1800" b="1" spc="-20">
                          <a:latin typeface="Arial"/>
                          <a:cs typeface="Arial"/>
                        </a:rPr>
                        <a:t> </a:t>
                      </a:r>
                      <a:r>
                        <a:rPr sz="1800" b="1">
                          <a:latin typeface="Arial"/>
                          <a:cs typeface="Arial"/>
                        </a:rPr>
                        <a:t>~</a:t>
                      </a:r>
                      <a:r>
                        <a:rPr sz="1800" b="1" spc="-20">
                          <a:latin typeface="Arial"/>
                          <a:cs typeface="Arial"/>
                        </a:rPr>
                        <a:t> </a:t>
                      </a:r>
                      <a:r>
                        <a:rPr sz="1800" b="1" spc="-25">
                          <a:latin typeface="Arial"/>
                          <a:cs typeface="Arial"/>
                        </a:rPr>
                        <a:t>127</a:t>
                      </a:r>
                      <a:endParaRPr sz="1800">
                        <a:latin typeface="Arial"/>
                        <a:cs typeface="Arial"/>
                      </a:endParaRPr>
                    </a:p>
                  </a:txBody>
                  <a:tcPr marL="0" marR="0" marT="4000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07670">
                <a:tc vMerge="1">
                  <a:txBody>
                    <a:bodyPr/>
                    <a:lstStyle/>
                    <a:p>
                      <a:endParaRPr/>
                    </a:p>
                  </a:txBody>
                  <a:tcPr marL="0" marR="0" marT="4000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45"/>
                        </a:spcBef>
                      </a:pPr>
                      <a:r>
                        <a:rPr sz="1800" b="1">
                          <a:latin typeface="Courier New"/>
                          <a:cs typeface="Courier New"/>
                        </a:rPr>
                        <a:t>unsigned</a:t>
                      </a:r>
                      <a:r>
                        <a:rPr sz="1800" b="1" spc="-95">
                          <a:latin typeface="Courier New"/>
                          <a:cs typeface="Courier New"/>
                        </a:rPr>
                        <a:t> </a:t>
                      </a:r>
                      <a:r>
                        <a:rPr sz="1800" b="1" spc="-20">
                          <a:latin typeface="Courier New"/>
                          <a:cs typeface="Courier New"/>
                        </a:rPr>
                        <a:t>char</a:t>
                      </a:r>
                      <a:endParaRPr sz="1800">
                        <a:latin typeface="Courier New"/>
                        <a:cs typeface="Courier New"/>
                      </a:endParaRPr>
                    </a:p>
                  </a:txBody>
                  <a:tcPr marL="0" marR="0" marT="184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b="1">
                          <a:latin typeface="Arial"/>
                          <a:cs typeface="Arial"/>
                        </a:rPr>
                        <a:t>1</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a:latin typeface="Arial"/>
                          <a:cs typeface="Arial"/>
                        </a:rPr>
                        <a:t>0</a:t>
                      </a:r>
                      <a:r>
                        <a:rPr sz="1800" b="1" spc="-30">
                          <a:latin typeface="Arial"/>
                          <a:cs typeface="Arial"/>
                        </a:rPr>
                        <a:t> </a:t>
                      </a:r>
                      <a:r>
                        <a:rPr sz="1800" b="1">
                          <a:latin typeface="Arial"/>
                          <a:cs typeface="Arial"/>
                        </a:rPr>
                        <a:t>~</a:t>
                      </a:r>
                      <a:r>
                        <a:rPr sz="1800" b="1" spc="-5">
                          <a:latin typeface="Arial"/>
                          <a:cs typeface="Arial"/>
                        </a:rPr>
                        <a:t> </a:t>
                      </a:r>
                      <a:r>
                        <a:rPr sz="1800" b="1" spc="-25">
                          <a:latin typeface="Arial"/>
                          <a:cs typeface="Arial"/>
                        </a:rPr>
                        <a:t>255</a:t>
                      </a:r>
                      <a:endParaRPr sz="1800">
                        <a:latin typeface="Arial"/>
                        <a:cs typeface="Arial"/>
                      </a:endParaRPr>
                    </a:p>
                  </a:txBody>
                  <a:tcPr marL="0" marR="0" marT="4000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07670">
                <a:tc rowSpan="6">
                  <a:txBody>
                    <a:bodyPr/>
                    <a:lstStyle/>
                    <a:p>
                      <a:pPr>
                        <a:lnSpc>
                          <a:spcPct val="100000"/>
                        </a:lnSpc>
                      </a:pPr>
                      <a:endParaRPr sz="2000">
                        <a:latin typeface="Times New Roman"/>
                        <a:cs typeface="Times New Roman"/>
                      </a:endParaRPr>
                    </a:p>
                    <a:p>
                      <a:pPr>
                        <a:lnSpc>
                          <a:spcPct val="100000"/>
                        </a:lnSpc>
                        <a:spcBef>
                          <a:spcPts val="35"/>
                        </a:spcBef>
                      </a:pPr>
                      <a:endParaRPr sz="2750">
                        <a:latin typeface="Times New Roman"/>
                        <a:cs typeface="Times New Roman"/>
                      </a:endParaRPr>
                    </a:p>
                    <a:p>
                      <a:pPr marL="635" algn="ctr">
                        <a:lnSpc>
                          <a:spcPct val="100000"/>
                        </a:lnSpc>
                      </a:pPr>
                      <a:r>
                        <a:rPr sz="1800" b="1" spc="-25">
                          <a:latin typeface="Arial"/>
                          <a:cs typeface="Arial"/>
                        </a:rPr>
                        <a:t>int</a:t>
                      </a:r>
                      <a:endParaRPr sz="1800">
                        <a:latin typeface="Arial"/>
                        <a:cs typeface="Arial"/>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45"/>
                        </a:spcBef>
                      </a:pPr>
                      <a:r>
                        <a:rPr sz="1800" b="1" spc="-25">
                          <a:latin typeface="Courier New"/>
                          <a:cs typeface="Courier New"/>
                        </a:rPr>
                        <a:t>int</a:t>
                      </a:r>
                      <a:endParaRPr sz="1800">
                        <a:latin typeface="Courier New"/>
                        <a:cs typeface="Courier New"/>
                      </a:endParaRPr>
                    </a:p>
                  </a:txBody>
                  <a:tcPr marL="0" marR="0" marT="184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a:latin typeface="Arial"/>
                          <a:cs typeface="Arial"/>
                        </a:rPr>
                        <a:t>2</a:t>
                      </a:r>
                      <a:r>
                        <a:rPr sz="1800" b="1" spc="-30">
                          <a:latin typeface="Arial"/>
                          <a:cs typeface="Arial"/>
                        </a:rPr>
                        <a:t> </a:t>
                      </a:r>
                      <a:r>
                        <a:rPr sz="1800" b="1">
                          <a:latin typeface="Arial"/>
                          <a:cs typeface="Arial"/>
                        </a:rPr>
                        <a:t>or</a:t>
                      </a:r>
                      <a:r>
                        <a:rPr sz="1800" b="1" spc="-15">
                          <a:latin typeface="Arial"/>
                          <a:cs typeface="Arial"/>
                        </a:rPr>
                        <a:t> </a:t>
                      </a:r>
                      <a:r>
                        <a:rPr sz="1800" b="1" spc="-50">
                          <a:latin typeface="Arial"/>
                          <a:cs typeface="Arial"/>
                        </a:rPr>
                        <a:t>4</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10">
                          <a:latin typeface="Arial"/>
                          <a:cs typeface="Arial"/>
                        </a:rPr>
                        <a:t>-</a:t>
                      </a:r>
                      <a:r>
                        <a:rPr sz="1800" b="1">
                          <a:latin typeface="Arial"/>
                          <a:cs typeface="Arial"/>
                        </a:rPr>
                        <a:t>2</a:t>
                      </a:r>
                      <a:r>
                        <a:rPr sz="1800" b="1" baseline="25462">
                          <a:latin typeface="Arial"/>
                          <a:cs typeface="Arial"/>
                        </a:rPr>
                        <a:t>15</a:t>
                      </a:r>
                      <a:r>
                        <a:rPr sz="1800" b="1" spc="-37" baseline="25462">
                          <a:latin typeface="Arial"/>
                          <a:cs typeface="Arial"/>
                        </a:rPr>
                        <a:t> </a:t>
                      </a:r>
                      <a:r>
                        <a:rPr sz="1800" b="1">
                          <a:latin typeface="Arial"/>
                          <a:cs typeface="Arial"/>
                        </a:rPr>
                        <a:t>~</a:t>
                      </a:r>
                      <a:r>
                        <a:rPr sz="1800" b="1" spc="-15">
                          <a:latin typeface="Arial"/>
                          <a:cs typeface="Arial"/>
                        </a:rPr>
                        <a:t> </a:t>
                      </a:r>
                      <a:r>
                        <a:rPr sz="1800" b="1" spc="-10">
                          <a:latin typeface="Arial"/>
                          <a:cs typeface="Arial"/>
                        </a:rPr>
                        <a:t>2</a:t>
                      </a:r>
                      <a:r>
                        <a:rPr sz="1800" b="1" spc="-15" baseline="25462">
                          <a:latin typeface="Arial"/>
                          <a:cs typeface="Arial"/>
                        </a:rPr>
                        <a:t>15</a:t>
                      </a:r>
                      <a:r>
                        <a:rPr sz="1800" b="1" spc="-10">
                          <a:latin typeface="Arial"/>
                          <a:cs typeface="Arial"/>
                        </a:rPr>
                        <a:t>-</a:t>
                      </a:r>
                      <a:r>
                        <a:rPr sz="1800" b="1">
                          <a:latin typeface="Arial"/>
                          <a:cs typeface="Arial"/>
                        </a:rPr>
                        <a:t>1</a:t>
                      </a:r>
                      <a:r>
                        <a:rPr sz="1800" b="1" spc="-30">
                          <a:latin typeface="Arial"/>
                          <a:cs typeface="Arial"/>
                        </a:rPr>
                        <a:t> </a:t>
                      </a:r>
                      <a:r>
                        <a:rPr sz="1800" b="1">
                          <a:latin typeface="Arial"/>
                          <a:cs typeface="Arial"/>
                        </a:rPr>
                        <a:t>or</a:t>
                      </a:r>
                      <a:r>
                        <a:rPr sz="1800" b="1" spc="-25">
                          <a:latin typeface="Arial"/>
                          <a:cs typeface="Arial"/>
                        </a:rPr>
                        <a:t> </a:t>
                      </a:r>
                      <a:r>
                        <a:rPr sz="1800" b="1">
                          <a:latin typeface="Arial"/>
                          <a:cs typeface="Arial"/>
                        </a:rPr>
                        <a:t>-2</a:t>
                      </a:r>
                      <a:r>
                        <a:rPr sz="1800" b="1" baseline="25462">
                          <a:latin typeface="Arial"/>
                          <a:cs typeface="Arial"/>
                        </a:rPr>
                        <a:t>31</a:t>
                      </a:r>
                      <a:r>
                        <a:rPr sz="1800" b="1" spc="-22" baseline="25462">
                          <a:latin typeface="Arial"/>
                          <a:cs typeface="Arial"/>
                        </a:rPr>
                        <a:t> </a:t>
                      </a:r>
                      <a:r>
                        <a:rPr sz="1800" b="1">
                          <a:latin typeface="Arial"/>
                          <a:cs typeface="Arial"/>
                        </a:rPr>
                        <a:t>~</a:t>
                      </a:r>
                      <a:r>
                        <a:rPr sz="1800" b="1" spc="-5">
                          <a:latin typeface="Arial"/>
                          <a:cs typeface="Arial"/>
                        </a:rPr>
                        <a:t> </a:t>
                      </a:r>
                      <a:r>
                        <a:rPr sz="1800" b="1" spc="-10">
                          <a:latin typeface="Arial"/>
                          <a:cs typeface="Arial"/>
                        </a:rPr>
                        <a:t>2</a:t>
                      </a:r>
                      <a:r>
                        <a:rPr sz="1800" b="1" spc="-15" baseline="25462">
                          <a:latin typeface="Arial"/>
                          <a:cs typeface="Arial"/>
                        </a:rPr>
                        <a:t>31</a:t>
                      </a:r>
                      <a:r>
                        <a:rPr sz="1800" b="1" spc="-10">
                          <a:latin typeface="Arial"/>
                          <a:cs typeface="Arial"/>
                        </a:rPr>
                        <a:t>-</a:t>
                      </a:r>
                      <a:r>
                        <a:rPr sz="1800" b="1" spc="-50">
                          <a:latin typeface="Arial"/>
                          <a:cs typeface="Arial"/>
                        </a:rPr>
                        <a:t>1</a:t>
                      </a:r>
                      <a:endParaRPr sz="1800">
                        <a:latin typeface="Arial"/>
                        <a:cs typeface="Arial"/>
                      </a:endParaRPr>
                    </a:p>
                  </a:txBody>
                  <a:tcPr marL="0" marR="0" marT="4000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07034">
                <a:tc vMerge="1">
                  <a:txBody>
                    <a:bodyPr/>
                    <a:lstStyle/>
                    <a:p>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50"/>
                        </a:spcBef>
                      </a:pPr>
                      <a:r>
                        <a:rPr sz="1800" b="1">
                          <a:latin typeface="Courier New"/>
                          <a:cs typeface="Courier New"/>
                        </a:rPr>
                        <a:t>unsigned</a:t>
                      </a:r>
                      <a:r>
                        <a:rPr sz="1800" b="1" spc="-95">
                          <a:latin typeface="Courier New"/>
                          <a:cs typeface="Courier New"/>
                        </a:rPr>
                        <a:t> </a:t>
                      </a:r>
                      <a:r>
                        <a:rPr sz="1800" b="1" spc="-25">
                          <a:latin typeface="Courier New"/>
                          <a:cs typeface="Courier New"/>
                        </a:rPr>
                        <a:t>int</a:t>
                      </a:r>
                      <a:endParaRPr sz="1800">
                        <a:latin typeface="Courier New"/>
                        <a:cs typeface="Courier New"/>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150"/>
                        </a:spcBef>
                      </a:pPr>
                      <a:r>
                        <a:rPr sz="1800" b="1" spc="-10">
                          <a:latin typeface="Courier New"/>
                          <a:cs typeface="Courier New"/>
                        </a:rPr>
                        <a:t>unsigned</a:t>
                      </a:r>
                      <a:endParaRPr sz="1800">
                        <a:latin typeface="Courier New"/>
                        <a:cs typeface="Courier New"/>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a:latin typeface="Arial"/>
                          <a:cs typeface="Arial"/>
                        </a:rPr>
                        <a:t>2</a:t>
                      </a:r>
                      <a:r>
                        <a:rPr sz="1800" b="1" spc="-30">
                          <a:latin typeface="Arial"/>
                          <a:cs typeface="Arial"/>
                        </a:rPr>
                        <a:t> </a:t>
                      </a:r>
                      <a:r>
                        <a:rPr sz="1800" b="1">
                          <a:latin typeface="Arial"/>
                          <a:cs typeface="Arial"/>
                        </a:rPr>
                        <a:t>or</a:t>
                      </a:r>
                      <a:r>
                        <a:rPr sz="1800" b="1" spc="-15">
                          <a:latin typeface="Arial"/>
                          <a:cs typeface="Arial"/>
                        </a:rPr>
                        <a:t> </a:t>
                      </a:r>
                      <a:r>
                        <a:rPr sz="1800" b="1" spc="-50">
                          <a:latin typeface="Arial"/>
                          <a:cs typeface="Arial"/>
                        </a:rPr>
                        <a:t>4</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15"/>
                        </a:spcBef>
                      </a:pPr>
                      <a:r>
                        <a:rPr sz="1800" b="1">
                          <a:latin typeface="Arial"/>
                          <a:cs typeface="Arial"/>
                        </a:rPr>
                        <a:t>0</a:t>
                      </a:r>
                      <a:r>
                        <a:rPr sz="1800" b="1" spc="-35">
                          <a:latin typeface="Arial"/>
                          <a:cs typeface="Arial"/>
                        </a:rPr>
                        <a:t> </a:t>
                      </a:r>
                      <a:r>
                        <a:rPr sz="1800" b="1">
                          <a:latin typeface="Arial"/>
                          <a:cs typeface="Arial"/>
                        </a:rPr>
                        <a:t>~</a:t>
                      </a:r>
                      <a:r>
                        <a:rPr sz="1800" b="1" spc="-15">
                          <a:latin typeface="Arial"/>
                          <a:cs typeface="Arial"/>
                        </a:rPr>
                        <a:t> </a:t>
                      </a:r>
                      <a:r>
                        <a:rPr sz="1800" b="1">
                          <a:latin typeface="Arial"/>
                          <a:cs typeface="Arial"/>
                        </a:rPr>
                        <a:t>65535</a:t>
                      </a:r>
                      <a:r>
                        <a:rPr sz="1800" b="1" spc="-10">
                          <a:latin typeface="Arial"/>
                          <a:cs typeface="Arial"/>
                        </a:rPr>
                        <a:t> </a:t>
                      </a:r>
                      <a:r>
                        <a:rPr sz="1800" b="1">
                          <a:latin typeface="Arial"/>
                          <a:cs typeface="Arial"/>
                        </a:rPr>
                        <a:t>or</a:t>
                      </a:r>
                      <a:r>
                        <a:rPr sz="1800" b="1" spc="-15">
                          <a:latin typeface="Arial"/>
                          <a:cs typeface="Arial"/>
                        </a:rPr>
                        <a:t> </a:t>
                      </a:r>
                      <a:r>
                        <a:rPr sz="1800" b="1">
                          <a:latin typeface="Arial"/>
                          <a:cs typeface="Arial"/>
                        </a:rPr>
                        <a:t>0</a:t>
                      </a:r>
                      <a:r>
                        <a:rPr sz="1800" b="1" spc="-20">
                          <a:latin typeface="Arial"/>
                          <a:cs typeface="Arial"/>
                        </a:rPr>
                        <a:t> </a:t>
                      </a:r>
                      <a:r>
                        <a:rPr sz="1800" b="1">
                          <a:latin typeface="Arial"/>
                          <a:cs typeface="Arial"/>
                        </a:rPr>
                        <a:t>~</a:t>
                      </a:r>
                      <a:r>
                        <a:rPr sz="1800" b="1" spc="-20">
                          <a:latin typeface="Arial"/>
                          <a:cs typeface="Arial"/>
                        </a:rPr>
                        <a:t> </a:t>
                      </a:r>
                      <a:r>
                        <a:rPr sz="1800" b="1" spc="-10">
                          <a:latin typeface="Arial"/>
                          <a:cs typeface="Arial"/>
                        </a:rPr>
                        <a:t>2</a:t>
                      </a:r>
                      <a:r>
                        <a:rPr sz="1800" b="1" spc="-15" baseline="25462">
                          <a:latin typeface="Arial"/>
                          <a:cs typeface="Arial"/>
                        </a:rPr>
                        <a:t>32</a:t>
                      </a:r>
                      <a:r>
                        <a:rPr sz="1800" b="1" spc="-10">
                          <a:latin typeface="Arial"/>
                          <a:cs typeface="Arial"/>
                        </a:rPr>
                        <a:t>-</a:t>
                      </a:r>
                      <a:r>
                        <a:rPr sz="1800" b="1" spc="-50">
                          <a:latin typeface="Arial"/>
                          <a:cs typeface="Arial"/>
                        </a:rPr>
                        <a:t>1</a:t>
                      </a:r>
                      <a:endParaRPr sz="1800">
                        <a:latin typeface="Arial"/>
                        <a:cs typeface="Arial"/>
                      </a:endParaRPr>
                    </a:p>
                  </a:txBody>
                  <a:tcPr marL="0" marR="0" marT="4000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07670">
                <a:tc vMerge="1">
                  <a:txBody>
                    <a:bodyPr/>
                    <a:lstStyle/>
                    <a:p>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50"/>
                        </a:spcBef>
                      </a:pPr>
                      <a:r>
                        <a:rPr sz="1800" b="1">
                          <a:latin typeface="Courier New"/>
                          <a:cs typeface="Courier New"/>
                        </a:rPr>
                        <a:t>short</a:t>
                      </a:r>
                      <a:r>
                        <a:rPr sz="1800" b="1" spc="-75">
                          <a:latin typeface="Courier New"/>
                          <a:cs typeface="Courier New"/>
                        </a:rPr>
                        <a:t> </a:t>
                      </a:r>
                      <a:r>
                        <a:rPr sz="1800" b="1" spc="-25">
                          <a:latin typeface="Courier New"/>
                          <a:cs typeface="Courier New"/>
                        </a:rPr>
                        <a:t>int</a:t>
                      </a:r>
                      <a:endParaRPr sz="1800">
                        <a:latin typeface="Courier New"/>
                        <a:cs typeface="Courier New"/>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150"/>
                        </a:spcBef>
                      </a:pPr>
                      <a:r>
                        <a:rPr sz="1800" b="1" spc="-10">
                          <a:latin typeface="Courier New"/>
                          <a:cs typeface="Courier New"/>
                        </a:rPr>
                        <a:t>short</a:t>
                      </a:r>
                      <a:endParaRPr sz="1800">
                        <a:latin typeface="Courier New"/>
                        <a:cs typeface="Courier New"/>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b="1">
                          <a:latin typeface="Arial"/>
                          <a:cs typeface="Arial"/>
                        </a:rPr>
                        <a:t>2</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315"/>
                        </a:spcBef>
                      </a:pPr>
                      <a:r>
                        <a:rPr sz="1800" b="1" spc="-10">
                          <a:latin typeface="Arial"/>
                          <a:cs typeface="Arial"/>
                        </a:rPr>
                        <a:t>-</a:t>
                      </a:r>
                      <a:r>
                        <a:rPr sz="1800" b="1">
                          <a:latin typeface="Arial"/>
                          <a:cs typeface="Arial"/>
                        </a:rPr>
                        <a:t>32768</a:t>
                      </a:r>
                      <a:r>
                        <a:rPr sz="1800" b="1" spc="-25">
                          <a:latin typeface="Arial"/>
                          <a:cs typeface="Arial"/>
                        </a:rPr>
                        <a:t> </a:t>
                      </a:r>
                      <a:r>
                        <a:rPr sz="1800" b="1">
                          <a:latin typeface="Arial"/>
                          <a:cs typeface="Arial"/>
                        </a:rPr>
                        <a:t>~</a:t>
                      </a:r>
                      <a:r>
                        <a:rPr sz="1800" b="1" spc="-20">
                          <a:latin typeface="Arial"/>
                          <a:cs typeface="Arial"/>
                        </a:rPr>
                        <a:t> </a:t>
                      </a:r>
                      <a:r>
                        <a:rPr sz="1800" b="1" spc="-10">
                          <a:latin typeface="Arial"/>
                          <a:cs typeface="Arial"/>
                        </a:rPr>
                        <a:t>32767</a:t>
                      </a:r>
                      <a:endParaRPr sz="1800">
                        <a:latin typeface="Arial"/>
                        <a:cs typeface="Arial"/>
                      </a:endParaRPr>
                    </a:p>
                  </a:txBody>
                  <a:tcPr marL="0" marR="0" marT="4000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713105">
                <a:tc vMerge="1">
                  <a:txBody>
                    <a:bodyPr/>
                    <a:lstStyle/>
                    <a:p>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109220">
                        <a:lnSpc>
                          <a:spcPct val="100000"/>
                        </a:lnSpc>
                        <a:spcBef>
                          <a:spcPts val="145"/>
                        </a:spcBef>
                      </a:pPr>
                      <a:r>
                        <a:rPr sz="1800" b="1">
                          <a:latin typeface="Courier New"/>
                          <a:cs typeface="Courier New"/>
                        </a:rPr>
                        <a:t>unsigned</a:t>
                      </a:r>
                      <a:r>
                        <a:rPr sz="1800" b="1" spc="-95">
                          <a:latin typeface="Courier New"/>
                          <a:cs typeface="Courier New"/>
                        </a:rPr>
                        <a:t> </a:t>
                      </a:r>
                      <a:r>
                        <a:rPr sz="1800" b="1" spc="-10">
                          <a:latin typeface="Courier New"/>
                          <a:cs typeface="Courier New"/>
                        </a:rPr>
                        <a:t>short </a:t>
                      </a:r>
                      <a:r>
                        <a:rPr sz="1800" b="1" spc="-25">
                          <a:latin typeface="Courier New"/>
                          <a:cs typeface="Courier New"/>
                        </a:rPr>
                        <a:t>int</a:t>
                      </a:r>
                      <a:endParaRPr sz="1800">
                        <a:latin typeface="Courier New"/>
                        <a:cs typeface="Courier New"/>
                      </a:endParaRPr>
                    </a:p>
                  </a:txBody>
                  <a:tcPr marL="0" marR="0" marT="184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479425">
                        <a:lnSpc>
                          <a:spcPct val="100000"/>
                        </a:lnSpc>
                        <a:spcBef>
                          <a:spcPts val="145"/>
                        </a:spcBef>
                      </a:pPr>
                      <a:r>
                        <a:rPr sz="1800" b="1" spc="-10">
                          <a:latin typeface="Courier New"/>
                          <a:cs typeface="Courier New"/>
                        </a:rPr>
                        <a:t>unsigned short</a:t>
                      </a:r>
                      <a:endParaRPr sz="1800">
                        <a:latin typeface="Courier New"/>
                        <a:cs typeface="Courier New"/>
                      </a:endParaRPr>
                    </a:p>
                  </a:txBody>
                  <a:tcPr marL="0" marR="0" marT="184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b="1">
                          <a:latin typeface="Arial"/>
                          <a:cs typeface="Arial"/>
                        </a:rPr>
                        <a:t>2</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a:latin typeface="Arial"/>
                          <a:cs typeface="Arial"/>
                        </a:rPr>
                        <a:t>0</a:t>
                      </a:r>
                      <a:r>
                        <a:rPr sz="1800" b="1" spc="-30">
                          <a:latin typeface="Arial"/>
                          <a:cs typeface="Arial"/>
                        </a:rPr>
                        <a:t> </a:t>
                      </a:r>
                      <a:r>
                        <a:rPr sz="1800" b="1">
                          <a:latin typeface="Arial"/>
                          <a:cs typeface="Arial"/>
                        </a:rPr>
                        <a:t>~</a:t>
                      </a:r>
                      <a:r>
                        <a:rPr sz="1800" b="1" spc="-5">
                          <a:latin typeface="Arial"/>
                          <a:cs typeface="Arial"/>
                        </a:rPr>
                        <a:t> </a:t>
                      </a:r>
                      <a:r>
                        <a:rPr sz="1800" b="1" spc="-10">
                          <a:latin typeface="Arial"/>
                          <a:cs typeface="Arial"/>
                        </a:rPr>
                        <a:t>65535</a:t>
                      </a:r>
                      <a:endParaRPr sz="1800">
                        <a:latin typeface="Arial"/>
                        <a:cs typeface="Arial"/>
                      </a:endParaRPr>
                    </a:p>
                  </a:txBody>
                  <a:tcPr marL="0" marR="0" marT="4000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07034">
                <a:tc vMerge="1">
                  <a:txBody>
                    <a:bodyPr/>
                    <a:lstStyle/>
                    <a:p>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50"/>
                        </a:spcBef>
                      </a:pPr>
                      <a:r>
                        <a:rPr sz="1800" b="1">
                          <a:latin typeface="Courier New"/>
                          <a:cs typeface="Courier New"/>
                        </a:rPr>
                        <a:t>long</a:t>
                      </a:r>
                      <a:r>
                        <a:rPr sz="1800" b="1" spc="-65">
                          <a:latin typeface="Courier New"/>
                          <a:cs typeface="Courier New"/>
                        </a:rPr>
                        <a:t> </a:t>
                      </a:r>
                      <a:r>
                        <a:rPr sz="1800" b="1" spc="-25">
                          <a:latin typeface="Courier New"/>
                          <a:cs typeface="Courier New"/>
                        </a:rPr>
                        <a:t>int</a:t>
                      </a:r>
                      <a:endParaRPr sz="1800">
                        <a:latin typeface="Courier New"/>
                        <a:cs typeface="Courier New"/>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150"/>
                        </a:spcBef>
                      </a:pPr>
                      <a:r>
                        <a:rPr sz="1800" b="1" spc="-20">
                          <a:latin typeface="Courier New"/>
                          <a:cs typeface="Courier New"/>
                        </a:rPr>
                        <a:t>long</a:t>
                      </a:r>
                      <a:endParaRPr sz="1800">
                        <a:latin typeface="Courier New"/>
                        <a:cs typeface="Courier New"/>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b="1">
                          <a:latin typeface="Arial"/>
                          <a:cs typeface="Arial"/>
                        </a:rPr>
                        <a:t>4</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10">
                          <a:latin typeface="Arial"/>
                          <a:cs typeface="Arial"/>
                        </a:rPr>
                        <a:t>-</a:t>
                      </a:r>
                      <a:r>
                        <a:rPr sz="1800" b="1">
                          <a:latin typeface="Arial"/>
                          <a:cs typeface="Arial"/>
                        </a:rPr>
                        <a:t>2</a:t>
                      </a:r>
                      <a:r>
                        <a:rPr sz="1800" b="1" baseline="25462">
                          <a:latin typeface="Arial"/>
                          <a:cs typeface="Arial"/>
                        </a:rPr>
                        <a:t>31</a:t>
                      </a:r>
                      <a:r>
                        <a:rPr sz="1800" b="1" spc="-44" baseline="25462">
                          <a:latin typeface="Arial"/>
                          <a:cs typeface="Arial"/>
                        </a:rPr>
                        <a:t> </a:t>
                      </a:r>
                      <a:r>
                        <a:rPr sz="1800" b="1">
                          <a:latin typeface="Arial"/>
                          <a:cs typeface="Arial"/>
                        </a:rPr>
                        <a:t>~</a:t>
                      </a:r>
                      <a:r>
                        <a:rPr sz="1800" b="1" spc="-15">
                          <a:latin typeface="Arial"/>
                          <a:cs typeface="Arial"/>
                        </a:rPr>
                        <a:t> </a:t>
                      </a:r>
                      <a:r>
                        <a:rPr sz="1800" b="1" spc="-10">
                          <a:latin typeface="Arial"/>
                          <a:cs typeface="Arial"/>
                        </a:rPr>
                        <a:t>2</a:t>
                      </a:r>
                      <a:r>
                        <a:rPr sz="1800" b="1" spc="-15" baseline="25462">
                          <a:latin typeface="Arial"/>
                          <a:cs typeface="Arial"/>
                        </a:rPr>
                        <a:t>31</a:t>
                      </a:r>
                      <a:r>
                        <a:rPr sz="1800" b="1" spc="-10">
                          <a:latin typeface="Arial"/>
                          <a:cs typeface="Arial"/>
                        </a:rPr>
                        <a:t>-</a:t>
                      </a:r>
                      <a:r>
                        <a:rPr sz="1800" b="1" spc="-50">
                          <a:latin typeface="Arial"/>
                          <a:cs typeface="Arial"/>
                        </a:rPr>
                        <a:t>1</a:t>
                      </a:r>
                      <a:endParaRPr sz="1800">
                        <a:latin typeface="Arial"/>
                        <a:cs typeface="Arial"/>
                      </a:endParaRPr>
                    </a:p>
                  </a:txBody>
                  <a:tcPr marL="0" marR="0" marT="4000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713105">
                <a:tc vMerge="1">
                  <a:txBody>
                    <a:bodyPr/>
                    <a:lstStyle/>
                    <a:p>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50"/>
                        </a:spcBef>
                      </a:pPr>
                      <a:r>
                        <a:rPr sz="1800" b="1">
                          <a:latin typeface="Courier New"/>
                          <a:cs typeface="Courier New"/>
                        </a:rPr>
                        <a:t>unsigned</a:t>
                      </a:r>
                      <a:r>
                        <a:rPr sz="1800" b="1" spc="-100">
                          <a:latin typeface="Courier New"/>
                          <a:cs typeface="Courier New"/>
                        </a:rPr>
                        <a:t> </a:t>
                      </a:r>
                      <a:r>
                        <a:rPr sz="1800" b="1" spc="-20">
                          <a:latin typeface="Courier New"/>
                          <a:cs typeface="Courier New"/>
                        </a:rPr>
                        <a:t>long</a:t>
                      </a:r>
                      <a:endParaRPr sz="1800">
                        <a:latin typeface="Courier New"/>
                        <a:cs typeface="Courier New"/>
                      </a:endParaRPr>
                    </a:p>
                    <a:p>
                      <a:pPr marL="91440">
                        <a:lnSpc>
                          <a:spcPct val="100000"/>
                        </a:lnSpc>
                      </a:pPr>
                      <a:r>
                        <a:rPr sz="1800" b="1" spc="-25">
                          <a:latin typeface="Courier New"/>
                          <a:cs typeface="Courier New"/>
                        </a:rPr>
                        <a:t>int</a:t>
                      </a:r>
                      <a:endParaRPr sz="1800">
                        <a:latin typeface="Courier New"/>
                        <a:cs typeface="Courier New"/>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150"/>
                        </a:spcBef>
                      </a:pPr>
                      <a:r>
                        <a:rPr sz="1800" b="1" spc="-10">
                          <a:latin typeface="Courier New"/>
                          <a:cs typeface="Courier New"/>
                        </a:rPr>
                        <a:t>unsigned</a:t>
                      </a:r>
                      <a:endParaRPr sz="1800">
                        <a:latin typeface="Courier New"/>
                        <a:cs typeface="Courier New"/>
                      </a:endParaRPr>
                    </a:p>
                    <a:p>
                      <a:pPr marL="92075">
                        <a:lnSpc>
                          <a:spcPct val="100000"/>
                        </a:lnSpc>
                      </a:pPr>
                      <a:r>
                        <a:rPr sz="1800" b="1" spc="-20">
                          <a:latin typeface="Courier New"/>
                          <a:cs typeface="Courier New"/>
                        </a:rPr>
                        <a:t>long</a:t>
                      </a:r>
                      <a:endParaRPr sz="1800">
                        <a:latin typeface="Courier New"/>
                        <a:cs typeface="Courier New"/>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0"/>
                        </a:spcBef>
                      </a:pPr>
                      <a:r>
                        <a:rPr sz="1800" b="1">
                          <a:latin typeface="Arial"/>
                          <a:cs typeface="Arial"/>
                        </a:rPr>
                        <a:t>4</a:t>
                      </a:r>
                      <a:endParaRPr sz="1800">
                        <a:latin typeface="Arial"/>
                        <a:cs typeface="Arial"/>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0"/>
                        </a:spcBef>
                      </a:pPr>
                      <a:r>
                        <a:rPr sz="1800" b="1">
                          <a:latin typeface="Arial"/>
                          <a:cs typeface="Arial"/>
                        </a:rPr>
                        <a:t>0</a:t>
                      </a:r>
                      <a:r>
                        <a:rPr sz="1800" b="1" spc="-5">
                          <a:latin typeface="Arial"/>
                          <a:cs typeface="Arial"/>
                        </a:rPr>
                        <a:t> </a:t>
                      </a:r>
                      <a:r>
                        <a:rPr sz="1800" b="1">
                          <a:latin typeface="Arial"/>
                          <a:cs typeface="Arial"/>
                        </a:rPr>
                        <a:t>~</a:t>
                      </a:r>
                      <a:r>
                        <a:rPr sz="1800" b="1" spc="10">
                          <a:latin typeface="Arial"/>
                          <a:cs typeface="Arial"/>
                        </a:rPr>
                        <a:t> </a:t>
                      </a:r>
                      <a:r>
                        <a:rPr sz="1800" b="1" spc="-10">
                          <a:latin typeface="Arial"/>
                          <a:cs typeface="Arial"/>
                        </a:rPr>
                        <a:t>2</a:t>
                      </a:r>
                      <a:r>
                        <a:rPr sz="1800" b="1" spc="-15" baseline="25462">
                          <a:latin typeface="Arial"/>
                          <a:cs typeface="Arial"/>
                        </a:rPr>
                        <a:t>32</a:t>
                      </a:r>
                      <a:r>
                        <a:rPr sz="1800" b="1" spc="-10">
                          <a:latin typeface="Arial"/>
                          <a:cs typeface="Arial"/>
                        </a:rPr>
                        <a:t>-</a:t>
                      </a:r>
                      <a:r>
                        <a:rPr sz="1800" b="1" spc="-50">
                          <a:latin typeface="Arial"/>
                          <a:cs typeface="Arial"/>
                        </a:rPr>
                        <a:t>1</a:t>
                      </a:r>
                      <a:endParaRPr sz="1800">
                        <a:latin typeface="Arial"/>
                        <a:cs typeface="Arial"/>
                      </a:endParaRPr>
                    </a:p>
                  </a:txBody>
                  <a:tcPr marL="0" marR="0" marT="4064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08305">
                <a:tc gridSpan="2">
                  <a:txBody>
                    <a:bodyPr/>
                    <a:lstStyle/>
                    <a:p>
                      <a:pPr marL="665480">
                        <a:lnSpc>
                          <a:spcPct val="100000"/>
                        </a:lnSpc>
                        <a:spcBef>
                          <a:spcPts val="320"/>
                        </a:spcBef>
                      </a:pPr>
                      <a:r>
                        <a:rPr sz="1800" b="1" spc="-10">
                          <a:latin typeface="Arial"/>
                          <a:cs typeface="Arial"/>
                        </a:rPr>
                        <a:t>float</a:t>
                      </a:r>
                      <a:endParaRPr sz="1800">
                        <a:latin typeface="Arial"/>
                        <a:cs typeface="Arial"/>
                      </a:endParaRPr>
                    </a:p>
                  </a:txBody>
                  <a:tcPr marL="0" marR="0" marT="4064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0"/>
                        </a:spcBef>
                      </a:pPr>
                      <a:r>
                        <a:rPr sz="1800" b="1">
                          <a:latin typeface="Arial"/>
                          <a:cs typeface="Arial"/>
                        </a:rPr>
                        <a:t>4</a:t>
                      </a:r>
                      <a:endParaRPr sz="1800">
                        <a:latin typeface="Arial"/>
                        <a:cs typeface="Arial"/>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407034">
                <a:tc gridSpan="2">
                  <a:txBody>
                    <a:bodyPr/>
                    <a:lstStyle/>
                    <a:p>
                      <a:pPr marL="665480">
                        <a:lnSpc>
                          <a:spcPct val="100000"/>
                        </a:lnSpc>
                        <a:spcBef>
                          <a:spcPts val="320"/>
                        </a:spcBef>
                      </a:pPr>
                      <a:r>
                        <a:rPr sz="1800" b="1" spc="-10">
                          <a:latin typeface="Arial"/>
                          <a:cs typeface="Arial"/>
                        </a:rPr>
                        <a:t>double</a:t>
                      </a:r>
                      <a:endParaRPr sz="1800">
                        <a:latin typeface="Arial"/>
                        <a:cs typeface="Arial"/>
                      </a:endParaRPr>
                    </a:p>
                  </a:txBody>
                  <a:tcPr marL="0" marR="0" marT="4064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hMerge="1">
                  <a:txBody>
                    <a:bodyPr/>
                    <a:lstStyle/>
                    <a:p>
                      <a:endParaRPr/>
                    </a:p>
                  </a:txBody>
                  <a:tcPr marL="0" marR="0" marT="0" marB="0"/>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1905" algn="ctr">
                        <a:lnSpc>
                          <a:spcPct val="100000"/>
                        </a:lnSpc>
                        <a:spcBef>
                          <a:spcPts val="320"/>
                        </a:spcBef>
                      </a:pPr>
                      <a:r>
                        <a:rPr sz="1800" b="1">
                          <a:latin typeface="Arial"/>
                          <a:cs typeface="Arial"/>
                        </a:rPr>
                        <a:t>8</a:t>
                      </a:r>
                      <a:endParaRPr sz="1800">
                        <a:latin typeface="Arial"/>
                        <a:cs typeface="Arial"/>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10"/>
                  </a:ext>
                </a:extLst>
              </a:tr>
            </a:tbl>
          </a:graphicData>
        </a:graphic>
      </p:graphicFrame>
      <p:sp>
        <p:nvSpPr>
          <p:cNvPr id="5" name="object 5"/>
          <p:cNvSpPr txBox="1"/>
          <p:nvPr/>
        </p:nvSpPr>
        <p:spPr>
          <a:xfrm>
            <a:off x="2669844" y="6267399"/>
            <a:ext cx="562610" cy="299720"/>
          </a:xfrm>
          <a:prstGeom prst="rect">
            <a:avLst/>
          </a:prstGeom>
        </p:spPr>
        <p:txBody>
          <a:bodyPr vert="horz" wrap="square" lIns="0" tIns="12700" rIns="0" bIns="0" rtlCol="0">
            <a:spAutoFit/>
          </a:bodyPr>
          <a:lstStyle/>
          <a:p>
            <a:pPr marL="12700">
              <a:spcBef>
                <a:spcPts val="100"/>
              </a:spcBef>
            </a:pPr>
            <a:r>
              <a:rPr spc="-10">
                <a:latin typeface="Constantia"/>
                <a:cs typeface="Constantia"/>
              </a:rPr>
              <a:t>Note:</a:t>
            </a:r>
            <a:endParaRPr>
              <a:latin typeface="Constantia"/>
              <a:cs typeface="Constantia"/>
            </a:endParaRPr>
          </a:p>
        </p:txBody>
      </p:sp>
      <p:sp>
        <p:nvSpPr>
          <p:cNvPr id="6" name="object 6"/>
          <p:cNvSpPr txBox="1"/>
          <p:nvPr/>
        </p:nvSpPr>
        <p:spPr>
          <a:xfrm>
            <a:off x="4015994" y="6267399"/>
            <a:ext cx="3585210" cy="299720"/>
          </a:xfrm>
          <a:prstGeom prst="rect">
            <a:avLst/>
          </a:prstGeom>
        </p:spPr>
        <p:txBody>
          <a:bodyPr vert="horz" wrap="square" lIns="0" tIns="12700" rIns="0" bIns="0" rtlCol="0">
            <a:spAutoFit/>
          </a:bodyPr>
          <a:lstStyle/>
          <a:p>
            <a:pPr marL="38100">
              <a:spcBef>
                <a:spcPts val="100"/>
              </a:spcBef>
            </a:pPr>
            <a:r>
              <a:rPr>
                <a:latin typeface="Constantia"/>
                <a:cs typeface="Constantia"/>
              </a:rPr>
              <a:t>2</a:t>
            </a:r>
            <a:r>
              <a:rPr baseline="25462">
                <a:latin typeface="Constantia"/>
                <a:cs typeface="Constantia"/>
              </a:rPr>
              <a:t>7</a:t>
            </a:r>
            <a:r>
              <a:rPr spc="172" baseline="25462">
                <a:latin typeface="Constantia"/>
                <a:cs typeface="Constantia"/>
              </a:rPr>
              <a:t> </a:t>
            </a:r>
            <a:r>
              <a:rPr>
                <a:latin typeface="Constantia"/>
                <a:cs typeface="Constantia"/>
              </a:rPr>
              <a:t>=</a:t>
            </a:r>
            <a:r>
              <a:rPr spc="-10">
                <a:latin typeface="Constantia"/>
                <a:cs typeface="Constantia"/>
              </a:rPr>
              <a:t> </a:t>
            </a:r>
            <a:r>
              <a:rPr>
                <a:latin typeface="Constantia"/>
                <a:cs typeface="Constantia"/>
              </a:rPr>
              <a:t>128,</a:t>
            </a:r>
            <a:r>
              <a:rPr spc="-25">
                <a:latin typeface="Constantia"/>
                <a:cs typeface="Constantia"/>
              </a:rPr>
              <a:t> </a:t>
            </a:r>
            <a:r>
              <a:rPr>
                <a:latin typeface="Constantia"/>
                <a:cs typeface="Constantia"/>
              </a:rPr>
              <a:t>2</a:t>
            </a:r>
            <a:r>
              <a:rPr baseline="25462">
                <a:latin typeface="Constantia"/>
                <a:cs typeface="Constantia"/>
              </a:rPr>
              <a:t>15</a:t>
            </a:r>
            <a:r>
              <a:rPr spc="202" baseline="25462">
                <a:latin typeface="Constantia"/>
                <a:cs typeface="Constantia"/>
              </a:rPr>
              <a:t> </a:t>
            </a:r>
            <a:r>
              <a:rPr>
                <a:latin typeface="Constantia"/>
                <a:cs typeface="Constantia"/>
              </a:rPr>
              <a:t>=32768,</a:t>
            </a:r>
            <a:r>
              <a:rPr spc="-20">
                <a:latin typeface="Constantia"/>
                <a:cs typeface="Constantia"/>
              </a:rPr>
              <a:t> </a:t>
            </a:r>
            <a:r>
              <a:rPr>
                <a:latin typeface="Constantia"/>
                <a:cs typeface="Constantia"/>
              </a:rPr>
              <a:t>2</a:t>
            </a:r>
            <a:r>
              <a:rPr baseline="25462">
                <a:latin typeface="Constantia"/>
                <a:cs typeface="Constantia"/>
              </a:rPr>
              <a:t>31</a:t>
            </a:r>
            <a:r>
              <a:rPr spc="195" baseline="25462">
                <a:latin typeface="Constantia"/>
                <a:cs typeface="Constantia"/>
              </a:rPr>
              <a:t> </a:t>
            </a:r>
            <a:r>
              <a:rPr>
                <a:latin typeface="Constantia"/>
                <a:cs typeface="Constantia"/>
              </a:rPr>
              <a:t>=</a:t>
            </a:r>
            <a:r>
              <a:rPr spc="-5">
                <a:latin typeface="Constantia"/>
                <a:cs typeface="Constantia"/>
              </a:rPr>
              <a:t> </a:t>
            </a:r>
            <a:r>
              <a:rPr spc="-10">
                <a:latin typeface="Constantia"/>
                <a:cs typeface="Constantia"/>
              </a:rPr>
              <a:t>2147483648</a:t>
            </a:r>
            <a:endParaRPr>
              <a:latin typeface="Constantia"/>
              <a:cs typeface="Constantia"/>
            </a:endParaRPr>
          </a:p>
        </p:txBody>
      </p:sp>
    </p:spTree>
    <p:extLst>
      <p:ext uri="{BB962C8B-B14F-4D97-AF65-F5344CB8AC3E}">
        <p14:creationId xmlns:p14="http://schemas.microsoft.com/office/powerpoint/2010/main" val="17173773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37583" y="-52038"/>
            <a:ext cx="5004039" cy="689291"/>
          </a:xfrm>
          <a:prstGeom prst="rect">
            <a:avLst/>
          </a:prstGeom>
        </p:spPr>
        <p:txBody>
          <a:bodyPr vert="horz" wrap="square" lIns="0" tIns="12065" rIns="0" bIns="0" rtlCol="0" anchor="ctr">
            <a:spAutoFit/>
          </a:bodyPr>
          <a:lstStyle/>
          <a:p>
            <a:pPr marL="12700">
              <a:lnSpc>
                <a:spcPct val="100000"/>
              </a:lnSpc>
              <a:spcBef>
                <a:spcPts val="95"/>
              </a:spcBef>
            </a:pPr>
            <a:r>
              <a:t>Operators</a:t>
            </a:r>
            <a:r>
              <a:rPr spc="-80"/>
              <a:t> </a:t>
            </a:r>
            <a:r>
              <a:t>in</a:t>
            </a:r>
            <a:r>
              <a:rPr spc="-65"/>
              <a:t> </a:t>
            </a:r>
            <a:r>
              <a:rPr spc="-50"/>
              <a:t>C</a:t>
            </a:r>
          </a:p>
        </p:txBody>
      </p:sp>
      <p:sp>
        <p:nvSpPr>
          <p:cNvPr id="3" name="object 3"/>
          <p:cNvSpPr txBox="1"/>
          <p:nvPr/>
        </p:nvSpPr>
        <p:spPr>
          <a:xfrm>
            <a:off x="1602739" y="679451"/>
            <a:ext cx="8675370" cy="5672835"/>
          </a:xfrm>
          <a:prstGeom prst="rect">
            <a:avLst/>
          </a:prstGeom>
        </p:spPr>
        <p:txBody>
          <a:bodyPr vert="horz" wrap="square" lIns="0" tIns="12700" rIns="0" bIns="0" rtlCol="0">
            <a:spAutoFit/>
          </a:bodyPr>
          <a:lstStyle/>
          <a:p>
            <a:pPr marL="355600" marR="5080" indent="-342900">
              <a:lnSpc>
                <a:spcPct val="110000"/>
              </a:lnSpc>
              <a:spcBef>
                <a:spcPts val="100"/>
              </a:spcBef>
              <a:buFont typeface="Arial"/>
              <a:buChar char="•"/>
              <a:tabLst>
                <a:tab pos="354965" algn="l"/>
                <a:tab pos="355600" algn="l"/>
              </a:tabLst>
            </a:pPr>
            <a:r>
              <a:rPr sz="2400">
                <a:latin typeface="Times New Roman"/>
                <a:cs typeface="Times New Roman"/>
              </a:rPr>
              <a:t>C</a:t>
            </a:r>
            <a:r>
              <a:rPr sz="2400" spc="-25">
                <a:latin typeface="Times New Roman"/>
                <a:cs typeface="Times New Roman"/>
              </a:rPr>
              <a:t> </a:t>
            </a:r>
            <a:r>
              <a:rPr sz="2400">
                <a:latin typeface="Times New Roman"/>
                <a:cs typeface="Times New Roman"/>
              </a:rPr>
              <a:t>language</a:t>
            </a:r>
            <a:r>
              <a:rPr sz="2400" spc="-25">
                <a:latin typeface="Times New Roman"/>
                <a:cs typeface="Times New Roman"/>
              </a:rPr>
              <a:t> </a:t>
            </a:r>
            <a:r>
              <a:rPr sz="2400">
                <a:latin typeface="Times New Roman"/>
                <a:cs typeface="Times New Roman"/>
              </a:rPr>
              <a:t>supports a</a:t>
            </a:r>
            <a:r>
              <a:rPr sz="2400" spc="-5">
                <a:latin typeface="Times New Roman"/>
                <a:cs typeface="Times New Roman"/>
              </a:rPr>
              <a:t> </a:t>
            </a:r>
            <a:r>
              <a:rPr sz="2400">
                <a:latin typeface="Times New Roman"/>
                <a:cs typeface="Times New Roman"/>
              </a:rPr>
              <a:t>lot</a:t>
            </a:r>
            <a:r>
              <a:rPr sz="2400" spc="-20">
                <a:latin typeface="Times New Roman"/>
                <a:cs typeface="Times New Roman"/>
              </a:rPr>
              <a:t> </a:t>
            </a:r>
            <a:r>
              <a:rPr sz="2400">
                <a:latin typeface="Times New Roman"/>
                <a:cs typeface="Times New Roman"/>
              </a:rPr>
              <a:t>of</a:t>
            </a:r>
            <a:r>
              <a:rPr sz="2400" spc="-5">
                <a:latin typeface="Times New Roman"/>
                <a:cs typeface="Times New Roman"/>
              </a:rPr>
              <a:t> </a:t>
            </a:r>
            <a:r>
              <a:rPr sz="2400">
                <a:latin typeface="Times New Roman"/>
                <a:cs typeface="Times New Roman"/>
              </a:rPr>
              <a:t>operators</a:t>
            </a:r>
            <a:r>
              <a:rPr sz="2400" spc="-20">
                <a:latin typeface="Times New Roman"/>
                <a:cs typeface="Times New Roman"/>
              </a:rPr>
              <a:t> </a:t>
            </a:r>
            <a:r>
              <a:rPr sz="2400">
                <a:latin typeface="Times New Roman"/>
                <a:cs typeface="Times New Roman"/>
              </a:rPr>
              <a:t>to</a:t>
            </a:r>
            <a:r>
              <a:rPr sz="2400" spc="-15">
                <a:latin typeface="Times New Roman"/>
                <a:cs typeface="Times New Roman"/>
              </a:rPr>
              <a:t> </a:t>
            </a:r>
            <a:r>
              <a:rPr sz="2400">
                <a:latin typeface="Times New Roman"/>
                <a:cs typeface="Times New Roman"/>
              </a:rPr>
              <a:t>be</a:t>
            </a:r>
            <a:r>
              <a:rPr sz="2400" spc="-10">
                <a:latin typeface="Times New Roman"/>
                <a:cs typeface="Times New Roman"/>
              </a:rPr>
              <a:t> </a:t>
            </a:r>
            <a:r>
              <a:rPr sz="2400">
                <a:latin typeface="Times New Roman"/>
                <a:cs typeface="Times New Roman"/>
              </a:rPr>
              <a:t>used</a:t>
            </a:r>
            <a:r>
              <a:rPr sz="2400" spc="-5">
                <a:latin typeface="Times New Roman"/>
                <a:cs typeface="Times New Roman"/>
              </a:rPr>
              <a:t> </a:t>
            </a:r>
            <a:r>
              <a:rPr sz="2400">
                <a:latin typeface="Times New Roman"/>
                <a:cs typeface="Times New Roman"/>
              </a:rPr>
              <a:t>in</a:t>
            </a:r>
            <a:r>
              <a:rPr sz="2400" spc="-20">
                <a:latin typeface="Times New Roman"/>
                <a:cs typeface="Times New Roman"/>
              </a:rPr>
              <a:t> </a:t>
            </a:r>
            <a:r>
              <a:rPr sz="2400" spc="-10">
                <a:latin typeface="Times New Roman"/>
                <a:cs typeface="Times New Roman"/>
              </a:rPr>
              <a:t>expressions. </a:t>
            </a:r>
            <a:r>
              <a:rPr sz="2400">
                <a:latin typeface="Times New Roman"/>
                <a:cs typeface="Times New Roman"/>
              </a:rPr>
              <a:t>These</a:t>
            </a:r>
            <a:r>
              <a:rPr sz="2400" spc="-75">
                <a:latin typeface="Times New Roman"/>
                <a:cs typeface="Times New Roman"/>
              </a:rPr>
              <a:t> </a:t>
            </a:r>
            <a:r>
              <a:rPr sz="2400">
                <a:latin typeface="Times New Roman"/>
                <a:cs typeface="Times New Roman"/>
              </a:rPr>
              <a:t>operators</a:t>
            </a:r>
            <a:r>
              <a:rPr sz="2400" spc="-70">
                <a:latin typeface="Times New Roman"/>
                <a:cs typeface="Times New Roman"/>
              </a:rPr>
              <a:t> </a:t>
            </a:r>
            <a:r>
              <a:rPr sz="2400">
                <a:latin typeface="Times New Roman"/>
                <a:cs typeface="Times New Roman"/>
              </a:rPr>
              <a:t>can</a:t>
            </a:r>
            <a:r>
              <a:rPr sz="2400" spc="-55">
                <a:latin typeface="Times New Roman"/>
                <a:cs typeface="Times New Roman"/>
              </a:rPr>
              <a:t> </a:t>
            </a:r>
            <a:r>
              <a:rPr sz="2400">
                <a:latin typeface="Times New Roman"/>
                <a:cs typeface="Times New Roman"/>
              </a:rPr>
              <a:t>be</a:t>
            </a:r>
            <a:r>
              <a:rPr sz="2400" spc="-70">
                <a:latin typeface="Times New Roman"/>
                <a:cs typeface="Times New Roman"/>
              </a:rPr>
              <a:t> </a:t>
            </a:r>
            <a:r>
              <a:rPr sz="2400" spc="-10">
                <a:latin typeface="Times New Roman"/>
                <a:cs typeface="Times New Roman"/>
              </a:rPr>
              <a:t>categorized</a:t>
            </a:r>
            <a:r>
              <a:rPr sz="2400" spc="-100">
                <a:latin typeface="Times New Roman"/>
                <a:cs typeface="Times New Roman"/>
              </a:rPr>
              <a:t> </a:t>
            </a:r>
            <a:r>
              <a:rPr sz="2400">
                <a:latin typeface="Times New Roman"/>
                <a:cs typeface="Times New Roman"/>
              </a:rPr>
              <a:t>into</a:t>
            </a:r>
            <a:r>
              <a:rPr sz="2400" spc="-65">
                <a:latin typeface="Times New Roman"/>
                <a:cs typeface="Times New Roman"/>
              </a:rPr>
              <a:t> </a:t>
            </a:r>
            <a:r>
              <a:rPr sz="2400">
                <a:latin typeface="Times New Roman"/>
                <a:cs typeface="Times New Roman"/>
              </a:rPr>
              <a:t>the</a:t>
            </a:r>
            <a:r>
              <a:rPr sz="2400" spc="-70">
                <a:latin typeface="Times New Roman"/>
                <a:cs typeface="Times New Roman"/>
              </a:rPr>
              <a:t> </a:t>
            </a:r>
            <a:r>
              <a:rPr sz="2400">
                <a:latin typeface="Times New Roman"/>
                <a:cs typeface="Times New Roman"/>
              </a:rPr>
              <a:t>following</a:t>
            </a:r>
            <a:r>
              <a:rPr sz="2400" spc="-55">
                <a:latin typeface="Times New Roman"/>
                <a:cs typeface="Times New Roman"/>
              </a:rPr>
              <a:t> </a:t>
            </a:r>
            <a:r>
              <a:rPr sz="2400">
                <a:latin typeface="Times New Roman"/>
                <a:cs typeface="Times New Roman"/>
              </a:rPr>
              <a:t>major</a:t>
            </a:r>
            <a:r>
              <a:rPr sz="2400" spc="-60">
                <a:latin typeface="Times New Roman"/>
                <a:cs typeface="Times New Roman"/>
              </a:rPr>
              <a:t> </a:t>
            </a:r>
            <a:r>
              <a:rPr sz="2400" spc="-10">
                <a:latin typeface="Times New Roman"/>
                <a:cs typeface="Times New Roman"/>
              </a:rPr>
              <a:t>groups:</a:t>
            </a:r>
            <a:endParaRPr sz="2400">
              <a:latin typeface="Times New Roman"/>
              <a:cs typeface="Times New Roman"/>
            </a:endParaRPr>
          </a:p>
          <a:p>
            <a:pPr marL="706120" lvl="1" indent="-314325">
              <a:spcBef>
                <a:spcPts val="860"/>
              </a:spcBef>
              <a:buAutoNum type="arabicParenR"/>
              <a:tabLst>
                <a:tab pos="706120" algn="l"/>
              </a:tabLst>
            </a:pPr>
            <a:r>
              <a:rPr sz="2400" spc="-10">
                <a:latin typeface="Times New Roman"/>
                <a:cs typeface="Times New Roman"/>
              </a:rPr>
              <a:t>Arithmetic</a:t>
            </a:r>
            <a:r>
              <a:rPr sz="2400" spc="-55">
                <a:latin typeface="Times New Roman"/>
                <a:cs typeface="Times New Roman"/>
              </a:rPr>
              <a:t> </a:t>
            </a:r>
            <a:r>
              <a:rPr sz="2400" spc="-10">
                <a:latin typeface="Times New Roman"/>
                <a:cs typeface="Times New Roman"/>
              </a:rPr>
              <a:t>operators</a:t>
            </a:r>
            <a:endParaRPr sz="2400">
              <a:latin typeface="Times New Roman"/>
              <a:cs typeface="Times New Roman"/>
            </a:endParaRPr>
          </a:p>
          <a:p>
            <a:pPr marL="721995" lvl="1" indent="-330835">
              <a:spcBef>
                <a:spcPts val="869"/>
              </a:spcBef>
              <a:buAutoNum type="arabicParenR"/>
              <a:tabLst>
                <a:tab pos="722630" algn="l"/>
              </a:tabLst>
            </a:pPr>
            <a:r>
              <a:rPr sz="2400">
                <a:latin typeface="Times New Roman"/>
                <a:cs typeface="Times New Roman"/>
              </a:rPr>
              <a:t>Relational</a:t>
            </a:r>
            <a:r>
              <a:rPr sz="2400" spc="-55">
                <a:latin typeface="Times New Roman"/>
                <a:cs typeface="Times New Roman"/>
              </a:rPr>
              <a:t> </a:t>
            </a:r>
            <a:r>
              <a:rPr sz="2400" spc="-10">
                <a:latin typeface="Times New Roman"/>
                <a:cs typeface="Times New Roman"/>
              </a:rPr>
              <a:t>Operators</a:t>
            </a:r>
            <a:endParaRPr sz="2400">
              <a:latin typeface="Times New Roman"/>
              <a:cs typeface="Times New Roman"/>
            </a:endParaRPr>
          </a:p>
          <a:p>
            <a:pPr marL="721995" lvl="1" indent="-330835">
              <a:spcBef>
                <a:spcPts val="865"/>
              </a:spcBef>
              <a:buAutoNum type="arabicParenR"/>
              <a:tabLst>
                <a:tab pos="722630" algn="l"/>
              </a:tabLst>
            </a:pPr>
            <a:r>
              <a:rPr sz="2400">
                <a:latin typeface="Times New Roman"/>
                <a:cs typeface="Times New Roman"/>
              </a:rPr>
              <a:t>Equality</a:t>
            </a:r>
            <a:r>
              <a:rPr sz="2400" spc="-120">
                <a:latin typeface="Times New Roman"/>
                <a:cs typeface="Times New Roman"/>
              </a:rPr>
              <a:t> </a:t>
            </a:r>
            <a:r>
              <a:rPr sz="2400" spc="-10">
                <a:latin typeface="Times New Roman"/>
                <a:cs typeface="Times New Roman"/>
              </a:rPr>
              <a:t>Operators</a:t>
            </a:r>
            <a:endParaRPr sz="2400">
              <a:latin typeface="Times New Roman"/>
              <a:cs typeface="Times New Roman"/>
            </a:endParaRPr>
          </a:p>
          <a:p>
            <a:pPr marL="721995" lvl="1" indent="-330835">
              <a:spcBef>
                <a:spcPts val="865"/>
              </a:spcBef>
              <a:buAutoNum type="arabicParenR"/>
              <a:tabLst>
                <a:tab pos="722630" algn="l"/>
              </a:tabLst>
            </a:pPr>
            <a:r>
              <a:rPr sz="2400">
                <a:latin typeface="Times New Roman"/>
                <a:cs typeface="Times New Roman"/>
              </a:rPr>
              <a:t>Logical</a:t>
            </a:r>
            <a:r>
              <a:rPr sz="2400" spc="-105">
                <a:latin typeface="Times New Roman"/>
                <a:cs typeface="Times New Roman"/>
              </a:rPr>
              <a:t> </a:t>
            </a:r>
            <a:r>
              <a:rPr sz="2400" spc="-10">
                <a:latin typeface="Times New Roman"/>
                <a:cs typeface="Times New Roman"/>
              </a:rPr>
              <a:t>Operators</a:t>
            </a:r>
            <a:endParaRPr sz="2400">
              <a:latin typeface="Times New Roman"/>
              <a:cs typeface="Times New Roman"/>
            </a:endParaRPr>
          </a:p>
          <a:p>
            <a:pPr marL="721995" lvl="1" indent="-330835">
              <a:spcBef>
                <a:spcPts val="865"/>
              </a:spcBef>
              <a:buAutoNum type="arabicParenR"/>
              <a:tabLst>
                <a:tab pos="722630" algn="l"/>
              </a:tabLst>
            </a:pPr>
            <a:r>
              <a:rPr sz="2400">
                <a:latin typeface="Times New Roman"/>
                <a:cs typeface="Times New Roman"/>
              </a:rPr>
              <a:t>Unary </a:t>
            </a:r>
            <a:r>
              <a:rPr sz="2400" spc="-10">
                <a:latin typeface="Times New Roman"/>
                <a:cs typeface="Times New Roman"/>
              </a:rPr>
              <a:t>Operators</a:t>
            </a:r>
            <a:endParaRPr sz="2400">
              <a:latin typeface="Times New Roman"/>
              <a:cs typeface="Times New Roman"/>
            </a:endParaRPr>
          </a:p>
          <a:p>
            <a:pPr marL="721995" lvl="1" indent="-330835">
              <a:spcBef>
                <a:spcPts val="860"/>
              </a:spcBef>
              <a:buAutoNum type="arabicParenR"/>
              <a:tabLst>
                <a:tab pos="722630" algn="l"/>
              </a:tabLst>
            </a:pPr>
            <a:r>
              <a:rPr sz="2400" spc="-10">
                <a:latin typeface="Times New Roman"/>
                <a:cs typeface="Times New Roman"/>
              </a:rPr>
              <a:t>Conditional</a:t>
            </a:r>
            <a:r>
              <a:rPr sz="2400" spc="-45">
                <a:latin typeface="Times New Roman"/>
                <a:cs typeface="Times New Roman"/>
              </a:rPr>
              <a:t> </a:t>
            </a:r>
            <a:r>
              <a:rPr sz="2400" spc="-10">
                <a:latin typeface="Times New Roman"/>
                <a:cs typeface="Times New Roman"/>
              </a:rPr>
              <a:t>Operators</a:t>
            </a:r>
            <a:endParaRPr sz="2400">
              <a:latin typeface="Times New Roman"/>
              <a:cs typeface="Times New Roman"/>
            </a:endParaRPr>
          </a:p>
          <a:p>
            <a:pPr marL="721995" lvl="1" indent="-330835">
              <a:spcBef>
                <a:spcPts val="865"/>
              </a:spcBef>
              <a:buAutoNum type="arabicParenR"/>
              <a:tabLst>
                <a:tab pos="722630" algn="l"/>
              </a:tabLst>
            </a:pPr>
            <a:r>
              <a:rPr sz="2400">
                <a:latin typeface="Times New Roman"/>
                <a:cs typeface="Times New Roman"/>
              </a:rPr>
              <a:t>Bitwise</a:t>
            </a:r>
            <a:r>
              <a:rPr sz="2400" spc="-90">
                <a:latin typeface="Times New Roman"/>
                <a:cs typeface="Times New Roman"/>
              </a:rPr>
              <a:t> </a:t>
            </a:r>
            <a:r>
              <a:rPr sz="2400" spc="-10">
                <a:latin typeface="Times New Roman"/>
                <a:cs typeface="Times New Roman"/>
              </a:rPr>
              <a:t>Operators</a:t>
            </a:r>
            <a:endParaRPr sz="2400">
              <a:latin typeface="Times New Roman"/>
              <a:cs typeface="Times New Roman"/>
            </a:endParaRPr>
          </a:p>
          <a:p>
            <a:pPr marL="706120" lvl="1" indent="-314325">
              <a:spcBef>
                <a:spcPts val="870"/>
              </a:spcBef>
              <a:buAutoNum type="arabicParenR"/>
              <a:tabLst>
                <a:tab pos="706120" algn="l"/>
              </a:tabLst>
            </a:pPr>
            <a:r>
              <a:rPr sz="2400">
                <a:latin typeface="Times New Roman"/>
                <a:cs typeface="Times New Roman"/>
              </a:rPr>
              <a:t>Assignment</a:t>
            </a:r>
            <a:r>
              <a:rPr sz="2400" spc="-100">
                <a:latin typeface="Times New Roman"/>
                <a:cs typeface="Times New Roman"/>
              </a:rPr>
              <a:t> </a:t>
            </a:r>
            <a:r>
              <a:rPr sz="2400" spc="-10">
                <a:latin typeface="Times New Roman"/>
                <a:cs typeface="Times New Roman"/>
              </a:rPr>
              <a:t>operators</a:t>
            </a:r>
            <a:endParaRPr sz="2400">
              <a:latin typeface="Times New Roman"/>
              <a:cs typeface="Times New Roman"/>
            </a:endParaRPr>
          </a:p>
          <a:p>
            <a:pPr marL="721995" lvl="1" indent="-330835">
              <a:spcBef>
                <a:spcPts val="860"/>
              </a:spcBef>
              <a:buAutoNum type="arabicParenR"/>
              <a:tabLst>
                <a:tab pos="722630" algn="l"/>
              </a:tabLst>
            </a:pPr>
            <a:r>
              <a:rPr sz="2400">
                <a:latin typeface="Times New Roman"/>
                <a:cs typeface="Times New Roman"/>
              </a:rPr>
              <a:t>Comma</a:t>
            </a:r>
            <a:r>
              <a:rPr sz="2400" spc="-105">
                <a:latin typeface="Times New Roman"/>
                <a:cs typeface="Times New Roman"/>
              </a:rPr>
              <a:t> </a:t>
            </a:r>
            <a:r>
              <a:rPr sz="2400" spc="-10">
                <a:latin typeface="Times New Roman"/>
                <a:cs typeface="Times New Roman"/>
              </a:rPr>
              <a:t>Operator</a:t>
            </a:r>
            <a:endParaRPr sz="2400">
              <a:latin typeface="Times New Roman"/>
              <a:cs typeface="Times New Roman"/>
            </a:endParaRPr>
          </a:p>
          <a:p>
            <a:pPr marL="874394" lvl="1" indent="-483234">
              <a:spcBef>
                <a:spcPts val="865"/>
              </a:spcBef>
              <a:buAutoNum type="arabicParenR"/>
              <a:tabLst>
                <a:tab pos="875030" algn="l"/>
              </a:tabLst>
            </a:pPr>
            <a:r>
              <a:rPr sz="2400">
                <a:latin typeface="Times New Roman"/>
                <a:cs typeface="Times New Roman"/>
              </a:rPr>
              <a:t>Sizeof</a:t>
            </a:r>
            <a:r>
              <a:rPr sz="2400" spc="-45">
                <a:latin typeface="Times New Roman"/>
                <a:cs typeface="Times New Roman"/>
              </a:rPr>
              <a:t> </a:t>
            </a:r>
            <a:r>
              <a:rPr sz="2400" spc="-10">
                <a:latin typeface="Times New Roman"/>
                <a:cs typeface="Times New Roman"/>
              </a:rPr>
              <a:t>Operator</a:t>
            </a:r>
            <a:endParaRPr sz="2400">
              <a:latin typeface="Times New Roman"/>
              <a:cs typeface="Times New Roman"/>
            </a:endParaRPr>
          </a:p>
        </p:txBody>
      </p:sp>
    </p:spTree>
    <p:extLst>
      <p:ext uri="{BB962C8B-B14F-4D97-AF65-F5344CB8AC3E}">
        <p14:creationId xmlns:p14="http://schemas.microsoft.com/office/powerpoint/2010/main" val="38934102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7309" y="14731"/>
            <a:ext cx="1896110" cy="406400"/>
          </a:xfrm>
          <a:prstGeom prst="rect">
            <a:avLst/>
          </a:prstGeom>
        </p:spPr>
        <p:txBody>
          <a:bodyPr vert="horz" wrap="square" lIns="0" tIns="12065" rIns="0" bIns="0" rtlCol="0" anchor="ctr">
            <a:spAutoFit/>
          </a:bodyPr>
          <a:lstStyle/>
          <a:p>
            <a:pPr marL="12700">
              <a:lnSpc>
                <a:spcPct val="100000"/>
              </a:lnSpc>
              <a:spcBef>
                <a:spcPts val="95"/>
              </a:spcBef>
            </a:pPr>
            <a:r>
              <a:rPr sz="2500"/>
              <a:t>Operators</a:t>
            </a:r>
            <a:r>
              <a:rPr sz="2500" spc="-40"/>
              <a:t> </a:t>
            </a:r>
            <a:r>
              <a:rPr sz="2500"/>
              <a:t>in</a:t>
            </a:r>
            <a:r>
              <a:rPr sz="2500" spc="-55"/>
              <a:t> </a:t>
            </a:r>
            <a:r>
              <a:rPr sz="2500" spc="-50"/>
              <a:t>C</a:t>
            </a:r>
            <a:endParaRPr sz="2500"/>
          </a:p>
        </p:txBody>
      </p:sp>
      <p:sp>
        <p:nvSpPr>
          <p:cNvPr id="3" name="object 3"/>
          <p:cNvSpPr txBox="1"/>
          <p:nvPr/>
        </p:nvSpPr>
        <p:spPr>
          <a:xfrm>
            <a:off x="1602740" y="468210"/>
            <a:ext cx="4896485" cy="1050290"/>
          </a:xfrm>
          <a:prstGeom prst="rect">
            <a:avLst/>
          </a:prstGeom>
        </p:spPr>
        <p:txBody>
          <a:bodyPr vert="horz" wrap="square" lIns="0" tIns="98425" rIns="0" bIns="0" rtlCol="0">
            <a:spAutoFit/>
          </a:bodyPr>
          <a:lstStyle/>
          <a:p>
            <a:pPr marL="12700">
              <a:spcBef>
                <a:spcPts val="775"/>
              </a:spcBef>
            </a:pPr>
            <a:r>
              <a:rPr sz="2800">
                <a:solidFill>
                  <a:srgbClr val="C00000"/>
                </a:solidFill>
                <a:latin typeface="Times New Roman"/>
                <a:cs typeface="Times New Roman"/>
              </a:rPr>
              <a:t>Arithmetic</a:t>
            </a:r>
            <a:r>
              <a:rPr sz="2800" spc="-150">
                <a:solidFill>
                  <a:srgbClr val="C00000"/>
                </a:solidFill>
                <a:latin typeface="Times New Roman"/>
                <a:cs typeface="Times New Roman"/>
              </a:rPr>
              <a:t> </a:t>
            </a:r>
            <a:r>
              <a:rPr sz="2800" spc="-10">
                <a:solidFill>
                  <a:srgbClr val="C00000"/>
                </a:solidFill>
                <a:latin typeface="Times New Roman"/>
                <a:cs typeface="Times New Roman"/>
              </a:rPr>
              <a:t>operators</a:t>
            </a:r>
            <a:endParaRPr sz="2800">
              <a:latin typeface="Times New Roman"/>
              <a:cs typeface="Times New Roman"/>
            </a:endParaRPr>
          </a:p>
          <a:p>
            <a:pPr marL="355600" indent="-342900">
              <a:spcBef>
                <a:spcPts val="670"/>
              </a:spcBef>
              <a:buFont typeface="Arial"/>
              <a:buChar char="•"/>
              <a:tabLst>
                <a:tab pos="354965" algn="l"/>
                <a:tab pos="355600" algn="l"/>
              </a:tabLst>
            </a:pPr>
            <a:r>
              <a:rPr sz="2800">
                <a:latin typeface="Times New Roman"/>
                <a:cs typeface="Times New Roman"/>
              </a:rPr>
              <a:t>Assume</a:t>
            </a:r>
            <a:r>
              <a:rPr sz="2800" spc="-70">
                <a:latin typeface="Times New Roman"/>
                <a:cs typeface="Times New Roman"/>
              </a:rPr>
              <a:t> </a:t>
            </a:r>
            <a:r>
              <a:rPr sz="2800">
                <a:latin typeface="Times New Roman"/>
                <a:cs typeface="Times New Roman"/>
              </a:rPr>
              <a:t>the</a:t>
            </a:r>
            <a:r>
              <a:rPr sz="2800" spc="-70">
                <a:latin typeface="Times New Roman"/>
                <a:cs typeface="Times New Roman"/>
              </a:rPr>
              <a:t> </a:t>
            </a:r>
            <a:r>
              <a:rPr sz="2800">
                <a:latin typeface="Times New Roman"/>
                <a:cs typeface="Times New Roman"/>
              </a:rPr>
              <a:t>values</a:t>
            </a:r>
            <a:r>
              <a:rPr sz="2800" spc="-75">
                <a:latin typeface="Times New Roman"/>
                <a:cs typeface="Times New Roman"/>
              </a:rPr>
              <a:t> </a:t>
            </a:r>
            <a:r>
              <a:rPr sz="2800">
                <a:latin typeface="Times New Roman"/>
                <a:cs typeface="Times New Roman"/>
              </a:rPr>
              <a:t>a=9</a:t>
            </a:r>
            <a:r>
              <a:rPr sz="2800" spc="-55">
                <a:latin typeface="Times New Roman"/>
                <a:cs typeface="Times New Roman"/>
              </a:rPr>
              <a:t> </a:t>
            </a:r>
            <a:r>
              <a:rPr sz="2800">
                <a:latin typeface="Times New Roman"/>
                <a:cs typeface="Times New Roman"/>
              </a:rPr>
              <a:t>and</a:t>
            </a:r>
            <a:r>
              <a:rPr sz="2800" spc="-65">
                <a:latin typeface="Times New Roman"/>
                <a:cs typeface="Times New Roman"/>
              </a:rPr>
              <a:t> </a:t>
            </a:r>
            <a:r>
              <a:rPr sz="2800" spc="-25">
                <a:latin typeface="Times New Roman"/>
                <a:cs typeface="Times New Roman"/>
              </a:rPr>
              <a:t>b=3</a:t>
            </a:r>
            <a:endParaRPr sz="2800">
              <a:latin typeface="Times New Roman"/>
              <a:cs typeface="Times New Roman"/>
            </a:endParaRPr>
          </a:p>
        </p:txBody>
      </p:sp>
      <p:graphicFrame>
        <p:nvGraphicFramePr>
          <p:cNvPr id="4" name="object 4"/>
          <p:cNvGraphicFramePr>
            <a:graphicFrameLocks noGrp="1"/>
          </p:cNvGraphicFramePr>
          <p:nvPr/>
        </p:nvGraphicFramePr>
        <p:xfrm>
          <a:off x="1524000" y="2051051"/>
          <a:ext cx="9144000" cy="2985134"/>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16559">
                <a:tc>
                  <a:txBody>
                    <a:bodyPr/>
                    <a:lstStyle/>
                    <a:p>
                      <a:pPr algn="ctr">
                        <a:lnSpc>
                          <a:spcPct val="100000"/>
                        </a:lnSpc>
                        <a:spcBef>
                          <a:spcPts val="375"/>
                        </a:spcBef>
                      </a:pPr>
                      <a:r>
                        <a:rPr sz="2000" b="1" spc="-10">
                          <a:solidFill>
                            <a:srgbClr val="C00000"/>
                          </a:solidFill>
                          <a:latin typeface="Times New Roman"/>
                          <a:cs typeface="Times New Roman"/>
                        </a:rPr>
                        <a:t>OPERATION</a:t>
                      </a:r>
                      <a:endParaRPr sz="2000">
                        <a:latin typeface="Times New Roman"/>
                        <a:cs typeface="Times New Roman"/>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375"/>
                        </a:spcBef>
                      </a:pPr>
                      <a:r>
                        <a:rPr sz="2000" b="1" spc="-10">
                          <a:solidFill>
                            <a:srgbClr val="C00000"/>
                          </a:solidFill>
                          <a:latin typeface="Times New Roman"/>
                          <a:cs typeface="Times New Roman"/>
                        </a:rPr>
                        <a:t>OPERATOR</a:t>
                      </a:r>
                      <a:endParaRPr sz="2000">
                        <a:latin typeface="Times New Roman"/>
                        <a:cs typeface="Times New Roman"/>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375"/>
                        </a:spcBef>
                      </a:pPr>
                      <a:r>
                        <a:rPr sz="2000" b="1" spc="-10">
                          <a:solidFill>
                            <a:srgbClr val="C00000"/>
                          </a:solidFill>
                          <a:latin typeface="Times New Roman"/>
                          <a:cs typeface="Times New Roman"/>
                        </a:rPr>
                        <a:t>SYNTAX</a:t>
                      </a:r>
                      <a:endParaRPr sz="2000">
                        <a:latin typeface="Times New Roman"/>
                        <a:cs typeface="Times New Roman"/>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375"/>
                        </a:spcBef>
                      </a:pPr>
                      <a:r>
                        <a:rPr sz="2000" b="1" spc="-10">
                          <a:solidFill>
                            <a:srgbClr val="C00000"/>
                          </a:solidFill>
                          <a:latin typeface="Times New Roman"/>
                          <a:cs typeface="Times New Roman"/>
                        </a:rPr>
                        <a:t>COMMENT</a:t>
                      </a:r>
                      <a:endParaRPr sz="2000">
                        <a:latin typeface="Times New Roman"/>
                        <a:cs typeface="Times New Roman"/>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2540" algn="ctr">
                        <a:lnSpc>
                          <a:spcPct val="100000"/>
                        </a:lnSpc>
                        <a:spcBef>
                          <a:spcPts val="375"/>
                        </a:spcBef>
                      </a:pPr>
                      <a:r>
                        <a:rPr sz="2000" b="1" spc="-10">
                          <a:solidFill>
                            <a:srgbClr val="C00000"/>
                          </a:solidFill>
                          <a:latin typeface="Times New Roman"/>
                          <a:cs typeface="Times New Roman"/>
                        </a:rPr>
                        <a:t>RESULT</a:t>
                      </a:r>
                      <a:endParaRPr sz="2000">
                        <a:latin typeface="Times New Roman"/>
                        <a:cs typeface="Times New Roman"/>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513715">
                <a:tc>
                  <a:txBody>
                    <a:bodyPr/>
                    <a:lstStyle/>
                    <a:p>
                      <a:pPr algn="ctr">
                        <a:lnSpc>
                          <a:spcPct val="100000"/>
                        </a:lnSpc>
                        <a:spcBef>
                          <a:spcPts val="885"/>
                        </a:spcBef>
                      </a:pPr>
                      <a:r>
                        <a:rPr sz="1800" b="1" spc="-10">
                          <a:solidFill>
                            <a:srgbClr val="C00000"/>
                          </a:solidFill>
                          <a:latin typeface="Times New Roman"/>
                          <a:cs typeface="Times New Roman"/>
                        </a:rPr>
                        <a:t>Addition</a:t>
                      </a:r>
                      <a:endParaRPr sz="1800">
                        <a:latin typeface="Times New Roman"/>
                        <a:cs typeface="Times New Roman"/>
                      </a:endParaRPr>
                    </a:p>
                  </a:txBody>
                  <a:tcPr marL="0" marR="0" marT="1123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885"/>
                        </a:spcBef>
                      </a:pPr>
                      <a:r>
                        <a:rPr sz="1800" b="1">
                          <a:solidFill>
                            <a:srgbClr val="C00000"/>
                          </a:solidFill>
                          <a:latin typeface="Times New Roman"/>
                          <a:cs typeface="Times New Roman"/>
                        </a:rPr>
                        <a:t>+</a:t>
                      </a:r>
                      <a:endParaRPr sz="1800">
                        <a:latin typeface="Times New Roman"/>
                        <a:cs typeface="Times New Roman"/>
                      </a:endParaRPr>
                    </a:p>
                  </a:txBody>
                  <a:tcPr marL="0" marR="0" marT="1123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885"/>
                        </a:spcBef>
                      </a:pPr>
                      <a:r>
                        <a:rPr sz="1800" b="1">
                          <a:solidFill>
                            <a:srgbClr val="C00000"/>
                          </a:solidFill>
                          <a:latin typeface="Times New Roman"/>
                          <a:cs typeface="Times New Roman"/>
                        </a:rPr>
                        <a:t>a</a:t>
                      </a:r>
                      <a:r>
                        <a:rPr sz="1800" b="1" spc="-20">
                          <a:solidFill>
                            <a:srgbClr val="C00000"/>
                          </a:solidFill>
                          <a:latin typeface="Times New Roman"/>
                          <a:cs typeface="Times New Roman"/>
                        </a:rPr>
                        <a:t> </a:t>
                      </a:r>
                      <a:r>
                        <a:rPr sz="1800" b="1">
                          <a:solidFill>
                            <a:srgbClr val="C00000"/>
                          </a:solidFill>
                          <a:latin typeface="Times New Roman"/>
                          <a:cs typeface="Times New Roman"/>
                        </a:rPr>
                        <a:t>+</a:t>
                      </a:r>
                      <a:r>
                        <a:rPr sz="1800" b="1" spc="-5">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1123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885"/>
                        </a:spcBef>
                      </a:pPr>
                      <a:r>
                        <a:rPr sz="1800" b="1">
                          <a:solidFill>
                            <a:srgbClr val="C00000"/>
                          </a:solidFill>
                          <a:latin typeface="Times New Roman"/>
                          <a:cs typeface="Times New Roman"/>
                        </a:rPr>
                        <a:t>result</a:t>
                      </a:r>
                      <a:r>
                        <a:rPr sz="1800" b="1" spc="-40">
                          <a:solidFill>
                            <a:srgbClr val="C00000"/>
                          </a:solidFill>
                          <a:latin typeface="Times New Roman"/>
                          <a:cs typeface="Times New Roman"/>
                        </a:rPr>
                        <a:t> </a:t>
                      </a:r>
                      <a:r>
                        <a:rPr sz="1800" b="1">
                          <a:solidFill>
                            <a:srgbClr val="C00000"/>
                          </a:solidFill>
                          <a:latin typeface="Times New Roman"/>
                          <a:cs typeface="Times New Roman"/>
                        </a:rPr>
                        <a:t>=</a:t>
                      </a:r>
                      <a:r>
                        <a:rPr sz="1800" b="1" spc="-25">
                          <a:solidFill>
                            <a:srgbClr val="C00000"/>
                          </a:solidFill>
                          <a:latin typeface="Times New Roman"/>
                          <a:cs typeface="Times New Roman"/>
                        </a:rPr>
                        <a:t> </a:t>
                      </a:r>
                      <a:r>
                        <a:rPr sz="1800" b="1">
                          <a:solidFill>
                            <a:srgbClr val="C00000"/>
                          </a:solidFill>
                          <a:latin typeface="Times New Roman"/>
                          <a:cs typeface="Times New Roman"/>
                        </a:rPr>
                        <a:t>a</a:t>
                      </a:r>
                      <a:r>
                        <a:rPr sz="1800" b="1" spc="-15">
                          <a:solidFill>
                            <a:srgbClr val="C00000"/>
                          </a:solidFill>
                          <a:latin typeface="Times New Roman"/>
                          <a:cs typeface="Times New Roman"/>
                        </a:rPr>
                        <a:t> </a:t>
                      </a:r>
                      <a:r>
                        <a:rPr sz="1800" b="1">
                          <a:solidFill>
                            <a:srgbClr val="C00000"/>
                          </a:solidFill>
                          <a:latin typeface="Times New Roman"/>
                          <a:cs typeface="Times New Roman"/>
                        </a:rPr>
                        <a:t>+</a:t>
                      </a:r>
                      <a:r>
                        <a:rPr sz="1800" b="1" spc="-25">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1123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885"/>
                        </a:spcBef>
                      </a:pPr>
                      <a:r>
                        <a:rPr sz="1800" b="1" spc="-25">
                          <a:solidFill>
                            <a:srgbClr val="C00000"/>
                          </a:solidFill>
                          <a:latin typeface="Times New Roman"/>
                          <a:cs typeface="Times New Roman"/>
                        </a:rPr>
                        <a:t>12</a:t>
                      </a:r>
                      <a:endParaRPr sz="1800">
                        <a:latin typeface="Times New Roman"/>
                        <a:cs typeface="Times New Roman"/>
                      </a:endParaRPr>
                    </a:p>
                  </a:txBody>
                  <a:tcPr marL="0" marR="0" marT="1123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513715">
                <a:tc>
                  <a:txBody>
                    <a:bodyPr/>
                    <a:lstStyle/>
                    <a:p>
                      <a:pPr algn="ctr">
                        <a:lnSpc>
                          <a:spcPct val="100000"/>
                        </a:lnSpc>
                        <a:spcBef>
                          <a:spcPts val="890"/>
                        </a:spcBef>
                      </a:pPr>
                      <a:r>
                        <a:rPr sz="1800" b="1" spc="-10">
                          <a:solidFill>
                            <a:srgbClr val="C00000"/>
                          </a:solidFill>
                          <a:latin typeface="Times New Roman"/>
                          <a:cs typeface="Times New Roman"/>
                        </a:rPr>
                        <a:t>Subtraction</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890"/>
                        </a:spcBef>
                      </a:pPr>
                      <a:r>
                        <a:rPr sz="1800" b="1">
                          <a:solidFill>
                            <a:srgbClr val="C00000"/>
                          </a:solidFill>
                          <a:latin typeface="Times New Roman"/>
                          <a:cs typeface="Times New Roman"/>
                        </a:rPr>
                        <a:t>-</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890"/>
                        </a:spcBef>
                      </a:pPr>
                      <a:r>
                        <a:rPr sz="1800" b="1">
                          <a:solidFill>
                            <a:srgbClr val="C00000"/>
                          </a:solidFill>
                          <a:latin typeface="Times New Roman"/>
                          <a:cs typeface="Times New Roman"/>
                        </a:rPr>
                        <a:t>a</a:t>
                      </a:r>
                      <a:r>
                        <a:rPr sz="1800" b="1" spc="-30">
                          <a:solidFill>
                            <a:srgbClr val="C00000"/>
                          </a:solidFill>
                          <a:latin typeface="Times New Roman"/>
                          <a:cs typeface="Times New Roman"/>
                        </a:rPr>
                        <a:t> </a:t>
                      </a:r>
                      <a:r>
                        <a:rPr sz="1800" b="1">
                          <a:solidFill>
                            <a:srgbClr val="C00000"/>
                          </a:solidFill>
                          <a:latin typeface="Times New Roman"/>
                          <a:cs typeface="Times New Roman"/>
                        </a:rPr>
                        <a:t>-</a:t>
                      </a:r>
                      <a:r>
                        <a:rPr sz="1800" b="1" spc="5">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890"/>
                        </a:spcBef>
                      </a:pPr>
                      <a:r>
                        <a:rPr sz="1800" b="1">
                          <a:solidFill>
                            <a:srgbClr val="C00000"/>
                          </a:solidFill>
                          <a:latin typeface="Times New Roman"/>
                          <a:cs typeface="Times New Roman"/>
                        </a:rPr>
                        <a:t>result</a:t>
                      </a:r>
                      <a:r>
                        <a:rPr sz="1800" b="1" spc="-40">
                          <a:solidFill>
                            <a:srgbClr val="C00000"/>
                          </a:solidFill>
                          <a:latin typeface="Times New Roman"/>
                          <a:cs typeface="Times New Roman"/>
                        </a:rPr>
                        <a:t> </a:t>
                      </a:r>
                      <a:r>
                        <a:rPr sz="1800" b="1">
                          <a:solidFill>
                            <a:srgbClr val="C00000"/>
                          </a:solidFill>
                          <a:latin typeface="Times New Roman"/>
                          <a:cs typeface="Times New Roman"/>
                        </a:rPr>
                        <a:t>=</a:t>
                      </a:r>
                      <a:r>
                        <a:rPr sz="1800" b="1" spc="-25">
                          <a:solidFill>
                            <a:srgbClr val="C00000"/>
                          </a:solidFill>
                          <a:latin typeface="Times New Roman"/>
                          <a:cs typeface="Times New Roman"/>
                        </a:rPr>
                        <a:t> </a:t>
                      </a:r>
                      <a:r>
                        <a:rPr sz="1800" b="1">
                          <a:solidFill>
                            <a:srgbClr val="C00000"/>
                          </a:solidFill>
                          <a:latin typeface="Times New Roman"/>
                          <a:cs typeface="Times New Roman"/>
                        </a:rPr>
                        <a:t>a</a:t>
                      </a:r>
                      <a:r>
                        <a:rPr sz="1800" b="1" spc="-10">
                          <a:solidFill>
                            <a:srgbClr val="C00000"/>
                          </a:solidFill>
                          <a:latin typeface="Times New Roman"/>
                          <a:cs typeface="Times New Roman"/>
                        </a:rPr>
                        <a:t> </a:t>
                      </a:r>
                      <a:r>
                        <a:rPr sz="1800" b="1">
                          <a:solidFill>
                            <a:srgbClr val="C00000"/>
                          </a:solidFill>
                          <a:latin typeface="Times New Roman"/>
                          <a:cs typeface="Times New Roman"/>
                        </a:rPr>
                        <a:t>–</a:t>
                      </a:r>
                      <a:r>
                        <a:rPr sz="1800" b="1" spc="-30">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890"/>
                        </a:spcBef>
                      </a:pPr>
                      <a:r>
                        <a:rPr sz="1800" b="1">
                          <a:solidFill>
                            <a:srgbClr val="C00000"/>
                          </a:solidFill>
                          <a:latin typeface="Times New Roman"/>
                          <a:cs typeface="Times New Roman"/>
                        </a:rPr>
                        <a:t>6</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513715">
                <a:tc>
                  <a:txBody>
                    <a:bodyPr/>
                    <a:lstStyle/>
                    <a:p>
                      <a:pPr algn="ctr">
                        <a:lnSpc>
                          <a:spcPct val="100000"/>
                        </a:lnSpc>
                        <a:spcBef>
                          <a:spcPts val="890"/>
                        </a:spcBef>
                      </a:pPr>
                      <a:r>
                        <a:rPr sz="1800" b="1" spc="-10">
                          <a:solidFill>
                            <a:srgbClr val="C00000"/>
                          </a:solidFill>
                          <a:latin typeface="Times New Roman"/>
                          <a:cs typeface="Times New Roman"/>
                        </a:rPr>
                        <a:t>Multiply</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890"/>
                        </a:spcBef>
                      </a:pPr>
                      <a:r>
                        <a:rPr sz="1800" b="1">
                          <a:solidFill>
                            <a:srgbClr val="C00000"/>
                          </a:solidFill>
                          <a:latin typeface="Times New Roman"/>
                          <a:cs typeface="Times New Roman"/>
                        </a:rPr>
                        <a:t>*</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890"/>
                        </a:spcBef>
                      </a:pPr>
                      <a:r>
                        <a:rPr sz="1800" b="1">
                          <a:solidFill>
                            <a:srgbClr val="C00000"/>
                          </a:solidFill>
                          <a:latin typeface="Times New Roman"/>
                          <a:cs typeface="Times New Roman"/>
                        </a:rPr>
                        <a:t>a</a:t>
                      </a:r>
                      <a:r>
                        <a:rPr sz="1800" b="1" spc="-20">
                          <a:solidFill>
                            <a:srgbClr val="C00000"/>
                          </a:solidFill>
                          <a:latin typeface="Times New Roman"/>
                          <a:cs typeface="Times New Roman"/>
                        </a:rPr>
                        <a:t> </a:t>
                      </a:r>
                      <a:r>
                        <a:rPr sz="1800" b="1">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890"/>
                        </a:spcBef>
                      </a:pPr>
                      <a:r>
                        <a:rPr sz="1800" b="1">
                          <a:solidFill>
                            <a:srgbClr val="C00000"/>
                          </a:solidFill>
                          <a:latin typeface="Times New Roman"/>
                          <a:cs typeface="Times New Roman"/>
                        </a:rPr>
                        <a:t>result</a:t>
                      </a:r>
                      <a:r>
                        <a:rPr sz="1800" b="1" spc="-35">
                          <a:solidFill>
                            <a:srgbClr val="C00000"/>
                          </a:solidFill>
                          <a:latin typeface="Times New Roman"/>
                          <a:cs typeface="Times New Roman"/>
                        </a:rPr>
                        <a:t> </a:t>
                      </a:r>
                      <a:r>
                        <a:rPr sz="1800" b="1">
                          <a:solidFill>
                            <a:srgbClr val="C00000"/>
                          </a:solidFill>
                          <a:latin typeface="Times New Roman"/>
                          <a:cs typeface="Times New Roman"/>
                        </a:rPr>
                        <a:t>=</a:t>
                      </a:r>
                      <a:r>
                        <a:rPr sz="1800" b="1" spc="-20">
                          <a:solidFill>
                            <a:srgbClr val="C00000"/>
                          </a:solidFill>
                          <a:latin typeface="Times New Roman"/>
                          <a:cs typeface="Times New Roman"/>
                        </a:rPr>
                        <a:t> </a:t>
                      </a:r>
                      <a:r>
                        <a:rPr sz="1800" b="1">
                          <a:solidFill>
                            <a:srgbClr val="C00000"/>
                          </a:solidFill>
                          <a:latin typeface="Times New Roman"/>
                          <a:cs typeface="Times New Roman"/>
                        </a:rPr>
                        <a:t>a</a:t>
                      </a:r>
                      <a:r>
                        <a:rPr sz="1800" b="1" spc="-5">
                          <a:solidFill>
                            <a:srgbClr val="C00000"/>
                          </a:solidFill>
                          <a:latin typeface="Times New Roman"/>
                          <a:cs typeface="Times New Roman"/>
                        </a:rPr>
                        <a:t> </a:t>
                      </a:r>
                      <a:r>
                        <a:rPr sz="1800" b="1">
                          <a:solidFill>
                            <a:srgbClr val="C00000"/>
                          </a:solidFill>
                          <a:latin typeface="Times New Roman"/>
                          <a:cs typeface="Times New Roman"/>
                        </a:rPr>
                        <a:t>*</a:t>
                      </a:r>
                      <a:r>
                        <a:rPr sz="1800" b="1" spc="-20">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890"/>
                        </a:spcBef>
                      </a:pPr>
                      <a:r>
                        <a:rPr sz="1800" b="1" spc="-25">
                          <a:solidFill>
                            <a:srgbClr val="C00000"/>
                          </a:solidFill>
                          <a:latin typeface="Times New Roman"/>
                          <a:cs typeface="Times New Roman"/>
                        </a:rPr>
                        <a:t>27</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513715">
                <a:tc>
                  <a:txBody>
                    <a:bodyPr/>
                    <a:lstStyle/>
                    <a:p>
                      <a:pPr algn="ctr">
                        <a:lnSpc>
                          <a:spcPct val="100000"/>
                        </a:lnSpc>
                        <a:spcBef>
                          <a:spcPts val="890"/>
                        </a:spcBef>
                      </a:pPr>
                      <a:r>
                        <a:rPr sz="1800" b="1" spc="-10">
                          <a:solidFill>
                            <a:srgbClr val="C00000"/>
                          </a:solidFill>
                          <a:latin typeface="Times New Roman"/>
                          <a:cs typeface="Times New Roman"/>
                        </a:rPr>
                        <a:t>Divide</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890"/>
                        </a:spcBef>
                      </a:pPr>
                      <a:r>
                        <a:rPr sz="1800" b="1">
                          <a:solidFill>
                            <a:srgbClr val="C00000"/>
                          </a:solidFill>
                          <a:latin typeface="Times New Roman"/>
                          <a:cs typeface="Times New Roman"/>
                        </a:rPr>
                        <a:t>/</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890"/>
                        </a:spcBef>
                      </a:pPr>
                      <a:r>
                        <a:rPr sz="1800" b="1">
                          <a:solidFill>
                            <a:srgbClr val="C00000"/>
                          </a:solidFill>
                          <a:latin typeface="Times New Roman"/>
                          <a:cs typeface="Times New Roman"/>
                        </a:rPr>
                        <a:t>a</a:t>
                      </a:r>
                      <a:r>
                        <a:rPr sz="1800" b="1" spc="-20">
                          <a:solidFill>
                            <a:srgbClr val="C00000"/>
                          </a:solidFill>
                          <a:latin typeface="Times New Roman"/>
                          <a:cs typeface="Times New Roman"/>
                        </a:rPr>
                        <a:t> </a:t>
                      </a:r>
                      <a:r>
                        <a:rPr sz="1800" b="1">
                          <a:solidFill>
                            <a:srgbClr val="C00000"/>
                          </a:solidFill>
                          <a:latin typeface="Times New Roman"/>
                          <a:cs typeface="Times New Roman"/>
                        </a:rPr>
                        <a:t>/</a:t>
                      </a:r>
                      <a:r>
                        <a:rPr sz="1800" b="1" spc="5">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890"/>
                        </a:spcBef>
                      </a:pPr>
                      <a:r>
                        <a:rPr sz="1800" b="1">
                          <a:solidFill>
                            <a:srgbClr val="C00000"/>
                          </a:solidFill>
                          <a:latin typeface="Times New Roman"/>
                          <a:cs typeface="Times New Roman"/>
                        </a:rPr>
                        <a:t>result</a:t>
                      </a:r>
                      <a:r>
                        <a:rPr sz="1800" b="1" spc="-40">
                          <a:solidFill>
                            <a:srgbClr val="C00000"/>
                          </a:solidFill>
                          <a:latin typeface="Times New Roman"/>
                          <a:cs typeface="Times New Roman"/>
                        </a:rPr>
                        <a:t> </a:t>
                      </a:r>
                      <a:r>
                        <a:rPr sz="1800" b="1">
                          <a:solidFill>
                            <a:srgbClr val="C00000"/>
                          </a:solidFill>
                          <a:latin typeface="Times New Roman"/>
                          <a:cs typeface="Times New Roman"/>
                        </a:rPr>
                        <a:t>=</a:t>
                      </a:r>
                      <a:r>
                        <a:rPr sz="1800" b="1" spc="-20">
                          <a:solidFill>
                            <a:srgbClr val="C00000"/>
                          </a:solidFill>
                          <a:latin typeface="Times New Roman"/>
                          <a:cs typeface="Times New Roman"/>
                        </a:rPr>
                        <a:t> </a:t>
                      </a:r>
                      <a:r>
                        <a:rPr sz="1800" b="1">
                          <a:solidFill>
                            <a:srgbClr val="C00000"/>
                          </a:solidFill>
                          <a:latin typeface="Times New Roman"/>
                          <a:cs typeface="Times New Roman"/>
                        </a:rPr>
                        <a:t>a</a:t>
                      </a:r>
                      <a:r>
                        <a:rPr sz="1800" b="1" spc="-20">
                          <a:solidFill>
                            <a:srgbClr val="C00000"/>
                          </a:solidFill>
                          <a:latin typeface="Times New Roman"/>
                          <a:cs typeface="Times New Roman"/>
                        </a:rPr>
                        <a:t> </a:t>
                      </a:r>
                      <a:r>
                        <a:rPr sz="1800" b="1">
                          <a:solidFill>
                            <a:srgbClr val="C00000"/>
                          </a:solidFill>
                          <a:latin typeface="Times New Roman"/>
                          <a:cs typeface="Times New Roman"/>
                        </a:rPr>
                        <a:t>/</a:t>
                      </a:r>
                      <a:r>
                        <a:rPr sz="1800" b="1" spc="-20">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890"/>
                        </a:spcBef>
                      </a:pPr>
                      <a:r>
                        <a:rPr sz="1800" b="1">
                          <a:solidFill>
                            <a:srgbClr val="C00000"/>
                          </a:solidFill>
                          <a:latin typeface="Times New Roman"/>
                          <a:cs typeface="Times New Roman"/>
                        </a:rPr>
                        <a:t>3</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513715">
                <a:tc>
                  <a:txBody>
                    <a:bodyPr/>
                    <a:lstStyle/>
                    <a:p>
                      <a:pPr algn="ctr">
                        <a:lnSpc>
                          <a:spcPct val="100000"/>
                        </a:lnSpc>
                        <a:spcBef>
                          <a:spcPts val="890"/>
                        </a:spcBef>
                      </a:pPr>
                      <a:r>
                        <a:rPr sz="1800" b="1" spc="-10">
                          <a:solidFill>
                            <a:srgbClr val="C00000"/>
                          </a:solidFill>
                          <a:latin typeface="Times New Roman"/>
                          <a:cs typeface="Times New Roman"/>
                        </a:rPr>
                        <a:t>Modulus</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2540" algn="ctr">
                        <a:lnSpc>
                          <a:spcPct val="100000"/>
                        </a:lnSpc>
                        <a:spcBef>
                          <a:spcPts val="890"/>
                        </a:spcBef>
                      </a:pPr>
                      <a:r>
                        <a:rPr sz="1800" b="1">
                          <a:solidFill>
                            <a:srgbClr val="C00000"/>
                          </a:solidFill>
                          <a:latin typeface="Times New Roman"/>
                          <a:cs typeface="Times New Roman"/>
                        </a:rPr>
                        <a:t>%</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890"/>
                        </a:spcBef>
                      </a:pPr>
                      <a:r>
                        <a:rPr sz="1800" b="1">
                          <a:solidFill>
                            <a:srgbClr val="C00000"/>
                          </a:solidFill>
                          <a:latin typeface="Times New Roman"/>
                          <a:cs typeface="Times New Roman"/>
                        </a:rPr>
                        <a:t>a</a:t>
                      </a:r>
                      <a:r>
                        <a:rPr sz="1800" b="1" spc="-20">
                          <a:solidFill>
                            <a:srgbClr val="C00000"/>
                          </a:solidFill>
                          <a:latin typeface="Times New Roman"/>
                          <a:cs typeface="Times New Roman"/>
                        </a:rPr>
                        <a:t> </a:t>
                      </a:r>
                      <a:r>
                        <a:rPr sz="1800" b="1">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890"/>
                        </a:spcBef>
                      </a:pPr>
                      <a:r>
                        <a:rPr sz="1800" b="1">
                          <a:solidFill>
                            <a:srgbClr val="C00000"/>
                          </a:solidFill>
                          <a:latin typeface="Times New Roman"/>
                          <a:cs typeface="Times New Roman"/>
                        </a:rPr>
                        <a:t>result</a:t>
                      </a:r>
                      <a:r>
                        <a:rPr sz="1800" b="1" spc="-40">
                          <a:solidFill>
                            <a:srgbClr val="C00000"/>
                          </a:solidFill>
                          <a:latin typeface="Times New Roman"/>
                          <a:cs typeface="Times New Roman"/>
                        </a:rPr>
                        <a:t> </a:t>
                      </a:r>
                      <a:r>
                        <a:rPr sz="1800" b="1">
                          <a:solidFill>
                            <a:srgbClr val="C00000"/>
                          </a:solidFill>
                          <a:latin typeface="Times New Roman"/>
                          <a:cs typeface="Times New Roman"/>
                        </a:rPr>
                        <a:t>=</a:t>
                      </a:r>
                      <a:r>
                        <a:rPr sz="1800" b="1" spc="-25">
                          <a:solidFill>
                            <a:srgbClr val="C00000"/>
                          </a:solidFill>
                          <a:latin typeface="Times New Roman"/>
                          <a:cs typeface="Times New Roman"/>
                        </a:rPr>
                        <a:t> </a:t>
                      </a:r>
                      <a:r>
                        <a:rPr sz="1800" b="1">
                          <a:solidFill>
                            <a:srgbClr val="C00000"/>
                          </a:solidFill>
                          <a:latin typeface="Times New Roman"/>
                          <a:cs typeface="Times New Roman"/>
                        </a:rPr>
                        <a:t>a</a:t>
                      </a:r>
                      <a:r>
                        <a:rPr sz="1800" b="1" spc="-15">
                          <a:solidFill>
                            <a:srgbClr val="C00000"/>
                          </a:solidFill>
                          <a:latin typeface="Times New Roman"/>
                          <a:cs typeface="Times New Roman"/>
                        </a:rPr>
                        <a:t> </a:t>
                      </a:r>
                      <a:r>
                        <a:rPr sz="1800" b="1">
                          <a:solidFill>
                            <a:srgbClr val="C00000"/>
                          </a:solidFill>
                          <a:latin typeface="Times New Roman"/>
                          <a:cs typeface="Times New Roman"/>
                        </a:rPr>
                        <a:t>%</a:t>
                      </a:r>
                      <a:r>
                        <a:rPr sz="1800" b="1" spc="-30">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890"/>
                        </a:spcBef>
                      </a:pPr>
                      <a:r>
                        <a:rPr sz="1800" b="1">
                          <a:solidFill>
                            <a:srgbClr val="C00000"/>
                          </a:solidFill>
                          <a:latin typeface="Times New Roman"/>
                          <a:cs typeface="Times New Roman"/>
                        </a:rPr>
                        <a:t>0</a:t>
                      </a:r>
                      <a:endParaRPr sz="1800">
                        <a:latin typeface="Times New Roman"/>
                        <a:cs typeface="Times New Roman"/>
                      </a:endParaRPr>
                    </a:p>
                  </a:txBody>
                  <a:tcPr marL="0" marR="0" marT="1130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219816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67425" y="439137"/>
            <a:ext cx="4207085" cy="689291"/>
          </a:xfrm>
          <a:prstGeom prst="rect">
            <a:avLst/>
          </a:prstGeom>
        </p:spPr>
        <p:txBody>
          <a:bodyPr vert="horz" wrap="square" lIns="0" tIns="12065" rIns="0" bIns="0" rtlCol="0" anchor="ctr">
            <a:spAutoFit/>
          </a:bodyPr>
          <a:lstStyle/>
          <a:p>
            <a:pPr marL="12700">
              <a:lnSpc>
                <a:spcPct val="100000"/>
              </a:lnSpc>
              <a:spcBef>
                <a:spcPts val="95"/>
              </a:spcBef>
            </a:pPr>
            <a:r>
              <a:t>Operators</a:t>
            </a:r>
            <a:r>
              <a:rPr spc="-80"/>
              <a:t> </a:t>
            </a:r>
            <a:r>
              <a:t>in</a:t>
            </a:r>
            <a:r>
              <a:rPr spc="-65"/>
              <a:t> </a:t>
            </a:r>
            <a:r>
              <a:rPr spc="-50"/>
              <a:t>C</a:t>
            </a:r>
          </a:p>
        </p:txBody>
      </p:sp>
      <p:sp>
        <p:nvSpPr>
          <p:cNvPr id="3" name="object 3"/>
          <p:cNvSpPr txBox="1"/>
          <p:nvPr/>
        </p:nvSpPr>
        <p:spPr>
          <a:xfrm>
            <a:off x="1602739" y="542665"/>
            <a:ext cx="8789670" cy="1712595"/>
          </a:xfrm>
          <a:prstGeom prst="rect">
            <a:avLst/>
          </a:prstGeom>
        </p:spPr>
        <p:txBody>
          <a:bodyPr vert="horz" wrap="square" lIns="0" tIns="100330" rIns="0" bIns="0" rtlCol="0">
            <a:spAutoFit/>
          </a:bodyPr>
          <a:lstStyle/>
          <a:p>
            <a:pPr marL="12700">
              <a:spcBef>
                <a:spcPts val="790"/>
              </a:spcBef>
            </a:pPr>
            <a:r>
              <a:rPr sz="2800">
                <a:solidFill>
                  <a:srgbClr val="C00000"/>
                </a:solidFill>
                <a:latin typeface="Times New Roman"/>
                <a:cs typeface="Times New Roman"/>
              </a:rPr>
              <a:t>Equality</a:t>
            </a:r>
            <a:r>
              <a:rPr sz="2800" spc="-114">
                <a:solidFill>
                  <a:srgbClr val="C00000"/>
                </a:solidFill>
                <a:latin typeface="Times New Roman"/>
                <a:cs typeface="Times New Roman"/>
              </a:rPr>
              <a:t> </a:t>
            </a:r>
            <a:r>
              <a:rPr sz="2800" spc="-10">
                <a:solidFill>
                  <a:srgbClr val="C00000"/>
                </a:solidFill>
                <a:latin typeface="Times New Roman"/>
                <a:cs typeface="Times New Roman"/>
              </a:rPr>
              <a:t>Operators</a:t>
            </a:r>
            <a:endParaRPr sz="2800">
              <a:latin typeface="Times New Roman"/>
              <a:cs typeface="Times New Roman"/>
            </a:endParaRPr>
          </a:p>
          <a:p>
            <a:pPr marL="355600" marR="5080" indent="-342900">
              <a:spcBef>
                <a:spcPts val="590"/>
              </a:spcBef>
              <a:buFont typeface="Arial"/>
              <a:buChar char="•"/>
              <a:tabLst>
                <a:tab pos="354965" algn="l"/>
                <a:tab pos="355600" algn="l"/>
              </a:tabLst>
            </a:pPr>
            <a:r>
              <a:rPr sz="2400">
                <a:latin typeface="Times New Roman"/>
                <a:cs typeface="Times New Roman"/>
              </a:rPr>
              <a:t>C</a:t>
            </a:r>
            <a:r>
              <a:rPr sz="2400" spc="-30">
                <a:latin typeface="Times New Roman"/>
                <a:cs typeface="Times New Roman"/>
              </a:rPr>
              <a:t> </a:t>
            </a:r>
            <a:r>
              <a:rPr sz="2400">
                <a:latin typeface="Times New Roman"/>
                <a:cs typeface="Times New Roman"/>
              </a:rPr>
              <a:t>language</a:t>
            </a:r>
            <a:r>
              <a:rPr sz="2400" spc="-30">
                <a:latin typeface="Times New Roman"/>
                <a:cs typeface="Times New Roman"/>
              </a:rPr>
              <a:t> </a:t>
            </a:r>
            <a:r>
              <a:rPr sz="2400">
                <a:latin typeface="Times New Roman"/>
                <a:cs typeface="Times New Roman"/>
              </a:rPr>
              <a:t>supports</a:t>
            </a:r>
            <a:r>
              <a:rPr sz="2400" spc="-10">
                <a:latin typeface="Times New Roman"/>
                <a:cs typeface="Times New Roman"/>
              </a:rPr>
              <a:t> </a:t>
            </a:r>
            <a:r>
              <a:rPr sz="2400">
                <a:latin typeface="Times New Roman"/>
                <a:cs typeface="Times New Roman"/>
              </a:rPr>
              <a:t>two</a:t>
            </a:r>
            <a:r>
              <a:rPr sz="2400" spc="-5">
                <a:latin typeface="Times New Roman"/>
                <a:cs typeface="Times New Roman"/>
              </a:rPr>
              <a:t> </a:t>
            </a:r>
            <a:r>
              <a:rPr sz="2400">
                <a:latin typeface="Times New Roman"/>
                <a:cs typeface="Times New Roman"/>
              </a:rPr>
              <a:t>kinds</a:t>
            </a:r>
            <a:r>
              <a:rPr sz="2400" spc="-10">
                <a:latin typeface="Times New Roman"/>
                <a:cs typeface="Times New Roman"/>
              </a:rPr>
              <a:t> </a:t>
            </a:r>
            <a:r>
              <a:rPr sz="2400">
                <a:latin typeface="Times New Roman"/>
                <a:cs typeface="Times New Roman"/>
              </a:rPr>
              <a:t>of</a:t>
            </a:r>
            <a:r>
              <a:rPr sz="2400" spc="-10">
                <a:latin typeface="Times New Roman"/>
                <a:cs typeface="Times New Roman"/>
              </a:rPr>
              <a:t> </a:t>
            </a:r>
            <a:r>
              <a:rPr sz="2400">
                <a:latin typeface="Times New Roman"/>
                <a:cs typeface="Times New Roman"/>
              </a:rPr>
              <a:t>equality</a:t>
            </a:r>
            <a:r>
              <a:rPr sz="2400" spc="-45">
                <a:latin typeface="Times New Roman"/>
                <a:cs typeface="Times New Roman"/>
              </a:rPr>
              <a:t> </a:t>
            </a:r>
            <a:r>
              <a:rPr sz="2400">
                <a:latin typeface="Times New Roman"/>
                <a:cs typeface="Times New Roman"/>
              </a:rPr>
              <a:t>operators</a:t>
            </a:r>
            <a:r>
              <a:rPr sz="2400" spc="-25">
                <a:latin typeface="Times New Roman"/>
                <a:cs typeface="Times New Roman"/>
              </a:rPr>
              <a:t> </a:t>
            </a:r>
            <a:r>
              <a:rPr sz="2400">
                <a:latin typeface="Times New Roman"/>
                <a:cs typeface="Times New Roman"/>
              </a:rPr>
              <a:t>to</a:t>
            </a:r>
            <a:r>
              <a:rPr sz="2400" spc="-20">
                <a:latin typeface="Times New Roman"/>
                <a:cs typeface="Times New Roman"/>
              </a:rPr>
              <a:t> </a:t>
            </a:r>
            <a:r>
              <a:rPr sz="2400">
                <a:latin typeface="Times New Roman"/>
                <a:cs typeface="Times New Roman"/>
              </a:rPr>
              <a:t>compare</a:t>
            </a:r>
            <a:r>
              <a:rPr sz="2400" spc="-20">
                <a:latin typeface="Times New Roman"/>
                <a:cs typeface="Times New Roman"/>
              </a:rPr>
              <a:t> </a:t>
            </a:r>
            <a:r>
              <a:rPr sz="2400" spc="-10">
                <a:latin typeface="Times New Roman"/>
                <a:cs typeface="Times New Roman"/>
              </a:rPr>
              <a:t>their </a:t>
            </a:r>
            <a:r>
              <a:rPr sz="2400">
                <a:latin typeface="Times New Roman"/>
                <a:cs typeface="Times New Roman"/>
              </a:rPr>
              <a:t>operands</a:t>
            </a:r>
            <a:r>
              <a:rPr sz="2400" spc="-25">
                <a:latin typeface="Times New Roman"/>
                <a:cs typeface="Times New Roman"/>
              </a:rPr>
              <a:t> </a:t>
            </a:r>
            <a:r>
              <a:rPr sz="2400">
                <a:latin typeface="Times New Roman"/>
                <a:cs typeface="Times New Roman"/>
              </a:rPr>
              <a:t>for</a:t>
            </a:r>
            <a:r>
              <a:rPr sz="2400" spc="-5">
                <a:latin typeface="Times New Roman"/>
                <a:cs typeface="Times New Roman"/>
              </a:rPr>
              <a:t> </a:t>
            </a:r>
            <a:r>
              <a:rPr sz="2400">
                <a:latin typeface="Times New Roman"/>
                <a:cs typeface="Times New Roman"/>
              </a:rPr>
              <a:t>strict</a:t>
            </a:r>
            <a:r>
              <a:rPr sz="2400" spc="-35">
                <a:latin typeface="Times New Roman"/>
                <a:cs typeface="Times New Roman"/>
              </a:rPr>
              <a:t> </a:t>
            </a:r>
            <a:r>
              <a:rPr sz="2400">
                <a:latin typeface="Times New Roman"/>
                <a:cs typeface="Times New Roman"/>
              </a:rPr>
              <a:t>equality</a:t>
            </a:r>
            <a:r>
              <a:rPr sz="2400" spc="-45">
                <a:latin typeface="Times New Roman"/>
                <a:cs typeface="Times New Roman"/>
              </a:rPr>
              <a:t> </a:t>
            </a:r>
            <a:r>
              <a:rPr sz="2400">
                <a:latin typeface="Times New Roman"/>
                <a:cs typeface="Times New Roman"/>
              </a:rPr>
              <a:t>or</a:t>
            </a:r>
            <a:r>
              <a:rPr sz="2400" spc="-5">
                <a:latin typeface="Times New Roman"/>
                <a:cs typeface="Times New Roman"/>
              </a:rPr>
              <a:t> </a:t>
            </a:r>
            <a:r>
              <a:rPr sz="2400" spc="-10">
                <a:latin typeface="Times New Roman"/>
                <a:cs typeface="Times New Roman"/>
              </a:rPr>
              <a:t>inequality.</a:t>
            </a:r>
            <a:r>
              <a:rPr sz="2400" spc="-85">
                <a:latin typeface="Times New Roman"/>
                <a:cs typeface="Times New Roman"/>
              </a:rPr>
              <a:t> </a:t>
            </a:r>
            <a:r>
              <a:rPr sz="2400">
                <a:latin typeface="Times New Roman"/>
                <a:cs typeface="Times New Roman"/>
              </a:rPr>
              <a:t>They</a:t>
            </a:r>
            <a:r>
              <a:rPr sz="2400" spc="-20">
                <a:latin typeface="Times New Roman"/>
                <a:cs typeface="Times New Roman"/>
              </a:rPr>
              <a:t> </a:t>
            </a:r>
            <a:r>
              <a:rPr sz="2400">
                <a:latin typeface="Times New Roman"/>
                <a:cs typeface="Times New Roman"/>
              </a:rPr>
              <a:t>are</a:t>
            </a:r>
            <a:r>
              <a:rPr sz="2400" spc="-10">
                <a:latin typeface="Times New Roman"/>
                <a:cs typeface="Times New Roman"/>
              </a:rPr>
              <a:t> </a:t>
            </a:r>
            <a:r>
              <a:rPr sz="2400">
                <a:latin typeface="Times New Roman"/>
                <a:cs typeface="Times New Roman"/>
              </a:rPr>
              <a:t>equal</a:t>
            </a:r>
            <a:r>
              <a:rPr sz="2400" spc="-25">
                <a:latin typeface="Times New Roman"/>
                <a:cs typeface="Times New Roman"/>
              </a:rPr>
              <a:t> </a:t>
            </a:r>
            <a:r>
              <a:rPr sz="2400">
                <a:latin typeface="Times New Roman"/>
                <a:cs typeface="Times New Roman"/>
              </a:rPr>
              <a:t>to</a:t>
            </a:r>
            <a:r>
              <a:rPr sz="2400" spc="-5">
                <a:latin typeface="Times New Roman"/>
                <a:cs typeface="Times New Roman"/>
              </a:rPr>
              <a:t> </a:t>
            </a:r>
            <a:r>
              <a:rPr sz="2400">
                <a:latin typeface="Times New Roman"/>
                <a:cs typeface="Times New Roman"/>
              </a:rPr>
              <a:t>(==)</a:t>
            </a:r>
            <a:r>
              <a:rPr sz="2400" spc="-20">
                <a:latin typeface="Times New Roman"/>
                <a:cs typeface="Times New Roman"/>
              </a:rPr>
              <a:t> </a:t>
            </a:r>
            <a:r>
              <a:rPr sz="2400" spc="-25">
                <a:latin typeface="Times New Roman"/>
                <a:cs typeface="Times New Roman"/>
              </a:rPr>
              <a:t>and </a:t>
            </a:r>
            <a:r>
              <a:rPr sz="2400">
                <a:latin typeface="Times New Roman"/>
                <a:cs typeface="Times New Roman"/>
              </a:rPr>
              <a:t>not</a:t>
            </a:r>
            <a:r>
              <a:rPr sz="2400" spc="-20">
                <a:latin typeface="Times New Roman"/>
                <a:cs typeface="Times New Roman"/>
              </a:rPr>
              <a:t> </a:t>
            </a:r>
            <a:r>
              <a:rPr sz="2400">
                <a:latin typeface="Times New Roman"/>
                <a:cs typeface="Times New Roman"/>
              </a:rPr>
              <a:t>equal</a:t>
            </a:r>
            <a:r>
              <a:rPr sz="2400" spc="-20">
                <a:latin typeface="Times New Roman"/>
                <a:cs typeface="Times New Roman"/>
              </a:rPr>
              <a:t> </a:t>
            </a:r>
            <a:r>
              <a:rPr sz="2400">
                <a:latin typeface="Times New Roman"/>
                <a:cs typeface="Times New Roman"/>
              </a:rPr>
              <a:t>to (!=)</a:t>
            </a:r>
            <a:r>
              <a:rPr sz="2400" spc="-15">
                <a:latin typeface="Times New Roman"/>
                <a:cs typeface="Times New Roman"/>
              </a:rPr>
              <a:t> </a:t>
            </a:r>
            <a:r>
              <a:rPr sz="2400" spc="-10">
                <a:latin typeface="Times New Roman"/>
                <a:cs typeface="Times New Roman"/>
              </a:rPr>
              <a:t>operator.</a:t>
            </a:r>
            <a:endParaRPr sz="2400">
              <a:latin typeface="Times New Roman"/>
              <a:cs typeface="Times New Roman"/>
            </a:endParaRPr>
          </a:p>
        </p:txBody>
      </p:sp>
      <p:graphicFrame>
        <p:nvGraphicFramePr>
          <p:cNvPr id="4" name="object 4"/>
          <p:cNvGraphicFramePr>
            <a:graphicFrameLocks noGrp="1"/>
          </p:cNvGraphicFramePr>
          <p:nvPr>
            <p:extLst>
              <p:ext uri="{D42A27DB-BD31-4B8C-83A1-F6EECF244321}">
                <p14:modId xmlns:p14="http://schemas.microsoft.com/office/powerpoint/2010/main" val="3387515240"/>
              </p:ext>
            </p:extLst>
          </p:nvPr>
        </p:nvGraphicFramePr>
        <p:xfrm>
          <a:off x="1746250" y="2914650"/>
          <a:ext cx="8763000" cy="1650365"/>
        </p:xfrm>
        <a:graphic>
          <a:graphicData uri="http://schemas.openxmlformats.org/drawingml/2006/table">
            <a:tbl>
              <a:tblPr firstRow="1" bandRow="1">
                <a:tableStyleId>{2D5ABB26-0587-4C30-8999-92F81FD0307C}</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70205">
                <a:tc>
                  <a:txBody>
                    <a:bodyPr/>
                    <a:lstStyle/>
                    <a:p>
                      <a:pPr marL="90805">
                        <a:lnSpc>
                          <a:spcPct val="100000"/>
                        </a:lnSpc>
                        <a:spcBef>
                          <a:spcPts val="305"/>
                        </a:spcBef>
                      </a:pPr>
                      <a:r>
                        <a:rPr sz="1800" spc="-10">
                          <a:solidFill>
                            <a:srgbClr val="C00000"/>
                          </a:solidFill>
                          <a:latin typeface="Times New Roman"/>
                          <a:cs typeface="Times New Roman"/>
                        </a:rPr>
                        <a:t>OPERATOR</a:t>
                      </a:r>
                      <a:endParaRPr sz="1800">
                        <a:latin typeface="Times New Roman"/>
                        <a:cs typeface="Times New Roman"/>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305"/>
                        </a:spcBef>
                      </a:pPr>
                      <a:r>
                        <a:rPr sz="1800" spc="-10">
                          <a:solidFill>
                            <a:srgbClr val="C00000"/>
                          </a:solidFill>
                          <a:latin typeface="Times New Roman"/>
                          <a:cs typeface="Times New Roman"/>
                        </a:rPr>
                        <a:t>MEANING</a:t>
                      </a:r>
                      <a:endParaRPr sz="1800">
                        <a:latin typeface="Times New Roman"/>
                        <a:cs typeface="Times New Roman"/>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640080">
                <a:tc>
                  <a:txBody>
                    <a:bodyPr/>
                    <a:lstStyle/>
                    <a:p>
                      <a:pPr marL="90805">
                        <a:lnSpc>
                          <a:spcPct val="100000"/>
                        </a:lnSpc>
                        <a:spcBef>
                          <a:spcPts val="305"/>
                        </a:spcBef>
                      </a:pPr>
                      <a:r>
                        <a:rPr sz="1800" spc="-25">
                          <a:solidFill>
                            <a:srgbClr val="C00000"/>
                          </a:solidFill>
                          <a:latin typeface="Times New Roman"/>
                          <a:cs typeface="Times New Roman"/>
                        </a:rPr>
                        <a:t>==</a:t>
                      </a:r>
                      <a:endParaRPr sz="1800">
                        <a:latin typeface="Times New Roman"/>
                        <a:cs typeface="Times New Roman"/>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305"/>
                        </a:spcBef>
                      </a:pPr>
                      <a:r>
                        <a:rPr sz="1800">
                          <a:solidFill>
                            <a:srgbClr val="C00000"/>
                          </a:solidFill>
                          <a:latin typeface="Times New Roman"/>
                          <a:cs typeface="Times New Roman"/>
                        </a:rPr>
                        <a:t>RETURNS</a:t>
                      </a:r>
                      <a:r>
                        <a:rPr sz="1800" spc="370">
                          <a:solidFill>
                            <a:srgbClr val="C00000"/>
                          </a:solidFill>
                          <a:latin typeface="Times New Roman"/>
                          <a:cs typeface="Times New Roman"/>
                        </a:rPr>
                        <a:t> </a:t>
                      </a:r>
                      <a:r>
                        <a:rPr sz="1800">
                          <a:solidFill>
                            <a:srgbClr val="C00000"/>
                          </a:solidFill>
                          <a:latin typeface="Times New Roman"/>
                          <a:cs typeface="Times New Roman"/>
                        </a:rPr>
                        <a:t>1</a:t>
                      </a:r>
                      <a:r>
                        <a:rPr sz="1800" spc="375">
                          <a:solidFill>
                            <a:srgbClr val="C00000"/>
                          </a:solidFill>
                          <a:latin typeface="Times New Roman"/>
                          <a:cs typeface="Times New Roman"/>
                        </a:rPr>
                        <a:t> </a:t>
                      </a:r>
                      <a:r>
                        <a:rPr sz="1800">
                          <a:solidFill>
                            <a:srgbClr val="C00000"/>
                          </a:solidFill>
                          <a:latin typeface="Times New Roman"/>
                          <a:cs typeface="Times New Roman"/>
                        </a:rPr>
                        <a:t>IF</a:t>
                      </a:r>
                      <a:r>
                        <a:rPr sz="1800" spc="370">
                          <a:solidFill>
                            <a:srgbClr val="C00000"/>
                          </a:solidFill>
                          <a:latin typeface="Times New Roman"/>
                          <a:cs typeface="Times New Roman"/>
                        </a:rPr>
                        <a:t> </a:t>
                      </a:r>
                      <a:r>
                        <a:rPr sz="1800">
                          <a:solidFill>
                            <a:srgbClr val="C00000"/>
                          </a:solidFill>
                          <a:latin typeface="Times New Roman"/>
                          <a:cs typeface="Times New Roman"/>
                        </a:rPr>
                        <a:t>BOTH</a:t>
                      </a:r>
                      <a:r>
                        <a:rPr sz="1800" spc="375">
                          <a:solidFill>
                            <a:srgbClr val="C00000"/>
                          </a:solidFill>
                          <a:latin typeface="Times New Roman"/>
                          <a:cs typeface="Times New Roman"/>
                        </a:rPr>
                        <a:t> </a:t>
                      </a:r>
                      <a:r>
                        <a:rPr sz="1800">
                          <a:solidFill>
                            <a:srgbClr val="C00000"/>
                          </a:solidFill>
                          <a:latin typeface="Times New Roman"/>
                          <a:cs typeface="Times New Roman"/>
                        </a:rPr>
                        <a:t>OPERANDS</a:t>
                      </a:r>
                      <a:r>
                        <a:rPr sz="1800" spc="370">
                          <a:solidFill>
                            <a:srgbClr val="C00000"/>
                          </a:solidFill>
                          <a:latin typeface="Times New Roman"/>
                          <a:cs typeface="Times New Roman"/>
                        </a:rPr>
                        <a:t> </a:t>
                      </a:r>
                      <a:r>
                        <a:rPr sz="1800" spc="-25">
                          <a:solidFill>
                            <a:srgbClr val="C00000"/>
                          </a:solidFill>
                          <a:latin typeface="Times New Roman"/>
                          <a:cs typeface="Times New Roman"/>
                        </a:rPr>
                        <a:t>ARE</a:t>
                      </a:r>
                      <a:endParaRPr sz="1800">
                        <a:latin typeface="Times New Roman"/>
                        <a:cs typeface="Times New Roman"/>
                      </a:endParaRPr>
                    </a:p>
                    <a:p>
                      <a:pPr marL="92075">
                        <a:lnSpc>
                          <a:spcPct val="100000"/>
                        </a:lnSpc>
                      </a:pPr>
                      <a:r>
                        <a:rPr sz="1800">
                          <a:solidFill>
                            <a:srgbClr val="C00000"/>
                          </a:solidFill>
                          <a:latin typeface="Times New Roman"/>
                          <a:cs typeface="Times New Roman"/>
                        </a:rPr>
                        <a:t>EQUAL,</a:t>
                      </a:r>
                      <a:r>
                        <a:rPr sz="1800" spc="-25">
                          <a:solidFill>
                            <a:srgbClr val="C00000"/>
                          </a:solidFill>
                          <a:latin typeface="Times New Roman"/>
                          <a:cs typeface="Times New Roman"/>
                        </a:rPr>
                        <a:t> </a:t>
                      </a:r>
                      <a:r>
                        <a:rPr sz="1800">
                          <a:solidFill>
                            <a:srgbClr val="C00000"/>
                          </a:solidFill>
                          <a:latin typeface="Times New Roman"/>
                          <a:cs typeface="Times New Roman"/>
                        </a:rPr>
                        <a:t>0</a:t>
                      </a:r>
                      <a:r>
                        <a:rPr sz="1800" spc="-5">
                          <a:solidFill>
                            <a:srgbClr val="C00000"/>
                          </a:solidFill>
                          <a:latin typeface="Times New Roman"/>
                          <a:cs typeface="Times New Roman"/>
                        </a:rPr>
                        <a:t> </a:t>
                      </a:r>
                      <a:r>
                        <a:rPr sz="1800" spc="-10">
                          <a:solidFill>
                            <a:srgbClr val="C00000"/>
                          </a:solidFill>
                          <a:latin typeface="Times New Roman"/>
                          <a:cs typeface="Times New Roman"/>
                        </a:rPr>
                        <a:t>OTHERWISE</a:t>
                      </a:r>
                      <a:endParaRPr sz="1800">
                        <a:latin typeface="Times New Roman"/>
                        <a:cs typeface="Times New Roman"/>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640080">
                <a:tc>
                  <a:txBody>
                    <a:bodyPr/>
                    <a:lstStyle/>
                    <a:p>
                      <a:pPr marL="90805">
                        <a:lnSpc>
                          <a:spcPct val="100000"/>
                        </a:lnSpc>
                        <a:spcBef>
                          <a:spcPts val="305"/>
                        </a:spcBef>
                      </a:pPr>
                      <a:r>
                        <a:rPr sz="1800" spc="-25">
                          <a:solidFill>
                            <a:srgbClr val="C00000"/>
                          </a:solidFill>
                          <a:latin typeface="Times New Roman"/>
                          <a:cs typeface="Times New Roman"/>
                        </a:rPr>
                        <a:t>!=</a:t>
                      </a:r>
                      <a:endParaRPr lang="en-GB" sz="1800">
                        <a:latin typeface="Times New Roman"/>
                        <a:cs typeface="Times New Roman"/>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marR="81280">
                        <a:lnSpc>
                          <a:spcPct val="100000"/>
                        </a:lnSpc>
                        <a:spcBef>
                          <a:spcPts val="305"/>
                        </a:spcBef>
                        <a:tabLst>
                          <a:tab pos="1300480" algn="l"/>
                          <a:tab pos="1582420" algn="l"/>
                          <a:tab pos="1953260" algn="l"/>
                          <a:tab pos="3326129" algn="l"/>
                          <a:tab pos="3823335" algn="l"/>
                        </a:tabLst>
                      </a:pPr>
                      <a:r>
                        <a:rPr sz="1800" spc="-10">
                          <a:solidFill>
                            <a:srgbClr val="C00000"/>
                          </a:solidFill>
                          <a:latin typeface="Times New Roman"/>
                          <a:cs typeface="Times New Roman"/>
                        </a:rPr>
                        <a:t>RETURNS</a:t>
                      </a:r>
                      <a:r>
                        <a:rPr sz="1800">
                          <a:solidFill>
                            <a:srgbClr val="C00000"/>
                          </a:solidFill>
                          <a:latin typeface="Times New Roman"/>
                          <a:cs typeface="Times New Roman"/>
                        </a:rPr>
                        <a:t>	</a:t>
                      </a:r>
                      <a:r>
                        <a:rPr sz="1800" spc="-50">
                          <a:solidFill>
                            <a:srgbClr val="C00000"/>
                          </a:solidFill>
                          <a:latin typeface="Times New Roman"/>
                          <a:cs typeface="Times New Roman"/>
                        </a:rPr>
                        <a:t>1</a:t>
                      </a:r>
                      <a:r>
                        <a:rPr sz="1800">
                          <a:solidFill>
                            <a:srgbClr val="C00000"/>
                          </a:solidFill>
                          <a:latin typeface="Times New Roman"/>
                          <a:cs typeface="Times New Roman"/>
                        </a:rPr>
                        <a:t>	</a:t>
                      </a:r>
                      <a:r>
                        <a:rPr sz="1800" spc="-25">
                          <a:solidFill>
                            <a:srgbClr val="C00000"/>
                          </a:solidFill>
                          <a:latin typeface="Times New Roman"/>
                          <a:cs typeface="Times New Roman"/>
                        </a:rPr>
                        <a:t>IF</a:t>
                      </a:r>
                      <a:r>
                        <a:rPr sz="1800">
                          <a:solidFill>
                            <a:srgbClr val="C00000"/>
                          </a:solidFill>
                          <a:latin typeface="Times New Roman"/>
                          <a:cs typeface="Times New Roman"/>
                        </a:rPr>
                        <a:t>	</a:t>
                      </a:r>
                      <a:r>
                        <a:rPr sz="1800" spc="-10">
                          <a:solidFill>
                            <a:srgbClr val="C00000"/>
                          </a:solidFill>
                          <a:latin typeface="Times New Roman"/>
                          <a:cs typeface="Times New Roman"/>
                        </a:rPr>
                        <a:t>OPERANDS</a:t>
                      </a:r>
                      <a:r>
                        <a:rPr sz="1800">
                          <a:solidFill>
                            <a:srgbClr val="C00000"/>
                          </a:solidFill>
                          <a:latin typeface="Times New Roman"/>
                          <a:cs typeface="Times New Roman"/>
                        </a:rPr>
                        <a:t>	</a:t>
                      </a:r>
                      <a:r>
                        <a:rPr sz="1800" spc="-25">
                          <a:solidFill>
                            <a:srgbClr val="C00000"/>
                          </a:solidFill>
                          <a:latin typeface="Times New Roman"/>
                          <a:cs typeface="Times New Roman"/>
                        </a:rPr>
                        <a:t>DO</a:t>
                      </a:r>
                      <a:r>
                        <a:rPr sz="1800">
                          <a:solidFill>
                            <a:srgbClr val="C00000"/>
                          </a:solidFill>
                          <a:latin typeface="Times New Roman"/>
                          <a:cs typeface="Times New Roman"/>
                        </a:rPr>
                        <a:t>	</a:t>
                      </a:r>
                      <a:r>
                        <a:rPr sz="1800" spc="-25">
                          <a:solidFill>
                            <a:srgbClr val="C00000"/>
                          </a:solidFill>
                          <a:latin typeface="Times New Roman"/>
                          <a:cs typeface="Times New Roman"/>
                        </a:rPr>
                        <a:t>NOT </a:t>
                      </a:r>
                      <a:r>
                        <a:rPr sz="1800" spc="-75">
                          <a:solidFill>
                            <a:srgbClr val="C00000"/>
                          </a:solidFill>
                          <a:latin typeface="Times New Roman"/>
                          <a:cs typeface="Times New Roman"/>
                        </a:rPr>
                        <a:t>HAVE</a:t>
                      </a:r>
                      <a:r>
                        <a:rPr sz="1800" spc="-45">
                          <a:solidFill>
                            <a:srgbClr val="C00000"/>
                          </a:solidFill>
                          <a:latin typeface="Times New Roman"/>
                          <a:cs typeface="Times New Roman"/>
                        </a:rPr>
                        <a:t> </a:t>
                      </a:r>
                      <a:r>
                        <a:rPr sz="1800">
                          <a:solidFill>
                            <a:srgbClr val="C00000"/>
                          </a:solidFill>
                          <a:latin typeface="Times New Roman"/>
                          <a:cs typeface="Times New Roman"/>
                        </a:rPr>
                        <a:t>THE</a:t>
                      </a:r>
                      <a:r>
                        <a:rPr sz="1800" spc="-50">
                          <a:solidFill>
                            <a:srgbClr val="C00000"/>
                          </a:solidFill>
                          <a:latin typeface="Times New Roman"/>
                          <a:cs typeface="Times New Roman"/>
                        </a:rPr>
                        <a:t> </a:t>
                      </a:r>
                      <a:r>
                        <a:rPr sz="1800">
                          <a:solidFill>
                            <a:srgbClr val="C00000"/>
                          </a:solidFill>
                          <a:latin typeface="Times New Roman"/>
                          <a:cs typeface="Times New Roman"/>
                        </a:rPr>
                        <a:t>SAME</a:t>
                      </a:r>
                      <a:r>
                        <a:rPr sz="1800" spc="-40">
                          <a:solidFill>
                            <a:srgbClr val="C00000"/>
                          </a:solidFill>
                          <a:latin typeface="Times New Roman"/>
                          <a:cs typeface="Times New Roman"/>
                        </a:rPr>
                        <a:t> VALUE,</a:t>
                      </a:r>
                      <a:r>
                        <a:rPr sz="1800" spc="-20">
                          <a:solidFill>
                            <a:srgbClr val="C00000"/>
                          </a:solidFill>
                          <a:latin typeface="Times New Roman"/>
                          <a:cs typeface="Times New Roman"/>
                        </a:rPr>
                        <a:t> </a:t>
                      </a:r>
                      <a:r>
                        <a:rPr sz="1800">
                          <a:solidFill>
                            <a:srgbClr val="C00000"/>
                          </a:solidFill>
                          <a:latin typeface="Times New Roman"/>
                          <a:cs typeface="Times New Roman"/>
                        </a:rPr>
                        <a:t>0</a:t>
                      </a:r>
                      <a:r>
                        <a:rPr sz="1800" spc="-35">
                          <a:solidFill>
                            <a:srgbClr val="C00000"/>
                          </a:solidFill>
                          <a:latin typeface="Times New Roman"/>
                          <a:cs typeface="Times New Roman"/>
                        </a:rPr>
                        <a:t> </a:t>
                      </a:r>
                      <a:r>
                        <a:rPr sz="1800" spc="-10">
                          <a:solidFill>
                            <a:srgbClr val="C00000"/>
                          </a:solidFill>
                          <a:latin typeface="Times New Roman"/>
                          <a:cs typeface="Times New Roman"/>
                        </a:rPr>
                        <a:t>OTHERWISE</a:t>
                      </a:r>
                      <a:endParaRPr sz="1800">
                        <a:latin typeface="Times New Roman"/>
                        <a:cs typeface="Times New Roman"/>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411749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2740" y="0"/>
            <a:ext cx="8941435" cy="3457998"/>
          </a:xfrm>
          <a:prstGeom prst="rect">
            <a:avLst/>
          </a:prstGeom>
        </p:spPr>
        <p:txBody>
          <a:bodyPr vert="horz" wrap="square" lIns="0" tIns="221615" rIns="0" bIns="0" rtlCol="0">
            <a:spAutoFit/>
          </a:bodyPr>
          <a:lstStyle/>
          <a:p>
            <a:pPr marL="43815" algn="ctr">
              <a:spcBef>
                <a:spcPts val="1745"/>
              </a:spcBef>
            </a:pPr>
            <a:r>
              <a:rPr sz="2500">
                <a:solidFill>
                  <a:srgbClr val="C00000"/>
                </a:solidFill>
                <a:latin typeface="Times New Roman"/>
                <a:cs typeface="Times New Roman"/>
              </a:rPr>
              <a:t>Operators</a:t>
            </a:r>
            <a:r>
              <a:rPr sz="2500" spc="-40">
                <a:solidFill>
                  <a:srgbClr val="C00000"/>
                </a:solidFill>
                <a:latin typeface="Times New Roman"/>
                <a:cs typeface="Times New Roman"/>
              </a:rPr>
              <a:t> </a:t>
            </a:r>
            <a:r>
              <a:rPr sz="2500">
                <a:solidFill>
                  <a:srgbClr val="C00000"/>
                </a:solidFill>
                <a:latin typeface="Times New Roman"/>
                <a:cs typeface="Times New Roman"/>
              </a:rPr>
              <a:t>in</a:t>
            </a:r>
            <a:r>
              <a:rPr sz="2500" spc="-55">
                <a:solidFill>
                  <a:srgbClr val="C00000"/>
                </a:solidFill>
                <a:latin typeface="Times New Roman"/>
                <a:cs typeface="Times New Roman"/>
              </a:rPr>
              <a:t> </a:t>
            </a:r>
            <a:r>
              <a:rPr sz="2500" spc="-50">
                <a:solidFill>
                  <a:srgbClr val="C00000"/>
                </a:solidFill>
                <a:latin typeface="Times New Roman"/>
                <a:cs typeface="Times New Roman"/>
              </a:rPr>
              <a:t>C</a:t>
            </a:r>
            <a:endParaRPr sz="2500">
              <a:latin typeface="Times New Roman"/>
              <a:cs typeface="Times New Roman"/>
            </a:endParaRPr>
          </a:p>
          <a:p>
            <a:pPr marL="12700">
              <a:spcBef>
                <a:spcPts val="1850"/>
              </a:spcBef>
            </a:pPr>
            <a:r>
              <a:rPr sz="2800">
                <a:solidFill>
                  <a:srgbClr val="C00000"/>
                </a:solidFill>
                <a:latin typeface="Times New Roman"/>
                <a:cs typeface="Times New Roman"/>
              </a:rPr>
              <a:t>Relational</a:t>
            </a:r>
            <a:r>
              <a:rPr sz="2800" spc="-165">
                <a:solidFill>
                  <a:srgbClr val="C00000"/>
                </a:solidFill>
                <a:latin typeface="Times New Roman"/>
                <a:cs typeface="Times New Roman"/>
              </a:rPr>
              <a:t> </a:t>
            </a:r>
            <a:r>
              <a:rPr sz="2800" spc="-10">
                <a:solidFill>
                  <a:srgbClr val="C00000"/>
                </a:solidFill>
                <a:latin typeface="Times New Roman"/>
                <a:cs typeface="Times New Roman"/>
              </a:rPr>
              <a:t>Operators</a:t>
            </a:r>
            <a:endParaRPr sz="2800">
              <a:latin typeface="Times New Roman"/>
              <a:cs typeface="Times New Roman"/>
            </a:endParaRPr>
          </a:p>
          <a:p>
            <a:pPr marL="355600" marR="5080" indent="-342900">
              <a:spcBef>
                <a:spcPts val="765"/>
              </a:spcBef>
              <a:buFont typeface="Arial"/>
              <a:buChar char="•"/>
              <a:tabLst>
                <a:tab pos="354965" algn="l"/>
                <a:tab pos="355600" algn="l"/>
              </a:tabLst>
            </a:pPr>
            <a:r>
              <a:rPr sz="3200">
                <a:latin typeface="Times New Roman"/>
                <a:cs typeface="Times New Roman"/>
              </a:rPr>
              <a:t>Thease</a:t>
            </a:r>
            <a:r>
              <a:rPr sz="3200" spc="-25">
                <a:latin typeface="Times New Roman"/>
                <a:cs typeface="Times New Roman"/>
              </a:rPr>
              <a:t> </a:t>
            </a:r>
            <a:r>
              <a:rPr sz="3200">
                <a:latin typeface="Times New Roman"/>
                <a:cs typeface="Times New Roman"/>
              </a:rPr>
              <a:t>operators</a:t>
            </a:r>
            <a:r>
              <a:rPr sz="3200" spc="-35">
                <a:latin typeface="Times New Roman"/>
                <a:cs typeface="Times New Roman"/>
              </a:rPr>
              <a:t> </a:t>
            </a:r>
            <a:r>
              <a:rPr sz="3200">
                <a:latin typeface="Times New Roman"/>
                <a:cs typeface="Times New Roman"/>
              </a:rPr>
              <a:t>compares</a:t>
            </a:r>
            <a:r>
              <a:rPr sz="3200" spc="-20">
                <a:latin typeface="Times New Roman"/>
                <a:cs typeface="Times New Roman"/>
              </a:rPr>
              <a:t> </a:t>
            </a:r>
            <a:r>
              <a:rPr sz="3200">
                <a:latin typeface="Times New Roman"/>
                <a:cs typeface="Times New Roman"/>
              </a:rPr>
              <a:t>two</a:t>
            </a:r>
            <a:r>
              <a:rPr sz="3200" spc="5">
                <a:latin typeface="Times New Roman"/>
                <a:cs typeface="Times New Roman"/>
              </a:rPr>
              <a:t> </a:t>
            </a:r>
            <a:r>
              <a:rPr sz="3200">
                <a:latin typeface="Times New Roman"/>
                <a:cs typeface="Times New Roman"/>
              </a:rPr>
              <a:t>values</a:t>
            </a:r>
            <a:r>
              <a:rPr sz="3200" spc="-10">
                <a:latin typeface="Times New Roman"/>
                <a:cs typeface="Times New Roman"/>
              </a:rPr>
              <a:t> </a:t>
            </a:r>
            <a:r>
              <a:rPr sz="3200">
                <a:latin typeface="Times New Roman"/>
                <a:cs typeface="Times New Roman"/>
              </a:rPr>
              <a:t>so</a:t>
            </a:r>
            <a:r>
              <a:rPr sz="3200" spc="5">
                <a:latin typeface="Times New Roman"/>
                <a:cs typeface="Times New Roman"/>
              </a:rPr>
              <a:t> </a:t>
            </a:r>
            <a:r>
              <a:rPr sz="3200">
                <a:latin typeface="Times New Roman"/>
                <a:cs typeface="Times New Roman"/>
              </a:rPr>
              <a:t>also</a:t>
            </a:r>
            <a:r>
              <a:rPr sz="3200" spc="10">
                <a:latin typeface="Times New Roman"/>
                <a:cs typeface="Times New Roman"/>
              </a:rPr>
              <a:t> </a:t>
            </a:r>
            <a:r>
              <a:rPr sz="3200" spc="-10">
                <a:latin typeface="Times New Roman"/>
                <a:cs typeface="Times New Roman"/>
              </a:rPr>
              <a:t>called </a:t>
            </a:r>
            <a:r>
              <a:rPr sz="3200">
                <a:latin typeface="Times New Roman"/>
                <a:cs typeface="Times New Roman"/>
              </a:rPr>
              <a:t>Comparison</a:t>
            </a:r>
            <a:r>
              <a:rPr sz="3200" spc="-45">
                <a:latin typeface="Times New Roman"/>
                <a:cs typeface="Times New Roman"/>
              </a:rPr>
              <a:t> </a:t>
            </a:r>
            <a:r>
              <a:rPr sz="3200" spc="-10">
                <a:latin typeface="Times New Roman"/>
                <a:cs typeface="Times New Roman"/>
              </a:rPr>
              <a:t>operators.</a:t>
            </a:r>
            <a:endParaRPr sz="3200">
              <a:latin typeface="Times New Roman"/>
              <a:cs typeface="Times New Roman"/>
            </a:endParaRPr>
          </a:p>
          <a:p>
            <a:pPr marL="355600" marR="370840" indent="-342900">
              <a:spcBef>
                <a:spcPts val="770"/>
              </a:spcBef>
              <a:buFont typeface="Arial"/>
              <a:buChar char="•"/>
              <a:tabLst>
                <a:tab pos="354965" algn="l"/>
                <a:tab pos="355600" algn="l"/>
              </a:tabLst>
            </a:pPr>
            <a:r>
              <a:rPr sz="3200">
                <a:latin typeface="Times New Roman"/>
                <a:cs typeface="Times New Roman"/>
              </a:rPr>
              <a:t>Relational</a:t>
            </a:r>
            <a:r>
              <a:rPr sz="3200" spc="-40">
                <a:latin typeface="Times New Roman"/>
                <a:cs typeface="Times New Roman"/>
              </a:rPr>
              <a:t> </a:t>
            </a:r>
            <a:r>
              <a:rPr sz="3200">
                <a:latin typeface="Times New Roman"/>
                <a:cs typeface="Times New Roman"/>
              </a:rPr>
              <a:t>operators</a:t>
            </a:r>
            <a:r>
              <a:rPr sz="3200" spc="-40">
                <a:latin typeface="Times New Roman"/>
                <a:cs typeface="Times New Roman"/>
              </a:rPr>
              <a:t> </a:t>
            </a:r>
            <a:r>
              <a:rPr sz="3200">
                <a:latin typeface="Times New Roman"/>
                <a:cs typeface="Times New Roman"/>
              </a:rPr>
              <a:t>return</a:t>
            </a:r>
            <a:r>
              <a:rPr sz="3200" spc="-25">
                <a:latin typeface="Times New Roman"/>
                <a:cs typeface="Times New Roman"/>
              </a:rPr>
              <a:t> </a:t>
            </a:r>
            <a:r>
              <a:rPr sz="3200">
                <a:latin typeface="Times New Roman"/>
                <a:cs typeface="Times New Roman"/>
              </a:rPr>
              <a:t>true</a:t>
            </a:r>
            <a:r>
              <a:rPr sz="3200" spc="-10">
                <a:latin typeface="Times New Roman"/>
                <a:cs typeface="Times New Roman"/>
              </a:rPr>
              <a:t> </a:t>
            </a:r>
            <a:r>
              <a:rPr sz="3200">
                <a:latin typeface="Times New Roman"/>
                <a:cs typeface="Times New Roman"/>
              </a:rPr>
              <a:t>or false</a:t>
            </a:r>
            <a:r>
              <a:rPr sz="3200" spc="5">
                <a:latin typeface="Times New Roman"/>
                <a:cs typeface="Times New Roman"/>
              </a:rPr>
              <a:t> </a:t>
            </a:r>
            <a:r>
              <a:rPr sz="3200" spc="-10">
                <a:latin typeface="Times New Roman"/>
                <a:cs typeface="Times New Roman"/>
              </a:rPr>
              <a:t>value, </a:t>
            </a:r>
            <a:r>
              <a:rPr sz="3200">
                <a:latin typeface="Times New Roman"/>
                <a:cs typeface="Times New Roman"/>
              </a:rPr>
              <a:t>depending</a:t>
            </a:r>
            <a:r>
              <a:rPr sz="3200" spc="-55">
                <a:latin typeface="Times New Roman"/>
                <a:cs typeface="Times New Roman"/>
              </a:rPr>
              <a:t> </a:t>
            </a:r>
            <a:r>
              <a:rPr sz="3200">
                <a:latin typeface="Times New Roman"/>
                <a:cs typeface="Times New Roman"/>
              </a:rPr>
              <a:t>on</a:t>
            </a:r>
            <a:r>
              <a:rPr sz="3200" spc="-10">
                <a:latin typeface="Times New Roman"/>
                <a:cs typeface="Times New Roman"/>
              </a:rPr>
              <a:t> </a:t>
            </a:r>
            <a:r>
              <a:rPr sz="3200">
                <a:latin typeface="Times New Roman"/>
                <a:cs typeface="Times New Roman"/>
              </a:rPr>
              <a:t>the</a:t>
            </a:r>
            <a:r>
              <a:rPr sz="3200" spc="10">
                <a:latin typeface="Times New Roman"/>
                <a:cs typeface="Times New Roman"/>
              </a:rPr>
              <a:t> </a:t>
            </a:r>
            <a:r>
              <a:rPr sz="3200">
                <a:latin typeface="Times New Roman"/>
                <a:cs typeface="Times New Roman"/>
              </a:rPr>
              <a:t>conditional</a:t>
            </a:r>
            <a:r>
              <a:rPr sz="3200" spc="-35">
                <a:latin typeface="Times New Roman"/>
                <a:cs typeface="Times New Roman"/>
              </a:rPr>
              <a:t> </a:t>
            </a:r>
            <a:r>
              <a:rPr sz="3200">
                <a:latin typeface="Times New Roman"/>
                <a:cs typeface="Times New Roman"/>
              </a:rPr>
              <a:t>relationship</a:t>
            </a:r>
            <a:r>
              <a:rPr sz="3200" spc="-35">
                <a:latin typeface="Times New Roman"/>
                <a:cs typeface="Times New Roman"/>
              </a:rPr>
              <a:t> </a:t>
            </a:r>
            <a:r>
              <a:rPr sz="3200" spc="-10">
                <a:latin typeface="Times New Roman"/>
                <a:cs typeface="Times New Roman"/>
              </a:rPr>
              <a:t>between</a:t>
            </a:r>
            <a:endParaRPr sz="3200">
              <a:latin typeface="Times New Roman"/>
              <a:cs typeface="Times New Roman"/>
            </a:endParaRPr>
          </a:p>
        </p:txBody>
      </p:sp>
      <p:sp>
        <p:nvSpPr>
          <p:cNvPr id="3" name="object 3"/>
          <p:cNvSpPr txBox="1"/>
          <p:nvPr/>
        </p:nvSpPr>
        <p:spPr>
          <a:xfrm>
            <a:off x="1958340" y="3259058"/>
            <a:ext cx="1511300" cy="450850"/>
          </a:xfrm>
          <a:prstGeom prst="rect">
            <a:avLst/>
          </a:prstGeom>
        </p:spPr>
        <p:txBody>
          <a:bodyPr vert="horz" wrap="square" lIns="0" tIns="0" rIns="0" bIns="0" rtlCol="0">
            <a:spAutoFit/>
          </a:bodyPr>
          <a:lstStyle/>
          <a:p>
            <a:pPr>
              <a:lnSpc>
                <a:spcPts val="3495"/>
              </a:lnSpc>
            </a:pPr>
            <a:r>
              <a:rPr sz="3200">
                <a:latin typeface="Times New Roman"/>
                <a:cs typeface="Times New Roman"/>
              </a:rPr>
              <a:t>the</a:t>
            </a:r>
            <a:r>
              <a:rPr sz="3200" spc="-15">
                <a:latin typeface="Times New Roman"/>
                <a:cs typeface="Times New Roman"/>
              </a:rPr>
              <a:t> </a:t>
            </a:r>
            <a:r>
              <a:rPr sz="3200">
                <a:latin typeface="Times New Roman"/>
                <a:cs typeface="Times New Roman"/>
              </a:rPr>
              <a:t>two</a:t>
            </a:r>
            <a:r>
              <a:rPr sz="3200" spc="-15">
                <a:latin typeface="Times New Roman"/>
                <a:cs typeface="Times New Roman"/>
              </a:rPr>
              <a:t> </a:t>
            </a:r>
            <a:r>
              <a:rPr sz="3200" spc="-50">
                <a:latin typeface="Times New Roman"/>
                <a:cs typeface="Times New Roman"/>
              </a:rPr>
              <a:t>o</a:t>
            </a:r>
            <a:endParaRPr sz="3200">
              <a:latin typeface="Times New Roman"/>
              <a:cs typeface="Times New Roman"/>
            </a:endParaRPr>
          </a:p>
        </p:txBody>
      </p:sp>
      <p:sp>
        <p:nvSpPr>
          <p:cNvPr id="4" name="object 4"/>
          <p:cNvSpPr txBox="1"/>
          <p:nvPr/>
        </p:nvSpPr>
        <p:spPr>
          <a:xfrm>
            <a:off x="3469401" y="3259058"/>
            <a:ext cx="1370965" cy="450850"/>
          </a:xfrm>
          <a:prstGeom prst="rect">
            <a:avLst/>
          </a:prstGeom>
        </p:spPr>
        <p:txBody>
          <a:bodyPr vert="horz" wrap="square" lIns="0" tIns="0" rIns="0" bIns="0" rtlCol="0">
            <a:spAutoFit/>
          </a:bodyPr>
          <a:lstStyle/>
          <a:p>
            <a:pPr>
              <a:lnSpc>
                <a:spcPts val="3495"/>
              </a:lnSpc>
            </a:pPr>
            <a:r>
              <a:rPr sz="3200" spc="-10">
                <a:latin typeface="Times New Roman"/>
                <a:cs typeface="Times New Roman"/>
              </a:rPr>
              <a:t>perands.</a:t>
            </a:r>
            <a:endParaRPr sz="320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1573498438"/>
              </p:ext>
            </p:extLst>
          </p:nvPr>
        </p:nvGraphicFramePr>
        <p:xfrm>
          <a:off x="1898650" y="3869576"/>
          <a:ext cx="8458200" cy="212217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0000"/>
                    </a:ext>
                  </a:extLst>
                </a:gridCol>
                <a:gridCol w="3806190">
                  <a:extLst>
                    <a:ext uri="{9D8B030D-6E8A-4147-A177-3AD203B41FA5}">
                      <a16:colId xmlns:a16="http://schemas.microsoft.com/office/drawing/2014/main" val="20001"/>
                    </a:ext>
                  </a:extLst>
                </a:gridCol>
                <a:gridCol w="3051810">
                  <a:extLst>
                    <a:ext uri="{9D8B030D-6E8A-4147-A177-3AD203B41FA5}">
                      <a16:colId xmlns:a16="http://schemas.microsoft.com/office/drawing/2014/main" val="20002"/>
                    </a:ext>
                  </a:extLst>
                </a:gridCol>
              </a:tblGrid>
              <a:tr h="370205">
                <a:tc>
                  <a:txBody>
                    <a:bodyPr/>
                    <a:lstStyle/>
                    <a:p>
                      <a:pPr algn="ctr">
                        <a:lnSpc>
                          <a:spcPct val="100000"/>
                        </a:lnSpc>
                        <a:spcBef>
                          <a:spcPts val="195"/>
                        </a:spcBef>
                      </a:pPr>
                      <a:r>
                        <a:rPr sz="1800" spc="-10">
                          <a:solidFill>
                            <a:srgbClr val="C00000"/>
                          </a:solidFill>
                          <a:latin typeface="Times New Roman"/>
                          <a:cs typeface="Times New Roman"/>
                        </a:rPr>
                        <a:t>OPERATOR</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195"/>
                        </a:spcBef>
                      </a:pPr>
                      <a:r>
                        <a:rPr sz="1800" spc="-10">
                          <a:solidFill>
                            <a:srgbClr val="C00000"/>
                          </a:solidFill>
                          <a:latin typeface="Times New Roman"/>
                          <a:cs typeface="Times New Roman"/>
                        </a:rPr>
                        <a:t>MEANING</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635" algn="ctr">
                        <a:lnSpc>
                          <a:spcPct val="100000"/>
                        </a:lnSpc>
                        <a:spcBef>
                          <a:spcPts val="195"/>
                        </a:spcBef>
                      </a:pPr>
                      <a:r>
                        <a:rPr sz="1800" spc="-10">
                          <a:solidFill>
                            <a:srgbClr val="C00000"/>
                          </a:solidFill>
                          <a:latin typeface="Times New Roman"/>
                          <a:cs typeface="Times New Roman"/>
                        </a:rPr>
                        <a:t>EXAMPLE</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70840">
                <a:tc>
                  <a:txBody>
                    <a:bodyPr/>
                    <a:lstStyle/>
                    <a:p>
                      <a:pPr algn="ctr">
                        <a:lnSpc>
                          <a:spcPct val="100000"/>
                        </a:lnSpc>
                        <a:spcBef>
                          <a:spcPts val="195"/>
                        </a:spcBef>
                      </a:pPr>
                      <a:r>
                        <a:rPr sz="1800">
                          <a:solidFill>
                            <a:srgbClr val="C00000"/>
                          </a:solidFill>
                          <a:latin typeface="Times New Roman"/>
                          <a:cs typeface="Times New Roman"/>
                        </a:rPr>
                        <a:t>&lt;</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1440">
                        <a:lnSpc>
                          <a:spcPct val="100000"/>
                        </a:lnSpc>
                        <a:spcBef>
                          <a:spcPts val="195"/>
                        </a:spcBef>
                      </a:pPr>
                      <a:r>
                        <a:rPr sz="1800">
                          <a:solidFill>
                            <a:srgbClr val="C00000"/>
                          </a:solidFill>
                          <a:latin typeface="Times New Roman"/>
                          <a:cs typeface="Times New Roman"/>
                        </a:rPr>
                        <a:t>LESS</a:t>
                      </a:r>
                      <a:r>
                        <a:rPr sz="1800" spc="-80">
                          <a:solidFill>
                            <a:srgbClr val="C00000"/>
                          </a:solidFill>
                          <a:latin typeface="Times New Roman"/>
                          <a:cs typeface="Times New Roman"/>
                        </a:rPr>
                        <a:t> </a:t>
                      </a:r>
                      <a:r>
                        <a:rPr sz="1800" spc="-20">
                          <a:solidFill>
                            <a:srgbClr val="C00000"/>
                          </a:solidFill>
                          <a:latin typeface="Times New Roman"/>
                          <a:cs typeface="Times New Roman"/>
                        </a:rPr>
                        <a:t>THAN</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195"/>
                        </a:spcBef>
                      </a:pPr>
                      <a:r>
                        <a:rPr sz="1800">
                          <a:solidFill>
                            <a:srgbClr val="C00000"/>
                          </a:solidFill>
                          <a:latin typeface="Times New Roman"/>
                          <a:cs typeface="Times New Roman"/>
                        </a:rPr>
                        <a:t>3</a:t>
                      </a:r>
                      <a:r>
                        <a:rPr sz="1800" spc="-35">
                          <a:solidFill>
                            <a:srgbClr val="C00000"/>
                          </a:solidFill>
                          <a:latin typeface="Times New Roman"/>
                          <a:cs typeface="Times New Roman"/>
                        </a:rPr>
                        <a:t> </a:t>
                      </a:r>
                      <a:r>
                        <a:rPr sz="1800">
                          <a:solidFill>
                            <a:srgbClr val="C00000"/>
                          </a:solidFill>
                          <a:latin typeface="Times New Roman"/>
                          <a:cs typeface="Times New Roman"/>
                        </a:rPr>
                        <a:t>&lt;</a:t>
                      </a:r>
                      <a:r>
                        <a:rPr sz="1800" spc="-15">
                          <a:solidFill>
                            <a:srgbClr val="C00000"/>
                          </a:solidFill>
                          <a:latin typeface="Times New Roman"/>
                          <a:cs typeface="Times New Roman"/>
                        </a:rPr>
                        <a:t> </a:t>
                      </a:r>
                      <a:r>
                        <a:rPr sz="1800">
                          <a:solidFill>
                            <a:srgbClr val="C00000"/>
                          </a:solidFill>
                          <a:latin typeface="Times New Roman"/>
                          <a:cs typeface="Times New Roman"/>
                        </a:rPr>
                        <a:t>5</a:t>
                      </a:r>
                      <a:r>
                        <a:rPr sz="1800" spc="-10">
                          <a:solidFill>
                            <a:srgbClr val="C00000"/>
                          </a:solidFill>
                          <a:latin typeface="Times New Roman"/>
                          <a:cs typeface="Times New Roman"/>
                        </a:rPr>
                        <a:t> </a:t>
                      </a:r>
                      <a:r>
                        <a:rPr sz="1800">
                          <a:solidFill>
                            <a:srgbClr val="C00000"/>
                          </a:solidFill>
                          <a:latin typeface="Times New Roman"/>
                          <a:cs typeface="Times New Roman"/>
                        </a:rPr>
                        <a:t>GIVES</a:t>
                      </a:r>
                      <a:r>
                        <a:rPr sz="1800" spc="-15">
                          <a:solidFill>
                            <a:srgbClr val="C00000"/>
                          </a:solidFill>
                          <a:latin typeface="Times New Roman"/>
                          <a:cs typeface="Times New Roman"/>
                        </a:rPr>
                        <a:t> </a:t>
                      </a:r>
                      <a:r>
                        <a:rPr sz="1800" spc="-50">
                          <a:solidFill>
                            <a:srgbClr val="C00000"/>
                          </a:solidFill>
                          <a:latin typeface="Times New Roman"/>
                          <a:cs typeface="Times New Roman"/>
                        </a:rPr>
                        <a:t>1</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70205">
                <a:tc>
                  <a:txBody>
                    <a:bodyPr/>
                    <a:lstStyle/>
                    <a:p>
                      <a:pPr algn="ctr">
                        <a:lnSpc>
                          <a:spcPct val="100000"/>
                        </a:lnSpc>
                        <a:spcBef>
                          <a:spcPts val="195"/>
                        </a:spcBef>
                      </a:pPr>
                      <a:r>
                        <a:rPr sz="1800">
                          <a:solidFill>
                            <a:srgbClr val="C00000"/>
                          </a:solidFill>
                          <a:latin typeface="Times New Roman"/>
                          <a:cs typeface="Times New Roman"/>
                        </a:rPr>
                        <a:t>&gt;</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195"/>
                        </a:spcBef>
                      </a:pPr>
                      <a:r>
                        <a:rPr sz="1800" spc="-30">
                          <a:solidFill>
                            <a:srgbClr val="C00000"/>
                          </a:solidFill>
                          <a:latin typeface="Times New Roman"/>
                          <a:cs typeface="Times New Roman"/>
                        </a:rPr>
                        <a:t>GREATER</a:t>
                      </a:r>
                      <a:r>
                        <a:rPr sz="1800" spc="-65">
                          <a:solidFill>
                            <a:srgbClr val="C00000"/>
                          </a:solidFill>
                          <a:latin typeface="Times New Roman"/>
                          <a:cs typeface="Times New Roman"/>
                        </a:rPr>
                        <a:t> </a:t>
                      </a:r>
                      <a:r>
                        <a:rPr sz="1800" spc="-20">
                          <a:solidFill>
                            <a:srgbClr val="C00000"/>
                          </a:solidFill>
                          <a:latin typeface="Times New Roman"/>
                          <a:cs typeface="Times New Roman"/>
                        </a:rPr>
                        <a:t>THAN</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195"/>
                        </a:spcBef>
                      </a:pPr>
                      <a:r>
                        <a:rPr sz="1800">
                          <a:solidFill>
                            <a:srgbClr val="C00000"/>
                          </a:solidFill>
                          <a:latin typeface="Times New Roman"/>
                          <a:cs typeface="Times New Roman"/>
                        </a:rPr>
                        <a:t>7</a:t>
                      </a:r>
                      <a:r>
                        <a:rPr sz="1800" spc="-25">
                          <a:solidFill>
                            <a:srgbClr val="C00000"/>
                          </a:solidFill>
                          <a:latin typeface="Times New Roman"/>
                          <a:cs typeface="Times New Roman"/>
                        </a:rPr>
                        <a:t> </a:t>
                      </a:r>
                      <a:r>
                        <a:rPr sz="1800">
                          <a:solidFill>
                            <a:srgbClr val="C00000"/>
                          </a:solidFill>
                          <a:latin typeface="Times New Roman"/>
                          <a:cs typeface="Times New Roman"/>
                        </a:rPr>
                        <a:t>&gt; 9</a:t>
                      </a:r>
                      <a:r>
                        <a:rPr sz="1800" spc="-5">
                          <a:solidFill>
                            <a:srgbClr val="C00000"/>
                          </a:solidFill>
                          <a:latin typeface="Times New Roman"/>
                          <a:cs typeface="Times New Roman"/>
                        </a:rPr>
                        <a:t> </a:t>
                      </a:r>
                      <a:r>
                        <a:rPr sz="1800">
                          <a:solidFill>
                            <a:srgbClr val="C00000"/>
                          </a:solidFill>
                          <a:latin typeface="Times New Roman"/>
                          <a:cs typeface="Times New Roman"/>
                        </a:rPr>
                        <a:t>GIVES </a:t>
                      </a:r>
                      <a:r>
                        <a:rPr sz="1800" spc="-50">
                          <a:solidFill>
                            <a:srgbClr val="C00000"/>
                          </a:solidFill>
                          <a:latin typeface="Times New Roman"/>
                          <a:cs typeface="Times New Roman"/>
                        </a:rPr>
                        <a:t>0</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640080">
                <a:tc>
                  <a:txBody>
                    <a:bodyPr/>
                    <a:lstStyle/>
                    <a:p>
                      <a:pPr algn="ctr">
                        <a:lnSpc>
                          <a:spcPct val="100000"/>
                        </a:lnSpc>
                        <a:spcBef>
                          <a:spcPts val="175"/>
                        </a:spcBef>
                      </a:pPr>
                      <a:r>
                        <a:rPr sz="1800" spc="-25">
                          <a:solidFill>
                            <a:srgbClr val="C00000"/>
                          </a:solidFill>
                          <a:latin typeface="Times New Roman"/>
                          <a:cs typeface="Times New Roman"/>
                        </a:rPr>
                        <a:t>&lt;=</a:t>
                      </a:r>
                      <a:endParaRPr sz="1800">
                        <a:latin typeface="Times New Roman"/>
                        <a:cs typeface="Times New Roman"/>
                      </a:endParaRPr>
                    </a:p>
                  </a:txBody>
                  <a:tcPr marL="0" marR="0" marT="222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1440">
                        <a:lnSpc>
                          <a:spcPct val="100000"/>
                        </a:lnSpc>
                        <a:spcBef>
                          <a:spcPts val="1255"/>
                        </a:spcBef>
                      </a:pPr>
                      <a:r>
                        <a:rPr sz="1800">
                          <a:solidFill>
                            <a:srgbClr val="C00000"/>
                          </a:solidFill>
                          <a:latin typeface="Times New Roman"/>
                          <a:cs typeface="Times New Roman"/>
                        </a:rPr>
                        <a:t>LESS</a:t>
                      </a:r>
                      <a:r>
                        <a:rPr sz="1800" spc="-90">
                          <a:solidFill>
                            <a:srgbClr val="C00000"/>
                          </a:solidFill>
                          <a:latin typeface="Times New Roman"/>
                          <a:cs typeface="Times New Roman"/>
                        </a:rPr>
                        <a:t> </a:t>
                      </a:r>
                      <a:r>
                        <a:rPr sz="1800">
                          <a:solidFill>
                            <a:srgbClr val="C00000"/>
                          </a:solidFill>
                          <a:latin typeface="Times New Roman"/>
                          <a:cs typeface="Times New Roman"/>
                        </a:rPr>
                        <a:t>THAN</a:t>
                      </a:r>
                      <a:r>
                        <a:rPr sz="1800" spc="-20">
                          <a:solidFill>
                            <a:srgbClr val="C00000"/>
                          </a:solidFill>
                          <a:latin typeface="Times New Roman"/>
                          <a:cs typeface="Times New Roman"/>
                        </a:rPr>
                        <a:t> </a:t>
                      </a:r>
                      <a:r>
                        <a:rPr sz="1800">
                          <a:solidFill>
                            <a:srgbClr val="C00000"/>
                          </a:solidFill>
                          <a:latin typeface="Times New Roman"/>
                          <a:cs typeface="Times New Roman"/>
                        </a:rPr>
                        <a:t>OR</a:t>
                      </a:r>
                      <a:r>
                        <a:rPr sz="1800" spc="-10">
                          <a:solidFill>
                            <a:srgbClr val="C00000"/>
                          </a:solidFill>
                          <a:latin typeface="Times New Roman"/>
                          <a:cs typeface="Times New Roman"/>
                        </a:rPr>
                        <a:t> </a:t>
                      </a:r>
                      <a:r>
                        <a:rPr sz="1800" spc="-20">
                          <a:solidFill>
                            <a:srgbClr val="C00000"/>
                          </a:solidFill>
                          <a:latin typeface="Times New Roman"/>
                          <a:cs typeface="Times New Roman"/>
                        </a:rPr>
                        <a:t>EQUAL</a:t>
                      </a:r>
                      <a:r>
                        <a:rPr sz="1800" spc="-105">
                          <a:solidFill>
                            <a:srgbClr val="C00000"/>
                          </a:solidFill>
                          <a:latin typeface="Times New Roman"/>
                          <a:cs typeface="Times New Roman"/>
                        </a:rPr>
                        <a:t> </a:t>
                      </a:r>
                      <a:r>
                        <a:rPr sz="1800" spc="-25">
                          <a:solidFill>
                            <a:srgbClr val="C00000"/>
                          </a:solidFill>
                          <a:latin typeface="Times New Roman"/>
                          <a:cs typeface="Times New Roman"/>
                        </a:rPr>
                        <a:t>TO</a:t>
                      </a:r>
                      <a:endParaRPr sz="1800">
                        <a:latin typeface="Times New Roman"/>
                        <a:cs typeface="Times New Roman"/>
                      </a:endParaRPr>
                    </a:p>
                  </a:txBody>
                  <a:tcPr marL="0" marR="0" marT="1593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175"/>
                        </a:spcBef>
                      </a:pPr>
                      <a:r>
                        <a:rPr sz="1800">
                          <a:solidFill>
                            <a:srgbClr val="C00000"/>
                          </a:solidFill>
                          <a:latin typeface="Times New Roman"/>
                          <a:cs typeface="Times New Roman"/>
                        </a:rPr>
                        <a:t>100</a:t>
                      </a:r>
                      <a:r>
                        <a:rPr sz="1800" spc="-20">
                          <a:solidFill>
                            <a:srgbClr val="C00000"/>
                          </a:solidFill>
                          <a:latin typeface="Times New Roman"/>
                          <a:cs typeface="Times New Roman"/>
                        </a:rPr>
                        <a:t> </a:t>
                      </a:r>
                      <a:r>
                        <a:rPr sz="1800" spc="-25">
                          <a:solidFill>
                            <a:srgbClr val="C00000"/>
                          </a:solidFill>
                          <a:latin typeface="Times New Roman"/>
                          <a:cs typeface="Times New Roman"/>
                        </a:rPr>
                        <a:t>&lt;=</a:t>
                      </a:r>
                      <a:endParaRPr sz="1800">
                        <a:latin typeface="Times New Roman"/>
                        <a:cs typeface="Times New Roman"/>
                      </a:endParaRPr>
                    </a:p>
                    <a:p>
                      <a:pPr marL="635" algn="ctr">
                        <a:lnSpc>
                          <a:spcPct val="100000"/>
                        </a:lnSpc>
                      </a:pPr>
                      <a:r>
                        <a:rPr sz="1800">
                          <a:solidFill>
                            <a:srgbClr val="C00000"/>
                          </a:solidFill>
                          <a:latin typeface="Times New Roman"/>
                          <a:cs typeface="Times New Roman"/>
                        </a:rPr>
                        <a:t>100</a:t>
                      </a:r>
                      <a:r>
                        <a:rPr sz="1800" spc="-55">
                          <a:solidFill>
                            <a:srgbClr val="C00000"/>
                          </a:solidFill>
                          <a:latin typeface="Times New Roman"/>
                          <a:cs typeface="Times New Roman"/>
                        </a:rPr>
                        <a:t> </a:t>
                      </a:r>
                      <a:r>
                        <a:rPr sz="1800">
                          <a:solidFill>
                            <a:srgbClr val="C00000"/>
                          </a:solidFill>
                          <a:latin typeface="Times New Roman"/>
                          <a:cs typeface="Times New Roman"/>
                        </a:rPr>
                        <a:t>GIVES</a:t>
                      </a:r>
                      <a:r>
                        <a:rPr sz="1800" spc="-15">
                          <a:solidFill>
                            <a:srgbClr val="C00000"/>
                          </a:solidFill>
                          <a:latin typeface="Times New Roman"/>
                          <a:cs typeface="Times New Roman"/>
                        </a:rPr>
                        <a:t> </a:t>
                      </a:r>
                      <a:r>
                        <a:rPr sz="1800" spc="-50">
                          <a:solidFill>
                            <a:srgbClr val="C00000"/>
                          </a:solidFill>
                          <a:latin typeface="Times New Roman"/>
                          <a:cs typeface="Times New Roman"/>
                        </a:rPr>
                        <a:t>1</a:t>
                      </a:r>
                      <a:endParaRPr sz="1800">
                        <a:latin typeface="Times New Roman"/>
                        <a:cs typeface="Times New Roman"/>
                      </a:endParaRPr>
                    </a:p>
                  </a:txBody>
                  <a:tcPr marL="0" marR="0" marT="222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70840">
                <a:tc>
                  <a:txBody>
                    <a:bodyPr/>
                    <a:lstStyle/>
                    <a:p>
                      <a:pPr algn="ctr">
                        <a:lnSpc>
                          <a:spcPct val="100000"/>
                        </a:lnSpc>
                        <a:spcBef>
                          <a:spcPts val="195"/>
                        </a:spcBef>
                      </a:pPr>
                      <a:r>
                        <a:rPr sz="1800" spc="-25">
                          <a:solidFill>
                            <a:srgbClr val="C00000"/>
                          </a:solidFill>
                          <a:latin typeface="Times New Roman"/>
                          <a:cs typeface="Times New Roman"/>
                        </a:rPr>
                        <a:t>&gt;=</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195"/>
                        </a:spcBef>
                      </a:pPr>
                      <a:r>
                        <a:rPr sz="1800" spc="-35">
                          <a:solidFill>
                            <a:srgbClr val="C00000"/>
                          </a:solidFill>
                          <a:latin typeface="Times New Roman"/>
                          <a:cs typeface="Times New Roman"/>
                        </a:rPr>
                        <a:t>GREATER</a:t>
                      </a:r>
                      <a:r>
                        <a:rPr sz="1800" spc="-80">
                          <a:solidFill>
                            <a:srgbClr val="C00000"/>
                          </a:solidFill>
                          <a:latin typeface="Times New Roman"/>
                          <a:cs typeface="Times New Roman"/>
                        </a:rPr>
                        <a:t> </a:t>
                      </a:r>
                      <a:r>
                        <a:rPr sz="1800">
                          <a:solidFill>
                            <a:srgbClr val="C00000"/>
                          </a:solidFill>
                          <a:latin typeface="Times New Roman"/>
                          <a:cs typeface="Times New Roman"/>
                        </a:rPr>
                        <a:t>THAN</a:t>
                      </a:r>
                      <a:r>
                        <a:rPr sz="1800" spc="-30">
                          <a:solidFill>
                            <a:srgbClr val="C00000"/>
                          </a:solidFill>
                          <a:latin typeface="Times New Roman"/>
                          <a:cs typeface="Times New Roman"/>
                        </a:rPr>
                        <a:t> </a:t>
                      </a:r>
                      <a:r>
                        <a:rPr sz="1800" spc="-10">
                          <a:solidFill>
                            <a:srgbClr val="C00000"/>
                          </a:solidFill>
                          <a:latin typeface="Times New Roman"/>
                          <a:cs typeface="Times New Roman"/>
                        </a:rPr>
                        <a:t>EQUAL</a:t>
                      </a:r>
                      <a:r>
                        <a:rPr sz="1800" spc="-100">
                          <a:solidFill>
                            <a:srgbClr val="C00000"/>
                          </a:solidFill>
                          <a:latin typeface="Times New Roman"/>
                          <a:cs typeface="Times New Roman"/>
                        </a:rPr>
                        <a:t> </a:t>
                      </a:r>
                      <a:r>
                        <a:rPr sz="1800" spc="-25">
                          <a:solidFill>
                            <a:srgbClr val="C00000"/>
                          </a:solidFill>
                          <a:latin typeface="Times New Roman"/>
                          <a:cs typeface="Times New Roman"/>
                        </a:rPr>
                        <a:t>TO</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195"/>
                        </a:spcBef>
                      </a:pPr>
                      <a:r>
                        <a:rPr sz="1800">
                          <a:solidFill>
                            <a:srgbClr val="C00000"/>
                          </a:solidFill>
                          <a:latin typeface="Times New Roman"/>
                          <a:cs typeface="Times New Roman"/>
                        </a:rPr>
                        <a:t>50</a:t>
                      </a:r>
                      <a:r>
                        <a:rPr sz="1800" spc="-40">
                          <a:solidFill>
                            <a:srgbClr val="C00000"/>
                          </a:solidFill>
                          <a:latin typeface="Times New Roman"/>
                          <a:cs typeface="Times New Roman"/>
                        </a:rPr>
                        <a:t> </a:t>
                      </a:r>
                      <a:r>
                        <a:rPr sz="1800">
                          <a:solidFill>
                            <a:srgbClr val="C00000"/>
                          </a:solidFill>
                          <a:latin typeface="Times New Roman"/>
                          <a:cs typeface="Times New Roman"/>
                        </a:rPr>
                        <a:t>&gt;=100</a:t>
                      </a:r>
                      <a:r>
                        <a:rPr sz="1800" spc="-30">
                          <a:solidFill>
                            <a:srgbClr val="C00000"/>
                          </a:solidFill>
                          <a:latin typeface="Times New Roman"/>
                          <a:cs typeface="Times New Roman"/>
                        </a:rPr>
                        <a:t> </a:t>
                      </a:r>
                      <a:r>
                        <a:rPr sz="1800">
                          <a:solidFill>
                            <a:srgbClr val="C00000"/>
                          </a:solidFill>
                          <a:latin typeface="Times New Roman"/>
                          <a:cs typeface="Times New Roman"/>
                        </a:rPr>
                        <a:t>GIVES</a:t>
                      </a:r>
                      <a:r>
                        <a:rPr sz="1800" spc="-20">
                          <a:solidFill>
                            <a:srgbClr val="C00000"/>
                          </a:solidFill>
                          <a:latin typeface="Times New Roman"/>
                          <a:cs typeface="Times New Roman"/>
                        </a:rPr>
                        <a:t> </a:t>
                      </a:r>
                      <a:r>
                        <a:rPr sz="1800" spc="-50">
                          <a:solidFill>
                            <a:srgbClr val="C00000"/>
                          </a:solidFill>
                          <a:latin typeface="Times New Roman"/>
                          <a:cs typeface="Times New Roman"/>
                        </a:rPr>
                        <a:t>0</a:t>
                      </a:r>
                      <a:endParaRPr sz="1800">
                        <a:latin typeface="Times New Roman"/>
                        <a:cs typeface="Times New Roman"/>
                      </a:endParaRPr>
                    </a:p>
                  </a:txBody>
                  <a:tcPr marL="0" marR="0" marT="247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7767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37583" y="-97758"/>
            <a:ext cx="4559423" cy="689291"/>
          </a:xfrm>
          <a:prstGeom prst="rect">
            <a:avLst/>
          </a:prstGeom>
        </p:spPr>
        <p:txBody>
          <a:bodyPr vert="horz" wrap="square" lIns="0" tIns="12065" rIns="0" bIns="0" rtlCol="0" anchor="ctr">
            <a:spAutoFit/>
          </a:bodyPr>
          <a:lstStyle/>
          <a:p>
            <a:pPr marL="12700">
              <a:lnSpc>
                <a:spcPct val="100000"/>
              </a:lnSpc>
              <a:spcBef>
                <a:spcPts val="95"/>
              </a:spcBef>
            </a:pPr>
            <a:r>
              <a:t>Operators</a:t>
            </a:r>
            <a:r>
              <a:rPr spc="-80"/>
              <a:t> </a:t>
            </a:r>
            <a:r>
              <a:t>in</a:t>
            </a:r>
            <a:r>
              <a:rPr spc="-65"/>
              <a:t> </a:t>
            </a:r>
            <a:r>
              <a:rPr spc="-50"/>
              <a:t>C</a:t>
            </a:r>
          </a:p>
        </p:txBody>
      </p:sp>
      <p:sp>
        <p:nvSpPr>
          <p:cNvPr id="3" name="object 3"/>
          <p:cNvSpPr txBox="1"/>
          <p:nvPr/>
        </p:nvSpPr>
        <p:spPr>
          <a:xfrm>
            <a:off x="1602739" y="537380"/>
            <a:ext cx="8973820" cy="3343275"/>
          </a:xfrm>
          <a:prstGeom prst="rect">
            <a:avLst/>
          </a:prstGeom>
        </p:spPr>
        <p:txBody>
          <a:bodyPr vert="horz" wrap="square" lIns="0" tIns="107314" rIns="0" bIns="0" rtlCol="0">
            <a:spAutoFit/>
          </a:bodyPr>
          <a:lstStyle/>
          <a:p>
            <a:pPr marL="12700">
              <a:spcBef>
                <a:spcPts val="844"/>
              </a:spcBef>
            </a:pPr>
            <a:r>
              <a:rPr sz="2400">
                <a:solidFill>
                  <a:srgbClr val="C00000"/>
                </a:solidFill>
                <a:latin typeface="Times New Roman"/>
                <a:cs typeface="Times New Roman"/>
              </a:rPr>
              <a:t>Logical</a:t>
            </a:r>
            <a:r>
              <a:rPr sz="2400" spc="-45">
                <a:solidFill>
                  <a:srgbClr val="C00000"/>
                </a:solidFill>
                <a:latin typeface="Times New Roman"/>
                <a:cs typeface="Times New Roman"/>
              </a:rPr>
              <a:t> </a:t>
            </a:r>
            <a:r>
              <a:rPr sz="2400" spc="-10">
                <a:solidFill>
                  <a:srgbClr val="C00000"/>
                </a:solidFill>
                <a:latin typeface="Times New Roman"/>
                <a:cs typeface="Times New Roman"/>
              </a:rPr>
              <a:t>Operators</a:t>
            </a:r>
            <a:endParaRPr sz="2400">
              <a:latin typeface="Times New Roman"/>
              <a:cs typeface="Times New Roman"/>
            </a:endParaRPr>
          </a:p>
          <a:p>
            <a:pPr marL="354965" marR="3249930" indent="-354965">
              <a:lnSpc>
                <a:spcPts val="3890"/>
              </a:lnSpc>
              <a:spcBef>
                <a:spcPts val="30"/>
              </a:spcBef>
              <a:buFont typeface="Arial"/>
              <a:buChar char="•"/>
              <a:tabLst>
                <a:tab pos="354965" algn="l"/>
                <a:tab pos="355600" algn="l"/>
                <a:tab pos="2017395" algn="l"/>
              </a:tabLst>
            </a:pPr>
            <a:r>
              <a:rPr sz="2400">
                <a:latin typeface="Times New Roman"/>
                <a:cs typeface="Times New Roman"/>
              </a:rPr>
              <a:t>C</a:t>
            </a:r>
            <a:r>
              <a:rPr sz="2400" spc="-25">
                <a:latin typeface="Times New Roman"/>
                <a:cs typeface="Times New Roman"/>
              </a:rPr>
              <a:t> </a:t>
            </a:r>
            <a:r>
              <a:rPr sz="2400">
                <a:latin typeface="Times New Roman"/>
                <a:cs typeface="Times New Roman"/>
              </a:rPr>
              <a:t>language</a:t>
            </a:r>
            <a:r>
              <a:rPr sz="2400" spc="-20">
                <a:latin typeface="Times New Roman"/>
                <a:cs typeface="Times New Roman"/>
              </a:rPr>
              <a:t> </a:t>
            </a:r>
            <a:r>
              <a:rPr sz="2400">
                <a:latin typeface="Times New Roman"/>
                <a:cs typeface="Times New Roman"/>
              </a:rPr>
              <a:t>supports three</a:t>
            </a:r>
            <a:r>
              <a:rPr sz="2400" spc="-25">
                <a:latin typeface="Times New Roman"/>
                <a:cs typeface="Times New Roman"/>
              </a:rPr>
              <a:t> </a:t>
            </a:r>
            <a:r>
              <a:rPr sz="2400">
                <a:latin typeface="Times New Roman"/>
                <a:cs typeface="Times New Roman"/>
              </a:rPr>
              <a:t>logical</a:t>
            </a:r>
            <a:r>
              <a:rPr sz="2400" spc="-30">
                <a:latin typeface="Times New Roman"/>
                <a:cs typeface="Times New Roman"/>
              </a:rPr>
              <a:t> </a:t>
            </a:r>
            <a:r>
              <a:rPr sz="2400" spc="-10">
                <a:latin typeface="Times New Roman"/>
                <a:cs typeface="Times New Roman"/>
              </a:rPr>
              <a:t>operators. </a:t>
            </a:r>
            <a:r>
              <a:rPr sz="2400">
                <a:latin typeface="Times New Roman"/>
                <a:cs typeface="Times New Roman"/>
              </a:rPr>
              <a:t>They are</a:t>
            </a:r>
            <a:r>
              <a:rPr sz="2400" spc="-5">
                <a:latin typeface="Times New Roman"/>
                <a:cs typeface="Times New Roman"/>
              </a:rPr>
              <a:t> </a:t>
            </a:r>
            <a:r>
              <a:rPr sz="2400" spc="-25">
                <a:latin typeface="Times New Roman"/>
                <a:cs typeface="Times New Roman"/>
              </a:rPr>
              <a:t>1)</a:t>
            </a:r>
            <a:r>
              <a:rPr sz="2400">
                <a:latin typeface="Times New Roman"/>
                <a:cs typeface="Times New Roman"/>
              </a:rPr>
              <a:t>	Logical</a:t>
            </a:r>
            <a:r>
              <a:rPr sz="2400" spc="-155">
                <a:latin typeface="Times New Roman"/>
                <a:cs typeface="Times New Roman"/>
              </a:rPr>
              <a:t> </a:t>
            </a:r>
            <a:r>
              <a:rPr sz="2400">
                <a:latin typeface="Times New Roman"/>
                <a:cs typeface="Times New Roman"/>
              </a:rPr>
              <a:t>AND</a:t>
            </a:r>
            <a:r>
              <a:rPr sz="2400" spc="-45">
                <a:latin typeface="Times New Roman"/>
                <a:cs typeface="Times New Roman"/>
              </a:rPr>
              <a:t> </a:t>
            </a:r>
            <a:r>
              <a:rPr sz="2400" spc="-20">
                <a:latin typeface="Times New Roman"/>
                <a:cs typeface="Times New Roman"/>
              </a:rPr>
              <a:t>(&amp;&amp;)</a:t>
            </a:r>
            <a:endParaRPr sz="2400">
              <a:latin typeface="Times New Roman"/>
              <a:cs typeface="Times New Roman"/>
            </a:endParaRPr>
          </a:p>
          <a:p>
            <a:pPr marL="2018030" lvl="1" indent="-407670">
              <a:spcBef>
                <a:spcPts val="715"/>
              </a:spcBef>
              <a:buAutoNum type="arabicParenR" startAt="2"/>
              <a:tabLst>
                <a:tab pos="2018030" algn="l"/>
                <a:tab pos="2018664" algn="l"/>
              </a:tabLst>
            </a:pPr>
            <a:r>
              <a:rPr sz="2400">
                <a:latin typeface="Times New Roman"/>
                <a:cs typeface="Times New Roman"/>
              </a:rPr>
              <a:t>Logical</a:t>
            </a:r>
            <a:r>
              <a:rPr sz="2400" spc="-35">
                <a:latin typeface="Times New Roman"/>
                <a:cs typeface="Times New Roman"/>
              </a:rPr>
              <a:t> </a:t>
            </a:r>
            <a:r>
              <a:rPr sz="2400">
                <a:latin typeface="Times New Roman"/>
                <a:cs typeface="Times New Roman"/>
              </a:rPr>
              <a:t>OR</a:t>
            </a:r>
            <a:r>
              <a:rPr sz="2400" spc="-5">
                <a:latin typeface="Times New Roman"/>
                <a:cs typeface="Times New Roman"/>
              </a:rPr>
              <a:t> </a:t>
            </a:r>
            <a:r>
              <a:rPr sz="2400" spc="-20">
                <a:latin typeface="Times New Roman"/>
                <a:cs typeface="Times New Roman"/>
              </a:rPr>
              <a:t>(||)</a:t>
            </a:r>
            <a:endParaRPr sz="2400">
              <a:latin typeface="Times New Roman"/>
              <a:cs typeface="Times New Roman"/>
            </a:endParaRPr>
          </a:p>
          <a:p>
            <a:pPr marL="2017395" lvl="1" indent="-407034">
              <a:spcBef>
                <a:spcPts val="1005"/>
              </a:spcBef>
              <a:buAutoNum type="arabicParenR" startAt="2"/>
              <a:tabLst>
                <a:tab pos="2017395" algn="l"/>
                <a:tab pos="2018030" algn="l"/>
              </a:tabLst>
            </a:pPr>
            <a:r>
              <a:rPr sz="2400">
                <a:latin typeface="Times New Roman"/>
                <a:cs typeface="Times New Roman"/>
              </a:rPr>
              <a:t>Logical</a:t>
            </a:r>
            <a:r>
              <a:rPr sz="2400" spc="-95">
                <a:latin typeface="Times New Roman"/>
                <a:cs typeface="Times New Roman"/>
              </a:rPr>
              <a:t> </a:t>
            </a:r>
            <a:r>
              <a:rPr sz="2400">
                <a:latin typeface="Times New Roman"/>
                <a:cs typeface="Times New Roman"/>
              </a:rPr>
              <a:t>NOT</a:t>
            </a:r>
            <a:r>
              <a:rPr sz="2400" spc="-85">
                <a:latin typeface="Times New Roman"/>
                <a:cs typeface="Times New Roman"/>
              </a:rPr>
              <a:t> </a:t>
            </a:r>
            <a:r>
              <a:rPr sz="2400" spc="-25">
                <a:latin typeface="Times New Roman"/>
                <a:cs typeface="Times New Roman"/>
              </a:rPr>
              <a:t>(!)</a:t>
            </a:r>
            <a:endParaRPr sz="2400">
              <a:latin typeface="Times New Roman"/>
              <a:cs typeface="Times New Roman"/>
            </a:endParaRPr>
          </a:p>
          <a:p>
            <a:pPr marL="355600" marR="5080" indent="-342900">
              <a:lnSpc>
                <a:spcPct val="115100"/>
              </a:lnSpc>
              <a:spcBef>
                <a:spcPts val="575"/>
              </a:spcBef>
              <a:buFont typeface="Arial"/>
              <a:buChar char="•"/>
              <a:tabLst>
                <a:tab pos="354965" algn="l"/>
                <a:tab pos="355600" algn="l"/>
              </a:tabLst>
            </a:pPr>
            <a:r>
              <a:rPr sz="2400">
                <a:latin typeface="Times New Roman"/>
                <a:cs typeface="Times New Roman"/>
              </a:rPr>
              <a:t>In</a:t>
            </a:r>
            <a:r>
              <a:rPr sz="2400" spc="-30">
                <a:latin typeface="Times New Roman"/>
                <a:cs typeface="Times New Roman"/>
              </a:rPr>
              <a:t> </a:t>
            </a:r>
            <a:r>
              <a:rPr sz="2400">
                <a:latin typeface="Times New Roman"/>
                <a:cs typeface="Times New Roman"/>
              </a:rPr>
              <a:t>case</a:t>
            </a:r>
            <a:r>
              <a:rPr sz="2400" spc="-55">
                <a:latin typeface="Times New Roman"/>
                <a:cs typeface="Times New Roman"/>
              </a:rPr>
              <a:t> </a:t>
            </a:r>
            <a:r>
              <a:rPr sz="2400">
                <a:latin typeface="Times New Roman"/>
                <a:cs typeface="Times New Roman"/>
              </a:rPr>
              <a:t>of</a:t>
            </a:r>
            <a:r>
              <a:rPr sz="2400" spc="-30">
                <a:latin typeface="Times New Roman"/>
                <a:cs typeface="Times New Roman"/>
              </a:rPr>
              <a:t> </a:t>
            </a:r>
            <a:r>
              <a:rPr sz="2400">
                <a:latin typeface="Times New Roman"/>
                <a:cs typeface="Times New Roman"/>
              </a:rPr>
              <a:t>arithmetic</a:t>
            </a:r>
            <a:r>
              <a:rPr sz="2400" spc="-75">
                <a:latin typeface="Times New Roman"/>
                <a:cs typeface="Times New Roman"/>
              </a:rPr>
              <a:t> </a:t>
            </a:r>
            <a:r>
              <a:rPr sz="2400">
                <a:latin typeface="Times New Roman"/>
                <a:cs typeface="Times New Roman"/>
              </a:rPr>
              <a:t>expressions,</a:t>
            </a:r>
            <a:r>
              <a:rPr sz="2400" spc="-35">
                <a:latin typeface="Times New Roman"/>
                <a:cs typeface="Times New Roman"/>
              </a:rPr>
              <a:t> </a:t>
            </a:r>
            <a:r>
              <a:rPr sz="2400">
                <a:latin typeface="Times New Roman"/>
                <a:cs typeface="Times New Roman"/>
              </a:rPr>
              <a:t>the</a:t>
            </a:r>
            <a:r>
              <a:rPr sz="2400" spc="-45">
                <a:latin typeface="Times New Roman"/>
                <a:cs typeface="Times New Roman"/>
              </a:rPr>
              <a:t> </a:t>
            </a:r>
            <a:r>
              <a:rPr sz="2400">
                <a:latin typeface="Times New Roman"/>
                <a:cs typeface="Times New Roman"/>
              </a:rPr>
              <a:t>logical</a:t>
            </a:r>
            <a:r>
              <a:rPr sz="2400" spc="-80">
                <a:latin typeface="Times New Roman"/>
                <a:cs typeface="Times New Roman"/>
              </a:rPr>
              <a:t> </a:t>
            </a:r>
            <a:r>
              <a:rPr sz="2400">
                <a:latin typeface="Times New Roman"/>
                <a:cs typeface="Times New Roman"/>
              </a:rPr>
              <a:t>expressions</a:t>
            </a:r>
            <a:r>
              <a:rPr sz="2400" spc="-30">
                <a:latin typeface="Times New Roman"/>
                <a:cs typeface="Times New Roman"/>
              </a:rPr>
              <a:t> </a:t>
            </a:r>
            <a:r>
              <a:rPr sz="2400">
                <a:latin typeface="Times New Roman"/>
                <a:cs typeface="Times New Roman"/>
              </a:rPr>
              <a:t>are</a:t>
            </a:r>
            <a:r>
              <a:rPr sz="2400" spc="-45">
                <a:latin typeface="Times New Roman"/>
                <a:cs typeface="Times New Roman"/>
              </a:rPr>
              <a:t> </a:t>
            </a:r>
            <a:r>
              <a:rPr sz="2400" spc="-10">
                <a:latin typeface="Times New Roman"/>
                <a:cs typeface="Times New Roman"/>
              </a:rPr>
              <a:t>evaluated </a:t>
            </a:r>
            <a:r>
              <a:rPr sz="2400">
                <a:latin typeface="Times New Roman"/>
                <a:cs typeface="Times New Roman"/>
              </a:rPr>
              <a:t>from</a:t>
            </a:r>
            <a:r>
              <a:rPr sz="2400" spc="-15">
                <a:latin typeface="Times New Roman"/>
                <a:cs typeface="Times New Roman"/>
              </a:rPr>
              <a:t> </a:t>
            </a:r>
            <a:r>
              <a:rPr sz="2400">
                <a:latin typeface="Times New Roman"/>
                <a:cs typeface="Times New Roman"/>
              </a:rPr>
              <a:t>left</a:t>
            </a:r>
            <a:r>
              <a:rPr sz="2400" spc="-30">
                <a:latin typeface="Times New Roman"/>
                <a:cs typeface="Times New Roman"/>
              </a:rPr>
              <a:t> </a:t>
            </a:r>
            <a:r>
              <a:rPr sz="2400">
                <a:latin typeface="Times New Roman"/>
                <a:cs typeface="Times New Roman"/>
              </a:rPr>
              <a:t>to</a:t>
            </a:r>
            <a:r>
              <a:rPr sz="2400" spc="-10">
                <a:latin typeface="Times New Roman"/>
                <a:cs typeface="Times New Roman"/>
              </a:rPr>
              <a:t> right.</a:t>
            </a:r>
            <a:endParaRPr sz="2400">
              <a:latin typeface="Times New Roman"/>
              <a:cs typeface="Times New Roman"/>
            </a:endParaRPr>
          </a:p>
        </p:txBody>
      </p:sp>
      <p:graphicFrame>
        <p:nvGraphicFramePr>
          <p:cNvPr id="4" name="object 4"/>
          <p:cNvGraphicFramePr>
            <a:graphicFrameLocks noGrp="1"/>
          </p:cNvGraphicFramePr>
          <p:nvPr/>
        </p:nvGraphicFramePr>
        <p:xfrm>
          <a:off x="1746250" y="4108450"/>
          <a:ext cx="2590800" cy="1852930"/>
        </p:xfrm>
        <a:graphic>
          <a:graphicData uri="http://schemas.openxmlformats.org/drawingml/2006/table">
            <a:tbl>
              <a:tblPr firstRow="1" bandRow="1">
                <a:tableStyleId>{2D5ABB26-0587-4C30-8999-92F81FD0307C}</a:tableStyleId>
              </a:tblPr>
              <a:tblGrid>
                <a:gridCol w="6858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70205">
                <a:tc>
                  <a:txBody>
                    <a:bodyPr/>
                    <a:lstStyle/>
                    <a:p>
                      <a:pPr marL="259079">
                        <a:lnSpc>
                          <a:spcPct val="100000"/>
                        </a:lnSpc>
                        <a:spcBef>
                          <a:spcPts val="325"/>
                        </a:spcBef>
                      </a:pPr>
                      <a:r>
                        <a:rPr sz="1800" b="1">
                          <a:solidFill>
                            <a:srgbClr val="C00000"/>
                          </a:solidFill>
                          <a:latin typeface="Times New Roman"/>
                          <a:cs typeface="Times New Roman"/>
                        </a:rPr>
                        <a:t>A</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325"/>
                        </a:spcBef>
                      </a:pPr>
                      <a:r>
                        <a:rPr sz="1800" b="1">
                          <a:solidFill>
                            <a:srgbClr val="C00000"/>
                          </a:solidFill>
                          <a:latin typeface="Times New Roman"/>
                          <a:cs typeface="Times New Roman"/>
                        </a:rPr>
                        <a:t>B</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325"/>
                        </a:spcBef>
                      </a:pPr>
                      <a:r>
                        <a:rPr sz="1800" b="1" spc="-20">
                          <a:solidFill>
                            <a:srgbClr val="C00000"/>
                          </a:solidFill>
                          <a:latin typeface="Times New Roman"/>
                          <a:cs typeface="Times New Roman"/>
                        </a:rPr>
                        <a:t>A</a:t>
                      </a:r>
                      <a:r>
                        <a:rPr sz="1800" b="1" spc="-100">
                          <a:solidFill>
                            <a:srgbClr val="C00000"/>
                          </a:solidFill>
                          <a:latin typeface="Times New Roman"/>
                          <a:cs typeface="Times New Roman"/>
                        </a:rPr>
                        <a:t> </a:t>
                      </a:r>
                      <a:r>
                        <a:rPr sz="1800" b="1" spc="-25">
                          <a:solidFill>
                            <a:srgbClr val="C00000"/>
                          </a:solidFill>
                          <a:latin typeface="Times New Roman"/>
                          <a:cs typeface="Times New Roman"/>
                        </a:rPr>
                        <a:t>&amp;&amp;B</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70840">
                <a:tc>
                  <a:txBody>
                    <a:bodyPr/>
                    <a:lstStyle/>
                    <a:p>
                      <a:pPr marL="285115">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70205">
                <a:tc>
                  <a:txBody>
                    <a:bodyPr/>
                    <a:lstStyle/>
                    <a:p>
                      <a:pPr marL="285115">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25"/>
                        </a:spcBef>
                      </a:pPr>
                      <a:r>
                        <a:rPr sz="1800" b="1">
                          <a:solidFill>
                            <a:srgbClr val="C00000"/>
                          </a:solidFill>
                          <a:latin typeface="Times New Roman"/>
                          <a:cs typeface="Times New Roman"/>
                        </a:rPr>
                        <a:t>1</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70840">
                <a:tc>
                  <a:txBody>
                    <a:bodyPr/>
                    <a:lstStyle/>
                    <a:p>
                      <a:pPr marL="285115">
                        <a:lnSpc>
                          <a:spcPct val="100000"/>
                        </a:lnSpc>
                        <a:spcBef>
                          <a:spcPts val="325"/>
                        </a:spcBef>
                      </a:pPr>
                      <a:r>
                        <a:rPr sz="1800" b="1">
                          <a:solidFill>
                            <a:srgbClr val="C00000"/>
                          </a:solidFill>
                          <a:latin typeface="Times New Roman"/>
                          <a:cs typeface="Times New Roman"/>
                        </a:rPr>
                        <a:t>1</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70840">
                <a:tc>
                  <a:txBody>
                    <a:bodyPr/>
                    <a:lstStyle/>
                    <a:p>
                      <a:pPr marL="285115">
                        <a:lnSpc>
                          <a:spcPct val="100000"/>
                        </a:lnSpc>
                        <a:spcBef>
                          <a:spcPts val="330"/>
                        </a:spcBef>
                      </a:pPr>
                      <a:r>
                        <a:rPr sz="1800" b="1">
                          <a:solidFill>
                            <a:srgbClr val="C00000"/>
                          </a:solidFill>
                          <a:latin typeface="Times New Roman"/>
                          <a:cs typeface="Times New Roman"/>
                        </a:rPr>
                        <a:t>1</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30"/>
                        </a:spcBef>
                      </a:pPr>
                      <a:r>
                        <a:rPr sz="1800" b="1">
                          <a:solidFill>
                            <a:srgbClr val="C00000"/>
                          </a:solidFill>
                          <a:latin typeface="Times New Roman"/>
                          <a:cs typeface="Times New Roman"/>
                        </a:rPr>
                        <a:t>1</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30"/>
                        </a:spcBef>
                      </a:pPr>
                      <a:r>
                        <a:rPr sz="1800" b="1">
                          <a:solidFill>
                            <a:srgbClr val="C00000"/>
                          </a:solidFill>
                          <a:latin typeface="Times New Roman"/>
                          <a:cs typeface="Times New Roman"/>
                        </a:rPr>
                        <a:t>1</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bl>
          </a:graphicData>
        </a:graphic>
      </p:graphicFrame>
      <p:graphicFrame>
        <p:nvGraphicFramePr>
          <p:cNvPr id="5" name="object 5"/>
          <p:cNvGraphicFramePr>
            <a:graphicFrameLocks noGrp="1"/>
          </p:cNvGraphicFramePr>
          <p:nvPr/>
        </p:nvGraphicFramePr>
        <p:xfrm>
          <a:off x="4565650" y="4108450"/>
          <a:ext cx="2590800" cy="1852930"/>
        </p:xfrm>
        <a:graphic>
          <a:graphicData uri="http://schemas.openxmlformats.org/drawingml/2006/table">
            <a:tbl>
              <a:tblPr firstRow="1" bandRow="1">
                <a:tableStyleId>{2D5ABB26-0587-4C30-8999-92F81FD0307C}</a:tableStyleId>
              </a:tblPr>
              <a:tblGrid>
                <a:gridCol w="6858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70205">
                <a:tc>
                  <a:txBody>
                    <a:bodyPr/>
                    <a:lstStyle/>
                    <a:p>
                      <a:pPr marL="260350">
                        <a:lnSpc>
                          <a:spcPct val="100000"/>
                        </a:lnSpc>
                        <a:spcBef>
                          <a:spcPts val="325"/>
                        </a:spcBef>
                      </a:pPr>
                      <a:r>
                        <a:rPr sz="1800" b="1">
                          <a:solidFill>
                            <a:srgbClr val="C00000"/>
                          </a:solidFill>
                          <a:latin typeface="Times New Roman"/>
                          <a:cs typeface="Times New Roman"/>
                        </a:rPr>
                        <a:t>A</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304165">
                        <a:lnSpc>
                          <a:spcPct val="100000"/>
                        </a:lnSpc>
                        <a:spcBef>
                          <a:spcPts val="325"/>
                        </a:spcBef>
                      </a:pPr>
                      <a:r>
                        <a:rPr sz="1800" b="1">
                          <a:solidFill>
                            <a:srgbClr val="C00000"/>
                          </a:solidFill>
                          <a:latin typeface="Times New Roman"/>
                          <a:cs typeface="Times New Roman"/>
                        </a:rPr>
                        <a:t>B</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325"/>
                        </a:spcBef>
                      </a:pPr>
                      <a:r>
                        <a:rPr sz="1800" b="1" spc="-20">
                          <a:solidFill>
                            <a:srgbClr val="C00000"/>
                          </a:solidFill>
                          <a:latin typeface="Times New Roman"/>
                          <a:cs typeface="Times New Roman"/>
                        </a:rPr>
                        <a:t>A</a:t>
                      </a:r>
                      <a:r>
                        <a:rPr sz="1800" b="1" spc="-105">
                          <a:solidFill>
                            <a:srgbClr val="C00000"/>
                          </a:solidFill>
                          <a:latin typeface="Times New Roman"/>
                          <a:cs typeface="Times New Roman"/>
                        </a:rPr>
                        <a:t> </a:t>
                      </a:r>
                      <a:r>
                        <a:rPr sz="1800" b="1">
                          <a:solidFill>
                            <a:srgbClr val="C00000"/>
                          </a:solidFill>
                          <a:latin typeface="Times New Roman"/>
                          <a:cs typeface="Times New Roman"/>
                        </a:rPr>
                        <a:t>||</a:t>
                      </a:r>
                      <a:r>
                        <a:rPr sz="1800" b="1" spc="-5">
                          <a:solidFill>
                            <a:srgbClr val="C00000"/>
                          </a:solidFill>
                          <a:latin typeface="Times New Roman"/>
                          <a:cs typeface="Times New Roman"/>
                        </a:rPr>
                        <a:t> </a:t>
                      </a:r>
                      <a:r>
                        <a:rPr sz="1800" b="1" spc="-60">
                          <a:solidFill>
                            <a:srgbClr val="C00000"/>
                          </a:solidFill>
                          <a:latin typeface="Times New Roman"/>
                          <a:cs typeface="Times New Roman"/>
                        </a:rPr>
                        <a:t>B</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70840">
                <a:tc>
                  <a:txBody>
                    <a:bodyPr/>
                    <a:lstStyle/>
                    <a:p>
                      <a:pPr marL="285750">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323850">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70205">
                <a:tc>
                  <a:txBody>
                    <a:bodyPr/>
                    <a:lstStyle/>
                    <a:p>
                      <a:pPr marL="285750">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323850">
                        <a:lnSpc>
                          <a:spcPct val="100000"/>
                        </a:lnSpc>
                        <a:spcBef>
                          <a:spcPts val="325"/>
                        </a:spcBef>
                      </a:pPr>
                      <a:r>
                        <a:rPr sz="1800" b="1">
                          <a:solidFill>
                            <a:srgbClr val="C00000"/>
                          </a:solidFill>
                          <a:latin typeface="Times New Roman"/>
                          <a:cs typeface="Times New Roman"/>
                        </a:rPr>
                        <a:t>1</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25"/>
                        </a:spcBef>
                      </a:pPr>
                      <a:r>
                        <a:rPr sz="1800" b="1">
                          <a:solidFill>
                            <a:srgbClr val="C00000"/>
                          </a:solidFill>
                          <a:latin typeface="Times New Roman"/>
                          <a:cs typeface="Times New Roman"/>
                        </a:rPr>
                        <a:t>1</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70840">
                <a:tc>
                  <a:txBody>
                    <a:bodyPr/>
                    <a:lstStyle/>
                    <a:p>
                      <a:pPr marL="285750">
                        <a:lnSpc>
                          <a:spcPct val="100000"/>
                        </a:lnSpc>
                        <a:spcBef>
                          <a:spcPts val="325"/>
                        </a:spcBef>
                      </a:pPr>
                      <a:r>
                        <a:rPr sz="1800" b="1">
                          <a:solidFill>
                            <a:srgbClr val="C00000"/>
                          </a:solidFill>
                          <a:latin typeface="Times New Roman"/>
                          <a:cs typeface="Times New Roman"/>
                        </a:rPr>
                        <a:t>1</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323850">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25"/>
                        </a:spcBef>
                      </a:pPr>
                      <a:r>
                        <a:rPr sz="1800" b="1">
                          <a:solidFill>
                            <a:srgbClr val="C00000"/>
                          </a:solidFill>
                          <a:latin typeface="Times New Roman"/>
                          <a:cs typeface="Times New Roman"/>
                        </a:rPr>
                        <a:t>1</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70840">
                <a:tc>
                  <a:txBody>
                    <a:bodyPr/>
                    <a:lstStyle/>
                    <a:p>
                      <a:pPr marL="285750">
                        <a:lnSpc>
                          <a:spcPct val="100000"/>
                        </a:lnSpc>
                        <a:spcBef>
                          <a:spcPts val="330"/>
                        </a:spcBef>
                      </a:pPr>
                      <a:r>
                        <a:rPr sz="1800" b="1">
                          <a:solidFill>
                            <a:srgbClr val="C00000"/>
                          </a:solidFill>
                          <a:latin typeface="Times New Roman"/>
                          <a:cs typeface="Times New Roman"/>
                        </a:rPr>
                        <a:t>1</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323850">
                        <a:lnSpc>
                          <a:spcPct val="100000"/>
                        </a:lnSpc>
                        <a:spcBef>
                          <a:spcPts val="330"/>
                        </a:spcBef>
                      </a:pPr>
                      <a:r>
                        <a:rPr sz="1800" b="1">
                          <a:solidFill>
                            <a:srgbClr val="C00000"/>
                          </a:solidFill>
                          <a:latin typeface="Times New Roman"/>
                          <a:cs typeface="Times New Roman"/>
                        </a:rPr>
                        <a:t>1</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30"/>
                        </a:spcBef>
                      </a:pPr>
                      <a:r>
                        <a:rPr sz="1800" b="1">
                          <a:solidFill>
                            <a:srgbClr val="C00000"/>
                          </a:solidFill>
                          <a:latin typeface="Times New Roman"/>
                          <a:cs typeface="Times New Roman"/>
                        </a:rPr>
                        <a:t>1</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bl>
          </a:graphicData>
        </a:graphic>
      </p:graphicFrame>
      <p:graphicFrame>
        <p:nvGraphicFramePr>
          <p:cNvPr id="6" name="object 6"/>
          <p:cNvGraphicFramePr>
            <a:graphicFrameLocks noGrp="1"/>
          </p:cNvGraphicFramePr>
          <p:nvPr/>
        </p:nvGraphicFramePr>
        <p:xfrm>
          <a:off x="7766050" y="4108450"/>
          <a:ext cx="1371600" cy="1111250"/>
        </p:xfrm>
        <a:graphic>
          <a:graphicData uri="http://schemas.openxmlformats.org/drawingml/2006/table">
            <a:tbl>
              <a:tblPr firstRow="1" bandRow="1">
                <a:tableStyleId>{2D5ABB26-0587-4C30-8999-92F81FD0307C}</a:tableStyleId>
              </a:tblPr>
              <a:tblGrid>
                <a:gridCol w="391795">
                  <a:extLst>
                    <a:ext uri="{9D8B030D-6E8A-4147-A177-3AD203B41FA5}">
                      <a16:colId xmlns:a16="http://schemas.microsoft.com/office/drawing/2014/main" val="20000"/>
                    </a:ext>
                  </a:extLst>
                </a:gridCol>
                <a:gridCol w="979805">
                  <a:extLst>
                    <a:ext uri="{9D8B030D-6E8A-4147-A177-3AD203B41FA5}">
                      <a16:colId xmlns:a16="http://schemas.microsoft.com/office/drawing/2014/main" val="20001"/>
                    </a:ext>
                  </a:extLst>
                </a:gridCol>
              </a:tblGrid>
              <a:tr h="370205">
                <a:tc>
                  <a:txBody>
                    <a:bodyPr/>
                    <a:lstStyle/>
                    <a:p>
                      <a:pPr marL="92075">
                        <a:lnSpc>
                          <a:spcPct val="100000"/>
                        </a:lnSpc>
                        <a:spcBef>
                          <a:spcPts val="325"/>
                        </a:spcBef>
                      </a:pPr>
                      <a:r>
                        <a:rPr sz="1800" b="1">
                          <a:solidFill>
                            <a:srgbClr val="CC3300"/>
                          </a:solidFill>
                          <a:latin typeface="Times New Roman"/>
                          <a:cs typeface="Times New Roman"/>
                        </a:rPr>
                        <a:t>A</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325"/>
                        </a:spcBef>
                      </a:pPr>
                      <a:r>
                        <a:rPr sz="1800" b="1" spc="-10">
                          <a:solidFill>
                            <a:srgbClr val="CC3300"/>
                          </a:solidFill>
                          <a:latin typeface="Times New Roman"/>
                          <a:cs typeface="Times New Roman"/>
                        </a:rPr>
                        <a:t>!</a:t>
                      </a:r>
                      <a:r>
                        <a:rPr sz="1800" b="1" spc="-120">
                          <a:solidFill>
                            <a:srgbClr val="CC3300"/>
                          </a:solidFill>
                          <a:latin typeface="Times New Roman"/>
                          <a:cs typeface="Times New Roman"/>
                        </a:rPr>
                        <a:t> </a:t>
                      </a:r>
                      <a:r>
                        <a:rPr sz="1800" b="1" spc="-50">
                          <a:solidFill>
                            <a:srgbClr val="CC3300"/>
                          </a:solidFill>
                          <a:latin typeface="Times New Roman"/>
                          <a:cs typeface="Times New Roman"/>
                        </a:rPr>
                        <a:t>A</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70840">
                <a:tc>
                  <a:txBody>
                    <a:bodyPr/>
                    <a:lstStyle/>
                    <a:p>
                      <a:pPr marL="92075">
                        <a:lnSpc>
                          <a:spcPct val="100000"/>
                        </a:lnSpc>
                        <a:spcBef>
                          <a:spcPts val="325"/>
                        </a:spcBef>
                      </a:pPr>
                      <a:r>
                        <a:rPr sz="1800" b="1">
                          <a:solidFill>
                            <a:srgbClr val="CC33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325"/>
                        </a:spcBef>
                      </a:pPr>
                      <a:r>
                        <a:rPr sz="1800" b="1">
                          <a:solidFill>
                            <a:srgbClr val="CC3300"/>
                          </a:solidFill>
                          <a:latin typeface="Times New Roman"/>
                          <a:cs typeface="Times New Roman"/>
                        </a:rPr>
                        <a:t>1</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70205">
                <a:tc>
                  <a:txBody>
                    <a:bodyPr/>
                    <a:lstStyle/>
                    <a:p>
                      <a:pPr marL="92075">
                        <a:lnSpc>
                          <a:spcPct val="100000"/>
                        </a:lnSpc>
                        <a:spcBef>
                          <a:spcPts val="325"/>
                        </a:spcBef>
                      </a:pPr>
                      <a:r>
                        <a:rPr sz="1800" b="1">
                          <a:solidFill>
                            <a:srgbClr val="CC3300"/>
                          </a:solidFill>
                          <a:latin typeface="Times New Roman"/>
                          <a:cs typeface="Times New Roman"/>
                        </a:rPr>
                        <a:t>1</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325"/>
                        </a:spcBef>
                      </a:pPr>
                      <a:r>
                        <a:rPr sz="1800" b="1">
                          <a:solidFill>
                            <a:srgbClr val="CC33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501999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7309" y="7112"/>
            <a:ext cx="1896110" cy="406400"/>
          </a:xfrm>
          <a:prstGeom prst="rect">
            <a:avLst/>
          </a:prstGeom>
        </p:spPr>
        <p:txBody>
          <a:bodyPr vert="horz" wrap="square" lIns="0" tIns="12065" rIns="0" bIns="0" rtlCol="0" anchor="ctr">
            <a:spAutoFit/>
          </a:bodyPr>
          <a:lstStyle/>
          <a:p>
            <a:pPr marL="12700">
              <a:lnSpc>
                <a:spcPct val="100000"/>
              </a:lnSpc>
              <a:spcBef>
                <a:spcPts val="95"/>
              </a:spcBef>
            </a:pPr>
            <a:r>
              <a:rPr sz="2500"/>
              <a:t>Operators</a:t>
            </a:r>
            <a:r>
              <a:rPr sz="2500" spc="-40"/>
              <a:t> </a:t>
            </a:r>
            <a:r>
              <a:rPr sz="2500"/>
              <a:t>in</a:t>
            </a:r>
            <a:r>
              <a:rPr sz="2500" spc="-55"/>
              <a:t> </a:t>
            </a:r>
            <a:r>
              <a:rPr sz="2500" spc="-50"/>
              <a:t>C</a:t>
            </a:r>
            <a:endParaRPr sz="2500"/>
          </a:p>
        </p:txBody>
      </p:sp>
      <p:sp>
        <p:nvSpPr>
          <p:cNvPr id="3" name="object 3"/>
          <p:cNvSpPr txBox="1"/>
          <p:nvPr/>
        </p:nvSpPr>
        <p:spPr>
          <a:xfrm>
            <a:off x="1602740" y="482573"/>
            <a:ext cx="8282305" cy="3977004"/>
          </a:xfrm>
          <a:prstGeom prst="rect">
            <a:avLst/>
          </a:prstGeom>
        </p:spPr>
        <p:txBody>
          <a:bodyPr vert="horz" wrap="square" lIns="0" tIns="49530" rIns="0" bIns="0" rtlCol="0">
            <a:spAutoFit/>
          </a:bodyPr>
          <a:lstStyle/>
          <a:p>
            <a:pPr marL="12700">
              <a:spcBef>
                <a:spcPts val="390"/>
              </a:spcBef>
            </a:pPr>
            <a:r>
              <a:rPr sz="2400">
                <a:solidFill>
                  <a:srgbClr val="C00000"/>
                </a:solidFill>
                <a:latin typeface="Times New Roman"/>
                <a:cs typeface="Times New Roman"/>
              </a:rPr>
              <a:t>Unary</a:t>
            </a:r>
            <a:r>
              <a:rPr sz="2400" spc="-20">
                <a:solidFill>
                  <a:srgbClr val="C00000"/>
                </a:solidFill>
                <a:latin typeface="Times New Roman"/>
                <a:cs typeface="Times New Roman"/>
              </a:rPr>
              <a:t> </a:t>
            </a:r>
            <a:r>
              <a:rPr sz="2400" spc="-10">
                <a:solidFill>
                  <a:srgbClr val="C00000"/>
                </a:solidFill>
                <a:latin typeface="Times New Roman"/>
                <a:cs typeface="Times New Roman"/>
              </a:rPr>
              <a:t>Operators</a:t>
            </a:r>
            <a:endParaRPr sz="2400">
              <a:latin typeface="Times New Roman"/>
              <a:cs typeface="Times New Roman"/>
            </a:endParaRPr>
          </a:p>
          <a:p>
            <a:pPr marL="287020" indent="-274320">
              <a:spcBef>
                <a:spcPts val="285"/>
              </a:spcBef>
              <a:buClr>
                <a:srgbClr val="9BBA58"/>
              </a:buClr>
              <a:buFont typeface="Wingdings 2"/>
              <a:buChar char=""/>
              <a:tabLst>
                <a:tab pos="287020" algn="l"/>
              </a:tabLst>
            </a:pPr>
            <a:r>
              <a:rPr sz="2400">
                <a:latin typeface="Times New Roman"/>
                <a:cs typeface="Times New Roman"/>
              </a:rPr>
              <a:t>Unary</a:t>
            </a:r>
            <a:r>
              <a:rPr sz="2400" spc="-20">
                <a:latin typeface="Times New Roman"/>
                <a:cs typeface="Times New Roman"/>
              </a:rPr>
              <a:t> </a:t>
            </a:r>
            <a:r>
              <a:rPr sz="2400">
                <a:latin typeface="Times New Roman"/>
                <a:cs typeface="Times New Roman"/>
              </a:rPr>
              <a:t>operators</a:t>
            </a:r>
            <a:r>
              <a:rPr sz="2400" spc="-30">
                <a:latin typeface="Times New Roman"/>
                <a:cs typeface="Times New Roman"/>
              </a:rPr>
              <a:t> </a:t>
            </a:r>
            <a:r>
              <a:rPr sz="2400">
                <a:latin typeface="Times New Roman"/>
                <a:cs typeface="Times New Roman"/>
              </a:rPr>
              <a:t>act</a:t>
            </a:r>
            <a:r>
              <a:rPr sz="2400" spc="-25">
                <a:latin typeface="Times New Roman"/>
                <a:cs typeface="Times New Roman"/>
              </a:rPr>
              <a:t> </a:t>
            </a:r>
            <a:r>
              <a:rPr sz="2400">
                <a:latin typeface="Times New Roman"/>
                <a:cs typeface="Times New Roman"/>
              </a:rPr>
              <a:t>on</a:t>
            </a:r>
            <a:r>
              <a:rPr sz="2400" spc="-10">
                <a:latin typeface="Times New Roman"/>
                <a:cs typeface="Times New Roman"/>
              </a:rPr>
              <a:t> </a:t>
            </a:r>
            <a:r>
              <a:rPr sz="2400">
                <a:latin typeface="Times New Roman"/>
                <a:cs typeface="Times New Roman"/>
              </a:rPr>
              <a:t>single</a:t>
            </a:r>
            <a:r>
              <a:rPr sz="2400" spc="-30">
                <a:latin typeface="Times New Roman"/>
                <a:cs typeface="Times New Roman"/>
              </a:rPr>
              <a:t> </a:t>
            </a:r>
            <a:r>
              <a:rPr sz="2400" spc="-10">
                <a:latin typeface="Times New Roman"/>
                <a:cs typeface="Times New Roman"/>
              </a:rPr>
              <a:t>operands.</a:t>
            </a:r>
            <a:endParaRPr sz="2400">
              <a:latin typeface="Times New Roman"/>
              <a:cs typeface="Times New Roman"/>
            </a:endParaRPr>
          </a:p>
          <a:p>
            <a:pPr marL="287020" marR="2761615" indent="-287020">
              <a:lnSpc>
                <a:spcPct val="110000"/>
              </a:lnSpc>
              <a:buClr>
                <a:srgbClr val="9BBA58"/>
              </a:buClr>
              <a:buFont typeface="Wingdings 2"/>
              <a:buChar char=""/>
              <a:tabLst>
                <a:tab pos="287020" algn="l"/>
              </a:tabLst>
            </a:pPr>
            <a:r>
              <a:rPr sz="2400">
                <a:latin typeface="Times New Roman"/>
                <a:cs typeface="Times New Roman"/>
              </a:rPr>
              <a:t>C</a:t>
            </a:r>
            <a:r>
              <a:rPr sz="2400" spc="-25">
                <a:latin typeface="Times New Roman"/>
                <a:cs typeface="Times New Roman"/>
              </a:rPr>
              <a:t> </a:t>
            </a:r>
            <a:r>
              <a:rPr sz="2400">
                <a:latin typeface="Times New Roman"/>
                <a:cs typeface="Times New Roman"/>
              </a:rPr>
              <a:t>language</a:t>
            </a:r>
            <a:r>
              <a:rPr sz="2400" spc="-20">
                <a:latin typeface="Times New Roman"/>
                <a:cs typeface="Times New Roman"/>
              </a:rPr>
              <a:t> </a:t>
            </a:r>
            <a:r>
              <a:rPr sz="2400">
                <a:latin typeface="Times New Roman"/>
                <a:cs typeface="Times New Roman"/>
              </a:rPr>
              <a:t>supports three</a:t>
            </a:r>
            <a:r>
              <a:rPr sz="2400" spc="-25">
                <a:latin typeface="Times New Roman"/>
                <a:cs typeface="Times New Roman"/>
              </a:rPr>
              <a:t> </a:t>
            </a:r>
            <a:r>
              <a:rPr sz="2400">
                <a:latin typeface="Times New Roman"/>
                <a:cs typeface="Times New Roman"/>
              </a:rPr>
              <a:t>unary</a:t>
            </a:r>
            <a:r>
              <a:rPr sz="2400" spc="-20">
                <a:latin typeface="Times New Roman"/>
                <a:cs typeface="Times New Roman"/>
              </a:rPr>
              <a:t> </a:t>
            </a:r>
            <a:r>
              <a:rPr sz="2400" spc="-10">
                <a:latin typeface="Times New Roman"/>
                <a:cs typeface="Times New Roman"/>
              </a:rPr>
              <a:t>operators. </a:t>
            </a:r>
            <a:r>
              <a:rPr sz="2400">
                <a:latin typeface="Times New Roman"/>
                <a:cs typeface="Times New Roman"/>
              </a:rPr>
              <a:t>They are</a:t>
            </a:r>
            <a:r>
              <a:rPr sz="2400" spc="-5">
                <a:latin typeface="Times New Roman"/>
                <a:cs typeface="Times New Roman"/>
              </a:rPr>
              <a:t> </a:t>
            </a:r>
            <a:r>
              <a:rPr sz="2400" spc="-50">
                <a:latin typeface="Times New Roman"/>
                <a:cs typeface="Times New Roman"/>
              </a:rPr>
              <a:t>:</a:t>
            </a:r>
            <a:endParaRPr sz="2400">
              <a:latin typeface="Times New Roman"/>
              <a:cs typeface="Times New Roman"/>
            </a:endParaRPr>
          </a:p>
          <a:p>
            <a:pPr marL="1332230" lvl="1" indent="-330835">
              <a:spcBef>
                <a:spcPts val="295"/>
              </a:spcBef>
              <a:buAutoNum type="arabicParenR"/>
              <a:tabLst>
                <a:tab pos="1332865" algn="l"/>
              </a:tabLst>
            </a:pPr>
            <a:r>
              <a:rPr sz="2400">
                <a:latin typeface="Times New Roman"/>
                <a:cs typeface="Times New Roman"/>
              </a:rPr>
              <a:t>Unary</a:t>
            </a:r>
            <a:r>
              <a:rPr sz="2400" spc="45">
                <a:latin typeface="Times New Roman"/>
                <a:cs typeface="Times New Roman"/>
              </a:rPr>
              <a:t> </a:t>
            </a:r>
            <a:r>
              <a:rPr sz="2400" spc="-10">
                <a:latin typeface="Times New Roman"/>
                <a:cs typeface="Times New Roman"/>
              </a:rPr>
              <a:t>minus(-</a:t>
            </a:r>
            <a:r>
              <a:rPr sz="2400" spc="-50">
                <a:latin typeface="Times New Roman"/>
                <a:cs typeface="Times New Roman"/>
              </a:rPr>
              <a:t>)</a:t>
            </a:r>
            <a:endParaRPr sz="2400">
              <a:latin typeface="Times New Roman"/>
              <a:cs typeface="Times New Roman"/>
            </a:endParaRPr>
          </a:p>
          <a:p>
            <a:pPr marL="1407795" lvl="1" indent="-406400">
              <a:spcBef>
                <a:spcPts val="285"/>
              </a:spcBef>
              <a:buAutoNum type="arabicParenR"/>
              <a:tabLst>
                <a:tab pos="1407795" algn="l"/>
                <a:tab pos="1408430" algn="l"/>
              </a:tabLst>
            </a:pPr>
            <a:r>
              <a:rPr sz="2400">
                <a:latin typeface="Times New Roman"/>
                <a:cs typeface="Times New Roman"/>
              </a:rPr>
              <a:t>Increment</a:t>
            </a:r>
            <a:r>
              <a:rPr sz="2400" spc="-140">
                <a:latin typeface="Times New Roman"/>
                <a:cs typeface="Times New Roman"/>
              </a:rPr>
              <a:t> </a:t>
            </a:r>
            <a:r>
              <a:rPr sz="2400" spc="-20">
                <a:latin typeface="Times New Roman"/>
                <a:cs typeface="Times New Roman"/>
              </a:rPr>
              <a:t>(</a:t>
            </a:r>
            <a:r>
              <a:rPr sz="2400" b="1" spc="-20">
                <a:latin typeface="Times New Roman"/>
                <a:cs typeface="Times New Roman"/>
              </a:rPr>
              <a:t>++</a:t>
            </a:r>
            <a:r>
              <a:rPr sz="2400" spc="-20">
                <a:latin typeface="Times New Roman"/>
                <a:cs typeface="Times New Roman"/>
              </a:rPr>
              <a:t>)</a:t>
            </a:r>
            <a:endParaRPr sz="2400">
              <a:latin typeface="Times New Roman"/>
              <a:cs typeface="Times New Roman"/>
            </a:endParaRPr>
          </a:p>
          <a:p>
            <a:pPr marL="1407795" lvl="1" indent="-406400">
              <a:spcBef>
                <a:spcPts val="290"/>
              </a:spcBef>
              <a:buAutoNum type="arabicParenR"/>
              <a:tabLst>
                <a:tab pos="1407795" algn="l"/>
                <a:tab pos="1408430" algn="l"/>
              </a:tabLst>
            </a:pPr>
            <a:r>
              <a:rPr sz="2400" spc="-20">
                <a:latin typeface="Times New Roman"/>
                <a:cs typeface="Times New Roman"/>
              </a:rPr>
              <a:t>Decrement(-</a:t>
            </a:r>
            <a:r>
              <a:rPr sz="2400" spc="-10">
                <a:latin typeface="Times New Roman"/>
                <a:cs typeface="Times New Roman"/>
              </a:rPr>
              <a:t>-</a:t>
            </a:r>
            <a:r>
              <a:rPr sz="2400" spc="-50">
                <a:latin typeface="Times New Roman"/>
                <a:cs typeface="Times New Roman"/>
              </a:rPr>
              <a:t>)</a:t>
            </a:r>
            <a:endParaRPr sz="2400">
              <a:latin typeface="Times New Roman"/>
              <a:cs typeface="Times New Roman"/>
            </a:endParaRPr>
          </a:p>
          <a:p>
            <a:pPr marL="287020" marR="5080" indent="-274320">
              <a:lnSpc>
                <a:spcPts val="2590"/>
              </a:lnSpc>
              <a:spcBef>
                <a:spcPts val="615"/>
              </a:spcBef>
              <a:buClr>
                <a:srgbClr val="9BBA58"/>
              </a:buClr>
              <a:buFont typeface="Wingdings 2"/>
              <a:buChar char=""/>
              <a:tabLst>
                <a:tab pos="287020" algn="l"/>
              </a:tabLst>
            </a:pPr>
            <a:r>
              <a:rPr sz="2400">
                <a:latin typeface="Times New Roman"/>
                <a:cs typeface="Times New Roman"/>
              </a:rPr>
              <a:t>When</a:t>
            </a:r>
            <a:r>
              <a:rPr sz="2400" spc="-5">
                <a:latin typeface="Times New Roman"/>
                <a:cs typeface="Times New Roman"/>
              </a:rPr>
              <a:t> </a:t>
            </a:r>
            <a:r>
              <a:rPr sz="2400">
                <a:latin typeface="Times New Roman"/>
                <a:cs typeface="Times New Roman"/>
              </a:rPr>
              <a:t>an</a:t>
            </a:r>
            <a:r>
              <a:rPr sz="2400" spc="-5">
                <a:latin typeface="Times New Roman"/>
                <a:cs typeface="Times New Roman"/>
              </a:rPr>
              <a:t> </a:t>
            </a:r>
            <a:r>
              <a:rPr sz="2400">
                <a:latin typeface="Times New Roman"/>
                <a:cs typeface="Times New Roman"/>
              </a:rPr>
              <a:t>operand</a:t>
            </a:r>
            <a:r>
              <a:rPr sz="2400" spc="-30">
                <a:latin typeface="Times New Roman"/>
                <a:cs typeface="Times New Roman"/>
              </a:rPr>
              <a:t> </a:t>
            </a:r>
            <a:r>
              <a:rPr sz="2400">
                <a:latin typeface="Times New Roman"/>
                <a:cs typeface="Times New Roman"/>
              </a:rPr>
              <a:t>is</a:t>
            </a:r>
            <a:r>
              <a:rPr sz="2400" spc="-5">
                <a:latin typeface="Times New Roman"/>
                <a:cs typeface="Times New Roman"/>
              </a:rPr>
              <a:t> </a:t>
            </a:r>
            <a:r>
              <a:rPr sz="2400">
                <a:latin typeface="Times New Roman"/>
                <a:cs typeface="Times New Roman"/>
              </a:rPr>
              <a:t>preceded</a:t>
            </a:r>
            <a:r>
              <a:rPr sz="2400" spc="-30">
                <a:latin typeface="Times New Roman"/>
                <a:cs typeface="Times New Roman"/>
              </a:rPr>
              <a:t> </a:t>
            </a:r>
            <a:r>
              <a:rPr sz="2400">
                <a:latin typeface="Times New Roman"/>
                <a:cs typeface="Times New Roman"/>
              </a:rPr>
              <a:t>by</a:t>
            </a:r>
            <a:r>
              <a:rPr sz="2400" spc="-5">
                <a:latin typeface="Times New Roman"/>
                <a:cs typeface="Times New Roman"/>
              </a:rPr>
              <a:t> </a:t>
            </a:r>
            <a:r>
              <a:rPr sz="2400">
                <a:latin typeface="Times New Roman"/>
                <a:cs typeface="Times New Roman"/>
              </a:rPr>
              <a:t>a</a:t>
            </a:r>
            <a:r>
              <a:rPr sz="2400" spc="-15">
                <a:latin typeface="Times New Roman"/>
                <a:cs typeface="Times New Roman"/>
              </a:rPr>
              <a:t> </a:t>
            </a:r>
            <a:r>
              <a:rPr sz="2400">
                <a:latin typeface="Times New Roman"/>
                <a:cs typeface="Times New Roman"/>
              </a:rPr>
              <a:t>minus</a:t>
            </a:r>
            <a:r>
              <a:rPr sz="2400" spc="10">
                <a:latin typeface="Times New Roman"/>
                <a:cs typeface="Times New Roman"/>
              </a:rPr>
              <a:t> </a:t>
            </a:r>
            <a:r>
              <a:rPr sz="2400">
                <a:latin typeface="Times New Roman"/>
                <a:cs typeface="Times New Roman"/>
              </a:rPr>
              <a:t>sign,</a:t>
            </a:r>
            <a:r>
              <a:rPr sz="2400" spc="-5">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unary</a:t>
            </a:r>
            <a:r>
              <a:rPr sz="2400" spc="-20">
                <a:latin typeface="Times New Roman"/>
                <a:cs typeface="Times New Roman"/>
              </a:rPr>
              <a:t> </a:t>
            </a:r>
            <a:r>
              <a:rPr sz="2400" spc="-10">
                <a:latin typeface="Times New Roman"/>
                <a:cs typeface="Times New Roman"/>
              </a:rPr>
              <a:t>operator </a:t>
            </a:r>
            <a:r>
              <a:rPr sz="2400">
                <a:latin typeface="Times New Roman"/>
                <a:cs typeface="Times New Roman"/>
              </a:rPr>
              <a:t>negates</a:t>
            </a:r>
            <a:r>
              <a:rPr sz="2400" spc="-45">
                <a:latin typeface="Times New Roman"/>
                <a:cs typeface="Times New Roman"/>
              </a:rPr>
              <a:t> </a:t>
            </a:r>
            <a:r>
              <a:rPr sz="2400">
                <a:latin typeface="Times New Roman"/>
                <a:cs typeface="Times New Roman"/>
              </a:rPr>
              <a:t>its</a:t>
            </a:r>
            <a:r>
              <a:rPr sz="2400" spc="-35">
                <a:latin typeface="Times New Roman"/>
                <a:cs typeface="Times New Roman"/>
              </a:rPr>
              <a:t> </a:t>
            </a:r>
            <a:r>
              <a:rPr sz="2400" spc="-10">
                <a:latin typeface="Times New Roman"/>
                <a:cs typeface="Times New Roman"/>
              </a:rPr>
              <a:t>value.</a:t>
            </a:r>
            <a:endParaRPr sz="2400">
              <a:latin typeface="Times New Roman"/>
              <a:cs typeface="Times New Roman"/>
            </a:endParaRPr>
          </a:p>
          <a:p>
            <a:pPr marL="467995">
              <a:spcBef>
                <a:spcPts val="254"/>
              </a:spcBef>
              <a:tabLst>
                <a:tab pos="1042669" algn="l"/>
                <a:tab pos="2379980" algn="l"/>
                <a:tab pos="6348730" algn="l"/>
              </a:tabLst>
            </a:pPr>
            <a:r>
              <a:rPr sz="2400" spc="-25">
                <a:latin typeface="Times New Roman"/>
                <a:cs typeface="Times New Roman"/>
              </a:rPr>
              <a:t>Ex:</a:t>
            </a:r>
            <a:r>
              <a:rPr sz="2400">
                <a:latin typeface="Times New Roman"/>
                <a:cs typeface="Times New Roman"/>
              </a:rPr>
              <a:t>	int</a:t>
            </a:r>
            <a:r>
              <a:rPr sz="2400" spc="-20">
                <a:latin typeface="Times New Roman"/>
                <a:cs typeface="Times New Roman"/>
              </a:rPr>
              <a:t> x=5;</a:t>
            </a:r>
            <a:r>
              <a:rPr sz="2400">
                <a:latin typeface="Times New Roman"/>
                <a:cs typeface="Times New Roman"/>
              </a:rPr>
              <a:t>	int</a:t>
            </a:r>
            <a:r>
              <a:rPr sz="2400" spc="-20">
                <a:latin typeface="Times New Roman"/>
                <a:cs typeface="Times New Roman"/>
              </a:rPr>
              <a:t> </a:t>
            </a:r>
            <a:r>
              <a:rPr sz="2400">
                <a:latin typeface="Times New Roman"/>
                <a:cs typeface="Times New Roman"/>
              </a:rPr>
              <a:t>y=</a:t>
            </a:r>
            <a:r>
              <a:rPr sz="2400" spc="-10">
                <a:latin typeface="Times New Roman"/>
                <a:cs typeface="Times New Roman"/>
              </a:rPr>
              <a:t> </a:t>
            </a:r>
            <a:r>
              <a:rPr sz="2400">
                <a:latin typeface="Times New Roman"/>
                <a:cs typeface="Times New Roman"/>
              </a:rPr>
              <a:t>-x;</a:t>
            </a:r>
            <a:r>
              <a:rPr sz="2400" spc="-20">
                <a:latin typeface="Times New Roman"/>
                <a:cs typeface="Times New Roman"/>
              </a:rPr>
              <a:t> </a:t>
            </a:r>
            <a:r>
              <a:rPr sz="2400">
                <a:latin typeface="Times New Roman"/>
                <a:cs typeface="Times New Roman"/>
              </a:rPr>
              <a:t>then</a:t>
            </a:r>
            <a:r>
              <a:rPr sz="2400" spc="-25">
                <a:latin typeface="Times New Roman"/>
                <a:cs typeface="Times New Roman"/>
              </a:rPr>
              <a:t> </a:t>
            </a:r>
            <a:r>
              <a:rPr sz="2400">
                <a:latin typeface="Times New Roman"/>
                <a:cs typeface="Times New Roman"/>
              </a:rPr>
              <a:t>y</a:t>
            </a:r>
            <a:r>
              <a:rPr sz="2400" spc="-10">
                <a:latin typeface="Times New Roman"/>
                <a:cs typeface="Times New Roman"/>
              </a:rPr>
              <a:t> </a:t>
            </a:r>
            <a:r>
              <a:rPr sz="2400">
                <a:latin typeface="Times New Roman"/>
                <a:cs typeface="Times New Roman"/>
              </a:rPr>
              <a:t>store</a:t>
            </a:r>
            <a:r>
              <a:rPr sz="2400" spc="-35">
                <a:latin typeface="Times New Roman"/>
                <a:cs typeface="Times New Roman"/>
              </a:rPr>
              <a:t> </a:t>
            </a:r>
            <a:r>
              <a:rPr sz="2400">
                <a:latin typeface="Times New Roman"/>
                <a:cs typeface="Times New Roman"/>
              </a:rPr>
              <a:t>the</a:t>
            </a:r>
            <a:r>
              <a:rPr sz="2400" spc="-25">
                <a:latin typeface="Times New Roman"/>
                <a:cs typeface="Times New Roman"/>
              </a:rPr>
              <a:t> </a:t>
            </a:r>
            <a:r>
              <a:rPr sz="2400" spc="-10">
                <a:latin typeface="Times New Roman"/>
                <a:cs typeface="Times New Roman"/>
              </a:rPr>
              <a:t>value</a:t>
            </a:r>
            <a:r>
              <a:rPr sz="2400">
                <a:latin typeface="Times New Roman"/>
                <a:cs typeface="Times New Roman"/>
              </a:rPr>
              <a:t>	</a:t>
            </a:r>
            <a:r>
              <a:rPr sz="2400" spc="-10">
                <a:latin typeface="Times New Roman"/>
                <a:cs typeface="Times New Roman"/>
              </a:rPr>
              <a:t>-</a:t>
            </a:r>
            <a:r>
              <a:rPr sz="2400" spc="-25">
                <a:latin typeface="Times New Roman"/>
                <a:cs typeface="Times New Roman"/>
              </a:rPr>
              <a:t>5.</a:t>
            </a:r>
            <a:endParaRPr sz="2400">
              <a:latin typeface="Times New Roman"/>
              <a:cs typeface="Times New Roman"/>
            </a:endParaRPr>
          </a:p>
        </p:txBody>
      </p:sp>
      <p:sp>
        <p:nvSpPr>
          <p:cNvPr id="4" name="object 4"/>
          <p:cNvSpPr txBox="1"/>
          <p:nvPr/>
        </p:nvSpPr>
        <p:spPr>
          <a:xfrm>
            <a:off x="4958421" y="4470272"/>
            <a:ext cx="4758055" cy="391160"/>
          </a:xfrm>
          <a:prstGeom prst="rect">
            <a:avLst/>
          </a:prstGeom>
        </p:spPr>
        <p:txBody>
          <a:bodyPr vert="horz" wrap="square" lIns="0" tIns="12700" rIns="0" bIns="0" rtlCol="0">
            <a:spAutoFit/>
          </a:bodyPr>
          <a:lstStyle/>
          <a:p>
            <a:pPr marL="12700">
              <a:spcBef>
                <a:spcPts val="100"/>
              </a:spcBef>
            </a:pPr>
            <a:r>
              <a:rPr sz="2400">
                <a:latin typeface="Times New Roman"/>
                <a:cs typeface="Times New Roman"/>
              </a:rPr>
              <a:t>increases</a:t>
            </a:r>
            <a:r>
              <a:rPr sz="2400" spc="-40">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value</a:t>
            </a:r>
            <a:r>
              <a:rPr sz="2400" spc="-30">
                <a:latin typeface="Times New Roman"/>
                <a:cs typeface="Times New Roman"/>
              </a:rPr>
              <a:t> </a:t>
            </a:r>
            <a:r>
              <a:rPr sz="2400">
                <a:latin typeface="Times New Roman"/>
                <a:cs typeface="Times New Roman"/>
              </a:rPr>
              <a:t>of</a:t>
            </a:r>
            <a:r>
              <a:rPr sz="2400" spc="-5">
                <a:latin typeface="Times New Roman"/>
                <a:cs typeface="Times New Roman"/>
              </a:rPr>
              <a:t> </a:t>
            </a:r>
            <a:r>
              <a:rPr sz="2400">
                <a:latin typeface="Times New Roman"/>
                <a:cs typeface="Times New Roman"/>
              </a:rPr>
              <a:t>its</a:t>
            </a:r>
            <a:r>
              <a:rPr sz="2400" spc="-15">
                <a:latin typeface="Times New Roman"/>
                <a:cs typeface="Times New Roman"/>
              </a:rPr>
              <a:t> </a:t>
            </a:r>
            <a:r>
              <a:rPr sz="2400">
                <a:latin typeface="Times New Roman"/>
                <a:cs typeface="Times New Roman"/>
              </a:rPr>
              <a:t>operand</a:t>
            </a:r>
            <a:r>
              <a:rPr sz="2400" spc="-30">
                <a:latin typeface="Times New Roman"/>
                <a:cs typeface="Times New Roman"/>
              </a:rPr>
              <a:t> </a:t>
            </a:r>
            <a:r>
              <a:rPr sz="2400">
                <a:latin typeface="Times New Roman"/>
                <a:cs typeface="Times New Roman"/>
              </a:rPr>
              <a:t>by</a:t>
            </a:r>
            <a:r>
              <a:rPr sz="2400" spc="-5">
                <a:latin typeface="Times New Roman"/>
                <a:cs typeface="Times New Roman"/>
              </a:rPr>
              <a:t> </a:t>
            </a:r>
            <a:r>
              <a:rPr sz="2400" spc="-25">
                <a:latin typeface="Times New Roman"/>
                <a:cs typeface="Times New Roman"/>
              </a:rPr>
              <a:t>1.</a:t>
            </a:r>
            <a:endParaRPr sz="2400">
              <a:latin typeface="Times New Roman"/>
              <a:cs typeface="Times New Roman"/>
            </a:endParaRPr>
          </a:p>
        </p:txBody>
      </p:sp>
      <p:sp>
        <p:nvSpPr>
          <p:cNvPr id="6" name="object 6"/>
          <p:cNvSpPr txBox="1"/>
          <p:nvPr/>
        </p:nvSpPr>
        <p:spPr>
          <a:xfrm>
            <a:off x="1602739" y="4433697"/>
            <a:ext cx="4196080" cy="825354"/>
          </a:xfrm>
          <a:prstGeom prst="rect">
            <a:avLst/>
          </a:prstGeom>
        </p:spPr>
        <p:txBody>
          <a:bodyPr vert="horz" wrap="square" lIns="0" tIns="12700" rIns="0" bIns="0" rtlCol="0">
            <a:spAutoFit/>
          </a:bodyPr>
          <a:lstStyle/>
          <a:p>
            <a:pPr marL="287020" marR="1045844" indent="-287020">
              <a:lnSpc>
                <a:spcPct val="110000"/>
              </a:lnSpc>
              <a:spcBef>
                <a:spcPts val="100"/>
              </a:spcBef>
              <a:buClr>
                <a:srgbClr val="9BBA58"/>
              </a:buClr>
              <a:buFont typeface="Wingdings 2"/>
              <a:buChar char=""/>
              <a:tabLst>
                <a:tab pos="287020" algn="l"/>
                <a:tab pos="1042669" algn="l"/>
                <a:tab pos="1477645" algn="l"/>
              </a:tabLst>
            </a:pPr>
            <a:r>
              <a:rPr sz="2400">
                <a:latin typeface="Times New Roman"/>
                <a:cs typeface="Times New Roman"/>
              </a:rPr>
              <a:t>The</a:t>
            </a:r>
            <a:r>
              <a:rPr sz="2400" spc="-35">
                <a:latin typeface="Times New Roman"/>
                <a:cs typeface="Times New Roman"/>
              </a:rPr>
              <a:t> </a:t>
            </a:r>
            <a:r>
              <a:rPr sz="2400">
                <a:latin typeface="Times New Roman"/>
                <a:cs typeface="Times New Roman"/>
              </a:rPr>
              <a:t>increment</a:t>
            </a:r>
            <a:r>
              <a:rPr sz="2400" spc="-25">
                <a:latin typeface="Times New Roman"/>
                <a:cs typeface="Times New Roman"/>
              </a:rPr>
              <a:t> </a:t>
            </a:r>
            <a:r>
              <a:rPr sz="2400" spc="-10">
                <a:latin typeface="Times New Roman"/>
                <a:cs typeface="Times New Roman"/>
              </a:rPr>
              <a:t>operator </a:t>
            </a:r>
            <a:r>
              <a:rPr sz="2400" spc="-25">
                <a:latin typeface="Times New Roman"/>
                <a:cs typeface="Times New Roman"/>
              </a:rPr>
              <a:t>Ex:</a:t>
            </a:r>
            <a:r>
              <a:rPr sz="2400">
                <a:latin typeface="Times New Roman"/>
                <a:cs typeface="Times New Roman"/>
              </a:rPr>
              <a:t>	</a:t>
            </a:r>
            <a:endParaRPr sz="2200">
              <a:latin typeface="Times New Roman"/>
              <a:cs typeface="Times New Roman"/>
            </a:endParaRPr>
          </a:p>
        </p:txBody>
      </p:sp>
      <p:sp>
        <p:nvSpPr>
          <p:cNvPr id="7" name="TextBox 6"/>
          <p:cNvSpPr txBox="1"/>
          <p:nvPr/>
        </p:nvSpPr>
        <p:spPr>
          <a:xfrm>
            <a:off x="1778466" y="5380672"/>
            <a:ext cx="7810150" cy="1477328"/>
          </a:xfrm>
          <a:prstGeom prst="rect">
            <a:avLst/>
          </a:prstGeom>
          <a:noFill/>
        </p:spPr>
        <p:txBody>
          <a:bodyPr wrap="square" rtlCol="0">
            <a:spAutoFit/>
          </a:bodyPr>
          <a:lstStyle/>
          <a:p>
            <a:r>
              <a:rPr lang="es-ES"/>
              <a:t>int	x=3,y;</a:t>
            </a:r>
          </a:p>
          <a:p>
            <a:r>
              <a:rPr lang="es-ES" err="1"/>
              <a:t>printf</a:t>
            </a:r>
            <a:r>
              <a:rPr lang="es-ES"/>
              <a:t>(“x=%</a:t>
            </a:r>
            <a:r>
              <a:rPr lang="es-ES" err="1"/>
              <a:t>d",x</a:t>
            </a:r>
            <a:r>
              <a:rPr lang="es-ES"/>
              <a:t>++);	x=3 </a:t>
            </a:r>
          </a:p>
          <a:p>
            <a:r>
              <a:rPr lang="es-ES"/>
              <a:t>y=x;	y=4;</a:t>
            </a:r>
          </a:p>
          <a:p>
            <a:r>
              <a:rPr lang="es-ES" err="1"/>
              <a:t>printf</a:t>
            </a:r>
            <a:r>
              <a:rPr lang="es-ES"/>
              <a:t>(“y=%d",++y);</a:t>
            </a:r>
          </a:p>
          <a:p>
            <a:r>
              <a:rPr lang="es-ES"/>
              <a:t>y=5;</a:t>
            </a:r>
            <a:endParaRPr lang="en-US"/>
          </a:p>
        </p:txBody>
      </p:sp>
      <p:sp>
        <p:nvSpPr>
          <p:cNvPr id="5" name="TextBox 4">
            <a:extLst>
              <a:ext uri="{FF2B5EF4-FFF2-40B4-BE49-F238E27FC236}">
                <a16:creationId xmlns:a16="http://schemas.microsoft.com/office/drawing/2014/main" id="{75877202-80AA-9393-73FF-C52C6BCE8E48}"/>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21611893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47309" y="0"/>
            <a:ext cx="1896110" cy="406400"/>
          </a:xfrm>
          <a:prstGeom prst="rect">
            <a:avLst/>
          </a:prstGeom>
        </p:spPr>
        <p:txBody>
          <a:bodyPr vert="horz" wrap="square" lIns="0" tIns="12065" rIns="0" bIns="0" rtlCol="0">
            <a:spAutoFit/>
          </a:bodyPr>
          <a:lstStyle/>
          <a:p>
            <a:pPr marL="12700">
              <a:spcBef>
                <a:spcPts val="95"/>
              </a:spcBef>
            </a:pPr>
            <a:r>
              <a:rPr sz="2500">
                <a:solidFill>
                  <a:srgbClr val="C00000"/>
                </a:solidFill>
                <a:latin typeface="Times New Roman"/>
                <a:cs typeface="Times New Roman"/>
              </a:rPr>
              <a:t>Operators</a:t>
            </a:r>
            <a:r>
              <a:rPr sz="2500" spc="-40">
                <a:solidFill>
                  <a:srgbClr val="C00000"/>
                </a:solidFill>
                <a:latin typeface="Times New Roman"/>
                <a:cs typeface="Times New Roman"/>
              </a:rPr>
              <a:t> </a:t>
            </a:r>
            <a:r>
              <a:rPr sz="2500">
                <a:solidFill>
                  <a:srgbClr val="C00000"/>
                </a:solidFill>
                <a:latin typeface="Times New Roman"/>
                <a:cs typeface="Times New Roman"/>
              </a:rPr>
              <a:t>in</a:t>
            </a:r>
            <a:r>
              <a:rPr sz="2500" spc="-55">
                <a:solidFill>
                  <a:srgbClr val="C00000"/>
                </a:solidFill>
                <a:latin typeface="Times New Roman"/>
                <a:cs typeface="Times New Roman"/>
              </a:rPr>
              <a:t> </a:t>
            </a:r>
            <a:r>
              <a:rPr sz="2500" spc="-50">
                <a:solidFill>
                  <a:srgbClr val="C00000"/>
                </a:solidFill>
                <a:latin typeface="Times New Roman"/>
                <a:cs typeface="Times New Roman"/>
              </a:rPr>
              <a:t>C</a:t>
            </a:r>
            <a:endParaRPr sz="2500">
              <a:latin typeface="Times New Roman"/>
              <a:cs typeface="Times New Roman"/>
            </a:endParaRPr>
          </a:p>
        </p:txBody>
      </p:sp>
      <p:sp>
        <p:nvSpPr>
          <p:cNvPr id="3" name="object 3"/>
          <p:cNvSpPr txBox="1">
            <a:spLocks noGrp="1"/>
          </p:cNvSpPr>
          <p:nvPr>
            <p:ph type="title"/>
          </p:nvPr>
        </p:nvSpPr>
        <p:spPr>
          <a:xfrm>
            <a:off x="1602738" y="359391"/>
            <a:ext cx="4529613" cy="689291"/>
          </a:xfrm>
          <a:prstGeom prst="rect">
            <a:avLst/>
          </a:prstGeom>
        </p:spPr>
        <p:txBody>
          <a:bodyPr vert="horz" wrap="square" lIns="0" tIns="12065" rIns="0" bIns="0" rtlCol="0" anchor="ctr">
            <a:spAutoFit/>
          </a:bodyPr>
          <a:lstStyle/>
          <a:p>
            <a:pPr marL="12700">
              <a:lnSpc>
                <a:spcPct val="100000"/>
              </a:lnSpc>
              <a:spcBef>
                <a:spcPts val="95"/>
              </a:spcBef>
            </a:pPr>
            <a:r>
              <a:t>Unary</a:t>
            </a:r>
            <a:r>
              <a:rPr spc="-75"/>
              <a:t> </a:t>
            </a:r>
            <a:r>
              <a:rPr spc="-10"/>
              <a:t>Operators</a:t>
            </a:r>
          </a:p>
        </p:txBody>
      </p:sp>
      <p:sp>
        <p:nvSpPr>
          <p:cNvPr id="4" name="object 4"/>
          <p:cNvSpPr txBox="1"/>
          <p:nvPr/>
        </p:nvSpPr>
        <p:spPr>
          <a:xfrm>
            <a:off x="1602740" y="907730"/>
            <a:ext cx="8132445" cy="5485765"/>
          </a:xfrm>
          <a:prstGeom prst="rect">
            <a:avLst/>
          </a:prstGeom>
        </p:spPr>
        <p:txBody>
          <a:bodyPr vert="horz" wrap="square" lIns="0" tIns="84455" rIns="0" bIns="0" rtlCol="0">
            <a:spAutoFit/>
          </a:bodyPr>
          <a:lstStyle/>
          <a:p>
            <a:pPr marL="355600" indent="-342900">
              <a:spcBef>
                <a:spcPts val="665"/>
              </a:spcBef>
              <a:buFont typeface="Arial"/>
              <a:buChar char="•"/>
              <a:tabLst>
                <a:tab pos="354965" algn="l"/>
                <a:tab pos="355600" algn="l"/>
              </a:tabLst>
            </a:pPr>
            <a:r>
              <a:rPr sz="2400">
                <a:latin typeface="Times New Roman"/>
                <a:cs typeface="Times New Roman"/>
              </a:rPr>
              <a:t>The</a:t>
            </a:r>
            <a:r>
              <a:rPr sz="2400" spc="-35">
                <a:latin typeface="Times New Roman"/>
                <a:cs typeface="Times New Roman"/>
              </a:rPr>
              <a:t> </a:t>
            </a:r>
            <a:r>
              <a:rPr sz="2400">
                <a:latin typeface="Times New Roman"/>
                <a:cs typeface="Times New Roman"/>
              </a:rPr>
              <a:t>decrement</a:t>
            </a:r>
            <a:r>
              <a:rPr sz="2400" spc="-15">
                <a:latin typeface="Times New Roman"/>
                <a:cs typeface="Times New Roman"/>
              </a:rPr>
              <a:t> </a:t>
            </a:r>
            <a:r>
              <a:rPr sz="2400">
                <a:latin typeface="Times New Roman"/>
                <a:cs typeface="Times New Roman"/>
              </a:rPr>
              <a:t>operator</a:t>
            </a:r>
            <a:r>
              <a:rPr sz="2400" spc="-40">
                <a:latin typeface="Times New Roman"/>
                <a:cs typeface="Times New Roman"/>
              </a:rPr>
              <a:t> </a:t>
            </a:r>
            <a:r>
              <a:rPr sz="2400">
                <a:latin typeface="Times New Roman"/>
                <a:cs typeface="Times New Roman"/>
              </a:rPr>
              <a:t>decreases</a:t>
            </a:r>
            <a:r>
              <a:rPr sz="2400" spc="-25">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value</a:t>
            </a:r>
            <a:r>
              <a:rPr sz="2400" spc="-30">
                <a:latin typeface="Times New Roman"/>
                <a:cs typeface="Times New Roman"/>
              </a:rPr>
              <a:t> </a:t>
            </a:r>
            <a:r>
              <a:rPr sz="2400">
                <a:latin typeface="Times New Roman"/>
                <a:cs typeface="Times New Roman"/>
              </a:rPr>
              <a:t>of</a:t>
            </a:r>
            <a:r>
              <a:rPr sz="2400" spc="-5">
                <a:latin typeface="Times New Roman"/>
                <a:cs typeface="Times New Roman"/>
              </a:rPr>
              <a:t> </a:t>
            </a:r>
            <a:r>
              <a:rPr sz="2400">
                <a:latin typeface="Times New Roman"/>
                <a:cs typeface="Times New Roman"/>
              </a:rPr>
              <a:t>its</a:t>
            </a:r>
            <a:r>
              <a:rPr sz="2400" spc="-30">
                <a:latin typeface="Times New Roman"/>
                <a:cs typeface="Times New Roman"/>
              </a:rPr>
              <a:t> </a:t>
            </a:r>
            <a:r>
              <a:rPr sz="2400">
                <a:latin typeface="Times New Roman"/>
                <a:cs typeface="Times New Roman"/>
              </a:rPr>
              <a:t>operand</a:t>
            </a:r>
            <a:r>
              <a:rPr sz="2400" spc="-15">
                <a:latin typeface="Times New Roman"/>
                <a:cs typeface="Times New Roman"/>
              </a:rPr>
              <a:t> </a:t>
            </a:r>
            <a:r>
              <a:rPr sz="2400">
                <a:latin typeface="Times New Roman"/>
                <a:cs typeface="Times New Roman"/>
              </a:rPr>
              <a:t>by</a:t>
            </a:r>
            <a:r>
              <a:rPr sz="2400" spc="-5">
                <a:latin typeface="Times New Roman"/>
                <a:cs typeface="Times New Roman"/>
              </a:rPr>
              <a:t> </a:t>
            </a:r>
            <a:r>
              <a:rPr sz="2400" spc="-25">
                <a:latin typeface="Times New Roman"/>
                <a:cs typeface="Times New Roman"/>
              </a:rPr>
              <a:t>1.</a:t>
            </a:r>
            <a:endParaRPr sz="2400">
              <a:latin typeface="Times New Roman"/>
              <a:cs typeface="Times New Roman"/>
            </a:endParaRPr>
          </a:p>
          <a:p>
            <a:pPr marL="391795">
              <a:spcBef>
                <a:spcPts val="655"/>
              </a:spcBef>
              <a:tabLst>
                <a:tab pos="1064260" algn="l"/>
                <a:tab pos="1536065" algn="l"/>
              </a:tabLst>
            </a:pPr>
            <a:r>
              <a:rPr sz="2800" spc="-25">
                <a:latin typeface="Times New Roman"/>
                <a:cs typeface="Times New Roman"/>
              </a:rPr>
              <a:t>Ex:</a:t>
            </a:r>
            <a:r>
              <a:rPr sz="2800">
                <a:latin typeface="Times New Roman"/>
                <a:cs typeface="Times New Roman"/>
              </a:rPr>
              <a:t>	</a:t>
            </a:r>
            <a:r>
              <a:rPr sz="2400" spc="-25">
                <a:latin typeface="Times New Roman"/>
                <a:cs typeface="Times New Roman"/>
              </a:rPr>
              <a:t>int</a:t>
            </a:r>
            <a:r>
              <a:rPr sz="2400">
                <a:latin typeface="Times New Roman"/>
                <a:cs typeface="Times New Roman"/>
              </a:rPr>
              <a:t>	</a:t>
            </a:r>
            <a:r>
              <a:rPr sz="2400" spc="-10">
                <a:latin typeface="Times New Roman"/>
                <a:cs typeface="Times New Roman"/>
              </a:rPr>
              <a:t>x=3,y;</a:t>
            </a:r>
            <a:endParaRPr sz="2400">
              <a:latin typeface="Times New Roman"/>
              <a:cs typeface="Times New Roman"/>
            </a:endParaRPr>
          </a:p>
          <a:p>
            <a:pPr marL="1154430" marR="3638550" indent="-76200">
              <a:lnSpc>
                <a:spcPct val="120100"/>
              </a:lnSpc>
              <a:spcBef>
                <a:spcPts val="15"/>
              </a:spcBef>
              <a:tabLst>
                <a:tab pos="3924300" algn="l"/>
              </a:tabLst>
            </a:pPr>
            <a:r>
              <a:rPr sz="2400" spc="-175" err="1">
                <a:latin typeface="Times New Roman"/>
                <a:cs typeface="Times New Roman"/>
              </a:rPr>
              <a:t>printf</a:t>
            </a:r>
            <a:r>
              <a:rPr sz="2400" spc="-175">
                <a:latin typeface="Times New Roman"/>
                <a:cs typeface="Times New Roman"/>
              </a:rPr>
              <a:t>(</a:t>
            </a:r>
            <a:r>
              <a:rPr lang="en-US" sz="2400" spc="-175">
                <a:latin typeface="Times New Roman"/>
                <a:cs typeface="Times New Roman"/>
              </a:rPr>
              <a:t>"</a:t>
            </a:r>
            <a:r>
              <a:rPr sz="2400" spc="-175">
                <a:latin typeface="Times New Roman"/>
                <a:cs typeface="Times New Roman"/>
              </a:rPr>
              <a:t>x=%</a:t>
            </a:r>
            <a:r>
              <a:rPr sz="2400" spc="-175" err="1">
                <a:latin typeface="Times New Roman"/>
                <a:cs typeface="Times New Roman"/>
              </a:rPr>
              <a:t>d</a:t>
            </a:r>
            <a:r>
              <a:rPr lang="en-US" sz="2400" spc="-175" err="1">
                <a:latin typeface="Times New Roman"/>
                <a:cs typeface="Times New Roman"/>
              </a:rPr>
              <a:t>"</a:t>
            </a:r>
            <a:r>
              <a:rPr sz="2400" spc="-175" err="1">
                <a:latin typeface="Times New Roman"/>
                <a:cs typeface="Times New Roman"/>
              </a:rPr>
              <a:t>,x</a:t>
            </a:r>
            <a:r>
              <a:rPr sz="2400" spc="-175">
                <a:latin typeface="Times New Roman"/>
                <a:cs typeface="Times New Roman"/>
              </a:rPr>
              <a:t>-</a:t>
            </a:r>
            <a:r>
              <a:rPr sz="2400">
                <a:latin typeface="Times New Roman"/>
                <a:cs typeface="Times New Roman"/>
              </a:rPr>
              <a:t>-</a:t>
            </a:r>
            <a:r>
              <a:rPr sz="2400" spc="-25">
                <a:latin typeface="Times New Roman"/>
                <a:cs typeface="Times New Roman"/>
              </a:rPr>
              <a:t>);</a:t>
            </a:r>
            <a:r>
              <a:rPr sz="2400">
                <a:latin typeface="Times New Roman"/>
                <a:cs typeface="Times New Roman"/>
              </a:rPr>
              <a:t>	</a:t>
            </a:r>
            <a:r>
              <a:rPr sz="2400" spc="-550">
                <a:latin typeface="Times New Roman"/>
                <a:cs typeface="Times New Roman"/>
              </a:rPr>
              <a:t> </a:t>
            </a:r>
            <a:r>
              <a:rPr sz="2400">
                <a:latin typeface="Times New Roman"/>
                <a:cs typeface="Times New Roman"/>
              </a:rPr>
              <a:t>x=3 </a:t>
            </a:r>
            <a:r>
              <a:rPr sz="2400" spc="-20">
                <a:latin typeface="Times New Roman"/>
                <a:cs typeface="Times New Roman"/>
              </a:rPr>
              <a:t>y=x;</a:t>
            </a:r>
            <a:r>
              <a:rPr sz="2400">
                <a:latin typeface="Times New Roman"/>
                <a:cs typeface="Times New Roman"/>
              </a:rPr>
              <a:t>	</a:t>
            </a:r>
            <a:r>
              <a:rPr sz="2400" spc="-20">
                <a:latin typeface="Times New Roman"/>
                <a:cs typeface="Times New Roman"/>
              </a:rPr>
              <a:t>y=2;</a:t>
            </a:r>
            <a:endParaRPr sz="2400">
              <a:latin typeface="Times New Roman"/>
              <a:cs typeface="Times New Roman"/>
            </a:endParaRPr>
          </a:p>
          <a:p>
            <a:pPr marL="12700" marR="3015615" indent="1141730">
              <a:lnSpc>
                <a:spcPct val="120000"/>
              </a:lnSpc>
              <a:tabLst>
                <a:tab pos="3855085" algn="l"/>
              </a:tabLst>
            </a:pPr>
            <a:r>
              <a:rPr sz="2400" spc="-70" err="1">
                <a:latin typeface="Times New Roman"/>
                <a:cs typeface="Times New Roman"/>
              </a:rPr>
              <a:t>printf</a:t>
            </a:r>
            <a:r>
              <a:rPr sz="2400" spc="-70">
                <a:latin typeface="Times New Roman"/>
                <a:cs typeface="Times New Roman"/>
              </a:rPr>
              <a:t>(</a:t>
            </a:r>
            <a:r>
              <a:rPr lang="en-US" sz="2400" spc="-70">
                <a:latin typeface="Times New Roman"/>
                <a:cs typeface="Times New Roman"/>
              </a:rPr>
              <a:t>"</a:t>
            </a:r>
            <a:r>
              <a:rPr sz="2400" spc="-70">
                <a:latin typeface="Times New Roman"/>
                <a:cs typeface="Times New Roman"/>
              </a:rPr>
              <a:t>y=%d</a:t>
            </a:r>
            <a:r>
              <a:rPr lang="en-US" sz="2400" spc="-70">
                <a:latin typeface="Times New Roman"/>
                <a:cs typeface="Times New Roman"/>
              </a:rPr>
              <a:t>"</a:t>
            </a:r>
            <a:r>
              <a:rPr sz="2400" spc="-70">
                <a:latin typeface="Times New Roman"/>
                <a:cs typeface="Times New Roman"/>
              </a:rPr>
              <a:t>,-</a:t>
            </a:r>
            <a:r>
              <a:rPr sz="2400">
                <a:latin typeface="Times New Roman"/>
                <a:cs typeface="Times New Roman"/>
              </a:rPr>
              <a:t>-</a:t>
            </a:r>
            <a:r>
              <a:rPr sz="2400" spc="-25">
                <a:latin typeface="Times New Roman"/>
                <a:cs typeface="Times New Roman"/>
              </a:rPr>
              <a:t>y);</a:t>
            </a:r>
            <a:r>
              <a:rPr sz="2400">
                <a:latin typeface="Times New Roman"/>
                <a:cs typeface="Times New Roman"/>
              </a:rPr>
              <a:t>	</a:t>
            </a:r>
            <a:r>
              <a:rPr sz="2400" spc="-20">
                <a:latin typeface="Times New Roman"/>
                <a:cs typeface="Times New Roman"/>
              </a:rPr>
              <a:t>y=1; </a:t>
            </a:r>
            <a:r>
              <a:rPr sz="2400">
                <a:solidFill>
                  <a:srgbClr val="C00000"/>
                </a:solidFill>
                <a:latin typeface="Times New Roman"/>
                <a:cs typeface="Times New Roman"/>
              </a:rPr>
              <a:t>Conditional</a:t>
            </a:r>
            <a:r>
              <a:rPr sz="2400" spc="-70">
                <a:solidFill>
                  <a:srgbClr val="C00000"/>
                </a:solidFill>
                <a:latin typeface="Times New Roman"/>
                <a:cs typeface="Times New Roman"/>
              </a:rPr>
              <a:t> </a:t>
            </a:r>
            <a:r>
              <a:rPr sz="2400">
                <a:solidFill>
                  <a:srgbClr val="C00000"/>
                </a:solidFill>
                <a:latin typeface="Times New Roman"/>
                <a:cs typeface="Times New Roman"/>
              </a:rPr>
              <a:t>Operator</a:t>
            </a:r>
            <a:r>
              <a:rPr sz="2400" spc="-40">
                <a:solidFill>
                  <a:srgbClr val="C00000"/>
                </a:solidFill>
                <a:latin typeface="Times New Roman"/>
                <a:cs typeface="Times New Roman"/>
              </a:rPr>
              <a:t> </a:t>
            </a:r>
            <a:r>
              <a:rPr sz="2400">
                <a:solidFill>
                  <a:srgbClr val="C00000"/>
                </a:solidFill>
                <a:latin typeface="Times New Roman"/>
                <a:cs typeface="Times New Roman"/>
              </a:rPr>
              <a:t>or</a:t>
            </a:r>
            <a:r>
              <a:rPr sz="2400" spc="-70">
                <a:solidFill>
                  <a:srgbClr val="C00000"/>
                </a:solidFill>
                <a:latin typeface="Times New Roman"/>
                <a:cs typeface="Times New Roman"/>
              </a:rPr>
              <a:t> </a:t>
            </a:r>
            <a:r>
              <a:rPr sz="2400" spc="-10">
                <a:solidFill>
                  <a:srgbClr val="C00000"/>
                </a:solidFill>
                <a:latin typeface="Times New Roman"/>
                <a:cs typeface="Times New Roman"/>
              </a:rPr>
              <a:t>Ternary</a:t>
            </a:r>
            <a:r>
              <a:rPr sz="2400" spc="-35">
                <a:solidFill>
                  <a:srgbClr val="C00000"/>
                </a:solidFill>
                <a:latin typeface="Times New Roman"/>
                <a:cs typeface="Times New Roman"/>
              </a:rPr>
              <a:t> </a:t>
            </a:r>
            <a:r>
              <a:rPr sz="2400" spc="-10">
                <a:solidFill>
                  <a:srgbClr val="C00000"/>
                </a:solidFill>
                <a:latin typeface="Times New Roman"/>
                <a:cs typeface="Times New Roman"/>
              </a:rPr>
              <a:t>Operator</a:t>
            </a:r>
            <a:endParaRPr sz="2400">
              <a:latin typeface="Times New Roman"/>
              <a:cs typeface="Times New Roman"/>
            </a:endParaRPr>
          </a:p>
          <a:p>
            <a:pPr marL="355600" indent="-342900">
              <a:spcBef>
                <a:spcPts val="555"/>
              </a:spcBef>
              <a:buFont typeface="Arial"/>
              <a:buChar char="•"/>
              <a:tabLst>
                <a:tab pos="354965" algn="l"/>
                <a:tab pos="355600" algn="l"/>
              </a:tabLst>
            </a:pPr>
            <a:r>
              <a:rPr sz="2300">
                <a:latin typeface="Times New Roman"/>
                <a:cs typeface="Times New Roman"/>
              </a:rPr>
              <a:t>The</a:t>
            </a:r>
            <a:r>
              <a:rPr sz="2300" spc="-35">
                <a:latin typeface="Times New Roman"/>
                <a:cs typeface="Times New Roman"/>
              </a:rPr>
              <a:t> </a:t>
            </a:r>
            <a:r>
              <a:rPr sz="2300">
                <a:latin typeface="Times New Roman"/>
                <a:cs typeface="Times New Roman"/>
              </a:rPr>
              <a:t>conditional</a:t>
            </a:r>
            <a:r>
              <a:rPr sz="2300" spc="-20">
                <a:latin typeface="Times New Roman"/>
                <a:cs typeface="Times New Roman"/>
              </a:rPr>
              <a:t> </a:t>
            </a:r>
            <a:r>
              <a:rPr sz="2300">
                <a:latin typeface="Times New Roman"/>
                <a:cs typeface="Times New Roman"/>
              </a:rPr>
              <a:t>operator</a:t>
            </a:r>
            <a:r>
              <a:rPr sz="2300" spc="-5">
                <a:latin typeface="Times New Roman"/>
                <a:cs typeface="Times New Roman"/>
              </a:rPr>
              <a:t> </a:t>
            </a:r>
            <a:r>
              <a:rPr sz="2300">
                <a:latin typeface="Times New Roman"/>
                <a:cs typeface="Times New Roman"/>
              </a:rPr>
              <a:t>(?:)</a:t>
            </a:r>
            <a:r>
              <a:rPr sz="2300" spc="-50">
                <a:latin typeface="Times New Roman"/>
                <a:cs typeface="Times New Roman"/>
              </a:rPr>
              <a:t> </a:t>
            </a:r>
            <a:r>
              <a:rPr sz="2300">
                <a:latin typeface="Times New Roman"/>
                <a:cs typeface="Times New Roman"/>
              </a:rPr>
              <a:t>is</a:t>
            </a:r>
            <a:r>
              <a:rPr sz="2300" spc="-5">
                <a:latin typeface="Times New Roman"/>
                <a:cs typeface="Times New Roman"/>
              </a:rPr>
              <a:t> </a:t>
            </a:r>
            <a:r>
              <a:rPr sz="2300">
                <a:latin typeface="Times New Roman"/>
                <a:cs typeface="Times New Roman"/>
              </a:rPr>
              <a:t>just</a:t>
            </a:r>
            <a:r>
              <a:rPr sz="2300" spc="-10">
                <a:latin typeface="Times New Roman"/>
                <a:cs typeface="Times New Roman"/>
              </a:rPr>
              <a:t> </a:t>
            </a:r>
            <a:r>
              <a:rPr sz="2300">
                <a:latin typeface="Times New Roman"/>
                <a:cs typeface="Times New Roman"/>
              </a:rPr>
              <a:t>like</a:t>
            </a:r>
            <a:r>
              <a:rPr sz="2300" spc="-10">
                <a:latin typeface="Times New Roman"/>
                <a:cs typeface="Times New Roman"/>
              </a:rPr>
              <a:t> </a:t>
            </a:r>
            <a:r>
              <a:rPr sz="2300">
                <a:latin typeface="Times New Roman"/>
                <a:cs typeface="Times New Roman"/>
              </a:rPr>
              <a:t>an</a:t>
            </a:r>
            <a:r>
              <a:rPr sz="2300" spc="-10">
                <a:latin typeface="Times New Roman"/>
                <a:cs typeface="Times New Roman"/>
              </a:rPr>
              <a:t> </a:t>
            </a:r>
            <a:r>
              <a:rPr sz="2300">
                <a:latin typeface="Times New Roman"/>
                <a:cs typeface="Times New Roman"/>
              </a:rPr>
              <a:t>if</a:t>
            </a:r>
            <a:r>
              <a:rPr sz="2300" spc="-15">
                <a:latin typeface="Times New Roman"/>
                <a:cs typeface="Times New Roman"/>
              </a:rPr>
              <a:t> </a:t>
            </a:r>
            <a:r>
              <a:rPr sz="2300">
                <a:latin typeface="Times New Roman"/>
                <a:cs typeface="Times New Roman"/>
              </a:rPr>
              <a:t>..</a:t>
            </a:r>
            <a:r>
              <a:rPr sz="2300" spc="-10">
                <a:latin typeface="Times New Roman"/>
                <a:cs typeface="Times New Roman"/>
              </a:rPr>
              <a:t> </a:t>
            </a:r>
            <a:r>
              <a:rPr sz="2300">
                <a:latin typeface="Times New Roman"/>
                <a:cs typeface="Times New Roman"/>
              </a:rPr>
              <a:t>else </a:t>
            </a:r>
            <a:r>
              <a:rPr sz="2300" spc="-10">
                <a:latin typeface="Times New Roman"/>
                <a:cs typeface="Times New Roman"/>
              </a:rPr>
              <a:t>statement.</a:t>
            </a:r>
            <a:endParaRPr sz="2300">
              <a:latin typeface="Times New Roman"/>
              <a:cs typeface="Times New Roman"/>
            </a:endParaRPr>
          </a:p>
          <a:p>
            <a:pPr marL="354965" marR="3032760" indent="-354965">
              <a:lnSpc>
                <a:spcPts val="4000"/>
              </a:lnSpc>
              <a:spcBef>
                <a:spcPts val="25"/>
              </a:spcBef>
              <a:buFont typeface="Arial"/>
              <a:buChar char="•"/>
              <a:tabLst>
                <a:tab pos="354965" algn="l"/>
                <a:tab pos="355600" algn="l"/>
              </a:tabLst>
            </a:pPr>
            <a:r>
              <a:rPr sz="2300">
                <a:latin typeface="Times New Roman"/>
                <a:cs typeface="Times New Roman"/>
              </a:rPr>
              <a:t>The</a:t>
            </a:r>
            <a:r>
              <a:rPr sz="2300" spc="-25">
                <a:latin typeface="Times New Roman"/>
                <a:cs typeface="Times New Roman"/>
              </a:rPr>
              <a:t> </a:t>
            </a:r>
            <a:r>
              <a:rPr sz="2300">
                <a:latin typeface="Times New Roman"/>
                <a:cs typeface="Times New Roman"/>
              </a:rPr>
              <a:t>syntax</a:t>
            </a:r>
            <a:r>
              <a:rPr sz="2300" spc="-20">
                <a:latin typeface="Times New Roman"/>
                <a:cs typeface="Times New Roman"/>
              </a:rPr>
              <a:t> </a:t>
            </a:r>
            <a:r>
              <a:rPr sz="2300">
                <a:latin typeface="Times New Roman"/>
                <a:cs typeface="Times New Roman"/>
              </a:rPr>
              <a:t>of</a:t>
            </a:r>
            <a:r>
              <a:rPr sz="2300" spc="-20">
                <a:latin typeface="Times New Roman"/>
                <a:cs typeface="Times New Roman"/>
              </a:rPr>
              <a:t> </a:t>
            </a:r>
            <a:r>
              <a:rPr sz="2300">
                <a:latin typeface="Times New Roman"/>
                <a:cs typeface="Times New Roman"/>
              </a:rPr>
              <a:t>the</a:t>
            </a:r>
            <a:r>
              <a:rPr sz="2300" spc="-15">
                <a:latin typeface="Times New Roman"/>
                <a:cs typeface="Times New Roman"/>
              </a:rPr>
              <a:t> </a:t>
            </a:r>
            <a:r>
              <a:rPr sz="2300">
                <a:latin typeface="Times New Roman"/>
                <a:cs typeface="Times New Roman"/>
              </a:rPr>
              <a:t>conditional</a:t>
            </a:r>
            <a:r>
              <a:rPr sz="2300" spc="-5">
                <a:latin typeface="Times New Roman"/>
                <a:cs typeface="Times New Roman"/>
              </a:rPr>
              <a:t> </a:t>
            </a:r>
            <a:r>
              <a:rPr sz="2300">
                <a:latin typeface="Times New Roman"/>
                <a:cs typeface="Times New Roman"/>
              </a:rPr>
              <a:t>operator</a:t>
            </a:r>
            <a:r>
              <a:rPr sz="2300" spc="-20">
                <a:latin typeface="Times New Roman"/>
                <a:cs typeface="Times New Roman"/>
              </a:rPr>
              <a:t> </a:t>
            </a:r>
            <a:r>
              <a:rPr sz="2300" spc="-25">
                <a:latin typeface="Times New Roman"/>
                <a:cs typeface="Times New Roman"/>
              </a:rPr>
              <a:t>is </a:t>
            </a:r>
            <a:r>
              <a:rPr sz="2300">
                <a:latin typeface="Times New Roman"/>
                <a:cs typeface="Times New Roman"/>
              </a:rPr>
              <a:t>exp1 ?</a:t>
            </a:r>
            <a:r>
              <a:rPr sz="2300" spc="-10">
                <a:latin typeface="Times New Roman"/>
                <a:cs typeface="Times New Roman"/>
              </a:rPr>
              <a:t> </a:t>
            </a:r>
            <a:r>
              <a:rPr sz="2300">
                <a:latin typeface="Times New Roman"/>
                <a:cs typeface="Times New Roman"/>
              </a:rPr>
              <a:t>exp2 :</a:t>
            </a:r>
            <a:r>
              <a:rPr sz="2300" spc="-10">
                <a:latin typeface="Times New Roman"/>
                <a:cs typeface="Times New Roman"/>
              </a:rPr>
              <a:t> </a:t>
            </a:r>
            <a:r>
              <a:rPr sz="2300" spc="-20">
                <a:latin typeface="Times New Roman"/>
                <a:cs typeface="Times New Roman"/>
              </a:rPr>
              <a:t>exp3</a:t>
            </a:r>
            <a:endParaRPr sz="2300">
              <a:latin typeface="Times New Roman"/>
              <a:cs typeface="Times New Roman"/>
            </a:endParaRPr>
          </a:p>
          <a:p>
            <a:pPr marL="467995">
              <a:spcBef>
                <a:spcPts val="555"/>
              </a:spcBef>
              <a:tabLst>
                <a:tab pos="1652905" algn="l"/>
                <a:tab pos="2567940" algn="l"/>
              </a:tabLst>
            </a:pPr>
            <a:r>
              <a:rPr sz="2400" spc="-25">
                <a:latin typeface="Times New Roman"/>
                <a:cs typeface="Times New Roman"/>
              </a:rPr>
              <a:t>Ex:</a:t>
            </a:r>
            <a:r>
              <a:rPr sz="2400">
                <a:latin typeface="Times New Roman"/>
                <a:cs typeface="Times New Roman"/>
              </a:rPr>
              <a:t>	</a:t>
            </a:r>
            <a:r>
              <a:rPr sz="2400" spc="-20">
                <a:latin typeface="Times New Roman"/>
                <a:cs typeface="Times New Roman"/>
              </a:rPr>
              <a:t>a=10</a:t>
            </a:r>
            <a:r>
              <a:rPr sz="2400">
                <a:latin typeface="Times New Roman"/>
                <a:cs typeface="Times New Roman"/>
              </a:rPr>
              <a:t>	</a:t>
            </a:r>
            <a:r>
              <a:rPr sz="2400" spc="-25">
                <a:latin typeface="Times New Roman"/>
                <a:cs typeface="Times New Roman"/>
              </a:rPr>
              <a:t>b=5</a:t>
            </a:r>
            <a:endParaRPr sz="2400">
              <a:latin typeface="Times New Roman"/>
              <a:cs typeface="Times New Roman"/>
            </a:endParaRPr>
          </a:p>
          <a:p>
            <a:pPr marL="1229995" marR="4266565">
              <a:lnSpc>
                <a:spcPct val="120000"/>
              </a:lnSpc>
            </a:pPr>
            <a:r>
              <a:rPr sz="2400">
                <a:latin typeface="Times New Roman"/>
                <a:cs typeface="Times New Roman"/>
              </a:rPr>
              <a:t>large</a:t>
            </a:r>
            <a:r>
              <a:rPr sz="2400" spc="-30">
                <a:latin typeface="Times New Roman"/>
                <a:cs typeface="Times New Roman"/>
              </a:rPr>
              <a:t> </a:t>
            </a:r>
            <a:r>
              <a:rPr sz="2400">
                <a:latin typeface="Times New Roman"/>
                <a:cs typeface="Times New Roman"/>
              </a:rPr>
              <a:t>=</a:t>
            </a:r>
            <a:r>
              <a:rPr sz="2400" spc="-5">
                <a:latin typeface="Times New Roman"/>
                <a:cs typeface="Times New Roman"/>
              </a:rPr>
              <a:t> </a:t>
            </a:r>
            <a:r>
              <a:rPr sz="2400">
                <a:latin typeface="Times New Roman"/>
                <a:cs typeface="Times New Roman"/>
              </a:rPr>
              <a:t>(</a:t>
            </a:r>
            <a:r>
              <a:rPr sz="2400" spc="-5">
                <a:latin typeface="Times New Roman"/>
                <a:cs typeface="Times New Roman"/>
              </a:rPr>
              <a:t> </a:t>
            </a:r>
            <a:r>
              <a:rPr sz="2400">
                <a:latin typeface="Times New Roman"/>
                <a:cs typeface="Times New Roman"/>
              </a:rPr>
              <a:t>a</a:t>
            </a:r>
            <a:r>
              <a:rPr sz="2400" spc="-10">
                <a:latin typeface="Times New Roman"/>
                <a:cs typeface="Times New Roman"/>
              </a:rPr>
              <a:t> </a:t>
            </a:r>
            <a:r>
              <a:rPr sz="2400">
                <a:latin typeface="Times New Roman"/>
                <a:cs typeface="Times New Roman"/>
              </a:rPr>
              <a:t>&gt;</a:t>
            </a:r>
            <a:r>
              <a:rPr sz="2400" spc="-5">
                <a:latin typeface="Times New Roman"/>
                <a:cs typeface="Times New Roman"/>
              </a:rPr>
              <a:t> </a:t>
            </a:r>
            <a:r>
              <a:rPr sz="2400">
                <a:latin typeface="Times New Roman"/>
                <a:cs typeface="Times New Roman"/>
              </a:rPr>
              <a:t>b)</a:t>
            </a:r>
            <a:r>
              <a:rPr sz="2400" spc="-15">
                <a:latin typeface="Times New Roman"/>
                <a:cs typeface="Times New Roman"/>
              </a:rPr>
              <a:t> </a:t>
            </a:r>
            <a:r>
              <a:rPr sz="2400">
                <a:latin typeface="Times New Roman"/>
                <a:cs typeface="Times New Roman"/>
              </a:rPr>
              <a:t>?</a:t>
            </a:r>
            <a:r>
              <a:rPr sz="2400" spc="-5">
                <a:latin typeface="Times New Roman"/>
                <a:cs typeface="Times New Roman"/>
              </a:rPr>
              <a:t> </a:t>
            </a:r>
            <a:r>
              <a:rPr sz="2400">
                <a:latin typeface="Times New Roman"/>
                <a:cs typeface="Times New Roman"/>
              </a:rPr>
              <a:t>a</a:t>
            </a:r>
            <a:r>
              <a:rPr sz="2400" spc="-15">
                <a:latin typeface="Times New Roman"/>
                <a:cs typeface="Times New Roman"/>
              </a:rPr>
              <a:t> </a:t>
            </a:r>
            <a:r>
              <a:rPr sz="2400">
                <a:latin typeface="Times New Roman"/>
                <a:cs typeface="Times New Roman"/>
              </a:rPr>
              <a:t>: </a:t>
            </a:r>
            <a:r>
              <a:rPr sz="2400" spc="-50">
                <a:latin typeface="Times New Roman"/>
                <a:cs typeface="Times New Roman"/>
              </a:rPr>
              <a:t>b </a:t>
            </a:r>
            <a:r>
              <a:rPr sz="2400" spc="-10">
                <a:latin typeface="Times New Roman"/>
                <a:cs typeface="Times New Roman"/>
              </a:rPr>
              <a:t>large=10.</a:t>
            </a:r>
            <a:endParaRPr sz="2400">
              <a:latin typeface="Times New Roman"/>
              <a:cs typeface="Times New Roman"/>
            </a:endParaRPr>
          </a:p>
        </p:txBody>
      </p:sp>
    </p:spTree>
    <p:extLst>
      <p:ext uri="{BB962C8B-B14F-4D97-AF65-F5344CB8AC3E}">
        <p14:creationId xmlns:p14="http://schemas.microsoft.com/office/powerpoint/2010/main" val="31062087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7309" y="7112"/>
            <a:ext cx="1896110" cy="406400"/>
          </a:xfrm>
          <a:prstGeom prst="rect">
            <a:avLst/>
          </a:prstGeom>
        </p:spPr>
        <p:txBody>
          <a:bodyPr vert="horz" wrap="square" lIns="0" tIns="12065" rIns="0" bIns="0" rtlCol="0" anchor="ctr">
            <a:spAutoFit/>
          </a:bodyPr>
          <a:lstStyle/>
          <a:p>
            <a:pPr marL="12700">
              <a:lnSpc>
                <a:spcPct val="100000"/>
              </a:lnSpc>
              <a:spcBef>
                <a:spcPts val="95"/>
              </a:spcBef>
            </a:pPr>
            <a:r>
              <a:rPr sz="2500"/>
              <a:t>Operators</a:t>
            </a:r>
            <a:r>
              <a:rPr sz="2500" spc="-40"/>
              <a:t> </a:t>
            </a:r>
            <a:r>
              <a:rPr sz="2500"/>
              <a:t>in</a:t>
            </a:r>
            <a:r>
              <a:rPr sz="2500" spc="-55"/>
              <a:t> </a:t>
            </a:r>
            <a:r>
              <a:rPr sz="2500" spc="-50"/>
              <a:t>C</a:t>
            </a:r>
            <a:endParaRPr sz="2500"/>
          </a:p>
        </p:txBody>
      </p:sp>
      <p:sp>
        <p:nvSpPr>
          <p:cNvPr id="3" name="object 3"/>
          <p:cNvSpPr txBox="1"/>
          <p:nvPr/>
        </p:nvSpPr>
        <p:spPr>
          <a:xfrm>
            <a:off x="1602740" y="406337"/>
            <a:ext cx="6343015" cy="2221230"/>
          </a:xfrm>
          <a:prstGeom prst="rect">
            <a:avLst/>
          </a:prstGeom>
        </p:spPr>
        <p:txBody>
          <a:bodyPr vert="horz" wrap="square" lIns="0" tIns="85725" rIns="0" bIns="0" rtlCol="0">
            <a:spAutoFit/>
          </a:bodyPr>
          <a:lstStyle/>
          <a:p>
            <a:pPr marL="12700">
              <a:spcBef>
                <a:spcPts val="675"/>
              </a:spcBef>
            </a:pPr>
            <a:r>
              <a:rPr sz="2400">
                <a:solidFill>
                  <a:srgbClr val="C00000"/>
                </a:solidFill>
                <a:latin typeface="Times New Roman"/>
                <a:cs typeface="Times New Roman"/>
              </a:rPr>
              <a:t>Bitwise</a:t>
            </a:r>
            <a:r>
              <a:rPr sz="2400" spc="-35">
                <a:solidFill>
                  <a:srgbClr val="C00000"/>
                </a:solidFill>
                <a:latin typeface="Times New Roman"/>
                <a:cs typeface="Times New Roman"/>
              </a:rPr>
              <a:t> </a:t>
            </a:r>
            <a:r>
              <a:rPr sz="2400" spc="-10">
                <a:solidFill>
                  <a:srgbClr val="C00000"/>
                </a:solidFill>
                <a:latin typeface="Times New Roman"/>
                <a:cs typeface="Times New Roman"/>
              </a:rPr>
              <a:t>Operators</a:t>
            </a:r>
            <a:endParaRPr sz="2400">
              <a:latin typeface="Times New Roman"/>
              <a:cs typeface="Times New Roman"/>
            </a:endParaRPr>
          </a:p>
          <a:p>
            <a:pPr marL="354965" marR="5080" indent="-354965">
              <a:lnSpc>
                <a:spcPct val="120000"/>
              </a:lnSpc>
              <a:buFont typeface="Arial"/>
              <a:buChar char="•"/>
              <a:tabLst>
                <a:tab pos="354965" algn="l"/>
                <a:tab pos="355600" algn="l"/>
                <a:tab pos="1848485" algn="l"/>
              </a:tabLst>
            </a:pPr>
            <a:r>
              <a:rPr sz="2400">
                <a:latin typeface="Times New Roman"/>
                <a:cs typeface="Times New Roman"/>
              </a:rPr>
              <a:t>Bitwise</a:t>
            </a:r>
            <a:r>
              <a:rPr sz="2400" spc="-50">
                <a:latin typeface="Times New Roman"/>
                <a:cs typeface="Times New Roman"/>
              </a:rPr>
              <a:t> </a:t>
            </a:r>
            <a:r>
              <a:rPr sz="2400">
                <a:latin typeface="Times New Roman"/>
                <a:cs typeface="Times New Roman"/>
              </a:rPr>
              <a:t>operators</a:t>
            </a:r>
            <a:r>
              <a:rPr sz="2400" spc="-35">
                <a:latin typeface="Times New Roman"/>
                <a:cs typeface="Times New Roman"/>
              </a:rPr>
              <a:t> </a:t>
            </a:r>
            <a:r>
              <a:rPr sz="2400">
                <a:latin typeface="Times New Roman"/>
                <a:cs typeface="Times New Roman"/>
              </a:rPr>
              <a:t>perform</a:t>
            </a:r>
            <a:r>
              <a:rPr sz="2400" spc="-30">
                <a:latin typeface="Times New Roman"/>
                <a:cs typeface="Times New Roman"/>
              </a:rPr>
              <a:t> </a:t>
            </a:r>
            <a:r>
              <a:rPr sz="2400">
                <a:latin typeface="Times New Roman"/>
                <a:cs typeface="Times New Roman"/>
              </a:rPr>
              <a:t>operations</a:t>
            </a:r>
            <a:r>
              <a:rPr sz="2400" spc="-40">
                <a:latin typeface="Times New Roman"/>
                <a:cs typeface="Times New Roman"/>
              </a:rPr>
              <a:t> </a:t>
            </a:r>
            <a:r>
              <a:rPr sz="2400">
                <a:latin typeface="Times New Roman"/>
                <a:cs typeface="Times New Roman"/>
              </a:rPr>
              <a:t>at</a:t>
            </a:r>
            <a:r>
              <a:rPr sz="2400" spc="-25">
                <a:latin typeface="Times New Roman"/>
                <a:cs typeface="Times New Roman"/>
              </a:rPr>
              <a:t> </a:t>
            </a:r>
            <a:r>
              <a:rPr sz="2400">
                <a:latin typeface="Times New Roman"/>
                <a:cs typeface="Times New Roman"/>
              </a:rPr>
              <a:t>bit</a:t>
            </a:r>
            <a:r>
              <a:rPr sz="2400" spc="-35">
                <a:latin typeface="Times New Roman"/>
                <a:cs typeface="Times New Roman"/>
              </a:rPr>
              <a:t> </a:t>
            </a:r>
            <a:r>
              <a:rPr sz="2400" spc="-10">
                <a:latin typeface="Times New Roman"/>
                <a:cs typeface="Times New Roman"/>
              </a:rPr>
              <a:t>level. </a:t>
            </a:r>
            <a:r>
              <a:rPr sz="2400">
                <a:latin typeface="Times New Roman"/>
                <a:cs typeface="Times New Roman"/>
              </a:rPr>
              <a:t>They are</a:t>
            </a:r>
            <a:r>
              <a:rPr sz="2400" spc="-5">
                <a:latin typeface="Times New Roman"/>
                <a:cs typeface="Times New Roman"/>
              </a:rPr>
              <a:t> </a:t>
            </a:r>
            <a:r>
              <a:rPr sz="2400" spc="-50">
                <a:latin typeface="Times New Roman"/>
                <a:cs typeface="Times New Roman"/>
              </a:rPr>
              <a:t>:</a:t>
            </a:r>
            <a:r>
              <a:rPr sz="2400">
                <a:latin typeface="Times New Roman"/>
                <a:cs typeface="Times New Roman"/>
              </a:rPr>
              <a:t>	1)</a:t>
            </a:r>
            <a:r>
              <a:rPr sz="2400" spc="5">
                <a:latin typeface="Times New Roman"/>
                <a:cs typeface="Times New Roman"/>
              </a:rPr>
              <a:t> </a:t>
            </a:r>
            <a:r>
              <a:rPr sz="2400" spc="-10">
                <a:latin typeface="Times New Roman"/>
                <a:cs typeface="Times New Roman"/>
              </a:rPr>
              <a:t>Bitwise</a:t>
            </a:r>
            <a:r>
              <a:rPr sz="2400" spc="-130">
                <a:latin typeface="Times New Roman"/>
                <a:cs typeface="Times New Roman"/>
              </a:rPr>
              <a:t> </a:t>
            </a:r>
            <a:r>
              <a:rPr sz="2400" spc="-10">
                <a:latin typeface="Times New Roman"/>
                <a:cs typeface="Times New Roman"/>
              </a:rPr>
              <a:t>AND(&amp;)</a:t>
            </a:r>
            <a:endParaRPr sz="2400">
              <a:latin typeface="Times New Roman"/>
              <a:cs typeface="Times New Roman"/>
            </a:endParaRPr>
          </a:p>
          <a:p>
            <a:pPr marL="2169795" lvl="1" indent="-330200">
              <a:spcBef>
                <a:spcPts val="580"/>
              </a:spcBef>
              <a:buAutoNum type="arabicParenR" startAt="2"/>
              <a:tabLst>
                <a:tab pos="2170430" algn="l"/>
                <a:tab pos="3903979" algn="l"/>
              </a:tabLst>
            </a:pPr>
            <a:r>
              <a:rPr sz="2400">
                <a:latin typeface="Times New Roman"/>
                <a:cs typeface="Times New Roman"/>
              </a:rPr>
              <a:t>Bitwise</a:t>
            </a:r>
            <a:r>
              <a:rPr sz="2400" spc="-90">
                <a:latin typeface="Times New Roman"/>
                <a:cs typeface="Times New Roman"/>
              </a:rPr>
              <a:t> </a:t>
            </a:r>
            <a:r>
              <a:rPr sz="2400" spc="-25">
                <a:latin typeface="Times New Roman"/>
                <a:cs typeface="Times New Roman"/>
              </a:rPr>
              <a:t>OR</a:t>
            </a:r>
            <a:r>
              <a:rPr sz="2400">
                <a:latin typeface="Times New Roman"/>
                <a:cs typeface="Times New Roman"/>
              </a:rPr>
              <a:t>	</a:t>
            </a:r>
            <a:r>
              <a:rPr sz="2400" spc="-25">
                <a:latin typeface="Times New Roman"/>
                <a:cs typeface="Times New Roman"/>
              </a:rPr>
              <a:t>(|)</a:t>
            </a:r>
            <a:endParaRPr sz="2400">
              <a:latin typeface="Times New Roman"/>
              <a:cs typeface="Times New Roman"/>
            </a:endParaRPr>
          </a:p>
          <a:p>
            <a:pPr marL="2169795" lvl="1" indent="-330200">
              <a:spcBef>
                <a:spcPts val="575"/>
              </a:spcBef>
              <a:buAutoNum type="arabicParenR" startAt="2"/>
              <a:tabLst>
                <a:tab pos="2170430" algn="l"/>
                <a:tab pos="3972560" algn="l"/>
              </a:tabLst>
            </a:pPr>
            <a:r>
              <a:rPr sz="2400">
                <a:latin typeface="Times New Roman"/>
                <a:cs typeface="Times New Roman"/>
              </a:rPr>
              <a:t>Bitwise</a:t>
            </a:r>
            <a:r>
              <a:rPr sz="2400" spc="-90">
                <a:latin typeface="Times New Roman"/>
                <a:cs typeface="Times New Roman"/>
              </a:rPr>
              <a:t> </a:t>
            </a:r>
            <a:r>
              <a:rPr sz="2400" spc="-25">
                <a:latin typeface="Times New Roman"/>
                <a:cs typeface="Times New Roman"/>
              </a:rPr>
              <a:t>XOR</a:t>
            </a:r>
            <a:r>
              <a:rPr sz="2400">
                <a:latin typeface="Times New Roman"/>
                <a:cs typeface="Times New Roman"/>
              </a:rPr>
              <a:t>	</a:t>
            </a:r>
            <a:r>
              <a:rPr sz="2400" spc="-25">
                <a:latin typeface="Times New Roman"/>
                <a:cs typeface="Times New Roman"/>
              </a:rPr>
              <a:t>(^)</a:t>
            </a:r>
            <a:endParaRPr sz="2400">
              <a:latin typeface="Times New Roman"/>
              <a:cs typeface="Times New Roman"/>
            </a:endParaRPr>
          </a:p>
        </p:txBody>
      </p:sp>
      <p:sp>
        <p:nvSpPr>
          <p:cNvPr id="4" name="object 4"/>
          <p:cNvSpPr txBox="1"/>
          <p:nvPr/>
        </p:nvSpPr>
        <p:spPr>
          <a:xfrm>
            <a:off x="3430270" y="2601595"/>
            <a:ext cx="1986914" cy="903605"/>
          </a:xfrm>
          <a:prstGeom prst="rect">
            <a:avLst/>
          </a:prstGeom>
        </p:spPr>
        <p:txBody>
          <a:bodyPr vert="horz" wrap="square" lIns="0" tIns="85725" rIns="0" bIns="0" rtlCol="0">
            <a:spAutoFit/>
          </a:bodyPr>
          <a:lstStyle/>
          <a:p>
            <a:pPr marL="342265" indent="-330200">
              <a:spcBef>
                <a:spcPts val="675"/>
              </a:spcBef>
              <a:buAutoNum type="arabicParenR" startAt="4"/>
              <a:tabLst>
                <a:tab pos="342900" algn="l"/>
              </a:tabLst>
            </a:pPr>
            <a:r>
              <a:rPr sz="2400">
                <a:latin typeface="Times New Roman"/>
                <a:cs typeface="Times New Roman"/>
              </a:rPr>
              <a:t>Bitwise</a:t>
            </a:r>
            <a:r>
              <a:rPr sz="2400" spc="-90">
                <a:latin typeface="Times New Roman"/>
                <a:cs typeface="Times New Roman"/>
              </a:rPr>
              <a:t> </a:t>
            </a:r>
            <a:r>
              <a:rPr sz="2400" spc="-10">
                <a:latin typeface="Times New Roman"/>
                <a:cs typeface="Times New Roman"/>
              </a:rPr>
              <a:t>Shift</a:t>
            </a:r>
            <a:endParaRPr sz="2400">
              <a:latin typeface="Times New Roman"/>
              <a:cs typeface="Times New Roman"/>
            </a:endParaRPr>
          </a:p>
          <a:p>
            <a:pPr marL="342265" indent="-330200">
              <a:spcBef>
                <a:spcPts val="575"/>
              </a:spcBef>
              <a:buAutoNum type="arabicParenR" startAt="4"/>
              <a:tabLst>
                <a:tab pos="342900" algn="l"/>
              </a:tabLst>
            </a:pPr>
            <a:r>
              <a:rPr sz="2400">
                <a:latin typeface="Times New Roman"/>
                <a:cs typeface="Times New Roman"/>
              </a:rPr>
              <a:t>Bitwise</a:t>
            </a:r>
            <a:r>
              <a:rPr sz="2400" spc="-90">
                <a:latin typeface="Times New Roman"/>
                <a:cs typeface="Times New Roman"/>
              </a:rPr>
              <a:t> </a:t>
            </a:r>
            <a:r>
              <a:rPr sz="2400" spc="-25">
                <a:latin typeface="Times New Roman"/>
                <a:cs typeface="Times New Roman"/>
              </a:rPr>
              <a:t>NOT</a:t>
            </a:r>
            <a:endParaRPr sz="2400">
              <a:latin typeface="Times New Roman"/>
              <a:cs typeface="Times New Roman"/>
            </a:endParaRPr>
          </a:p>
        </p:txBody>
      </p:sp>
      <p:sp>
        <p:nvSpPr>
          <p:cNvPr id="5" name="object 5"/>
          <p:cNvSpPr txBox="1"/>
          <p:nvPr/>
        </p:nvSpPr>
        <p:spPr>
          <a:xfrm>
            <a:off x="5587648" y="2601595"/>
            <a:ext cx="1507490" cy="903605"/>
          </a:xfrm>
          <a:prstGeom prst="rect">
            <a:avLst/>
          </a:prstGeom>
        </p:spPr>
        <p:txBody>
          <a:bodyPr vert="horz" wrap="square" lIns="0" tIns="12700" rIns="0" bIns="0" rtlCol="0">
            <a:spAutoFit/>
          </a:bodyPr>
          <a:lstStyle/>
          <a:p>
            <a:pPr marL="41275" marR="5080" indent="-29209">
              <a:lnSpc>
                <a:spcPct val="120000"/>
              </a:lnSpc>
              <a:spcBef>
                <a:spcPts val="100"/>
              </a:spcBef>
            </a:pPr>
            <a:r>
              <a:rPr sz="2400">
                <a:latin typeface="Times New Roman"/>
                <a:cs typeface="Times New Roman"/>
              </a:rPr>
              <a:t>(&lt;&lt;</a:t>
            </a:r>
            <a:r>
              <a:rPr sz="2400" spc="-70">
                <a:latin typeface="Times New Roman"/>
                <a:cs typeface="Times New Roman"/>
              </a:rPr>
              <a:t> </a:t>
            </a:r>
            <a:r>
              <a:rPr sz="2400">
                <a:latin typeface="Times New Roman"/>
                <a:cs typeface="Times New Roman"/>
              </a:rPr>
              <a:t>and</a:t>
            </a:r>
            <a:r>
              <a:rPr sz="2400" spc="-40">
                <a:latin typeface="Times New Roman"/>
                <a:cs typeface="Times New Roman"/>
              </a:rPr>
              <a:t> </a:t>
            </a:r>
            <a:r>
              <a:rPr sz="2400" spc="-25">
                <a:latin typeface="Times New Roman"/>
                <a:cs typeface="Times New Roman"/>
              </a:rPr>
              <a:t>&gt;&gt;) (~)</a:t>
            </a:r>
            <a:endParaRPr sz="2400">
              <a:latin typeface="Times New Roman"/>
              <a:cs typeface="Times New Roman"/>
            </a:endParaRPr>
          </a:p>
        </p:txBody>
      </p:sp>
      <p:sp>
        <p:nvSpPr>
          <p:cNvPr id="6" name="object 6"/>
          <p:cNvSpPr txBox="1"/>
          <p:nvPr/>
        </p:nvSpPr>
        <p:spPr>
          <a:xfrm>
            <a:off x="1602740" y="3552521"/>
            <a:ext cx="8890635" cy="2440305"/>
          </a:xfrm>
          <a:prstGeom prst="rect">
            <a:avLst/>
          </a:prstGeom>
        </p:spPr>
        <p:txBody>
          <a:bodyPr vert="horz" wrap="square" lIns="0" tIns="12700" rIns="0" bIns="0" rtlCol="0">
            <a:spAutoFit/>
          </a:bodyPr>
          <a:lstStyle/>
          <a:p>
            <a:pPr marL="355600" marR="5080" indent="-342900" algn="just">
              <a:spcBef>
                <a:spcPts val="100"/>
              </a:spcBef>
              <a:buFont typeface="Arial"/>
              <a:buChar char="•"/>
              <a:tabLst>
                <a:tab pos="355600" algn="l"/>
              </a:tabLst>
            </a:pPr>
            <a:r>
              <a:rPr sz="2400">
                <a:latin typeface="Times New Roman"/>
                <a:cs typeface="Times New Roman"/>
              </a:rPr>
              <a:t>The</a:t>
            </a:r>
            <a:r>
              <a:rPr sz="2400" spc="-50">
                <a:latin typeface="Times New Roman"/>
                <a:cs typeface="Times New Roman"/>
              </a:rPr>
              <a:t> </a:t>
            </a:r>
            <a:r>
              <a:rPr sz="2400" spc="-10">
                <a:solidFill>
                  <a:srgbClr val="C00000"/>
                </a:solidFill>
                <a:latin typeface="Times New Roman"/>
                <a:cs typeface="Times New Roman"/>
              </a:rPr>
              <a:t>bitwise</a:t>
            </a:r>
            <a:r>
              <a:rPr sz="2400" spc="-140">
                <a:solidFill>
                  <a:srgbClr val="C00000"/>
                </a:solidFill>
                <a:latin typeface="Times New Roman"/>
                <a:cs typeface="Times New Roman"/>
              </a:rPr>
              <a:t> </a:t>
            </a:r>
            <a:r>
              <a:rPr sz="2400">
                <a:solidFill>
                  <a:srgbClr val="C00000"/>
                </a:solidFill>
                <a:latin typeface="Times New Roman"/>
                <a:cs typeface="Times New Roman"/>
              </a:rPr>
              <a:t>AND</a:t>
            </a:r>
            <a:r>
              <a:rPr sz="2400" spc="40">
                <a:solidFill>
                  <a:srgbClr val="C00000"/>
                </a:solidFill>
                <a:latin typeface="Times New Roman"/>
                <a:cs typeface="Times New Roman"/>
              </a:rPr>
              <a:t> </a:t>
            </a:r>
            <a:r>
              <a:rPr sz="2400">
                <a:latin typeface="Times New Roman"/>
                <a:cs typeface="Times New Roman"/>
              </a:rPr>
              <a:t>operator</a:t>
            </a:r>
            <a:r>
              <a:rPr sz="2400" spc="-30">
                <a:latin typeface="Times New Roman"/>
                <a:cs typeface="Times New Roman"/>
              </a:rPr>
              <a:t> </a:t>
            </a:r>
            <a:r>
              <a:rPr sz="2400">
                <a:latin typeface="Times New Roman"/>
                <a:cs typeface="Times New Roman"/>
              </a:rPr>
              <a:t>(&amp;)</a:t>
            </a:r>
            <a:r>
              <a:rPr sz="2400" spc="5">
                <a:latin typeface="Times New Roman"/>
                <a:cs typeface="Times New Roman"/>
              </a:rPr>
              <a:t> </a:t>
            </a:r>
            <a:r>
              <a:rPr sz="2400">
                <a:latin typeface="Times New Roman"/>
                <a:cs typeface="Times New Roman"/>
              </a:rPr>
              <a:t>is</a:t>
            </a:r>
            <a:r>
              <a:rPr sz="2400" spc="10">
                <a:latin typeface="Times New Roman"/>
                <a:cs typeface="Times New Roman"/>
              </a:rPr>
              <a:t> </a:t>
            </a:r>
            <a:r>
              <a:rPr sz="2400">
                <a:latin typeface="Times New Roman"/>
                <a:cs typeface="Times New Roman"/>
              </a:rPr>
              <a:t>a</a:t>
            </a:r>
            <a:r>
              <a:rPr sz="2400" spc="10">
                <a:latin typeface="Times New Roman"/>
                <a:cs typeface="Times New Roman"/>
              </a:rPr>
              <a:t> </a:t>
            </a:r>
            <a:r>
              <a:rPr sz="2400">
                <a:latin typeface="Times New Roman"/>
                <a:cs typeface="Times New Roman"/>
              </a:rPr>
              <a:t>small version</a:t>
            </a:r>
            <a:r>
              <a:rPr sz="2400" spc="-5">
                <a:latin typeface="Times New Roman"/>
                <a:cs typeface="Times New Roman"/>
              </a:rPr>
              <a:t> </a:t>
            </a:r>
            <a:r>
              <a:rPr sz="2400">
                <a:latin typeface="Times New Roman"/>
                <a:cs typeface="Times New Roman"/>
              </a:rPr>
              <a:t>of the </a:t>
            </a:r>
            <a:r>
              <a:rPr sz="2400" spc="-10">
                <a:latin typeface="Times New Roman"/>
                <a:cs typeface="Times New Roman"/>
              </a:rPr>
              <a:t>boolean</a:t>
            </a:r>
            <a:r>
              <a:rPr sz="2400" spc="-140">
                <a:latin typeface="Times New Roman"/>
                <a:cs typeface="Times New Roman"/>
              </a:rPr>
              <a:t> </a:t>
            </a:r>
            <a:r>
              <a:rPr sz="2400" spc="-25">
                <a:latin typeface="Times New Roman"/>
                <a:cs typeface="Times New Roman"/>
              </a:rPr>
              <a:t>AND </a:t>
            </a:r>
            <a:r>
              <a:rPr sz="2400">
                <a:latin typeface="Times New Roman"/>
                <a:cs typeface="Times New Roman"/>
              </a:rPr>
              <a:t>(&amp;&amp;)</a:t>
            </a:r>
            <a:r>
              <a:rPr sz="2400" spc="-50">
                <a:latin typeface="Times New Roman"/>
                <a:cs typeface="Times New Roman"/>
              </a:rPr>
              <a:t> </a:t>
            </a:r>
            <a:r>
              <a:rPr sz="2400">
                <a:latin typeface="Times New Roman"/>
                <a:cs typeface="Times New Roman"/>
              </a:rPr>
              <a:t>as</a:t>
            </a:r>
            <a:r>
              <a:rPr sz="2400" spc="-15">
                <a:latin typeface="Times New Roman"/>
                <a:cs typeface="Times New Roman"/>
              </a:rPr>
              <a:t> </a:t>
            </a:r>
            <a:r>
              <a:rPr sz="2400">
                <a:latin typeface="Times New Roman"/>
                <a:cs typeface="Times New Roman"/>
              </a:rPr>
              <a:t>it</a:t>
            </a:r>
            <a:r>
              <a:rPr sz="2400" spc="-25">
                <a:latin typeface="Times New Roman"/>
                <a:cs typeface="Times New Roman"/>
              </a:rPr>
              <a:t> </a:t>
            </a:r>
            <a:r>
              <a:rPr sz="2400">
                <a:latin typeface="Times New Roman"/>
                <a:cs typeface="Times New Roman"/>
              </a:rPr>
              <a:t>performs</a:t>
            </a:r>
            <a:r>
              <a:rPr sz="2400" spc="-5">
                <a:latin typeface="Times New Roman"/>
                <a:cs typeface="Times New Roman"/>
              </a:rPr>
              <a:t> </a:t>
            </a:r>
            <a:r>
              <a:rPr sz="2400">
                <a:latin typeface="Times New Roman"/>
                <a:cs typeface="Times New Roman"/>
              </a:rPr>
              <a:t>operation</a:t>
            </a:r>
            <a:r>
              <a:rPr sz="2400" spc="-50">
                <a:latin typeface="Times New Roman"/>
                <a:cs typeface="Times New Roman"/>
              </a:rPr>
              <a:t> </a:t>
            </a:r>
            <a:r>
              <a:rPr sz="2400">
                <a:latin typeface="Times New Roman"/>
                <a:cs typeface="Times New Roman"/>
              </a:rPr>
              <a:t>on</a:t>
            </a:r>
            <a:r>
              <a:rPr sz="2400" spc="-15">
                <a:latin typeface="Times New Roman"/>
                <a:cs typeface="Times New Roman"/>
              </a:rPr>
              <a:t> </a:t>
            </a:r>
            <a:r>
              <a:rPr sz="2400">
                <a:latin typeface="Times New Roman"/>
                <a:cs typeface="Times New Roman"/>
              </a:rPr>
              <a:t>bits</a:t>
            </a:r>
            <a:r>
              <a:rPr sz="2400" spc="-40">
                <a:latin typeface="Times New Roman"/>
                <a:cs typeface="Times New Roman"/>
              </a:rPr>
              <a:t> </a:t>
            </a:r>
            <a:r>
              <a:rPr sz="2400">
                <a:latin typeface="Times New Roman"/>
                <a:cs typeface="Times New Roman"/>
              </a:rPr>
              <a:t>instead</a:t>
            </a:r>
            <a:r>
              <a:rPr sz="2400" spc="-35">
                <a:latin typeface="Times New Roman"/>
                <a:cs typeface="Times New Roman"/>
              </a:rPr>
              <a:t> </a:t>
            </a:r>
            <a:r>
              <a:rPr sz="2400">
                <a:latin typeface="Times New Roman"/>
                <a:cs typeface="Times New Roman"/>
              </a:rPr>
              <a:t>of</a:t>
            </a:r>
            <a:r>
              <a:rPr sz="2400" spc="-10">
                <a:latin typeface="Times New Roman"/>
                <a:cs typeface="Times New Roman"/>
              </a:rPr>
              <a:t> </a:t>
            </a:r>
            <a:r>
              <a:rPr sz="2400">
                <a:latin typeface="Times New Roman"/>
                <a:cs typeface="Times New Roman"/>
              </a:rPr>
              <a:t>bytes,</a:t>
            </a:r>
            <a:r>
              <a:rPr sz="2400" spc="-25">
                <a:latin typeface="Times New Roman"/>
                <a:cs typeface="Times New Roman"/>
              </a:rPr>
              <a:t> </a:t>
            </a:r>
            <a:r>
              <a:rPr sz="2400">
                <a:latin typeface="Times New Roman"/>
                <a:cs typeface="Times New Roman"/>
              </a:rPr>
              <a:t>chars,</a:t>
            </a:r>
            <a:r>
              <a:rPr sz="2400" spc="-40">
                <a:latin typeface="Times New Roman"/>
                <a:cs typeface="Times New Roman"/>
              </a:rPr>
              <a:t> </a:t>
            </a:r>
            <a:r>
              <a:rPr sz="2400" spc="-10">
                <a:latin typeface="Times New Roman"/>
                <a:cs typeface="Times New Roman"/>
              </a:rPr>
              <a:t>integers, </a:t>
            </a:r>
            <a:r>
              <a:rPr sz="2400" spc="-20">
                <a:latin typeface="Times New Roman"/>
                <a:cs typeface="Times New Roman"/>
              </a:rPr>
              <a:t>etc.</a:t>
            </a:r>
            <a:endParaRPr sz="2400">
              <a:latin typeface="Times New Roman"/>
              <a:cs typeface="Times New Roman"/>
            </a:endParaRPr>
          </a:p>
          <a:p>
            <a:pPr marL="3766820" algn="just">
              <a:spcBef>
                <a:spcPts val="515"/>
              </a:spcBef>
            </a:pPr>
            <a:r>
              <a:rPr sz="2400">
                <a:solidFill>
                  <a:srgbClr val="C00000"/>
                </a:solidFill>
                <a:latin typeface="Times New Roman"/>
                <a:cs typeface="Times New Roman"/>
              </a:rPr>
              <a:t>Ex:</a:t>
            </a:r>
            <a:r>
              <a:rPr sz="2400" spc="295">
                <a:solidFill>
                  <a:srgbClr val="C00000"/>
                </a:solidFill>
                <a:latin typeface="Times New Roman"/>
                <a:cs typeface="Times New Roman"/>
              </a:rPr>
              <a:t>  </a:t>
            </a:r>
            <a:r>
              <a:rPr sz="2400">
                <a:solidFill>
                  <a:srgbClr val="C00000"/>
                </a:solidFill>
                <a:latin typeface="Times New Roman"/>
                <a:cs typeface="Times New Roman"/>
              </a:rPr>
              <a:t>x=2</a:t>
            </a:r>
            <a:r>
              <a:rPr sz="2400" spc="590">
                <a:solidFill>
                  <a:srgbClr val="C00000"/>
                </a:solidFill>
                <a:latin typeface="Times New Roman"/>
                <a:cs typeface="Times New Roman"/>
              </a:rPr>
              <a:t> </a:t>
            </a:r>
            <a:r>
              <a:rPr sz="2400">
                <a:solidFill>
                  <a:srgbClr val="C00000"/>
                </a:solidFill>
                <a:latin typeface="Times New Roman"/>
                <a:cs typeface="Times New Roman"/>
              </a:rPr>
              <a:t>y=3</a:t>
            </a:r>
            <a:r>
              <a:rPr sz="2400" spc="400">
                <a:solidFill>
                  <a:srgbClr val="C00000"/>
                </a:solidFill>
                <a:latin typeface="Times New Roman"/>
                <a:cs typeface="Times New Roman"/>
              </a:rPr>
              <a:t>   </a:t>
            </a:r>
            <a:r>
              <a:rPr sz="2400" spc="-25">
                <a:solidFill>
                  <a:srgbClr val="C00000"/>
                </a:solidFill>
                <a:latin typeface="Times New Roman"/>
                <a:cs typeface="Times New Roman"/>
              </a:rPr>
              <a:t>x&amp;y</a:t>
            </a:r>
            <a:endParaRPr sz="2400">
              <a:latin typeface="Times New Roman"/>
              <a:cs typeface="Times New Roman"/>
            </a:endParaRPr>
          </a:p>
          <a:p>
            <a:pPr marL="4812665" algn="just">
              <a:spcBef>
                <a:spcPts val="640"/>
              </a:spcBef>
            </a:pPr>
            <a:r>
              <a:rPr sz="2400">
                <a:solidFill>
                  <a:srgbClr val="C00000"/>
                </a:solidFill>
                <a:latin typeface="Times New Roman"/>
                <a:cs typeface="Times New Roman"/>
              </a:rPr>
              <a:t>0</a:t>
            </a:r>
            <a:r>
              <a:rPr sz="2400" spc="-5">
                <a:solidFill>
                  <a:srgbClr val="C00000"/>
                </a:solidFill>
                <a:latin typeface="Times New Roman"/>
                <a:cs typeface="Times New Roman"/>
              </a:rPr>
              <a:t> </a:t>
            </a:r>
            <a:r>
              <a:rPr sz="2400">
                <a:solidFill>
                  <a:srgbClr val="C00000"/>
                </a:solidFill>
                <a:latin typeface="Times New Roman"/>
                <a:cs typeface="Times New Roman"/>
              </a:rPr>
              <a:t>0</a:t>
            </a:r>
            <a:r>
              <a:rPr sz="2400" spc="-5">
                <a:solidFill>
                  <a:srgbClr val="C00000"/>
                </a:solidFill>
                <a:latin typeface="Times New Roman"/>
                <a:cs typeface="Times New Roman"/>
              </a:rPr>
              <a:t> </a:t>
            </a:r>
            <a:r>
              <a:rPr sz="2400">
                <a:solidFill>
                  <a:srgbClr val="C00000"/>
                </a:solidFill>
                <a:latin typeface="Times New Roman"/>
                <a:cs typeface="Times New Roman"/>
              </a:rPr>
              <a:t>1</a:t>
            </a:r>
            <a:r>
              <a:rPr sz="2400" spc="-5">
                <a:solidFill>
                  <a:srgbClr val="C00000"/>
                </a:solidFill>
                <a:latin typeface="Times New Roman"/>
                <a:cs typeface="Times New Roman"/>
              </a:rPr>
              <a:t> </a:t>
            </a:r>
            <a:r>
              <a:rPr sz="2400" spc="-50">
                <a:solidFill>
                  <a:srgbClr val="C00000"/>
                </a:solidFill>
                <a:latin typeface="Times New Roman"/>
                <a:cs typeface="Times New Roman"/>
              </a:rPr>
              <a:t>0</a:t>
            </a:r>
            <a:endParaRPr sz="2400">
              <a:latin typeface="Times New Roman"/>
              <a:cs typeface="Times New Roman"/>
            </a:endParaRPr>
          </a:p>
          <a:p>
            <a:pPr marL="4812665" algn="just">
              <a:spcBef>
                <a:spcPts val="575"/>
              </a:spcBef>
            </a:pPr>
            <a:r>
              <a:rPr sz="2400">
                <a:solidFill>
                  <a:srgbClr val="C00000"/>
                </a:solidFill>
                <a:latin typeface="Times New Roman"/>
                <a:cs typeface="Times New Roman"/>
              </a:rPr>
              <a:t>0 0 1 </a:t>
            </a:r>
            <a:r>
              <a:rPr sz="2400" spc="-50">
                <a:solidFill>
                  <a:srgbClr val="C00000"/>
                </a:solidFill>
                <a:latin typeface="Times New Roman"/>
                <a:cs typeface="Times New Roman"/>
              </a:rPr>
              <a:t>1</a:t>
            </a:r>
            <a:endParaRPr sz="2400">
              <a:latin typeface="Times New Roman"/>
              <a:cs typeface="Times New Roman"/>
            </a:endParaRPr>
          </a:p>
        </p:txBody>
      </p:sp>
      <p:sp>
        <p:nvSpPr>
          <p:cNvPr id="7" name="object 7"/>
          <p:cNvSpPr txBox="1"/>
          <p:nvPr/>
        </p:nvSpPr>
        <p:spPr>
          <a:xfrm>
            <a:off x="5335652" y="6032703"/>
            <a:ext cx="739775" cy="391160"/>
          </a:xfrm>
          <a:prstGeom prst="rect">
            <a:avLst/>
          </a:prstGeom>
        </p:spPr>
        <p:txBody>
          <a:bodyPr vert="horz" wrap="square" lIns="0" tIns="12700" rIns="0" bIns="0" rtlCol="0">
            <a:spAutoFit/>
          </a:bodyPr>
          <a:lstStyle/>
          <a:p>
            <a:pPr marL="12700">
              <a:spcBef>
                <a:spcPts val="100"/>
              </a:spcBef>
            </a:pPr>
            <a:r>
              <a:rPr sz="2400" spc="-20">
                <a:solidFill>
                  <a:srgbClr val="C00000"/>
                </a:solidFill>
                <a:latin typeface="Times New Roman"/>
                <a:cs typeface="Times New Roman"/>
              </a:rPr>
              <a:t>x&amp;y=</a:t>
            </a:r>
            <a:endParaRPr sz="2400">
              <a:latin typeface="Times New Roman"/>
              <a:cs typeface="Times New Roman"/>
            </a:endParaRPr>
          </a:p>
        </p:txBody>
      </p:sp>
      <p:sp>
        <p:nvSpPr>
          <p:cNvPr id="8" name="object 8"/>
          <p:cNvSpPr txBox="1"/>
          <p:nvPr/>
        </p:nvSpPr>
        <p:spPr>
          <a:xfrm>
            <a:off x="6505716" y="6032703"/>
            <a:ext cx="863600" cy="391160"/>
          </a:xfrm>
          <a:prstGeom prst="rect">
            <a:avLst/>
          </a:prstGeom>
        </p:spPr>
        <p:txBody>
          <a:bodyPr vert="horz" wrap="square" lIns="0" tIns="12700" rIns="0" bIns="0" rtlCol="0">
            <a:spAutoFit/>
          </a:bodyPr>
          <a:lstStyle/>
          <a:p>
            <a:pPr marL="12700">
              <a:spcBef>
                <a:spcPts val="100"/>
              </a:spcBef>
            </a:pPr>
            <a:r>
              <a:rPr sz="2400">
                <a:solidFill>
                  <a:srgbClr val="C00000"/>
                </a:solidFill>
                <a:latin typeface="Times New Roman"/>
                <a:cs typeface="Times New Roman"/>
              </a:rPr>
              <a:t>0 0 1 </a:t>
            </a:r>
            <a:r>
              <a:rPr sz="2400" spc="-50">
                <a:solidFill>
                  <a:srgbClr val="C00000"/>
                </a:solidFill>
                <a:latin typeface="Times New Roman"/>
                <a:cs typeface="Times New Roman"/>
              </a:rPr>
              <a:t>0</a:t>
            </a:r>
            <a:endParaRPr sz="2400">
              <a:latin typeface="Times New Roman"/>
              <a:cs typeface="Times New Roman"/>
            </a:endParaRPr>
          </a:p>
        </p:txBody>
      </p:sp>
      <p:graphicFrame>
        <p:nvGraphicFramePr>
          <p:cNvPr id="9" name="object 9"/>
          <p:cNvGraphicFramePr>
            <a:graphicFrameLocks noGrp="1"/>
          </p:cNvGraphicFramePr>
          <p:nvPr/>
        </p:nvGraphicFramePr>
        <p:xfrm>
          <a:off x="1974850" y="4718050"/>
          <a:ext cx="2818765" cy="1979930"/>
        </p:xfrm>
        <a:graphic>
          <a:graphicData uri="http://schemas.openxmlformats.org/drawingml/2006/table">
            <a:tbl>
              <a:tblPr firstRow="1" bandRow="1">
                <a:tableStyleId>{2D5ABB26-0587-4C30-8999-92F81FD0307C}</a:tableStyleId>
              </a:tblPr>
              <a:tblGrid>
                <a:gridCol w="1192530">
                  <a:extLst>
                    <a:ext uri="{9D8B030D-6E8A-4147-A177-3AD203B41FA5}">
                      <a16:colId xmlns:a16="http://schemas.microsoft.com/office/drawing/2014/main" val="20000"/>
                    </a:ext>
                  </a:extLst>
                </a:gridCol>
                <a:gridCol w="433705">
                  <a:extLst>
                    <a:ext uri="{9D8B030D-6E8A-4147-A177-3AD203B41FA5}">
                      <a16:colId xmlns:a16="http://schemas.microsoft.com/office/drawing/2014/main" val="20001"/>
                    </a:ext>
                  </a:extLst>
                </a:gridCol>
                <a:gridCol w="1192530">
                  <a:extLst>
                    <a:ext uri="{9D8B030D-6E8A-4147-A177-3AD203B41FA5}">
                      <a16:colId xmlns:a16="http://schemas.microsoft.com/office/drawing/2014/main" val="20002"/>
                    </a:ext>
                  </a:extLst>
                </a:gridCol>
              </a:tblGrid>
              <a:tr h="395605">
                <a:tc>
                  <a:txBody>
                    <a:bodyPr/>
                    <a:lstStyle/>
                    <a:p>
                      <a:pPr marL="504190">
                        <a:lnSpc>
                          <a:spcPct val="100000"/>
                        </a:lnSpc>
                        <a:spcBef>
                          <a:spcPts val="300"/>
                        </a:spcBef>
                      </a:pPr>
                      <a:r>
                        <a:rPr sz="2000">
                          <a:solidFill>
                            <a:srgbClr val="C00000"/>
                          </a:solidFill>
                          <a:latin typeface="Times New Roman"/>
                          <a:cs typeface="Times New Roman"/>
                        </a:rPr>
                        <a:t>A</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300"/>
                        </a:spcBef>
                      </a:pPr>
                      <a:r>
                        <a:rPr sz="2000">
                          <a:solidFill>
                            <a:srgbClr val="C00000"/>
                          </a:solidFill>
                          <a:latin typeface="Times New Roman"/>
                          <a:cs typeface="Times New Roman"/>
                        </a:rPr>
                        <a:t>B</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300"/>
                        </a:spcBef>
                      </a:pPr>
                      <a:r>
                        <a:rPr sz="2000">
                          <a:solidFill>
                            <a:srgbClr val="C00000"/>
                          </a:solidFill>
                          <a:latin typeface="Times New Roman"/>
                          <a:cs typeface="Times New Roman"/>
                        </a:rPr>
                        <a:t>A</a:t>
                      </a:r>
                      <a:r>
                        <a:rPr sz="2000" spc="-125">
                          <a:solidFill>
                            <a:srgbClr val="C00000"/>
                          </a:solidFill>
                          <a:latin typeface="Times New Roman"/>
                          <a:cs typeface="Times New Roman"/>
                        </a:rPr>
                        <a:t> </a:t>
                      </a:r>
                      <a:r>
                        <a:rPr sz="2000">
                          <a:solidFill>
                            <a:srgbClr val="C00000"/>
                          </a:solidFill>
                          <a:latin typeface="Times New Roman"/>
                          <a:cs typeface="Times New Roman"/>
                        </a:rPr>
                        <a:t>&amp;</a:t>
                      </a:r>
                      <a:r>
                        <a:rPr sz="2000" spc="-10">
                          <a:solidFill>
                            <a:srgbClr val="C00000"/>
                          </a:solidFill>
                          <a:latin typeface="Times New Roman"/>
                          <a:cs typeface="Times New Roman"/>
                        </a:rPr>
                        <a:t> </a:t>
                      </a:r>
                      <a:r>
                        <a:rPr sz="2000" spc="-50">
                          <a:solidFill>
                            <a:srgbClr val="C00000"/>
                          </a:solidFill>
                          <a:latin typeface="Times New Roman"/>
                          <a:cs typeface="Times New Roman"/>
                        </a:rPr>
                        <a:t>B</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96240">
                <a:tc>
                  <a:txBody>
                    <a:bodyPr/>
                    <a:lstStyle/>
                    <a:p>
                      <a:pPr marL="532130">
                        <a:lnSpc>
                          <a:spcPct val="100000"/>
                        </a:lnSpc>
                        <a:spcBef>
                          <a:spcPts val="300"/>
                        </a:spcBef>
                      </a:pPr>
                      <a:r>
                        <a:rPr sz="2000">
                          <a:solidFill>
                            <a:srgbClr val="C00000"/>
                          </a:solidFill>
                          <a:latin typeface="Times New Roman"/>
                          <a:cs typeface="Times New Roman"/>
                        </a:rPr>
                        <a:t>0</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00"/>
                        </a:spcBef>
                      </a:pPr>
                      <a:r>
                        <a:rPr sz="2000">
                          <a:solidFill>
                            <a:srgbClr val="C00000"/>
                          </a:solidFill>
                          <a:latin typeface="Times New Roman"/>
                          <a:cs typeface="Times New Roman"/>
                        </a:rPr>
                        <a:t>0</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00"/>
                        </a:spcBef>
                      </a:pPr>
                      <a:r>
                        <a:rPr sz="2000">
                          <a:solidFill>
                            <a:srgbClr val="C00000"/>
                          </a:solidFill>
                          <a:latin typeface="Times New Roman"/>
                          <a:cs typeface="Times New Roman"/>
                        </a:rPr>
                        <a:t>0</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95605">
                <a:tc>
                  <a:txBody>
                    <a:bodyPr/>
                    <a:lstStyle/>
                    <a:p>
                      <a:pPr marL="532130">
                        <a:lnSpc>
                          <a:spcPct val="100000"/>
                        </a:lnSpc>
                        <a:spcBef>
                          <a:spcPts val="300"/>
                        </a:spcBef>
                      </a:pPr>
                      <a:r>
                        <a:rPr sz="2000">
                          <a:solidFill>
                            <a:srgbClr val="C00000"/>
                          </a:solidFill>
                          <a:latin typeface="Times New Roman"/>
                          <a:cs typeface="Times New Roman"/>
                        </a:rPr>
                        <a:t>0</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00"/>
                        </a:spcBef>
                      </a:pPr>
                      <a:r>
                        <a:rPr sz="2000">
                          <a:solidFill>
                            <a:srgbClr val="C00000"/>
                          </a:solidFill>
                          <a:latin typeface="Times New Roman"/>
                          <a:cs typeface="Times New Roman"/>
                        </a:rPr>
                        <a:t>1</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00"/>
                        </a:spcBef>
                      </a:pPr>
                      <a:r>
                        <a:rPr sz="2000">
                          <a:solidFill>
                            <a:srgbClr val="C00000"/>
                          </a:solidFill>
                          <a:latin typeface="Times New Roman"/>
                          <a:cs typeface="Times New Roman"/>
                        </a:rPr>
                        <a:t>0</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96240">
                <a:tc>
                  <a:txBody>
                    <a:bodyPr/>
                    <a:lstStyle/>
                    <a:p>
                      <a:pPr marL="532130">
                        <a:lnSpc>
                          <a:spcPct val="100000"/>
                        </a:lnSpc>
                        <a:spcBef>
                          <a:spcPts val="300"/>
                        </a:spcBef>
                      </a:pPr>
                      <a:r>
                        <a:rPr sz="2000">
                          <a:solidFill>
                            <a:srgbClr val="C00000"/>
                          </a:solidFill>
                          <a:latin typeface="Times New Roman"/>
                          <a:cs typeface="Times New Roman"/>
                        </a:rPr>
                        <a:t>1</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00"/>
                        </a:spcBef>
                      </a:pPr>
                      <a:r>
                        <a:rPr sz="2000">
                          <a:solidFill>
                            <a:srgbClr val="C00000"/>
                          </a:solidFill>
                          <a:latin typeface="Times New Roman"/>
                          <a:cs typeface="Times New Roman"/>
                        </a:rPr>
                        <a:t>0</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00"/>
                        </a:spcBef>
                      </a:pPr>
                      <a:r>
                        <a:rPr sz="2000">
                          <a:solidFill>
                            <a:srgbClr val="C00000"/>
                          </a:solidFill>
                          <a:latin typeface="Times New Roman"/>
                          <a:cs typeface="Times New Roman"/>
                        </a:rPr>
                        <a:t>0</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96240">
                <a:tc>
                  <a:txBody>
                    <a:bodyPr/>
                    <a:lstStyle/>
                    <a:p>
                      <a:pPr marL="532130">
                        <a:lnSpc>
                          <a:spcPct val="100000"/>
                        </a:lnSpc>
                        <a:spcBef>
                          <a:spcPts val="300"/>
                        </a:spcBef>
                      </a:pPr>
                      <a:r>
                        <a:rPr sz="2000">
                          <a:solidFill>
                            <a:srgbClr val="C00000"/>
                          </a:solidFill>
                          <a:latin typeface="Times New Roman"/>
                          <a:cs typeface="Times New Roman"/>
                        </a:rPr>
                        <a:t>1</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00"/>
                        </a:spcBef>
                      </a:pPr>
                      <a:r>
                        <a:rPr sz="2000">
                          <a:solidFill>
                            <a:srgbClr val="C00000"/>
                          </a:solidFill>
                          <a:latin typeface="Times New Roman"/>
                          <a:cs typeface="Times New Roman"/>
                        </a:rPr>
                        <a:t>1</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00"/>
                        </a:spcBef>
                      </a:pPr>
                      <a:r>
                        <a:rPr sz="2000">
                          <a:solidFill>
                            <a:srgbClr val="C00000"/>
                          </a:solidFill>
                          <a:latin typeface="Times New Roman"/>
                          <a:cs typeface="Times New Roman"/>
                        </a:rPr>
                        <a:t>1</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bl>
          </a:graphicData>
        </a:graphic>
      </p:graphicFrame>
      <p:sp>
        <p:nvSpPr>
          <p:cNvPr id="10" name="object 10"/>
          <p:cNvSpPr/>
          <p:nvPr/>
        </p:nvSpPr>
        <p:spPr>
          <a:xfrm>
            <a:off x="6019800" y="6019801"/>
            <a:ext cx="1752600" cy="1905"/>
          </a:xfrm>
          <a:custGeom>
            <a:avLst/>
            <a:gdLst/>
            <a:ahLst/>
            <a:cxnLst/>
            <a:rect l="l" t="t" r="r" b="b"/>
            <a:pathLst>
              <a:path w="1752600" h="1904">
                <a:moveTo>
                  <a:pt x="0" y="0"/>
                </a:moveTo>
                <a:lnTo>
                  <a:pt x="1752600" y="1587"/>
                </a:lnTo>
              </a:path>
            </a:pathLst>
          </a:custGeom>
          <a:ln w="12700">
            <a:solidFill>
              <a:srgbClr val="497DBA"/>
            </a:solidFill>
          </a:ln>
        </p:spPr>
        <p:txBody>
          <a:bodyPr wrap="square" lIns="0" tIns="0" rIns="0" bIns="0" rtlCol="0"/>
          <a:lstStyle/>
          <a:p>
            <a:endParaRPr/>
          </a:p>
        </p:txBody>
      </p:sp>
    </p:spTree>
    <p:extLst>
      <p:ext uri="{BB962C8B-B14F-4D97-AF65-F5344CB8AC3E}">
        <p14:creationId xmlns:p14="http://schemas.microsoft.com/office/powerpoint/2010/main" val="27760781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7309" y="7112"/>
            <a:ext cx="1896110" cy="406400"/>
          </a:xfrm>
          <a:prstGeom prst="rect">
            <a:avLst/>
          </a:prstGeom>
        </p:spPr>
        <p:txBody>
          <a:bodyPr vert="horz" wrap="square" lIns="0" tIns="12065" rIns="0" bIns="0" rtlCol="0" anchor="ctr">
            <a:spAutoFit/>
          </a:bodyPr>
          <a:lstStyle/>
          <a:p>
            <a:pPr marL="12700">
              <a:lnSpc>
                <a:spcPct val="100000"/>
              </a:lnSpc>
              <a:spcBef>
                <a:spcPts val="95"/>
              </a:spcBef>
            </a:pPr>
            <a:r>
              <a:rPr sz="2500"/>
              <a:t>Operators</a:t>
            </a:r>
            <a:r>
              <a:rPr sz="2500" spc="-40"/>
              <a:t> </a:t>
            </a:r>
            <a:r>
              <a:rPr sz="2500"/>
              <a:t>in</a:t>
            </a:r>
            <a:r>
              <a:rPr sz="2500" spc="-55"/>
              <a:t> </a:t>
            </a:r>
            <a:r>
              <a:rPr sz="2500" spc="-50"/>
              <a:t>C</a:t>
            </a:r>
            <a:endParaRPr sz="2500"/>
          </a:p>
        </p:txBody>
      </p:sp>
      <p:sp>
        <p:nvSpPr>
          <p:cNvPr id="3" name="object 3"/>
          <p:cNvSpPr txBox="1"/>
          <p:nvPr/>
        </p:nvSpPr>
        <p:spPr>
          <a:xfrm>
            <a:off x="1602739" y="555701"/>
            <a:ext cx="8970010" cy="3895938"/>
          </a:xfrm>
          <a:prstGeom prst="rect">
            <a:avLst/>
          </a:prstGeom>
        </p:spPr>
        <p:txBody>
          <a:bodyPr vert="horz" wrap="square" lIns="0" tIns="12700" rIns="0" bIns="0" rtlCol="0">
            <a:spAutoFit/>
          </a:bodyPr>
          <a:lstStyle/>
          <a:p>
            <a:pPr marL="342265" indent="-342265">
              <a:spcBef>
                <a:spcPts val="100"/>
              </a:spcBef>
              <a:buFont typeface="Arial"/>
              <a:buChar char="•"/>
              <a:tabLst>
                <a:tab pos="342265" algn="l"/>
                <a:tab pos="355600" algn="l"/>
              </a:tabLst>
            </a:pPr>
            <a:r>
              <a:rPr sz="2400">
                <a:latin typeface="Times New Roman"/>
                <a:cs typeface="Times New Roman"/>
              </a:rPr>
              <a:t>The</a:t>
            </a:r>
            <a:r>
              <a:rPr sz="2400" spc="-30">
                <a:latin typeface="Times New Roman"/>
                <a:cs typeface="Times New Roman"/>
              </a:rPr>
              <a:t> </a:t>
            </a:r>
            <a:r>
              <a:rPr sz="2400">
                <a:solidFill>
                  <a:srgbClr val="C00000"/>
                </a:solidFill>
                <a:latin typeface="Times New Roman"/>
                <a:cs typeface="Times New Roman"/>
              </a:rPr>
              <a:t>bitwise</a:t>
            </a:r>
            <a:r>
              <a:rPr sz="2400" spc="-20">
                <a:solidFill>
                  <a:srgbClr val="C00000"/>
                </a:solidFill>
                <a:latin typeface="Times New Roman"/>
                <a:cs typeface="Times New Roman"/>
              </a:rPr>
              <a:t> </a:t>
            </a:r>
            <a:r>
              <a:rPr sz="2400">
                <a:solidFill>
                  <a:srgbClr val="C00000"/>
                </a:solidFill>
                <a:latin typeface="Times New Roman"/>
                <a:cs typeface="Times New Roman"/>
              </a:rPr>
              <a:t>OR</a:t>
            </a:r>
            <a:r>
              <a:rPr sz="2400" spc="10">
                <a:solidFill>
                  <a:srgbClr val="C00000"/>
                </a:solidFill>
                <a:latin typeface="Times New Roman"/>
                <a:cs typeface="Times New Roman"/>
              </a:rPr>
              <a:t> </a:t>
            </a:r>
            <a:r>
              <a:rPr sz="2400">
                <a:latin typeface="Times New Roman"/>
                <a:cs typeface="Times New Roman"/>
              </a:rPr>
              <a:t>operator</a:t>
            </a:r>
            <a:r>
              <a:rPr sz="2400" spc="-35">
                <a:latin typeface="Times New Roman"/>
                <a:cs typeface="Times New Roman"/>
              </a:rPr>
              <a:t> </a:t>
            </a:r>
            <a:r>
              <a:rPr sz="2400">
                <a:latin typeface="Times New Roman"/>
                <a:cs typeface="Times New Roman"/>
              </a:rPr>
              <a:t>(|)</a:t>
            </a:r>
            <a:r>
              <a:rPr sz="2400" spc="-25">
                <a:latin typeface="Times New Roman"/>
                <a:cs typeface="Times New Roman"/>
              </a:rPr>
              <a:t> </a:t>
            </a:r>
            <a:r>
              <a:rPr sz="2400">
                <a:latin typeface="Times New Roman"/>
                <a:cs typeface="Times New Roman"/>
              </a:rPr>
              <a:t>is a small</a:t>
            </a:r>
            <a:r>
              <a:rPr sz="2400" spc="-5">
                <a:latin typeface="Times New Roman"/>
                <a:cs typeface="Times New Roman"/>
              </a:rPr>
              <a:t> </a:t>
            </a:r>
            <a:r>
              <a:rPr sz="2400">
                <a:latin typeface="Times New Roman"/>
                <a:cs typeface="Times New Roman"/>
              </a:rPr>
              <a:t>version</a:t>
            </a:r>
            <a:r>
              <a:rPr sz="2400" spc="-15">
                <a:latin typeface="Times New Roman"/>
                <a:cs typeface="Times New Roman"/>
              </a:rPr>
              <a:t> </a:t>
            </a:r>
            <a:r>
              <a:rPr sz="2400">
                <a:latin typeface="Times New Roman"/>
                <a:cs typeface="Times New Roman"/>
              </a:rPr>
              <a:t>of the</a:t>
            </a:r>
            <a:r>
              <a:rPr sz="2400" spc="-20">
                <a:latin typeface="Times New Roman"/>
                <a:cs typeface="Times New Roman"/>
              </a:rPr>
              <a:t> </a:t>
            </a:r>
            <a:r>
              <a:rPr sz="2400">
                <a:latin typeface="Times New Roman"/>
                <a:cs typeface="Times New Roman"/>
              </a:rPr>
              <a:t>boolean</a:t>
            </a:r>
            <a:r>
              <a:rPr sz="2400" spc="-10">
                <a:latin typeface="Times New Roman"/>
                <a:cs typeface="Times New Roman"/>
              </a:rPr>
              <a:t> </a:t>
            </a:r>
            <a:r>
              <a:rPr sz="2400">
                <a:latin typeface="Times New Roman"/>
                <a:cs typeface="Times New Roman"/>
              </a:rPr>
              <a:t>OR</a:t>
            </a:r>
            <a:r>
              <a:rPr sz="2400" spc="-5">
                <a:latin typeface="Times New Roman"/>
                <a:cs typeface="Times New Roman"/>
              </a:rPr>
              <a:t> </a:t>
            </a:r>
            <a:r>
              <a:rPr sz="2400">
                <a:latin typeface="Times New Roman"/>
                <a:cs typeface="Times New Roman"/>
              </a:rPr>
              <a:t>(||)</a:t>
            </a:r>
            <a:r>
              <a:rPr sz="2400" spc="-45">
                <a:latin typeface="Times New Roman"/>
                <a:cs typeface="Times New Roman"/>
              </a:rPr>
              <a:t> </a:t>
            </a:r>
            <a:r>
              <a:rPr sz="2400" spc="-25">
                <a:latin typeface="Times New Roman"/>
                <a:cs typeface="Times New Roman"/>
              </a:rPr>
              <a:t>as</a:t>
            </a:r>
            <a:endParaRPr sz="2400">
              <a:latin typeface="Times New Roman"/>
              <a:cs typeface="Times New Roman"/>
            </a:endParaRPr>
          </a:p>
          <a:p>
            <a:pPr marR="306070" algn="ctr"/>
            <a:r>
              <a:rPr sz="2400">
                <a:latin typeface="Times New Roman"/>
                <a:cs typeface="Times New Roman"/>
              </a:rPr>
              <a:t>it</a:t>
            </a:r>
            <a:r>
              <a:rPr sz="2400" spc="-40">
                <a:latin typeface="Times New Roman"/>
                <a:cs typeface="Times New Roman"/>
              </a:rPr>
              <a:t> </a:t>
            </a:r>
            <a:r>
              <a:rPr sz="2400">
                <a:latin typeface="Times New Roman"/>
                <a:cs typeface="Times New Roman"/>
              </a:rPr>
              <a:t>performs operation</a:t>
            </a:r>
            <a:r>
              <a:rPr sz="2400" spc="-45">
                <a:latin typeface="Times New Roman"/>
                <a:cs typeface="Times New Roman"/>
              </a:rPr>
              <a:t> </a:t>
            </a:r>
            <a:r>
              <a:rPr sz="2400">
                <a:latin typeface="Times New Roman"/>
                <a:cs typeface="Times New Roman"/>
              </a:rPr>
              <a:t>on</a:t>
            </a:r>
            <a:r>
              <a:rPr sz="2400" spc="-10">
                <a:latin typeface="Times New Roman"/>
                <a:cs typeface="Times New Roman"/>
              </a:rPr>
              <a:t> </a:t>
            </a:r>
            <a:r>
              <a:rPr sz="2400">
                <a:latin typeface="Times New Roman"/>
                <a:cs typeface="Times New Roman"/>
              </a:rPr>
              <a:t>bits</a:t>
            </a:r>
            <a:r>
              <a:rPr sz="2400" spc="-20">
                <a:latin typeface="Times New Roman"/>
                <a:cs typeface="Times New Roman"/>
              </a:rPr>
              <a:t> </a:t>
            </a:r>
            <a:r>
              <a:rPr sz="2400">
                <a:latin typeface="Times New Roman"/>
                <a:cs typeface="Times New Roman"/>
              </a:rPr>
              <a:t>instead</a:t>
            </a:r>
            <a:r>
              <a:rPr sz="2400" spc="-30">
                <a:latin typeface="Times New Roman"/>
                <a:cs typeface="Times New Roman"/>
              </a:rPr>
              <a:t> </a:t>
            </a:r>
            <a:r>
              <a:rPr sz="2400">
                <a:latin typeface="Times New Roman"/>
                <a:cs typeface="Times New Roman"/>
              </a:rPr>
              <a:t>of</a:t>
            </a:r>
            <a:r>
              <a:rPr sz="2400" spc="-20">
                <a:latin typeface="Times New Roman"/>
                <a:cs typeface="Times New Roman"/>
              </a:rPr>
              <a:t> </a:t>
            </a:r>
            <a:r>
              <a:rPr sz="2400">
                <a:latin typeface="Times New Roman"/>
                <a:cs typeface="Times New Roman"/>
              </a:rPr>
              <a:t>bytes,</a:t>
            </a:r>
            <a:r>
              <a:rPr sz="2400" spc="-20">
                <a:latin typeface="Times New Roman"/>
                <a:cs typeface="Times New Roman"/>
              </a:rPr>
              <a:t> </a:t>
            </a:r>
            <a:r>
              <a:rPr sz="2400">
                <a:latin typeface="Times New Roman"/>
                <a:cs typeface="Times New Roman"/>
              </a:rPr>
              <a:t>chars,</a:t>
            </a:r>
            <a:r>
              <a:rPr sz="2400" spc="-20">
                <a:latin typeface="Times New Roman"/>
                <a:cs typeface="Times New Roman"/>
              </a:rPr>
              <a:t> </a:t>
            </a:r>
            <a:r>
              <a:rPr sz="2400">
                <a:latin typeface="Times New Roman"/>
                <a:cs typeface="Times New Roman"/>
              </a:rPr>
              <a:t>integers,</a:t>
            </a:r>
            <a:r>
              <a:rPr sz="2400" spc="-40">
                <a:latin typeface="Times New Roman"/>
                <a:cs typeface="Times New Roman"/>
              </a:rPr>
              <a:t> </a:t>
            </a:r>
            <a:r>
              <a:rPr sz="2400" spc="-20">
                <a:latin typeface="Times New Roman"/>
                <a:cs typeface="Times New Roman"/>
              </a:rPr>
              <a:t>etc.</a:t>
            </a:r>
            <a:endParaRPr sz="2400">
              <a:latin typeface="Times New Roman"/>
              <a:cs typeface="Times New Roman"/>
            </a:endParaRPr>
          </a:p>
          <a:p>
            <a:pPr marL="1450975" algn="ctr">
              <a:spcBef>
                <a:spcPts val="1055"/>
              </a:spcBef>
              <a:tabLst>
                <a:tab pos="2211705" algn="l"/>
                <a:tab pos="2944495" algn="l"/>
                <a:tab pos="3944620" algn="l"/>
              </a:tabLst>
            </a:pPr>
            <a:r>
              <a:rPr sz="2800" spc="-25">
                <a:solidFill>
                  <a:srgbClr val="C00000"/>
                </a:solidFill>
                <a:latin typeface="Times New Roman"/>
                <a:cs typeface="Times New Roman"/>
              </a:rPr>
              <a:t>Ex:</a:t>
            </a:r>
            <a:r>
              <a:rPr sz="2800">
                <a:solidFill>
                  <a:srgbClr val="C00000"/>
                </a:solidFill>
                <a:latin typeface="Times New Roman"/>
                <a:cs typeface="Times New Roman"/>
              </a:rPr>
              <a:t>	</a:t>
            </a:r>
            <a:r>
              <a:rPr sz="2800" spc="-25">
                <a:solidFill>
                  <a:srgbClr val="C00000"/>
                </a:solidFill>
                <a:latin typeface="Times New Roman"/>
                <a:cs typeface="Times New Roman"/>
              </a:rPr>
              <a:t>x=2</a:t>
            </a:r>
            <a:r>
              <a:rPr sz="2800">
                <a:solidFill>
                  <a:srgbClr val="C00000"/>
                </a:solidFill>
                <a:latin typeface="Times New Roman"/>
                <a:cs typeface="Times New Roman"/>
              </a:rPr>
              <a:t>	</a:t>
            </a:r>
            <a:r>
              <a:rPr sz="2800" spc="-25">
                <a:solidFill>
                  <a:srgbClr val="C00000"/>
                </a:solidFill>
                <a:latin typeface="Times New Roman"/>
                <a:cs typeface="Times New Roman"/>
              </a:rPr>
              <a:t>y=3</a:t>
            </a:r>
            <a:r>
              <a:rPr sz="2800">
                <a:solidFill>
                  <a:srgbClr val="C00000"/>
                </a:solidFill>
                <a:latin typeface="Times New Roman"/>
                <a:cs typeface="Times New Roman"/>
              </a:rPr>
              <a:t>	</a:t>
            </a:r>
            <a:r>
              <a:rPr sz="2800" spc="-25">
                <a:solidFill>
                  <a:srgbClr val="C00000"/>
                </a:solidFill>
                <a:latin typeface="Times New Roman"/>
                <a:cs typeface="Times New Roman"/>
              </a:rPr>
              <a:t>x|y</a:t>
            </a:r>
            <a:endParaRPr sz="2800">
              <a:latin typeface="Times New Roman"/>
              <a:cs typeface="Times New Roman"/>
            </a:endParaRPr>
          </a:p>
          <a:p>
            <a:pPr marL="1708785" algn="ctr">
              <a:spcBef>
                <a:spcPts val="855"/>
              </a:spcBef>
            </a:pPr>
            <a:r>
              <a:rPr sz="2800">
                <a:solidFill>
                  <a:srgbClr val="C00000"/>
                </a:solidFill>
                <a:latin typeface="Times New Roman"/>
                <a:cs typeface="Times New Roman"/>
              </a:rPr>
              <a:t>0</a:t>
            </a:r>
            <a:r>
              <a:rPr sz="2800" spc="-20">
                <a:solidFill>
                  <a:srgbClr val="C00000"/>
                </a:solidFill>
                <a:latin typeface="Times New Roman"/>
                <a:cs typeface="Times New Roman"/>
              </a:rPr>
              <a:t> </a:t>
            </a:r>
            <a:r>
              <a:rPr sz="2800">
                <a:solidFill>
                  <a:srgbClr val="C00000"/>
                </a:solidFill>
                <a:latin typeface="Times New Roman"/>
                <a:cs typeface="Times New Roman"/>
              </a:rPr>
              <a:t>0</a:t>
            </a:r>
            <a:r>
              <a:rPr sz="2800" spc="-15">
                <a:solidFill>
                  <a:srgbClr val="C00000"/>
                </a:solidFill>
                <a:latin typeface="Times New Roman"/>
                <a:cs typeface="Times New Roman"/>
              </a:rPr>
              <a:t> </a:t>
            </a:r>
            <a:r>
              <a:rPr sz="2800">
                <a:solidFill>
                  <a:srgbClr val="C00000"/>
                </a:solidFill>
                <a:latin typeface="Times New Roman"/>
                <a:cs typeface="Times New Roman"/>
              </a:rPr>
              <a:t>1</a:t>
            </a:r>
            <a:r>
              <a:rPr sz="2800" spc="-20">
                <a:solidFill>
                  <a:srgbClr val="C00000"/>
                </a:solidFill>
                <a:latin typeface="Times New Roman"/>
                <a:cs typeface="Times New Roman"/>
              </a:rPr>
              <a:t> </a:t>
            </a:r>
            <a:r>
              <a:rPr sz="2800" spc="-50">
                <a:solidFill>
                  <a:srgbClr val="C00000"/>
                </a:solidFill>
                <a:latin typeface="Times New Roman"/>
                <a:cs typeface="Times New Roman"/>
              </a:rPr>
              <a:t>0</a:t>
            </a:r>
            <a:endParaRPr sz="2800">
              <a:latin typeface="Times New Roman"/>
              <a:cs typeface="Times New Roman"/>
            </a:endParaRPr>
          </a:p>
          <a:p>
            <a:pPr marL="2150110" algn="ctr">
              <a:spcBef>
                <a:spcPts val="670"/>
              </a:spcBef>
              <a:tabLst>
                <a:tab pos="2971165" algn="l"/>
                <a:tab pos="5210810" algn="l"/>
              </a:tabLst>
            </a:pPr>
            <a:r>
              <a:rPr sz="2800" u="sng">
                <a:solidFill>
                  <a:srgbClr val="C00000"/>
                </a:solidFill>
                <a:uFill>
                  <a:solidFill>
                    <a:srgbClr val="497DBA"/>
                  </a:solidFill>
                </a:uFill>
                <a:latin typeface="Times New Roman"/>
                <a:cs typeface="Times New Roman"/>
              </a:rPr>
              <a:t>	0</a:t>
            </a:r>
            <a:r>
              <a:rPr sz="2800" u="sng" spc="-20">
                <a:solidFill>
                  <a:srgbClr val="C00000"/>
                </a:solidFill>
                <a:uFill>
                  <a:solidFill>
                    <a:srgbClr val="497DBA"/>
                  </a:solidFill>
                </a:uFill>
                <a:latin typeface="Times New Roman"/>
                <a:cs typeface="Times New Roman"/>
              </a:rPr>
              <a:t> </a:t>
            </a:r>
            <a:r>
              <a:rPr sz="2800" u="sng">
                <a:solidFill>
                  <a:srgbClr val="C00000"/>
                </a:solidFill>
                <a:uFill>
                  <a:solidFill>
                    <a:srgbClr val="497DBA"/>
                  </a:solidFill>
                </a:uFill>
                <a:latin typeface="Times New Roman"/>
                <a:cs typeface="Times New Roman"/>
              </a:rPr>
              <a:t>0</a:t>
            </a:r>
            <a:r>
              <a:rPr sz="2800" u="sng" spc="-15">
                <a:solidFill>
                  <a:srgbClr val="C00000"/>
                </a:solidFill>
                <a:uFill>
                  <a:solidFill>
                    <a:srgbClr val="497DBA"/>
                  </a:solidFill>
                </a:uFill>
                <a:latin typeface="Times New Roman"/>
                <a:cs typeface="Times New Roman"/>
              </a:rPr>
              <a:t> </a:t>
            </a:r>
            <a:r>
              <a:rPr sz="2800" u="sng">
                <a:solidFill>
                  <a:srgbClr val="C00000"/>
                </a:solidFill>
                <a:uFill>
                  <a:solidFill>
                    <a:srgbClr val="497DBA"/>
                  </a:solidFill>
                </a:uFill>
                <a:latin typeface="Times New Roman"/>
                <a:cs typeface="Times New Roman"/>
              </a:rPr>
              <a:t>1</a:t>
            </a:r>
            <a:r>
              <a:rPr sz="2800" u="sng" spc="-20">
                <a:solidFill>
                  <a:srgbClr val="C00000"/>
                </a:solidFill>
                <a:uFill>
                  <a:solidFill>
                    <a:srgbClr val="497DBA"/>
                  </a:solidFill>
                </a:uFill>
                <a:latin typeface="Times New Roman"/>
                <a:cs typeface="Times New Roman"/>
              </a:rPr>
              <a:t> </a:t>
            </a:r>
            <a:r>
              <a:rPr sz="2800" u="sng" spc="-50">
                <a:solidFill>
                  <a:srgbClr val="C00000"/>
                </a:solidFill>
                <a:uFill>
                  <a:solidFill>
                    <a:srgbClr val="497DBA"/>
                  </a:solidFill>
                </a:uFill>
                <a:latin typeface="Times New Roman"/>
                <a:cs typeface="Times New Roman"/>
              </a:rPr>
              <a:t>1</a:t>
            </a:r>
            <a:r>
              <a:rPr sz="2800" u="sng">
                <a:solidFill>
                  <a:srgbClr val="C00000"/>
                </a:solidFill>
                <a:uFill>
                  <a:solidFill>
                    <a:srgbClr val="497DBA"/>
                  </a:solidFill>
                </a:uFill>
                <a:latin typeface="Times New Roman"/>
                <a:cs typeface="Times New Roman"/>
              </a:rPr>
              <a:t>	</a:t>
            </a:r>
            <a:endParaRPr sz="2800">
              <a:latin typeface="Times New Roman"/>
              <a:cs typeface="Times New Roman"/>
            </a:endParaRPr>
          </a:p>
          <a:p>
            <a:pPr marL="593725" algn="ctr">
              <a:spcBef>
                <a:spcPts val="670"/>
              </a:spcBef>
              <a:tabLst>
                <a:tab pos="1664335" algn="l"/>
              </a:tabLst>
            </a:pPr>
            <a:r>
              <a:rPr sz="2800" spc="-20">
                <a:solidFill>
                  <a:srgbClr val="C00000"/>
                </a:solidFill>
                <a:latin typeface="Times New Roman"/>
                <a:cs typeface="Times New Roman"/>
              </a:rPr>
              <a:t>x|y=</a:t>
            </a:r>
            <a:r>
              <a:rPr sz="2800">
                <a:solidFill>
                  <a:srgbClr val="C00000"/>
                </a:solidFill>
                <a:latin typeface="Times New Roman"/>
                <a:cs typeface="Times New Roman"/>
              </a:rPr>
              <a:t>	0</a:t>
            </a:r>
            <a:r>
              <a:rPr sz="2800" spc="-20">
                <a:solidFill>
                  <a:srgbClr val="C00000"/>
                </a:solidFill>
                <a:latin typeface="Times New Roman"/>
                <a:cs typeface="Times New Roman"/>
              </a:rPr>
              <a:t> </a:t>
            </a:r>
            <a:r>
              <a:rPr sz="2800">
                <a:solidFill>
                  <a:srgbClr val="C00000"/>
                </a:solidFill>
                <a:latin typeface="Times New Roman"/>
                <a:cs typeface="Times New Roman"/>
              </a:rPr>
              <a:t>0</a:t>
            </a:r>
            <a:r>
              <a:rPr sz="2800" spc="-15">
                <a:solidFill>
                  <a:srgbClr val="C00000"/>
                </a:solidFill>
                <a:latin typeface="Times New Roman"/>
                <a:cs typeface="Times New Roman"/>
              </a:rPr>
              <a:t> </a:t>
            </a:r>
            <a:r>
              <a:rPr sz="2800">
                <a:solidFill>
                  <a:srgbClr val="C00000"/>
                </a:solidFill>
                <a:latin typeface="Times New Roman"/>
                <a:cs typeface="Times New Roman"/>
              </a:rPr>
              <a:t>1</a:t>
            </a:r>
            <a:r>
              <a:rPr sz="2800" spc="-20">
                <a:solidFill>
                  <a:srgbClr val="C00000"/>
                </a:solidFill>
                <a:latin typeface="Times New Roman"/>
                <a:cs typeface="Times New Roman"/>
              </a:rPr>
              <a:t> </a:t>
            </a:r>
            <a:r>
              <a:rPr sz="2800" spc="-50">
                <a:solidFill>
                  <a:srgbClr val="C00000"/>
                </a:solidFill>
                <a:latin typeface="Times New Roman"/>
                <a:cs typeface="Times New Roman"/>
              </a:rPr>
              <a:t>1</a:t>
            </a:r>
            <a:endParaRPr sz="2800">
              <a:latin typeface="Times New Roman"/>
              <a:cs typeface="Times New Roman"/>
            </a:endParaRPr>
          </a:p>
          <a:p>
            <a:pPr>
              <a:spcBef>
                <a:spcPts val="25"/>
              </a:spcBef>
            </a:pPr>
            <a:endParaRPr sz="4000">
              <a:latin typeface="Times New Roman"/>
              <a:cs typeface="Times New Roman"/>
            </a:endParaRPr>
          </a:p>
          <a:p>
            <a:pPr marL="355600" indent="-342900">
              <a:spcBef>
                <a:spcPts val="5"/>
              </a:spcBef>
              <a:buFont typeface="Arial"/>
              <a:buChar char="•"/>
              <a:tabLst>
                <a:tab pos="354965" algn="l"/>
                <a:tab pos="355600" algn="l"/>
              </a:tabLst>
            </a:pPr>
            <a:r>
              <a:rPr sz="2400">
                <a:latin typeface="Times New Roman"/>
                <a:cs typeface="Times New Roman"/>
              </a:rPr>
              <a:t>The</a:t>
            </a:r>
            <a:r>
              <a:rPr sz="2400" spc="-40">
                <a:latin typeface="Times New Roman"/>
                <a:cs typeface="Times New Roman"/>
              </a:rPr>
              <a:t> </a:t>
            </a:r>
            <a:r>
              <a:rPr sz="2400">
                <a:solidFill>
                  <a:srgbClr val="C00000"/>
                </a:solidFill>
                <a:latin typeface="Times New Roman"/>
                <a:cs typeface="Times New Roman"/>
              </a:rPr>
              <a:t>bitwise</a:t>
            </a:r>
            <a:r>
              <a:rPr sz="2400" spc="-35">
                <a:solidFill>
                  <a:srgbClr val="C00000"/>
                </a:solidFill>
                <a:latin typeface="Times New Roman"/>
                <a:cs typeface="Times New Roman"/>
              </a:rPr>
              <a:t> </a:t>
            </a:r>
            <a:r>
              <a:rPr sz="2400">
                <a:solidFill>
                  <a:srgbClr val="C00000"/>
                </a:solidFill>
                <a:latin typeface="Times New Roman"/>
                <a:cs typeface="Times New Roman"/>
              </a:rPr>
              <a:t>XOR</a:t>
            </a:r>
            <a:r>
              <a:rPr sz="2400" spc="5">
                <a:solidFill>
                  <a:srgbClr val="C00000"/>
                </a:solidFill>
                <a:latin typeface="Times New Roman"/>
                <a:cs typeface="Times New Roman"/>
              </a:rPr>
              <a:t> </a:t>
            </a:r>
            <a:r>
              <a:rPr sz="2400">
                <a:latin typeface="Times New Roman"/>
                <a:cs typeface="Times New Roman"/>
              </a:rPr>
              <a:t>operator</a:t>
            </a:r>
            <a:r>
              <a:rPr sz="2400" spc="-30">
                <a:latin typeface="Times New Roman"/>
                <a:cs typeface="Times New Roman"/>
              </a:rPr>
              <a:t> </a:t>
            </a:r>
            <a:r>
              <a:rPr sz="2400">
                <a:latin typeface="Times New Roman"/>
                <a:cs typeface="Times New Roman"/>
              </a:rPr>
              <a:t>(^)</a:t>
            </a:r>
            <a:r>
              <a:rPr sz="2400" spc="-20">
                <a:latin typeface="Times New Roman"/>
                <a:cs typeface="Times New Roman"/>
              </a:rPr>
              <a:t> </a:t>
            </a:r>
            <a:r>
              <a:rPr sz="2400">
                <a:latin typeface="Times New Roman"/>
                <a:cs typeface="Times New Roman"/>
              </a:rPr>
              <a:t>performs</a:t>
            </a:r>
            <a:r>
              <a:rPr sz="2400" spc="-5">
                <a:latin typeface="Times New Roman"/>
                <a:cs typeface="Times New Roman"/>
              </a:rPr>
              <a:t> </a:t>
            </a:r>
            <a:r>
              <a:rPr sz="2400">
                <a:latin typeface="Times New Roman"/>
                <a:cs typeface="Times New Roman"/>
              </a:rPr>
              <a:t>operation</a:t>
            </a:r>
            <a:r>
              <a:rPr sz="2400" spc="-45">
                <a:latin typeface="Times New Roman"/>
                <a:cs typeface="Times New Roman"/>
              </a:rPr>
              <a:t> </a:t>
            </a:r>
            <a:r>
              <a:rPr sz="2400">
                <a:latin typeface="Times New Roman"/>
                <a:cs typeface="Times New Roman"/>
              </a:rPr>
              <a:t>on</a:t>
            </a:r>
            <a:r>
              <a:rPr sz="2400" spc="-15">
                <a:latin typeface="Times New Roman"/>
                <a:cs typeface="Times New Roman"/>
              </a:rPr>
              <a:t> </a:t>
            </a:r>
            <a:r>
              <a:rPr sz="2400">
                <a:latin typeface="Times New Roman"/>
                <a:cs typeface="Times New Roman"/>
              </a:rPr>
              <a:t>individual</a:t>
            </a:r>
            <a:r>
              <a:rPr sz="2400" spc="-45">
                <a:latin typeface="Times New Roman"/>
                <a:cs typeface="Times New Roman"/>
              </a:rPr>
              <a:t> </a:t>
            </a:r>
            <a:r>
              <a:rPr sz="2400">
                <a:latin typeface="Times New Roman"/>
                <a:cs typeface="Times New Roman"/>
              </a:rPr>
              <a:t>bits</a:t>
            </a:r>
            <a:r>
              <a:rPr sz="2400" spc="-35">
                <a:latin typeface="Times New Roman"/>
                <a:cs typeface="Times New Roman"/>
              </a:rPr>
              <a:t> </a:t>
            </a:r>
            <a:r>
              <a:rPr sz="2400" spc="-25">
                <a:latin typeface="Times New Roman"/>
                <a:cs typeface="Times New Roman"/>
              </a:rPr>
              <a:t>of</a:t>
            </a:r>
            <a:endParaRPr sz="2400">
              <a:latin typeface="Times New Roman"/>
              <a:cs typeface="Times New Roman"/>
            </a:endParaRPr>
          </a:p>
        </p:txBody>
      </p:sp>
      <p:graphicFrame>
        <p:nvGraphicFramePr>
          <p:cNvPr id="4" name="object 4"/>
          <p:cNvGraphicFramePr>
            <a:graphicFrameLocks noGrp="1"/>
          </p:cNvGraphicFramePr>
          <p:nvPr/>
        </p:nvGraphicFramePr>
        <p:xfrm>
          <a:off x="2127250" y="1593850"/>
          <a:ext cx="2895600" cy="1978660"/>
        </p:xfrm>
        <a:graphic>
          <a:graphicData uri="http://schemas.openxmlformats.org/drawingml/2006/table">
            <a:tbl>
              <a:tblPr firstRow="1" bandRow="1">
                <a:tableStyleId>{2D5ABB26-0587-4C30-8999-92F81FD0307C}</a:tableStyleId>
              </a:tblPr>
              <a:tblGrid>
                <a:gridCol w="965200">
                  <a:extLst>
                    <a:ext uri="{9D8B030D-6E8A-4147-A177-3AD203B41FA5}">
                      <a16:colId xmlns:a16="http://schemas.microsoft.com/office/drawing/2014/main" val="20000"/>
                    </a:ext>
                  </a:extLst>
                </a:gridCol>
                <a:gridCol w="965200">
                  <a:extLst>
                    <a:ext uri="{9D8B030D-6E8A-4147-A177-3AD203B41FA5}">
                      <a16:colId xmlns:a16="http://schemas.microsoft.com/office/drawing/2014/main" val="20001"/>
                    </a:ext>
                  </a:extLst>
                </a:gridCol>
                <a:gridCol w="965200">
                  <a:extLst>
                    <a:ext uri="{9D8B030D-6E8A-4147-A177-3AD203B41FA5}">
                      <a16:colId xmlns:a16="http://schemas.microsoft.com/office/drawing/2014/main" val="20002"/>
                    </a:ext>
                  </a:extLst>
                </a:gridCol>
              </a:tblGrid>
              <a:tr h="395605">
                <a:tc>
                  <a:txBody>
                    <a:bodyPr/>
                    <a:lstStyle/>
                    <a:p>
                      <a:pPr marL="635" algn="ctr">
                        <a:lnSpc>
                          <a:spcPct val="100000"/>
                        </a:lnSpc>
                        <a:spcBef>
                          <a:spcPts val="295"/>
                        </a:spcBef>
                      </a:pPr>
                      <a:r>
                        <a:rPr sz="2000">
                          <a:solidFill>
                            <a:srgbClr val="C00000"/>
                          </a:solidFill>
                          <a:latin typeface="Times New Roman"/>
                          <a:cs typeface="Times New Roman"/>
                        </a:rPr>
                        <a:t>A</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295"/>
                        </a:spcBef>
                      </a:pPr>
                      <a:r>
                        <a:rPr sz="2000">
                          <a:solidFill>
                            <a:srgbClr val="C00000"/>
                          </a:solidFill>
                          <a:latin typeface="Times New Roman"/>
                          <a:cs typeface="Times New Roman"/>
                        </a:rPr>
                        <a:t>B</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295"/>
                        </a:spcBef>
                      </a:pPr>
                      <a:r>
                        <a:rPr sz="2000">
                          <a:solidFill>
                            <a:srgbClr val="C00000"/>
                          </a:solidFill>
                          <a:latin typeface="Times New Roman"/>
                          <a:cs typeface="Times New Roman"/>
                        </a:rPr>
                        <a:t>A</a:t>
                      </a:r>
                      <a:r>
                        <a:rPr sz="2000" spc="-125">
                          <a:solidFill>
                            <a:srgbClr val="C00000"/>
                          </a:solidFill>
                          <a:latin typeface="Times New Roman"/>
                          <a:cs typeface="Times New Roman"/>
                        </a:rPr>
                        <a:t> </a:t>
                      </a:r>
                      <a:r>
                        <a:rPr sz="2000">
                          <a:solidFill>
                            <a:srgbClr val="C00000"/>
                          </a:solidFill>
                          <a:latin typeface="Times New Roman"/>
                          <a:cs typeface="Times New Roman"/>
                        </a:rPr>
                        <a:t>| </a:t>
                      </a:r>
                      <a:r>
                        <a:rPr sz="2000" spc="-50">
                          <a:solidFill>
                            <a:srgbClr val="C00000"/>
                          </a:solidFill>
                          <a:latin typeface="Times New Roman"/>
                          <a:cs typeface="Times New Roman"/>
                        </a:rPr>
                        <a:t>B</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95605">
                <a:tc>
                  <a:txBody>
                    <a:bodyPr/>
                    <a:lstStyle/>
                    <a:p>
                      <a:pPr algn="ctr">
                        <a:lnSpc>
                          <a:spcPct val="100000"/>
                        </a:lnSpc>
                        <a:spcBef>
                          <a:spcPts val="295"/>
                        </a:spcBef>
                      </a:pPr>
                      <a:r>
                        <a:rPr sz="2000">
                          <a:solidFill>
                            <a:srgbClr val="C00000"/>
                          </a:solidFill>
                          <a:latin typeface="Times New Roman"/>
                          <a:cs typeface="Times New Roman"/>
                        </a:rPr>
                        <a:t>0</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95"/>
                        </a:spcBef>
                      </a:pPr>
                      <a:r>
                        <a:rPr sz="2000">
                          <a:solidFill>
                            <a:srgbClr val="C00000"/>
                          </a:solidFill>
                          <a:latin typeface="Times New Roman"/>
                          <a:cs typeface="Times New Roman"/>
                        </a:rPr>
                        <a:t>0</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95"/>
                        </a:spcBef>
                      </a:pPr>
                      <a:r>
                        <a:rPr sz="2000">
                          <a:solidFill>
                            <a:srgbClr val="C00000"/>
                          </a:solidFill>
                          <a:latin typeface="Times New Roman"/>
                          <a:cs typeface="Times New Roman"/>
                        </a:rPr>
                        <a:t>0</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96240">
                <a:tc>
                  <a:txBody>
                    <a:bodyPr/>
                    <a:lstStyle/>
                    <a:p>
                      <a:pPr algn="ctr">
                        <a:lnSpc>
                          <a:spcPct val="100000"/>
                        </a:lnSpc>
                        <a:spcBef>
                          <a:spcPts val="295"/>
                        </a:spcBef>
                      </a:pPr>
                      <a:r>
                        <a:rPr sz="2000">
                          <a:solidFill>
                            <a:srgbClr val="C00000"/>
                          </a:solidFill>
                          <a:latin typeface="Times New Roman"/>
                          <a:cs typeface="Times New Roman"/>
                        </a:rPr>
                        <a:t>0</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95"/>
                        </a:spcBef>
                      </a:pPr>
                      <a:r>
                        <a:rPr sz="2000">
                          <a:solidFill>
                            <a:srgbClr val="C00000"/>
                          </a:solidFill>
                          <a:latin typeface="Times New Roman"/>
                          <a:cs typeface="Times New Roman"/>
                        </a:rPr>
                        <a:t>1</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95"/>
                        </a:spcBef>
                      </a:pPr>
                      <a:r>
                        <a:rPr sz="2000">
                          <a:solidFill>
                            <a:srgbClr val="C00000"/>
                          </a:solidFill>
                          <a:latin typeface="Times New Roman"/>
                          <a:cs typeface="Times New Roman"/>
                        </a:rPr>
                        <a:t>1</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95605">
                <a:tc>
                  <a:txBody>
                    <a:bodyPr/>
                    <a:lstStyle/>
                    <a:p>
                      <a:pPr algn="ctr">
                        <a:lnSpc>
                          <a:spcPct val="100000"/>
                        </a:lnSpc>
                        <a:spcBef>
                          <a:spcPts val="295"/>
                        </a:spcBef>
                      </a:pPr>
                      <a:r>
                        <a:rPr sz="2000">
                          <a:solidFill>
                            <a:srgbClr val="C00000"/>
                          </a:solidFill>
                          <a:latin typeface="Times New Roman"/>
                          <a:cs typeface="Times New Roman"/>
                        </a:rPr>
                        <a:t>1</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95"/>
                        </a:spcBef>
                      </a:pPr>
                      <a:r>
                        <a:rPr sz="2000">
                          <a:solidFill>
                            <a:srgbClr val="C00000"/>
                          </a:solidFill>
                          <a:latin typeface="Times New Roman"/>
                          <a:cs typeface="Times New Roman"/>
                        </a:rPr>
                        <a:t>0</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95"/>
                        </a:spcBef>
                      </a:pPr>
                      <a:r>
                        <a:rPr sz="2000">
                          <a:solidFill>
                            <a:srgbClr val="C00000"/>
                          </a:solidFill>
                          <a:latin typeface="Times New Roman"/>
                          <a:cs typeface="Times New Roman"/>
                        </a:rPr>
                        <a:t>1</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95605">
                <a:tc>
                  <a:txBody>
                    <a:bodyPr/>
                    <a:lstStyle/>
                    <a:p>
                      <a:pPr algn="ctr">
                        <a:lnSpc>
                          <a:spcPct val="100000"/>
                        </a:lnSpc>
                        <a:spcBef>
                          <a:spcPts val="295"/>
                        </a:spcBef>
                      </a:pPr>
                      <a:r>
                        <a:rPr sz="2000">
                          <a:solidFill>
                            <a:srgbClr val="C00000"/>
                          </a:solidFill>
                          <a:latin typeface="Times New Roman"/>
                          <a:cs typeface="Times New Roman"/>
                        </a:rPr>
                        <a:t>1</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95"/>
                        </a:spcBef>
                      </a:pPr>
                      <a:r>
                        <a:rPr sz="2000">
                          <a:solidFill>
                            <a:srgbClr val="C00000"/>
                          </a:solidFill>
                          <a:latin typeface="Times New Roman"/>
                          <a:cs typeface="Times New Roman"/>
                        </a:rPr>
                        <a:t>1</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95"/>
                        </a:spcBef>
                      </a:pPr>
                      <a:r>
                        <a:rPr sz="2000">
                          <a:solidFill>
                            <a:srgbClr val="C00000"/>
                          </a:solidFill>
                          <a:latin typeface="Times New Roman"/>
                          <a:cs typeface="Times New Roman"/>
                        </a:rPr>
                        <a:t>1</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bl>
          </a:graphicData>
        </a:graphic>
      </p:graphicFrame>
      <p:graphicFrame>
        <p:nvGraphicFramePr>
          <p:cNvPr id="5" name="object 5"/>
          <p:cNvGraphicFramePr>
            <a:graphicFrameLocks noGrp="1"/>
          </p:cNvGraphicFramePr>
          <p:nvPr/>
        </p:nvGraphicFramePr>
        <p:xfrm>
          <a:off x="1822450" y="4718050"/>
          <a:ext cx="2286000" cy="1852930"/>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70205">
                <a:tc>
                  <a:txBody>
                    <a:bodyPr/>
                    <a:lstStyle/>
                    <a:p>
                      <a:pPr algn="ctr">
                        <a:lnSpc>
                          <a:spcPct val="100000"/>
                        </a:lnSpc>
                        <a:spcBef>
                          <a:spcPts val="325"/>
                        </a:spcBef>
                      </a:pPr>
                      <a:r>
                        <a:rPr sz="1800" b="1">
                          <a:solidFill>
                            <a:srgbClr val="C00000"/>
                          </a:solidFill>
                          <a:latin typeface="Times New Roman"/>
                          <a:cs typeface="Times New Roman"/>
                        </a:rPr>
                        <a:t>A</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325"/>
                        </a:spcBef>
                      </a:pPr>
                      <a:r>
                        <a:rPr sz="1800" b="1">
                          <a:solidFill>
                            <a:srgbClr val="C00000"/>
                          </a:solidFill>
                          <a:latin typeface="Times New Roman"/>
                          <a:cs typeface="Times New Roman"/>
                        </a:rPr>
                        <a:t>B</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325"/>
                        </a:spcBef>
                      </a:pPr>
                      <a:r>
                        <a:rPr sz="1800" b="1" spc="-20">
                          <a:solidFill>
                            <a:srgbClr val="C00000"/>
                          </a:solidFill>
                          <a:latin typeface="Times New Roman"/>
                          <a:cs typeface="Times New Roman"/>
                        </a:rPr>
                        <a:t>A</a:t>
                      </a:r>
                      <a:r>
                        <a:rPr sz="1800" b="1" spc="-105">
                          <a:solidFill>
                            <a:srgbClr val="C00000"/>
                          </a:solidFill>
                          <a:latin typeface="Times New Roman"/>
                          <a:cs typeface="Times New Roman"/>
                        </a:rPr>
                        <a:t> </a:t>
                      </a:r>
                      <a:r>
                        <a:rPr sz="1800" b="1">
                          <a:solidFill>
                            <a:srgbClr val="C00000"/>
                          </a:solidFill>
                          <a:latin typeface="Times New Roman"/>
                          <a:cs typeface="Times New Roman"/>
                        </a:rPr>
                        <a:t>^</a:t>
                      </a:r>
                      <a:r>
                        <a:rPr sz="1800" b="1" spc="5">
                          <a:solidFill>
                            <a:srgbClr val="C00000"/>
                          </a:solidFill>
                          <a:latin typeface="Times New Roman"/>
                          <a:cs typeface="Times New Roman"/>
                        </a:rPr>
                        <a:t> </a:t>
                      </a:r>
                      <a:r>
                        <a:rPr sz="1800" b="1" spc="-50">
                          <a:solidFill>
                            <a:srgbClr val="C00000"/>
                          </a:solidFill>
                          <a:latin typeface="Times New Roman"/>
                          <a:cs typeface="Times New Roman"/>
                        </a:rPr>
                        <a:t>B</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70840">
                <a:tc>
                  <a:txBody>
                    <a:bodyPr/>
                    <a:lstStyle/>
                    <a:p>
                      <a:pPr algn="ctr">
                        <a:lnSpc>
                          <a:spcPct val="100000"/>
                        </a:lnSpc>
                        <a:spcBef>
                          <a:spcPts val="330"/>
                        </a:spcBef>
                      </a:pPr>
                      <a:r>
                        <a:rPr sz="1800" b="1">
                          <a:solidFill>
                            <a:srgbClr val="C00000"/>
                          </a:solidFill>
                          <a:latin typeface="Times New Roman"/>
                          <a:cs typeface="Times New Roman"/>
                        </a:rPr>
                        <a:t>0</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30"/>
                        </a:spcBef>
                      </a:pPr>
                      <a:r>
                        <a:rPr sz="1800" b="1">
                          <a:solidFill>
                            <a:srgbClr val="C00000"/>
                          </a:solidFill>
                          <a:latin typeface="Times New Roman"/>
                          <a:cs typeface="Times New Roman"/>
                        </a:rPr>
                        <a:t>0</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30"/>
                        </a:spcBef>
                      </a:pPr>
                      <a:r>
                        <a:rPr sz="1800" b="1">
                          <a:solidFill>
                            <a:srgbClr val="C00000"/>
                          </a:solidFill>
                          <a:latin typeface="Times New Roman"/>
                          <a:cs typeface="Times New Roman"/>
                        </a:rPr>
                        <a:t>0</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70205">
                <a:tc>
                  <a:txBody>
                    <a:bodyPr/>
                    <a:lstStyle/>
                    <a:p>
                      <a:pPr algn="ctr">
                        <a:lnSpc>
                          <a:spcPct val="100000"/>
                        </a:lnSpc>
                        <a:spcBef>
                          <a:spcPts val="330"/>
                        </a:spcBef>
                      </a:pPr>
                      <a:r>
                        <a:rPr sz="1800" b="1">
                          <a:solidFill>
                            <a:srgbClr val="C00000"/>
                          </a:solidFill>
                          <a:latin typeface="Times New Roman"/>
                          <a:cs typeface="Times New Roman"/>
                        </a:rPr>
                        <a:t>0</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30"/>
                        </a:spcBef>
                      </a:pPr>
                      <a:r>
                        <a:rPr sz="1800" b="1">
                          <a:solidFill>
                            <a:srgbClr val="C00000"/>
                          </a:solidFill>
                          <a:latin typeface="Times New Roman"/>
                          <a:cs typeface="Times New Roman"/>
                        </a:rPr>
                        <a:t>1</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30"/>
                        </a:spcBef>
                      </a:pPr>
                      <a:r>
                        <a:rPr sz="1800" b="1">
                          <a:solidFill>
                            <a:srgbClr val="C00000"/>
                          </a:solidFill>
                          <a:latin typeface="Times New Roman"/>
                          <a:cs typeface="Times New Roman"/>
                        </a:rPr>
                        <a:t>1</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70840">
                <a:tc>
                  <a:txBody>
                    <a:bodyPr/>
                    <a:lstStyle/>
                    <a:p>
                      <a:pPr algn="ctr">
                        <a:lnSpc>
                          <a:spcPct val="100000"/>
                        </a:lnSpc>
                        <a:spcBef>
                          <a:spcPts val="325"/>
                        </a:spcBef>
                      </a:pPr>
                      <a:r>
                        <a:rPr sz="1800" b="1">
                          <a:solidFill>
                            <a:srgbClr val="C00000"/>
                          </a:solidFill>
                          <a:latin typeface="Times New Roman"/>
                          <a:cs typeface="Times New Roman"/>
                        </a:rPr>
                        <a:t>1</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25"/>
                        </a:spcBef>
                      </a:pPr>
                      <a:r>
                        <a:rPr sz="1800" b="1">
                          <a:solidFill>
                            <a:srgbClr val="C00000"/>
                          </a:solidFill>
                          <a:latin typeface="Times New Roman"/>
                          <a:cs typeface="Times New Roman"/>
                        </a:rPr>
                        <a:t>0</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25"/>
                        </a:spcBef>
                      </a:pPr>
                      <a:r>
                        <a:rPr sz="1800" b="1">
                          <a:solidFill>
                            <a:srgbClr val="C00000"/>
                          </a:solidFill>
                          <a:latin typeface="Times New Roman"/>
                          <a:cs typeface="Times New Roman"/>
                        </a:rPr>
                        <a:t>1</a:t>
                      </a:r>
                      <a:endParaRPr sz="180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70840">
                <a:tc>
                  <a:txBody>
                    <a:bodyPr/>
                    <a:lstStyle/>
                    <a:p>
                      <a:pPr algn="ctr">
                        <a:lnSpc>
                          <a:spcPct val="100000"/>
                        </a:lnSpc>
                        <a:spcBef>
                          <a:spcPts val="330"/>
                        </a:spcBef>
                      </a:pPr>
                      <a:r>
                        <a:rPr sz="1800" b="1">
                          <a:solidFill>
                            <a:srgbClr val="C00000"/>
                          </a:solidFill>
                          <a:latin typeface="Times New Roman"/>
                          <a:cs typeface="Times New Roman"/>
                        </a:rPr>
                        <a:t>1</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30"/>
                        </a:spcBef>
                      </a:pPr>
                      <a:r>
                        <a:rPr sz="1800" b="1">
                          <a:solidFill>
                            <a:srgbClr val="C00000"/>
                          </a:solidFill>
                          <a:latin typeface="Times New Roman"/>
                          <a:cs typeface="Times New Roman"/>
                        </a:rPr>
                        <a:t>1</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30"/>
                        </a:spcBef>
                      </a:pPr>
                      <a:r>
                        <a:rPr sz="1800" b="1">
                          <a:solidFill>
                            <a:srgbClr val="C00000"/>
                          </a:solidFill>
                          <a:latin typeface="Times New Roman"/>
                          <a:cs typeface="Times New Roman"/>
                        </a:rPr>
                        <a:t>0</a:t>
                      </a:r>
                      <a:endParaRPr sz="1800">
                        <a:latin typeface="Times New Roman"/>
                        <a:cs typeface="Times New Roman"/>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bl>
          </a:graphicData>
        </a:graphic>
      </p:graphicFrame>
      <p:sp>
        <p:nvSpPr>
          <p:cNvPr id="6" name="object 6"/>
          <p:cNvSpPr txBox="1"/>
          <p:nvPr/>
        </p:nvSpPr>
        <p:spPr>
          <a:xfrm>
            <a:off x="1945641" y="4366641"/>
            <a:ext cx="3840479" cy="391160"/>
          </a:xfrm>
          <a:prstGeom prst="rect">
            <a:avLst/>
          </a:prstGeom>
        </p:spPr>
        <p:txBody>
          <a:bodyPr vert="horz" wrap="square" lIns="0" tIns="12700" rIns="0" bIns="0" rtlCol="0">
            <a:spAutoFit/>
          </a:bodyPr>
          <a:lstStyle/>
          <a:p>
            <a:pPr marL="12700">
              <a:spcBef>
                <a:spcPts val="100"/>
              </a:spcBef>
              <a:tabLst>
                <a:tab pos="3403600" algn="l"/>
              </a:tabLst>
            </a:pPr>
            <a:r>
              <a:rPr sz="3600" baseline="1157">
                <a:latin typeface="Times New Roman"/>
                <a:cs typeface="Times New Roman"/>
              </a:rPr>
              <a:t>the</a:t>
            </a:r>
            <a:r>
              <a:rPr sz="3600" spc="-30" baseline="1157">
                <a:latin typeface="Times New Roman"/>
                <a:cs typeface="Times New Roman"/>
              </a:rPr>
              <a:t> </a:t>
            </a:r>
            <a:r>
              <a:rPr sz="3600" spc="-15" baseline="1157">
                <a:latin typeface="Times New Roman"/>
                <a:cs typeface="Times New Roman"/>
              </a:rPr>
              <a:t>operands.</a:t>
            </a:r>
            <a:r>
              <a:rPr sz="3600" baseline="1157">
                <a:latin typeface="Times New Roman"/>
                <a:cs typeface="Times New Roman"/>
              </a:rPr>
              <a:t>	</a:t>
            </a:r>
            <a:r>
              <a:rPr sz="2400" spc="-25">
                <a:solidFill>
                  <a:srgbClr val="C00000"/>
                </a:solidFill>
                <a:latin typeface="Times New Roman"/>
                <a:cs typeface="Times New Roman"/>
              </a:rPr>
              <a:t>Ex:</a:t>
            </a:r>
            <a:endParaRPr sz="2400">
              <a:latin typeface="Times New Roman"/>
              <a:cs typeface="Times New Roman"/>
            </a:endParaRPr>
          </a:p>
        </p:txBody>
      </p:sp>
      <p:sp>
        <p:nvSpPr>
          <p:cNvPr id="7" name="object 7"/>
          <p:cNvSpPr txBox="1"/>
          <p:nvPr/>
        </p:nvSpPr>
        <p:spPr>
          <a:xfrm>
            <a:off x="5986445" y="4366641"/>
            <a:ext cx="1959610" cy="756920"/>
          </a:xfrm>
          <a:prstGeom prst="rect">
            <a:avLst/>
          </a:prstGeom>
        </p:spPr>
        <p:txBody>
          <a:bodyPr vert="horz" wrap="square" lIns="0" tIns="12700" rIns="0" bIns="0" rtlCol="0">
            <a:spAutoFit/>
          </a:bodyPr>
          <a:lstStyle/>
          <a:p>
            <a:pPr marL="428625" marR="5080" indent="-416559">
              <a:spcBef>
                <a:spcPts val="100"/>
              </a:spcBef>
              <a:tabLst>
                <a:tab pos="641350" algn="l"/>
                <a:tab pos="1497965" algn="l"/>
              </a:tabLst>
            </a:pPr>
            <a:r>
              <a:rPr sz="2400" spc="-25">
                <a:solidFill>
                  <a:srgbClr val="C00000"/>
                </a:solidFill>
                <a:latin typeface="Times New Roman"/>
                <a:cs typeface="Times New Roman"/>
              </a:rPr>
              <a:t>x=2</a:t>
            </a:r>
            <a:r>
              <a:rPr sz="2400">
                <a:solidFill>
                  <a:srgbClr val="C00000"/>
                </a:solidFill>
                <a:latin typeface="Times New Roman"/>
                <a:cs typeface="Times New Roman"/>
              </a:rPr>
              <a:t>	</a:t>
            </a:r>
            <a:r>
              <a:rPr sz="2400" spc="-25">
                <a:solidFill>
                  <a:srgbClr val="C00000"/>
                </a:solidFill>
                <a:latin typeface="Times New Roman"/>
                <a:cs typeface="Times New Roman"/>
              </a:rPr>
              <a:t>y=3</a:t>
            </a:r>
            <a:r>
              <a:rPr sz="2400">
                <a:solidFill>
                  <a:srgbClr val="C00000"/>
                </a:solidFill>
                <a:latin typeface="Times New Roman"/>
                <a:cs typeface="Times New Roman"/>
              </a:rPr>
              <a:t>	</a:t>
            </a:r>
            <a:r>
              <a:rPr sz="2400" spc="-25">
                <a:solidFill>
                  <a:srgbClr val="C00000"/>
                </a:solidFill>
                <a:latin typeface="Times New Roman"/>
                <a:cs typeface="Times New Roman"/>
              </a:rPr>
              <a:t>x^y </a:t>
            </a:r>
            <a:r>
              <a:rPr sz="2400">
                <a:solidFill>
                  <a:srgbClr val="C00000"/>
                </a:solidFill>
                <a:latin typeface="Times New Roman"/>
                <a:cs typeface="Times New Roman"/>
              </a:rPr>
              <a:t>0 0 1 </a:t>
            </a:r>
            <a:r>
              <a:rPr sz="2400" spc="-50">
                <a:solidFill>
                  <a:srgbClr val="C00000"/>
                </a:solidFill>
                <a:latin typeface="Times New Roman"/>
                <a:cs typeface="Times New Roman"/>
              </a:rPr>
              <a:t>0</a:t>
            </a:r>
            <a:endParaRPr sz="2400">
              <a:latin typeface="Times New Roman"/>
              <a:cs typeface="Times New Roman"/>
            </a:endParaRPr>
          </a:p>
        </p:txBody>
      </p:sp>
      <p:sp>
        <p:nvSpPr>
          <p:cNvPr id="8" name="object 8"/>
          <p:cNvSpPr txBox="1"/>
          <p:nvPr/>
        </p:nvSpPr>
        <p:spPr>
          <a:xfrm>
            <a:off x="5337176" y="5098237"/>
            <a:ext cx="3216275" cy="1136208"/>
          </a:xfrm>
          <a:prstGeom prst="rect">
            <a:avLst/>
          </a:prstGeom>
        </p:spPr>
        <p:txBody>
          <a:bodyPr vert="horz" wrap="square" lIns="0" tIns="12700" rIns="0" bIns="0" rtlCol="0">
            <a:spAutoFit/>
          </a:bodyPr>
          <a:lstStyle/>
          <a:p>
            <a:pPr marL="219075">
              <a:spcBef>
                <a:spcPts val="100"/>
              </a:spcBef>
              <a:tabLst>
                <a:tab pos="1077595" algn="l"/>
                <a:tab pos="3202940" algn="l"/>
              </a:tabLst>
            </a:pPr>
            <a:r>
              <a:rPr sz="2400" u="sng">
                <a:solidFill>
                  <a:srgbClr val="C00000"/>
                </a:solidFill>
                <a:uFill>
                  <a:solidFill>
                    <a:srgbClr val="497DBA"/>
                  </a:solidFill>
                </a:uFill>
                <a:latin typeface="Times New Roman"/>
                <a:cs typeface="Times New Roman"/>
              </a:rPr>
              <a:t>	0</a:t>
            </a:r>
            <a:r>
              <a:rPr sz="2400" u="sng" spc="-5">
                <a:solidFill>
                  <a:srgbClr val="C00000"/>
                </a:solidFill>
                <a:uFill>
                  <a:solidFill>
                    <a:srgbClr val="497DBA"/>
                  </a:solidFill>
                </a:uFill>
                <a:latin typeface="Times New Roman"/>
                <a:cs typeface="Times New Roman"/>
              </a:rPr>
              <a:t> </a:t>
            </a:r>
            <a:r>
              <a:rPr sz="2400" u="sng">
                <a:solidFill>
                  <a:srgbClr val="C00000"/>
                </a:solidFill>
                <a:uFill>
                  <a:solidFill>
                    <a:srgbClr val="497DBA"/>
                  </a:solidFill>
                </a:uFill>
                <a:latin typeface="Times New Roman"/>
                <a:cs typeface="Times New Roman"/>
              </a:rPr>
              <a:t>0</a:t>
            </a:r>
            <a:r>
              <a:rPr sz="2400" u="sng" spc="-5">
                <a:solidFill>
                  <a:srgbClr val="C00000"/>
                </a:solidFill>
                <a:uFill>
                  <a:solidFill>
                    <a:srgbClr val="497DBA"/>
                  </a:solidFill>
                </a:uFill>
                <a:latin typeface="Times New Roman"/>
                <a:cs typeface="Times New Roman"/>
              </a:rPr>
              <a:t> </a:t>
            </a:r>
            <a:r>
              <a:rPr sz="2400" u="sng">
                <a:solidFill>
                  <a:srgbClr val="C00000"/>
                </a:solidFill>
                <a:uFill>
                  <a:solidFill>
                    <a:srgbClr val="497DBA"/>
                  </a:solidFill>
                </a:uFill>
                <a:latin typeface="Times New Roman"/>
                <a:cs typeface="Times New Roman"/>
              </a:rPr>
              <a:t>1</a:t>
            </a:r>
            <a:r>
              <a:rPr sz="2400" u="sng" spc="-5">
                <a:solidFill>
                  <a:srgbClr val="C00000"/>
                </a:solidFill>
                <a:uFill>
                  <a:solidFill>
                    <a:srgbClr val="497DBA"/>
                  </a:solidFill>
                </a:uFill>
                <a:latin typeface="Times New Roman"/>
                <a:cs typeface="Times New Roman"/>
              </a:rPr>
              <a:t> </a:t>
            </a:r>
            <a:r>
              <a:rPr sz="2400" u="sng" spc="-50">
                <a:solidFill>
                  <a:srgbClr val="C00000"/>
                </a:solidFill>
                <a:uFill>
                  <a:solidFill>
                    <a:srgbClr val="497DBA"/>
                  </a:solidFill>
                </a:uFill>
                <a:latin typeface="Times New Roman"/>
                <a:cs typeface="Times New Roman"/>
              </a:rPr>
              <a:t>1</a:t>
            </a:r>
            <a:r>
              <a:rPr sz="2400" u="sng">
                <a:solidFill>
                  <a:srgbClr val="C00000"/>
                </a:solidFill>
                <a:uFill>
                  <a:solidFill>
                    <a:srgbClr val="497DBA"/>
                  </a:solidFill>
                </a:uFill>
                <a:latin typeface="Times New Roman"/>
                <a:cs typeface="Times New Roman"/>
              </a:rPr>
              <a:t>	</a:t>
            </a:r>
            <a:endParaRPr sz="2400">
              <a:latin typeface="Times New Roman"/>
              <a:cs typeface="Times New Roman"/>
            </a:endParaRPr>
          </a:p>
          <a:p>
            <a:pPr>
              <a:spcBef>
                <a:spcPts val="5"/>
              </a:spcBef>
            </a:pPr>
            <a:endParaRPr sz="2500">
              <a:latin typeface="Times New Roman"/>
              <a:cs typeface="Times New Roman"/>
            </a:endParaRPr>
          </a:p>
          <a:p>
            <a:pPr marL="12700">
              <a:tabLst>
                <a:tab pos="1010285" algn="l"/>
              </a:tabLst>
            </a:pPr>
            <a:r>
              <a:rPr sz="2400" spc="-20">
                <a:solidFill>
                  <a:srgbClr val="C00000"/>
                </a:solidFill>
                <a:latin typeface="Times New Roman"/>
                <a:cs typeface="Times New Roman"/>
              </a:rPr>
              <a:t>x^y=</a:t>
            </a:r>
            <a:r>
              <a:rPr sz="2400">
                <a:solidFill>
                  <a:srgbClr val="C00000"/>
                </a:solidFill>
                <a:latin typeface="Times New Roman"/>
                <a:cs typeface="Times New Roman"/>
              </a:rPr>
              <a:t>	0 0 0 </a:t>
            </a:r>
            <a:r>
              <a:rPr sz="2400" spc="-50">
                <a:solidFill>
                  <a:srgbClr val="C00000"/>
                </a:solidFill>
                <a:latin typeface="Times New Roman"/>
                <a:cs typeface="Times New Roman"/>
              </a:rPr>
              <a:t>1</a:t>
            </a:r>
            <a:endParaRPr sz="2400">
              <a:latin typeface="Times New Roman"/>
              <a:cs typeface="Times New Roman"/>
            </a:endParaRPr>
          </a:p>
        </p:txBody>
      </p:sp>
    </p:spTree>
    <p:extLst>
      <p:ext uri="{BB962C8B-B14F-4D97-AF65-F5344CB8AC3E}">
        <p14:creationId xmlns:p14="http://schemas.microsoft.com/office/powerpoint/2010/main" val="226046477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7309" y="7112"/>
            <a:ext cx="1896110" cy="406400"/>
          </a:xfrm>
          <a:prstGeom prst="rect">
            <a:avLst/>
          </a:prstGeom>
        </p:spPr>
        <p:txBody>
          <a:bodyPr vert="horz" wrap="square" lIns="0" tIns="12065" rIns="0" bIns="0" rtlCol="0" anchor="ctr">
            <a:spAutoFit/>
          </a:bodyPr>
          <a:lstStyle/>
          <a:p>
            <a:pPr marL="12700">
              <a:lnSpc>
                <a:spcPct val="100000"/>
              </a:lnSpc>
              <a:spcBef>
                <a:spcPts val="95"/>
              </a:spcBef>
            </a:pPr>
            <a:r>
              <a:rPr sz="2500"/>
              <a:t>Operators</a:t>
            </a:r>
            <a:r>
              <a:rPr sz="2500" spc="-40"/>
              <a:t> </a:t>
            </a:r>
            <a:r>
              <a:rPr sz="2500"/>
              <a:t>in</a:t>
            </a:r>
            <a:r>
              <a:rPr sz="2500" spc="-55"/>
              <a:t> </a:t>
            </a:r>
            <a:r>
              <a:rPr sz="2500" spc="-50"/>
              <a:t>C</a:t>
            </a:r>
            <a:endParaRPr sz="2500"/>
          </a:p>
        </p:txBody>
      </p:sp>
      <p:sp>
        <p:nvSpPr>
          <p:cNvPr id="3" name="object 3"/>
          <p:cNvSpPr txBox="1"/>
          <p:nvPr/>
        </p:nvSpPr>
        <p:spPr>
          <a:xfrm>
            <a:off x="1602739" y="479502"/>
            <a:ext cx="8987790" cy="6083717"/>
          </a:xfrm>
          <a:prstGeom prst="rect">
            <a:avLst/>
          </a:prstGeom>
        </p:spPr>
        <p:txBody>
          <a:bodyPr vert="horz" wrap="square" lIns="0" tIns="12700" rIns="0" bIns="0" rtlCol="0">
            <a:spAutoFit/>
          </a:bodyPr>
          <a:lstStyle/>
          <a:p>
            <a:pPr marL="355600" indent="-342900" algn="just">
              <a:spcBef>
                <a:spcPts val="100"/>
              </a:spcBef>
              <a:buFont typeface="Arial"/>
              <a:buChar char="•"/>
              <a:tabLst>
                <a:tab pos="355600" algn="l"/>
              </a:tabLst>
            </a:pPr>
            <a:r>
              <a:rPr sz="2400">
                <a:latin typeface="Times New Roman"/>
                <a:cs typeface="Times New Roman"/>
              </a:rPr>
              <a:t>In</a:t>
            </a:r>
            <a:r>
              <a:rPr sz="2400" spc="-15">
                <a:latin typeface="Times New Roman"/>
                <a:cs typeface="Times New Roman"/>
              </a:rPr>
              <a:t> </a:t>
            </a:r>
            <a:r>
              <a:rPr sz="2400">
                <a:solidFill>
                  <a:srgbClr val="C00000"/>
                </a:solidFill>
                <a:latin typeface="Times New Roman"/>
                <a:cs typeface="Times New Roman"/>
              </a:rPr>
              <a:t>bitwise</a:t>
            </a:r>
            <a:r>
              <a:rPr sz="2400" spc="-20">
                <a:solidFill>
                  <a:srgbClr val="C00000"/>
                </a:solidFill>
                <a:latin typeface="Times New Roman"/>
                <a:cs typeface="Times New Roman"/>
              </a:rPr>
              <a:t> </a:t>
            </a:r>
            <a:r>
              <a:rPr sz="2400">
                <a:solidFill>
                  <a:srgbClr val="C00000"/>
                </a:solidFill>
                <a:latin typeface="Times New Roman"/>
                <a:cs typeface="Times New Roman"/>
              </a:rPr>
              <a:t>Shift</a:t>
            </a:r>
            <a:r>
              <a:rPr sz="2400" spc="-10">
                <a:solidFill>
                  <a:srgbClr val="C00000"/>
                </a:solidFill>
                <a:latin typeface="Times New Roman"/>
                <a:cs typeface="Times New Roman"/>
              </a:rPr>
              <a:t> </a:t>
            </a:r>
            <a:r>
              <a:rPr sz="2400">
                <a:latin typeface="Times New Roman"/>
                <a:cs typeface="Times New Roman"/>
              </a:rPr>
              <a:t>operations,</a:t>
            </a:r>
            <a:r>
              <a:rPr sz="2400" spc="-25">
                <a:latin typeface="Times New Roman"/>
                <a:cs typeface="Times New Roman"/>
              </a:rPr>
              <a:t> </a:t>
            </a:r>
            <a:r>
              <a:rPr sz="2400">
                <a:latin typeface="Times New Roman"/>
                <a:cs typeface="Times New Roman"/>
              </a:rPr>
              <a:t>the</a:t>
            </a:r>
            <a:r>
              <a:rPr sz="2400" spc="-25">
                <a:latin typeface="Times New Roman"/>
                <a:cs typeface="Times New Roman"/>
              </a:rPr>
              <a:t> </a:t>
            </a:r>
            <a:r>
              <a:rPr sz="2400">
                <a:latin typeface="Times New Roman"/>
                <a:cs typeface="Times New Roman"/>
              </a:rPr>
              <a:t>digits</a:t>
            </a:r>
            <a:r>
              <a:rPr sz="2400" spc="-25">
                <a:latin typeface="Times New Roman"/>
                <a:cs typeface="Times New Roman"/>
              </a:rPr>
              <a:t> </a:t>
            </a:r>
            <a:r>
              <a:rPr sz="2400">
                <a:latin typeface="Times New Roman"/>
                <a:cs typeface="Times New Roman"/>
              </a:rPr>
              <a:t>are moved, or</a:t>
            </a:r>
            <a:r>
              <a:rPr sz="2400" spc="5">
                <a:latin typeface="Times New Roman"/>
                <a:cs typeface="Times New Roman"/>
              </a:rPr>
              <a:t> </a:t>
            </a:r>
            <a:r>
              <a:rPr sz="2400" i="1">
                <a:latin typeface="Times New Roman"/>
                <a:cs typeface="Times New Roman"/>
              </a:rPr>
              <a:t>shifted</a:t>
            </a:r>
            <a:r>
              <a:rPr sz="2400">
                <a:latin typeface="Times New Roman"/>
                <a:cs typeface="Times New Roman"/>
              </a:rPr>
              <a:t>,</a:t>
            </a:r>
            <a:r>
              <a:rPr sz="2400" spc="-30">
                <a:latin typeface="Times New Roman"/>
                <a:cs typeface="Times New Roman"/>
              </a:rPr>
              <a:t> </a:t>
            </a:r>
            <a:r>
              <a:rPr sz="2400">
                <a:latin typeface="Times New Roman"/>
                <a:cs typeface="Times New Roman"/>
              </a:rPr>
              <a:t>to</a:t>
            </a:r>
            <a:r>
              <a:rPr sz="2400" spc="-10">
                <a:latin typeface="Times New Roman"/>
                <a:cs typeface="Times New Roman"/>
              </a:rPr>
              <a:t> </a:t>
            </a:r>
            <a:r>
              <a:rPr sz="2400">
                <a:latin typeface="Times New Roman"/>
                <a:cs typeface="Times New Roman"/>
              </a:rPr>
              <a:t>the</a:t>
            </a:r>
            <a:r>
              <a:rPr sz="2400" spc="-10">
                <a:latin typeface="Times New Roman"/>
                <a:cs typeface="Times New Roman"/>
              </a:rPr>
              <a:t> </a:t>
            </a:r>
            <a:r>
              <a:rPr sz="2400" spc="-20">
                <a:latin typeface="Times New Roman"/>
                <a:cs typeface="Times New Roman"/>
              </a:rPr>
              <a:t>left</a:t>
            </a:r>
            <a:endParaRPr sz="2400">
              <a:latin typeface="Times New Roman"/>
              <a:cs typeface="Times New Roman"/>
            </a:endParaRPr>
          </a:p>
          <a:p>
            <a:pPr marL="355600" algn="just"/>
            <a:r>
              <a:rPr sz="2400">
                <a:latin typeface="Times New Roman"/>
                <a:cs typeface="Times New Roman"/>
              </a:rPr>
              <a:t>or</a:t>
            </a:r>
            <a:r>
              <a:rPr sz="2400" spc="-40">
                <a:latin typeface="Times New Roman"/>
                <a:cs typeface="Times New Roman"/>
              </a:rPr>
              <a:t> </a:t>
            </a:r>
            <a:r>
              <a:rPr sz="2400" spc="-10">
                <a:latin typeface="Times New Roman"/>
                <a:cs typeface="Times New Roman"/>
              </a:rPr>
              <a:t>right.</a:t>
            </a:r>
            <a:endParaRPr sz="2400">
              <a:latin typeface="Times New Roman"/>
              <a:cs typeface="Times New Roman"/>
            </a:endParaRPr>
          </a:p>
          <a:p>
            <a:pPr marL="355600" marR="5080" indent="-342900" algn="just">
              <a:spcBef>
                <a:spcPts val="575"/>
              </a:spcBef>
              <a:buFont typeface="Arial"/>
              <a:buChar char="•"/>
              <a:tabLst>
                <a:tab pos="355600" algn="l"/>
              </a:tabLst>
            </a:pPr>
            <a:r>
              <a:rPr sz="2400">
                <a:latin typeface="Times New Roman"/>
                <a:cs typeface="Times New Roman"/>
              </a:rPr>
              <a:t>The</a:t>
            </a:r>
            <a:r>
              <a:rPr sz="2400" spc="280">
                <a:latin typeface="Times New Roman"/>
                <a:cs typeface="Times New Roman"/>
              </a:rPr>
              <a:t> </a:t>
            </a:r>
            <a:r>
              <a:rPr sz="2400">
                <a:latin typeface="Times New Roman"/>
                <a:cs typeface="Times New Roman"/>
              </a:rPr>
              <a:t>CPU</a:t>
            </a:r>
            <a:r>
              <a:rPr sz="2400" spc="275">
                <a:latin typeface="Times New Roman"/>
                <a:cs typeface="Times New Roman"/>
              </a:rPr>
              <a:t> </a:t>
            </a:r>
            <a:r>
              <a:rPr sz="2400">
                <a:latin typeface="Times New Roman"/>
                <a:cs typeface="Times New Roman"/>
              </a:rPr>
              <a:t>registers</a:t>
            </a:r>
            <a:r>
              <a:rPr sz="2400" spc="295">
                <a:latin typeface="Times New Roman"/>
                <a:cs typeface="Times New Roman"/>
              </a:rPr>
              <a:t> </a:t>
            </a:r>
            <a:r>
              <a:rPr sz="2400">
                <a:latin typeface="Times New Roman"/>
                <a:cs typeface="Times New Roman"/>
              </a:rPr>
              <a:t>have</a:t>
            </a:r>
            <a:r>
              <a:rPr sz="2400" spc="275">
                <a:latin typeface="Times New Roman"/>
                <a:cs typeface="Times New Roman"/>
              </a:rPr>
              <a:t> </a:t>
            </a:r>
            <a:r>
              <a:rPr sz="2400">
                <a:latin typeface="Times New Roman"/>
                <a:cs typeface="Times New Roman"/>
              </a:rPr>
              <a:t>a</a:t>
            </a:r>
            <a:r>
              <a:rPr sz="2400" spc="280">
                <a:latin typeface="Times New Roman"/>
                <a:cs typeface="Times New Roman"/>
              </a:rPr>
              <a:t> </a:t>
            </a:r>
            <a:r>
              <a:rPr sz="2400">
                <a:latin typeface="Times New Roman"/>
                <a:cs typeface="Times New Roman"/>
              </a:rPr>
              <a:t>fixed</a:t>
            </a:r>
            <a:r>
              <a:rPr sz="2400" spc="285">
                <a:latin typeface="Times New Roman"/>
                <a:cs typeface="Times New Roman"/>
              </a:rPr>
              <a:t> </a:t>
            </a:r>
            <a:r>
              <a:rPr sz="2400">
                <a:latin typeface="Times New Roman"/>
                <a:cs typeface="Times New Roman"/>
              </a:rPr>
              <a:t>number</a:t>
            </a:r>
            <a:r>
              <a:rPr sz="2400" spc="285">
                <a:latin typeface="Times New Roman"/>
                <a:cs typeface="Times New Roman"/>
              </a:rPr>
              <a:t> </a:t>
            </a:r>
            <a:r>
              <a:rPr sz="2400">
                <a:latin typeface="Times New Roman"/>
                <a:cs typeface="Times New Roman"/>
              </a:rPr>
              <a:t>of</a:t>
            </a:r>
            <a:r>
              <a:rPr sz="2400" spc="275">
                <a:latin typeface="Times New Roman"/>
                <a:cs typeface="Times New Roman"/>
              </a:rPr>
              <a:t> </a:t>
            </a:r>
            <a:r>
              <a:rPr sz="2400">
                <a:latin typeface="Times New Roman"/>
                <a:cs typeface="Times New Roman"/>
              </a:rPr>
              <a:t>available</a:t>
            </a:r>
            <a:r>
              <a:rPr sz="2400" spc="290">
                <a:latin typeface="Times New Roman"/>
                <a:cs typeface="Times New Roman"/>
              </a:rPr>
              <a:t> </a:t>
            </a:r>
            <a:r>
              <a:rPr sz="2400">
                <a:latin typeface="Times New Roman"/>
                <a:cs typeface="Times New Roman"/>
              </a:rPr>
              <a:t>bits</a:t>
            </a:r>
            <a:r>
              <a:rPr sz="2400" spc="285">
                <a:latin typeface="Times New Roman"/>
                <a:cs typeface="Times New Roman"/>
              </a:rPr>
              <a:t> </a:t>
            </a:r>
            <a:r>
              <a:rPr sz="2400">
                <a:latin typeface="Times New Roman"/>
                <a:cs typeface="Times New Roman"/>
              </a:rPr>
              <a:t>for</a:t>
            </a:r>
            <a:r>
              <a:rPr sz="2400" spc="275">
                <a:latin typeface="Times New Roman"/>
                <a:cs typeface="Times New Roman"/>
              </a:rPr>
              <a:t> </a:t>
            </a:r>
            <a:r>
              <a:rPr sz="2400" spc="-10">
                <a:latin typeface="Times New Roman"/>
                <a:cs typeface="Times New Roman"/>
              </a:rPr>
              <a:t>storing </a:t>
            </a:r>
            <a:r>
              <a:rPr sz="2400">
                <a:latin typeface="Times New Roman"/>
                <a:cs typeface="Times New Roman"/>
              </a:rPr>
              <a:t>numerals,</a:t>
            </a:r>
            <a:r>
              <a:rPr sz="2400" spc="490">
                <a:latin typeface="Times New Roman"/>
                <a:cs typeface="Times New Roman"/>
              </a:rPr>
              <a:t> </a:t>
            </a:r>
            <a:r>
              <a:rPr sz="2400">
                <a:latin typeface="Times New Roman"/>
                <a:cs typeface="Times New Roman"/>
              </a:rPr>
              <a:t>so</a:t>
            </a:r>
            <a:r>
              <a:rPr sz="2400" spc="484">
                <a:latin typeface="Times New Roman"/>
                <a:cs typeface="Times New Roman"/>
              </a:rPr>
              <a:t> </a:t>
            </a:r>
            <a:r>
              <a:rPr sz="2400">
                <a:latin typeface="Times New Roman"/>
                <a:cs typeface="Times New Roman"/>
              </a:rPr>
              <a:t>when</a:t>
            </a:r>
            <a:r>
              <a:rPr sz="2400" spc="484">
                <a:latin typeface="Times New Roman"/>
                <a:cs typeface="Times New Roman"/>
              </a:rPr>
              <a:t> </a:t>
            </a:r>
            <a:r>
              <a:rPr sz="2400">
                <a:latin typeface="Times New Roman"/>
                <a:cs typeface="Times New Roman"/>
              </a:rPr>
              <a:t>we</a:t>
            </a:r>
            <a:r>
              <a:rPr sz="2400" spc="500">
                <a:latin typeface="Times New Roman"/>
                <a:cs typeface="Times New Roman"/>
              </a:rPr>
              <a:t> </a:t>
            </a:r>
            <a:r>
              <a:rPr sz="2400">
                <a:latin typeface="Times New Roman"/>
                <a:cs typeface="Times New Roman"/>
              </a:rPr>
              <a:t>perform</a:t>
            </a:r>
            <a:r>
              <a:rPr sz="2400" spc="465">
                <a:latin typeface="Times New Roman"/>
                <a:cs typeface="Times New Roman"/>
              </a:rPr>
              <a:t> </a:t>
            </a:r>
            <a:r>
              <a:rPr sz="2400">
                <a:latin typeface="Times New Roman"/>
                <a:cs typeface="Times New Roman"/>
              </a:rPr>
              <a:t>shift</a:t>
            </a:r>
            <a:r>
              <a:rPr sz="2400" spc="470">
                <a:latin typeface="Times New Roman"/>
                <a:cs typeface="Times New Roman"/>
              </a:rPr>
              <a:t> </a:t>
            </a:r>
            <a:r>
              <a:rPr sz="2400">
                <a:latin typeface="Times New Roman"/>
                <a:cs typeface="Times New Roman"/>
              </a:rPr>
              <a:t>operations;</a:t>
            </a:r>
            <a:r>
              <a:rPr sz="2400" spc="490">
                <a:latin typeface="Times New Roman"/>
                <a:cs typeface="Times New Roman"/>
              </a:rPr>
              <a:t> </a:t>
            </a:r>
            <a:r>
              <a:rPr sz="2400">
                <a:latin typeface="Times New Roman"/>
                <a:cs typeface="Times New Roman"/>
              </a:rPr>
              <a:t>some</a:t>
            </a:r>
            <a:r>
              <a:rPr sz="2400" spc="484">
                <a:latin typeface="Times New Roman"/>
                <a:cs typeface="Times New Roman"/>
              </a:rPr>
              <a:t> </a:t>
            </a:r>
            <a:r>
              <a:rPr sz="2400">
                <a:latin typeface="Times New Roman"/>
                <a:cs typeface="Times New Roman"/>
              </a:rPr>
              <a:t>bits</a:t>
            </a:r>
            <a:r>
              <a:rPr sz="2400" spc="490">
                <a:latin typeface="Times New Roman"/>
                <a:cs typeface="Times New Roman"/>
              </a:rPr>
              <a:t> </a:t>
            </a:r>
            <a:r>
              <a:rPr sz="2400">
                <a:latin typeface="Times New Roman"/>
                <a:cs typeface="Times New Roman"/>
              </a:rPr>
              <a:t>will</a:t>
            </a:r>
            <a:r>
              <a:rPr sz="2400" spc="490">
                <a:latin typeface="Times New Roman"/>
                <a:cs typeface="Times New Roman"/>
              </a:rPr>
              <a:t> </a:t>
            </a:r>
            <a:r>
              <a:rPr sz="2400" spc="-25">
                <a:latin typeface="Times New Roman"/>
                <a:cs typeface="Times New Roman"/>
              </a:rPr>
              <a:t>be </a:t>
            </a:r>
            <a:r>
              <a:rPr sz="2400">
                <a:latin typeface="Times New Roman"/>
                <a:cs typeface="Times New Roman"/>
              </a:rPr>
              <a:t>"shifted</a:t>
            </a:r>
            <a:r>
              <a:rPr sz="2400" spc="80">
                <a:latin typeface="Times New Roman"/>
                <a:cs typeface="Times New Roman"/>
              </a:rPr>
              <a:t> </a:t>
            </a:r>
            <a:r>
              <a:rPr sz="2400">
                <a:latin typeface="Times New Roman"/>
                <a:cs typeface="Times New Roman"/>
              </a:rPr>
              <a:t>out"</a:t>
            </a:r>
            <a:r>
              <a:rPr sz="2400" spc="70">
                <a:latin typeface="Times New Roman"/>
                <a:cs typeface="Times New Roman"/>
              </a:rPr>
              <a:t> </a:t>
            </a:r>
            <a:r>
              <a:rPr sz="2400">
                <a:latin typeface="Times New Roman"/>
                <a:cs typeface="Times New Roman"/>
              </a:rPr>
              <a:t>of</a:t>
            </a:r>
            <a:r>
              <a:rPr sz="2400" spc="75">
                <a:latin typeface="Times New Roman"/>
                <a:cs typeface="Times New Roman"/>
              </a:rPr>
              <a:t> </a:t>
            </a:r>
            <a:r>
              <a:rPr sz="2400">
                <a:latin typeface="Times New Roman"/>
                <a:cs typeface="Times New Roman"/>
              </a:rPr>
              <a:t>the</a:t>
            </a:r>
            <a:r>
              <a:rPr sz="2400" spc="75">
                <a:latin typeface="Times New Roman"/>
                <a:cs typeface="Times New Roman"/>
              </a:rPr>
              <a:t> </a:t>
            </a:r>
            <a:r>
              <a:rPr sz="2400">
                <a:latin typeface="Times New Roman"/>
                <a:cs typeface="Times New Roman"/>
              </a:rPr>
              <a:t>register</a:t>
            </a:r>
            <a:r>
              <a:rPr sz="2400" spc="80">
                <a:latin typeface="Times New Roman"/>
                <a:cs typeface="Times New Roman"/>
              </a:rPr>
              <a:t> </a:t>
            </a:r>
            <a:r>
              <a:rPr sz="2400">
                <a:latin typeface="Times New Roman"/>
                <a:cs typeface="Times New Roman"/>
              </a:rPr>
              <a:t>at</a:t>
            </a:r>
            <a:r>
              <a:rPr sz="2400" spc="75">
                <a:latin typeface="Times New Roman"/>
                <a:cs typeface="Times New Roman"/>
              </a:rPr>
              <a:t> </a:t>
            </a:r>
            <a:r>
              <a:rPr sz="2400">
                <a:latin typeface="Times New Roman"/>
                <a:cs typeface="Times New Roman"/>
              </a:rPr>
              <a:t>one</a:t>
            </a:r>
            <a:r>
              <a:rPr sz="2400" spc="70">
                <a:latin typeface="Times New Roman"/>
                <a:cs typeface="Times New Roman"/>
              </a:rPr>
              <a:t> </a:t>
            </a:r>
            <a:r>
              <a:rPr sz="2400">
                <a:latin typeface="Times New Roman"/>
                <a:cs typeface="Times New Roman"/>
              </a:rPr>
              <a:t>end,</a:t>
            </a:r>
            <a:r>
              <a:rPr sz="2400" spc="80">
                <a:latin typeface="Times New Roman"/>
                <a:cs typeface="Times New Roman"/>
              </a:rPr>
              <a:t> </a:t>
            </a:r>
            <a:r>
              <a:rPr sz="2400">
                <a:latin typeface="Times New Roman"/>
                <a:cs typeface="Times New Roman"/>
              </a:rPr>
              <a:t>while</a:t>
            </a:r>
            <a:r>
              <a:rPr sz="2400" spc="65">
                <a:latin typeface="Times New Roman"/>
                <a:cs typeface="Times New Roman"/>
              </a:rPr>
              <a:t> </a:t>
            </a:r>
            <a:r>
              <a:rPr sz="2400">
                <a:latin typeface="Times New Roman"/>
                <a:cs typeface="Times New Roman"/>
              </a:rPr>
              <a:t>the</a:t>
            </a:r>
            <a:r>
              <a:rPr sz="2400" spc="60">
                <a:latin typeface="Times New Roman"/>
                <a:cs typeface="Times New Roman"/>
              </a:rPr>
              <a:t> </a:t>
            </a:r>
            <a:r>
              <a:rPr sz="2400">
                <a:latin typeface="Times New Roman"/>
                <a:cs typeface="Times New Roman"/>
              </a:rPr>
              <a:t>same</a:t>
            </a:r>
            <a:r>
              <a:rPr sz="2400" spc="85">
                <a:latin typeface="Times New Roman"/>
                <a:cs typeface="Times New Roman"/>
              </a:rPr>
              <a:t> </a:t>
            </a:r>
            <a:r>
              <a:rPr sz="2400">
                <a:latin typeface="Times New Roman"/>
                <a:cs typeface="Times New Roman"/>
              </a:rPr>
              <a:t>number</a:t>
            </a:r>
            <a:r>
              <a:rPr sz="2400" spc="85">
                <a:latin typeface="Times New Roman"/>
                <a:cs typeface="Times New Roman"/>
              </a:rPr>
              <a:t> </a:t>
            </a:r>
            <a:r>
              <a:rPr sz="2400">
                <a:latin typeface="Times New Roman"/>
                <a:cs typeface="Times New Roman"/>
              </a:rPr>
              <a:t>of</a:t>
            </a:r>
            <a:r>
              <a:rPr sz="2400" spc="80">
                <a:latin typeface="Times New Roman"/>
                <a:cs typeface="Times New Roman"/>
              </a:rPr>
              <a:t> </a:t>
            </a:r>
            <a:r>
              <a:rPr sz="2400" spc="-20">
                <a:latin typeface="Times New Roman"/>
                <a:cs typeface="Times New Roman"/>
              </a:rPr>
              <a:t>bits </a:t>
            </a:r>
            <a:r>
              <a:rPr sz="2400">
                <a:latin typeface="Times New Roman"/>
                <a:cs typeface="Times New Roman"/>
              </a:rPr>
              <a:t>are</a:t>
            </a:r>
            <a:r>
              <a:rPr sz="2400" spc="-40">
                <a:latin typeface="Times New Roman"/>
                <a:cs typeface="Times New Roman"/>
              </a:rPr>
              <a:t> </a:t>
            </a:r>
            <a:r>
              <a:rPr sz="2400">
                <a:latin typeface="Times New Roman"/>
                <a:cs typeface="Times New Roman"/>
              </a:rPr>
              <a:t>"shifted</a:t>
            </a:r>
            <a:r>
              <a:rPr sz="2400" spc="-30">
                <a:latin typeface="Times New Roman"/>
                <a:cs typeface="Times New Roman"/>
              </a:rPr>
              <a:t> </a:t>
            </a:r>
            <a:r>
              <a:rPr sz="2400">
                <a:latin typeface="Times New Roman"/>
                <a:cs typeface="Times New Roman"/>
              </a:rPr>
              <a:t>in"</a:t>
            </a:r>
            <a:r>
              <a:rPr sz="2400" spc="-30">
                <a:latin typeface="Times New Roman"/>
                <a:cs typeface="Times New Roman"/>
              </a:rPr>
              <a:t> </a:t>
            </a:r>
            <a:r>
              <a:rPr sz="2400">
                <a:latin typeface="Times New Roman"/>
                <a:cs typeface="Times New Roman"/>
              </a:rPr>
              <a:t>from</a:t>
            </a:r>
            <a:r>
              <a:rPr sz="2400" spc="-10">
                <a:latin typeface="Times New Roman"/>
                <a:cs typeface="Times New Roman"/>
              </a:rPr>
              <a:t> </a:t>
            </a:r>
            <a:r>
              <a:rPr sz="2400">
                <a:latin typeface="Times New Roman"/>
                <a:cs typeface="Times New Roman"/>
              </a:rPr>
              <a:t>the</a:t>
            </a:r>
            <a:r>
              <a:rPr sz="2400" spc="-20">
                <a:latin typeface="Times New Roman"/>
                <a:cs typeface="Times New Roman"/>
              </a:rPr>
              <a:t> </a:t>
            </a:r>
            <a:r>
              <a:rPr sz="2400">
                <a:latin typeface="Times New Roman"/>
                <a:cs typeface="Times New Roman"/>
              </a:rPr>
              <a:t>other</a:t>
            </a:r>
            <a:r>
              <a:rPr sz="2400" spc="-30">
                <a:latin typeface="Times New Roman"/>
                <a:cs typeface="Times New Roman"/>
              </a:rPr>
              <a:t> </a:t>
            </a:r>
            <a:r>
              <a:rPr sz="2400" spc="-20">
                <a:latin typeface="Times New Roman"/>
                <a:cs typeface="Times New Roman"/>
              </a:rPr>
              <a:t>end.</a:t>
            </a:r>
            <a:endParaRPr sz="2400">
              <a:latin typeface="Times New Roman"/>
              <a:cs typeface="Times New Roman"/>
            </a:endParaRPr>
          </a:p>
          <a:p>
            <a:pPr>
              <a:spcBef>
                <a:spcPts val="10"/>
              </a:spcBef>
            </a:pPr>
            <a:endParaRPr sz="3500">
              <a:latin typeface="Times New Roman"/>
              <a:cs typeface="Times New Roman"/>
            </a:endParaRPr>
          </a:p>
          <a:p>
            <a:pPr marL="315595"/>
            <a:r>
              <a:rPr sz="2400" spc="-25">
                <a:solidFill>
                  <a:srgbClr val="C00000"/>
                </a:solidFill>
                <a:latin typeface="Times New Roman"/>
                <a:cs typeface="Times New Roman"/>
              </a:rPr>
              <a:t>Ex:</a:t>
            </a:r>
            <a:endParaRPr sz="2400">
              <a:latin typeface="Times New Roman"/>
              <a:cs typeface="Times New Roman"/>
            </a:endParaRPr>
          </a:p>
          <a:p>
            <a:pPr marL="620395">
              <a:spcBef>
                <a:spcPts val="640"/>
              </a:spcBef>
            </a:pPr>
            <a:r>
              <a:rPr sz="2400">
                <a:latin typeface="Times New Roman"/>
                <a:cs typeface="Times New Roman"/>
              </a:rPr>
              <a:t>In</a:t>
            </a:r>
            <a:r>
              <a:rPr sz="2400" spc="-20">
                <a:latin typeface="Times New Roman"/>
                <a:cs typeface="Times New Roman"/>
              </a:rPr>
              <a:t> </a:t>
            </a:r>
            <a:r>
              <a:rPr sz="2400">
                <a:latin typeface="Times New Roman"/>
                <a:cs typeface="Times New Roman"/>
              </a:rPr>
              <a:t>a</a:t>
            </a:r>
            <a:r>
              <a:rPr sz="2400" spc="-20">
                <a:latin typeface="Times New Roman"/>
                <a:cs typeface="Times New Roman"/>
              </a:rPr>
              <a:t> </a:t>
            </a:r>
            <a:r>
              <a:rPr sz="2400">
                <a:latin typeface="Times New Roman"/>
                <a:cs typeface="Times New Roman"/>
              </a:rPr>
              <a:t>left</a:t>
            </a:r>
            <a:r>
              <a:rPr sz="2400" spc="-25">
                <a:latin typeface="Times New Roman"/>
                <a:cs typeface="Times New Roman"/>
              </a:rPr>
              <a:t> </a:t>
            </a:r>
            <a:r>
              <a:rPr sz="2400">
                <a:latin typeface="Times New Roman"/>
                <a:cs typeface="Times New Roman"/>
              </a:rPr>
              <a:t>arithmetic</a:t>
            </a:r>
            <a:r>
              <a:rPr sz="2400" spc="-55">
                <a:latin typeface="Times New Roman"/>
                <a:cs typeface="Times New Roman"/>
              </a:rPr>
              <a:t> </a:t>
            </a:r>
            <a:r>
              <a:rPr sz="2400">
                <a:latin typeface="Times New Roman"/>
                <a:cs typeface="Times New Roman"/>
              </a:rPr>
              <a:t>shift,the</a:t>
            </a:r>
            <a:r>
              <a:rPr sz="2400" spc="-30">
                <a:latin typeface="Times New Roman"/>
                <a:cs typeface="Times New Roman"/>
              </a:rPr>
              <a:t> </a:t>
            </a:r>
            <a:r>
              <a:rPr sz="2400">
                <a:latin typeface="Times New Roman"/>
                <a:cs typeface="Times New Roman"/>
              </a:rPr>
              <a:t>right</a:t>
            </a:r>
            <a:r>
              <a:rPr sz="2400" spc="-35">
                <a:latin typeface="Times New Roman"/>
                <a:cs typeface="Times New Roman"/>
              </a:rPr>
              <a:t> </a:t>
            </a:r>
            <a:r>
              <a:rPr sz="2400">
                <a:latin typeface="Times New Roman"/>
                <a:cs typeface="Times New Roman"/>
              </a:rPr>
              <a:t>side</a:t>
            </a:r>
            <a:r>
              <a:rPr sz="2400" spc="-10">
                <a:latin typeface="Times New Roman"/>
                <a:cs typeface="Times New Roman"/>
              </a:rPr>
              <a:t> </a:t>
            </a:r>
            <a:r>
              <a:rPr sz="2400">
                <a:latin typeface="Times New Roman"/>
                <a:cs typeface="Times New Roman"/>
              </a:rPr>
              <a:t>end</a:t>
            </a:r>
            <a:r>
              <a:rPr sz="2400" spc="-20">
                <a:latin typeface="Times New Roman"/>
                <a:cs typeface="Times New Roman"/>
              </a:rPr>
              <a:t> </a:t>
            </a:r>
            <a:r>
              <a:rPr sz="2400">
                <a:latin typeface="Times New Roman"/>
                <a:cs typeface="Times New Roman"/>
              </a:rPr>
              <a:t>filled</a:t>
            </a:r>
            <a:r>
              <a:rPr sz="2400" spc="-40">
                <a:latin typeface="Times New Roman"/>
                <a:cs typeface="Times New Roman"/>
              </a:rPr>
              <a:t> </a:t>
            </a:r>
            <a:r>
              <a:rPr sz="2400">
                <a:latin typeface="Times New Roman"/>
                <a:cs typeface="Times New Roman"/>
              </a:rPr>
              <a:t>with</a:t>
            </a:r>
            <a:r>
              <a:rPr sz="2400" spc="-10">
                <a:latin typeface="Times New Roman"/>
                <a:cs typeface="Times New Roman"/>
              </a:rPr>
              <a:t> </a:t>
            </a:r>
            <a:r>
              <a:rPr sz="2400" spc="-20">
                <a:latin typeface="Times New Roman"/>
                <a:cs typeface="Times New Roman"/>
              </a:rPr>
              <a:t>0‘s.</a:t>
            </a:r>
            <a:endParaRPr sz="2400">
              <a:latin typeface="Times New Roman"/>
              <a:cs typeface="Times New Roman"/>
            </a:endParaRPr>
          </a:p>
          <a:p>
            <a:pPr marL="1154430">
              <a:spcBef>
                <a:spcPts val="865"/>
              </a:spcBef>
            </a:pPr>
            <a:r>
              <a:rPr sz="2400">
                <a:latin typeface="Times New Roman"/>
                <a:cs typeface="Times New Roman"/>
              </a:rPr>
              <a:t>int</a:t>
            </a:r>
            <a:r>
              <a:rPr sz="2400" spc="-20">
                <a:latin typeface="Times New Roman"/>
                <a:cs typeface="Times New Roman"/>
              </a:rPr>
              <a:t> </a:t>
            </a:r>
            <a:r>
              <a:rPr sz="2400">
                <a:latin typeface="Times New Roman"/>
                <a:cs typeface="Times New Roman"/>
              </a:rPr>
              <a:t>x = </a:t>
            </a:r>
            <a:r>
              <a:rPr sz="2400" spc="-10">
                <a:latin typeface="Times New Roman"/>
                <a:cs typeface="Times New Roman"/>
              </a:rPr>
              <a:t>11000101;</a:t>
            </a:r>
            <a:endParaRPr sz="2400">
              <a:latin typeface="Times New Roman"/>
              <a:cs typeface="Times New Roman"/>
            </a:endParaRPr>
          </a:p>
          <a:p>
            <a:pPr marL="1071880">
              <a:spcBef>
                <a:spcPts val="865"/>
              </a:spcBef>
            </a:pPr>
            <a:r>
              <a:rPr sz="2400">
                <a:latin typeface="Times New Roman"/>
                <a:cs typeface="Times New Roman"/>
              </a:rPr>
              <a:t>Then x &lt;&lt;</a:t>
            </a:r>
            <a:r>
              <a:rPr sz="2400" spc="-10">
                <a:latin typeface="Times New Roman"/>
                <a:cs typeface="Times New Roman"/>
              </a:rPr>
              <a:t> </a:t>
            </a:r>
            <a:r>
              <a:rPr sz="2400">
                <a:latin typeface="Times New Roman"/>
                <a:cs typeface="Times New Roman"/>
              </a:rPr>
              <a:t>2 =</a:t>
            </a:r>
            <a:r>
              <a:rPr sz="2400" spc="-10">
                <a:latin typeface="Times New Roman"/>
                <a:cs typeface="Times New Roman"/>
              </a:rPr>
              <a:t> 00010100</a:t>
            </a:r>
            <a:endParaRPr sz="2400">
              <a:latin typeface="Times New Roman"/>
              <a:cs typeface="Times New Roman"/>
            </a:endParaRPr>
          </a:p>
          <a:p>
            <a:pPr marL="544195">
              <a:spcBef>
                <a:spcPts val="865"/>
              </a:spcBef>
            </a:pPr>
            <a:r>
              <a:rPr sz="2400">
                <a:latin typeface="Times New Roman"/>
                <a:cs typeface="Times New Roman"/>
              </a:rPr>
              <a:t>In</a:t>
            </a:r>
            <a:r>
              <a:rPr sz="2400" spc="-10">
                <a:latin typeface="Times New Roman"/>
                <a:cs typeface="Times New Roman"/>
              </a:rPr>
              <a:t> </a:t>
            </a:r>
            <a:r>
              <a:rPr sz="2400">
                <a:latin typeface="Times New Roman"/>
                <a:cs typeface="Times New Roman"/>
              </a:rPr>
              <a:t>a</a:t>
            </a:r>
            <a:r>
              <a:rPr sz="2400" spc="-20">
                <a:latin typeface="Times New Roman"/>
                <a:cs typeface="Times New Roman"/>
              </a:rPr>
              <a:t> </a:t>
            </a:r>
            <a:r>
              <a:rPr sz="2400">
                <a:latin typeface="Times New Roman"/>
                <a:cs typeface="Times New Roman"/>
              </a:rPr>
              <a:t>right</a:t>
            </a:r>
            <a:r>
              <a:rPr sz="2400" spc="-35">
                <a:latin typeface="Times New Roman"/>
                <a:cs typeface="Times New Roman"/>
              </a:rPr>
              <a:t> </a:t>
            </a:r>
            <a:r>
              <a:rPr sz="2400">
                <a:latin typeface="Times New Roman"/>
                <a:cs typeface="Times New Roman"/>
              </a:rPr>
              <a:t>arithmetic</a:t>
            </a:r>
            <a:r>
              <a:rPr sz="2400" spc="-40">
                <a:latin typeface="Times New Roman"/>
                <a:cs typeface="Times New Roman"/>
              </a:rPr>
              <a:t> </a:t>
            </a:r>
            <a:r>
              <a:rPr sz="2400">
                <a:latin typeface="Times New Roman"/>
                <a:cs typeface="Times New Roman"/>
              </a:rPr>
              <a:t>shift,the</a:t>
            </a:r>
            <a:r>
              <a:rPr sz="2400" spc="-30">
                <a:latin typeface="Times New Roman"/>
                <a:cs typeface="Times New Roman"/>
              </a:rPr>
              <a:t> </a:t>
            </a:r>
            <a:r>
              <a:rPr sz="2400">
                <a:latin typeface="Times New Roman"/>
                <a:cs typeface="Times New Roman"/>
              </a:rPr>
              <a:t>left</a:t>
            </a:r>
            <a:r>
              <a:rPr sz="2400" spc="-35">
                <a:latin typeface="Times New Roman"/>
                <a:cs typeface="Times New Roman"/>
              </a:rPr>
              <a:t> </a:t>
            </a:r>
            <a:r>
              <a:rPr sz="2400">
                <a:latin typeface="Times New Roman"/>
                <a:cs typeface="Times New Roman"/>
              </a:rPr>
              <a:t>side</a:t>
            </a:r>
            <a:r>
              <a:rPr sz="2400" spc="-10">
                <a:latin typeface="Times New Roman"/>
                <a:cs typeface="Times New Roman"/>
              </a:rPr>
              <a:t> </a:t>
            </a:r>
            <a:r>
              <a:rPr sz="2400">
                <a:latin typeface="Times New Roman"/>
                <a:cs typeface="Times New Roman"/>
              </a:rPr>
              <a:t>end</a:t>
            </a:r>
            <a:r>
              <a:rPr sz="2400" spc="-20">
                <a:latin typeface="Times New Roman"/>
                <a:cs typeface="Times New Roman"/>
              </a:rPr>
              <a:t> </a:t>
            </a:r>
            <a:r>
              <a:rPr sz="2400">
                <a:latin typeface="Times New Roman"/>
                <a:cs typeface="Times New Roman"/>
              </a:rPr>
              <a:t>filled</a:t>
            </a:r>
            <a:r>
              <a:rPr sz="2400" spc="-40">
                <a:latin typeface="Times New Roman"/>
                <a:cs typeface="Times New Roman"/>
              </a:rPr>
              <a:t> </a:t>
            </a:r>
            <a:r>
              <a:rPr sz="2400">
                <a:latin typeface="Times New Roman"/>
                <a:cs typeface="Times New Roman"/>
              </a:rPr>
              <a:t>with</a:t>
            </a:r>
            <a:r>
              <a:rPr sz="2400" spc="-10">
                <a:latin typeface="Times New Roman"/>
                <a:cs typeface="Times New Roman"/>
              </a:rPr>
              <a:t> </a:t>
            </a:r>
            <a:r>
              <a:rPr sz="2400" spc="-20">
                <a:latin typeface="Times New Roman"/>
                <a:cs typeface="Times New Roman"/>
              </a:rPr>
              <a:t>0‘s.</a:t>
            </a:r>
            <a:endParaRPr sz="2400">
              <a:latin typeface="Times New Roman"/>
              <a:cs typeface="Times New Roman"/>
            </a:endParaRPr>
          </a:p>
          <a:p>
            <a:pPr marL="1078230">
              <a:spcBef>
                <a:spcPts val="865"/>
              </a:spcBef>
            </a:pPr>
            <a:r>
              <a:rPr sz="2400">
                <a:latin typeface="Times New Roman"/>
                <a:cs typeface="Times New Roman"/>
              </a:rPr>
              <a:t>int</a:t>
            </a:r>
            <a:r>
              <a:rPr sz="2400" spc="-20">
                <a:latin typeface="Times New Roman"/>
                <a:cs typeface="Times New Roman"/>
              </a:rPr>
              <a:t> </a:t>
            </a:r>
            <a:r>
              <a:rPr sz="2400">
                <a:latin typeface="Times New Roman"/>
                <a:cs typeface="Times New Roman"/>
              </a:rPr>
              <a:t>x = </a:t>
            </a:r>
            <a:r>
              <a:rPr sz="2400" spc="-10">
                <a:latin typeface="Times New Roman"/>
                <a:cs typeface="Times New Roman"/>
              </a:rPr>
              <a:t>11000101;</a:t>
            </a:r>
            <a:endParaRPr sz="2400">
              <a:latin typeface="Times New Roman"/>
              <a:cs typeface="Times New Roman"/>
            </a:endParaRPr>
          </a:p>
          <a:p>
            <a:pPr marL="995680">
              <a:spcBef>
                <a:spcPts val="865"/>
              </a:spcBef>
            </a:pPr>
            <a:r>
              <a:rPr sz="2400">
                <a:latin typeface="Times New Roman"/>
                <a:cs typeface="Times New Roman"/>
              </a:rPr>
              <a:t>Then x &gt;&gt;</a:t>
            </a:r>
            <a:r>
              <a:rPr sz="2400" spc="-10">
                <a:latin typeface="Times New Roman"/>
                <a:cs typeface="Times New Roman"/>
              </a:rPr>
              <a:t> </a:t>
            </a:r>
            <a:r>
              <a:rPr sz="2400">
                <a:latin typeface="Times New Roman"/>
                <a:cs typeface="Times New Roman"/>
              </a:rPr>
              <a:t>2 =</a:t>
            </a:r>
            <a:r>
              <a:rPr sz="2400" spc="-10">
                <a:latin typeface="Times New Roman"/>
                <a:cs typeface="Times New Roman"/>
              </a:rPr>
              <a:t> 00110001</a:t>
            </a:r>
            <a:endParaRPr sz="2400">
              <a:latin typeface="Times New Roman"/>
              <a:cs typeface="Times New Roman"/>
            </a:endParaRPr>
          </a:p>
        </p:txBody>
      </p:sp>
    </p:spTree>
    <p:extLst>
      <p:ext uri="{BB962C8B-B14F-4D97-AF65-F5344CB8AC3E}">
        <p14:creationId xmlns:p14="http://schemas.microsoft.com/office/powerpoint/2010/main" val="7971696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7309" y="7112"/>
            <a:ext cx="1896110" cy="406400"/>
          </a:xfrm>
          <a:prstGeom prst="rect">
            <a:avLst/>
          </a:prstGeom>
        </p:spPr>
        <p:txBody>
          <a:bodyPr vert="horz" wrap="square" lIns="0" tIns="12065" rIns="0" bIns="0" rtlCol="0" anchor="ctr">
            <a:spAutoFit/>
          </a:bodyPr>
          <a:lstStyle/>
          <a:p>
            <a:pPr marL="12700">
              <a:lnSpc>
                <a:spcPct val="100000"/>
              </a:lnSpc>
              <a:spcBef>
                <a:spcPts val="95"/>
              </a:spcBef>
            </a:pPr>
            <a:r>
              <a:rPr sz="2500"/>
              <a:t>Operators</a:t>
            </a:r>
            <a:r>
              <a:rPr sz="2500" spc="-40"/>
              <a:t> </a:t>
            </a:r>
            <a:r>
              <a:rPr sz="2500"/>
              <a:t>in</a:t>
            </a:r>
            <a:r>
              <a:rPr sz="2500" spc="-55"/>
              <a:t> </a:t>
            </a:r>
            <a:r>
              <a:rPr sz="2500" spc="-50"/>
              <a:t>C</a:t>
            </a:r>
            <a:endParaRPr sz="2500"/>
          </a:p>
        </p:txBody>
      </p:sp>
      <p:sp>
        <p:nvSpPr>
          <p:cNvPr id="3" name="object 3"/>
          <p:cNvSpPr txBox="1"/>
          <p:nvPr/>
        </p:nvSpPr>
        <p:spPr>
          <a:xfrm>
            <a:off x="1602740" y="1433830"/>
            <a:ext cx="8988425" cy="2028761"/>
          </a:xfrm>
          <a:prstGeom prst="rect">
            <a:avLst/>
          </a:prstGeom>
        </p:spPr>
        <p:txBody>
          <a:bodyPr vert="horz" wrap="square" lIns="0" tIns="12700" rIns="0" bIns="0" rtlCol="0">
            <a:spAutoFit/>
          </a:bodyPr>
          <a:lstStyle/>
          <a:p>
            <a:pPr marL="355600" marR="5080" indent="-342900">
              <a:spcBef>
                <a:spcPts val="100"/>
              </a:spcBef>
              <a:buFont typeface="Arial"/>
              <a:buChar char="•"/>
              <a:tabLst>
                <a:tab pos="354965" algn="l"/>
                <a:tab pos="355600" algn="l"/>
                <a:tab pos="1001394" algn="l"/>
                <a:tab pos="2052955" algn="l"/>
                <a:tab pos="2847340" algn="l"/>
                <a:tab pos="3464560" algn="l"/>
                <a:tab pos="3891279" algn="l"/>
                <a:tab pos="5644515" algn="l"/>
                <a:tab pos="6021070" algn="l"/>
                <a:tab pos="6328410" algn="l"/>
                <a:tab pos="7196455" algn="l"/>
                <a:tab pos="8517890" algn="l"/>
              </a:tabLst>
            </a:pPr>
            <a:r>
              <a:rPr sz="2400" spc="-25">
                <a:latin typeface="Times New Roman"/>
                <a:cs typeface="Times New Roman"/>
              </a:rPr>
              <a:t>The</a:t>
            </a:r>
            <a:r>
              <a:rPr sz="2400">
                <a:latin typeface="Times New Roman"/>
                <a:cs typeface="Times New Roman"/>
              </a:rPr>
              <a:t>	</a:t>
            </a:r>
            <a:r>
              <a:rPr sz="2400" spc="-10">
                <a:solidFill>
                  <a:srgbClr val="C00000"/>
                </a:solidFill>
                <a:latin typeface="Times New Roman"/>
                <a:cs typeface="Times New Roman"/>
              </a:rPr>
              <a:t>bitwise</a:t>
            </a:r>
            <a:r>
              <a:rPr sz="2400">
                <a:solidFill>
                  <a:srgbClr val="C00000"/>
                </a:solidFill>
                <a:latin typeface="Times New Roman"/>
                <a:cs typeface="Times New Roman"/>
              </a:rPr>
              <a:t>	</a:t>
            </a:r>
            <a:r>
              <a:rPr sz="2400" spc="-25">
                <a:solidFill>
                  <a:srgbClr val="C00000"/>
                </a:solidFill>
                <a:latin typeface="Times New Roman"/>
                <a:cs typeface="Times New Roman"/>
              </a:rPr>
              <a:t>NOT</a:t>
            </a:r>
            <a:r>
              <a:rPr sz="2400">
                <a:solidFill>
                  <a:srgbClr val="C00000"/>
                </a:solidFill>
                <a:latin typeface="Times New Roman"/>
                <a:cs typeface="Times New Roman"/>
              </a:rPr>
              <a:t>	</a:t>
            </a:r>
            <a:r>
              <a:rPr sz="2400" spc="-20">
                <a:solidFill>
                  <a:srgbClr val="C00000"/>
                </a:solidFill>
                <a:latin typeface="Times New Roman"/>
                <a:cs typeface="Times New Roman"/>
              </a:rPr>
              <a:t>(~)</a:t>
            </a:r>
            <a:r>
              <a:rPr sz="2400" spc="-20">
                <a:latin typeface="Times New Roman"/>
                <a:cs typeface="Times New Roman"/>
              </a:rPr>
              <a:t>,</a:t>
            </a:r>
            <a:r>
              <a:rPr sz="2400">
                <a:latin typeface="Times New Roman"/>
                <a:cs typeface="Times New Roman"/>
              </a:rPr>
              <a:t>	</a:t>
            </a:r>
            <a:r>
              <a:rPr sz="2400" spc="-25">
                <a:latin typeface="Times New Roman"/>
                <a:cs typeface="Times New Roman"/>
              </a:rPr>
              <a:t>or</a:t>
            </a:r>
            <a:r>
              <a:rPr sz="2400">
                <a:latin typeface="Times New Roman"/>
                <a:cs typeface="Times New Roman"/>
              </a:rPr>
              <a:t>	</a:t>
            </a:r>
            <a:r>
              <a:rPr sz="2400" spc="-10">
                <a:latin typeface="Times New Roman"/>
                <a:cs typeface="Times New Roman"/>
              </a:rPr>
              <a:t>complement,</a:t>
            </a:r>
            <a:r>
              <a:rPr sz="2400">
                <a:latin typeface="Times New Roman"/>
                <a:cs typeface="Times New Roman"/>
              </a:rPr>
              <a:t>	</a:t>
            </a:r>
            <a:r>
              <a:rPr sz="2400" spc="-25">
                <a:latin typeface="Times New Roman"/>
                <a:cs typeface="Times New Roman"/>
              </a:rPr>
              <a:t>is</a:t>
            </a:r>
            <a:r>
              <a:rPr sz="2400">
                <a:latin typeface="Times New Roman"/>
                <a:cs typeface="Times New Roman"/>
              </a:rPr>
              <a:t>	</a:t>
            </a:r>
            <a:r>
              <a:rPr sz="2400" spc="-50">
                <a:latin typeface="Times New Roman"/>
                <a:cs typeface="Times New Roman"/>
              </a:rPr>
              <a:t>a</a:t>
            </a:r>
            <a:r>
              <a:rPr sz="2400">
                <a:latin typeface="Times New Roman"/>
                <a:cs typeface="Times New Roman"/>
              </a:rPr>
              <a:t>	</a:t>
            </a:r>
            <a:r>
              <a:rPr sz="2400" spc="-10">
                <a:latin typeface="Times New Roman"/>
                <a:cs typeface="Times New Roman"/>
              </a:rPr>
              <a:t>unary</a:t>
            </a:r>
            <a:r>
              <a:rPr sz="2400">
                <a:latin typeface="Times New Roman"/>
                <a:cs typeface="Times New Roman"/>
              </a:rPr>
              <a:t>	</a:t>
            </a:r>
            <a:r>
              <a:rPr sz="2400" spc="-10">
                <a:latin typeface="Times New Roman"/>
                <a:cs typeface="Times New Roman"/>
              </a:rPr>
              <a:t>operation</a:t>
            </a:r>
            <a:r>
              <a:rPr sz="2400">
                <a:latin typeface="Times New Roman"/>
                <a:cs typeface="Times New Roman"/>
              </a:rPr>
              <a:t>	</a:t>
            </a:r>
            <a:r>
              <a:rPr sz="2400" spc="-20">
                <a:latin typeface="Times New Roman"/>
                <a:cs typeface="Times New Roman"/>
              </a:rPr>
              <a:t>that </a:t>
            </a:r>
            <a:r>
              <a:rPr sz="2400">
                <a:latin typeface="Times New Roman"/>
                <a:cs typeface="Times New Roman"/>
              </a:rPr>
              <a:t>performs logical</a:t>
            </a:r>
            <a:r>
              <a:rPr sz="2400" spc="-30">
                <a:latin typeface="Times New Roman"/>
                <a:cs typeface="Times New Roman"/>
              </a:rPr>
              <a:t> </a:t>
            </a:r>
            <a:r>
              <a:rPr sz="2400">
                <a:latin typeface="Times New Roman"/>
                <a:cs typeface="Times New Roman"/>
              </a:rPr>
              <a:t>negation</a:t>
            </a:r>
            <a:r>
              <a:rPr sz="2400" spc="-25">
                <a:latin typeface="Times New Roman"/>
                <a:cs typeface="Times New Roman"/>
              </a:rPr>
              <a:t> </a:t>
            </a:r>
            <a:r>
              <a:rPr sz="2400">
                <a:latin typeface="Times New Roman"/>
                <a:cs typeface="Times New Roman"/>
              </a:rPr>
              <a:t>on</a:t>
            </a:r>
            <a:r>
              <a:rPr sz="2400" spc="-5">
                <a:latin typeface="Times New Roman"/>
                <a:cs typeface="Times New Roman"/>
              </a:rPr>
              <a:t> </a:t>
            </a:r>
            <a:r>
              <a:rPr sz="2400">
                <a:latin typeface="Times New Roman"/>
                <a:cs typeface="Times New Roman"/>
              </a:rPr>
              <a:t>each</a:t>
            </a:r>
            <a:r>
              <a:rPr sz="2400" spc="-15">
                <a:latin typeface="Times New Roman"/>
                <a:cs typeface="Times New Roman"/>
              </a:rPr>
              <a:t> </a:t>
            </a:r>
            <a:r>
              <a:rPr sz="2400">
                <a:latin typeface="Times New Roman"/>
                <a:cs typeface="Times New Roman"/>
              </a:rPr>
              <a:t>bit</a:t>
            </a:r>
            <a:r>
              <a:rPr sz="2400" spc="-15">
                <a:latin typeface="Times New Roman"/>
                <a:cs typeface="Times New Roman"/>
              </a:rPr>
              <a:t> </a:t>
            </a:r>
            <a:r>
              <a:rPr sz="2400">
                <a:latin typeface="Times New Roman"/>
                <a:cs typeface="Times New Roman"/>
              </a:rPr>
              <a:t>of</a:t>
            </a:r>
            <a:r>
              <a:rPr sz="2400" spc="-5">
                <a:latin typeface="Times New Roman"/>
                <a:cs typeface="Times New Roman"/>
              </a:rPr>
              <a:t> </a:t>
            </a:r>
            <a:r>
              <a:rPr sz="2400">
                <a:latin typeface="Times New Roman"/>
                <a:cs typeface="Times New Roman"/>
              </a:rPr>
              <a:t>the</a:t>
            </a:r>
            <a:r>
              <a:rPr sz="2400" spc="-5">
                <a:latin typeface="Times New Roman"/>
                <a:cs typeface="Times New Roman"/>
              </a:rPr>
              <a:t> </a:t>
            </a:r>
            <a:r>
              <a:rPr sz="2400" spc="-10">
                <a:latin typeface="Times New Roman"/>
                <a:cs typeface="Times New Roman"/>
              </a:rPr>
              <a:t>operand.</a:t>
            </a:r>
            <a:endParaRPr sz="2400">
              <a:latin typeface="Times New Roman"/>
              <a:cs typeface="Times New Roman"/>
            </a:endParaRPr>
          </a:p>
          <a:p>
            <a:pPr>
              <a:spcBef>
                <a:spcPts val="10"/>
              </a:spcBef>
              <a:buFont typeface="Arial"/>
              <a:buChar char="•"/>
            </a:pPr>
            <a:endParaRPr sz="3500">
              <a:latin typeface="Times New Roman"/>
              <a:cs typeface="Times New Roman"/>
            </a:endParaRPr>
          </a:p>
          <a:p>
            <a:pPr marL="355600" marR="5080" indent="-342900">
              <a:buFont typeface="Arial"/>
              <a:buChar char="•"/>
              <a:tabLst>
                <a:tab pos="354965" algn="l"/>
                <a:tab pos="355600" algn="l"/>
                <a:tab pos="876935" algn="l"/>
                <a:tab pos="2414270" algn="l"/>
                <a:tab pos="3627754" algn="l"/>
                <a:tab pos="4046854" algn="l"/>
                <a:tab pos="4771390" algn="l"/>
                <a:tab pos="5335270" algn="l"/>
                <a:tab pos="5668645" algn="l"/>
                <a:tab pos="6798309" algn="l"/>
                <a:tab pos="8063230" algn="l"/>
                <a:tab pos="8602980" algn="l"/>
              </a:tabLst>
            </a:pPr>
            <a:r>
              <a:rPr sz="2400" spc="-25">
                <a:latin typeface="Times New Roman"/>
                <a:cs typeface="Times New Roman"/>
              </a:rPr>
              <a:t>By</a:t>
            </a:r>
            <a:r>
              <a:rPr sz="2400">
                <a:latin typeface="Times New Roman"/>
                <a:cs typeface="Times New Roman"/>
              </a:rPr>
              <a:t>	</a:t>
            </a:r>
            <a:r>
              <a:rPr sz="2400" spc="-10">
                <a:latin typeface="Times New Roman"/>
                <a:cs typeface="Times New Roman"/>
              </a:rPr>
              <a:t>performing</a:t>
            </a:r>
            <a:r>
              <a:rPr sz="2400">
                <a:latin typeface="Times New Roman"/>
                <a:cs typeface="Times New Roman"/>
              </a:rPr>
              <a:t>	</a:t>
            </a:r>
            <a:r>
              <a:rPr sz="2400" spc="-10">
                <a:latin typeface="Times New Roman"/>
                <a:cs typeface="Times New Roman"/>
              </a:rPr>
              <a:t>negation</a:t>
            </a:r>
            <a:r>
              <a:rPr sz="2400">
                <a:latin typeface="Times New Roman"/>
                <a:cs typeface="Times New Roman"/>
              </a:rPr>
              <a:t>	</a:t>
            </a:r>
            <a:r>
              <a:rPr sz="2400" spc="-35">
                <a:latin typeface="Times New Roman"/>
                <a:cs typeface="Times New Roman"/>
              </a:rPr>
              <a:t>of</a:t>
            </a:r>
            <a:r>
              <a:rPr sz="2400">
                <a:latin typeface="Times New Roman"/>
                <a:cs typeface="Times New Roman"/>
              </a:rPr>
              <a:t>	</a:t>
            </a:r>
            <a:r>
              <a:rPr sz="2400" spc="-20">
                <a:latin typeface="Times New Roman"/>
                <a:cs typeface="Times New Roman"/>
              </a:rPr>
              <a:t>each</a:t>
            </a:r>
            <a:r>
              <a:rPr sz="2400">
                <a:latin typeface="Times New Roman"/>
                <a:cs typeface="Times New Roman"/>
              </a:rPr>
              <a:t>	</a:t>
            </a:r>
            <a:r>
              <a:rPr sz="2400" spc="-20">
                <a:latin typeface="Times New Roman"/>
                <a:cs typeface="Times New Roman"/>
              </a:rPr>
              <a:t>bit,</a:t>
            </a:r>
            <a:r>
              <a:rPr sz="2400">
                <a:latin typeface="Times New Roman"/>
                <a:cs typeface="Times New Roman"/>
              </a:rPr>
              <a:t>	</a:t>
            </a:r>
            <a:r>
              <a:rPr sz="2400" spc="-25">
                <a:latin typeface="Times New Roman"/>
                <a:cs typeface="Times New Roman"/>
              </a:rPr>
              <a:t>it</a:t>
            </a:r>
            <a:r>
              <a:rPr sz="2400">
                <a:latin typeface="Times New Roman"/>
                <a:cs typeface="Times New Roman"/>
              </a:rPr>
              <a:t>	</a:t>
            </a:r>
            <a:r>
              <a:rPr sz="2400" spc="-10">
                <a:latin typeface="Times New Roman"/>
                <a:cs typeface="Times New Roman"/>
              </a:rPr>
              <a:t>actually</a:t>
            </a:r>
            <a:r>
              <a:rPr sz="2400">
                <a:latin typeface="Times New Roman"/>
                <a:cs typeface="Times New Roman"/>
              </a:rPr>
              <a:t>	</a:t>
            </a:r>
            <a:r>
              <a:rPr sz="2400" spc="-10">
                <a:latin typeface="Times New Roman"/>
                <a:cs typeface="Times New Roman"/>
              </a:rPr>
              <a:t>produces</a:t>
            </a:r>
            <a:r>
              <a:rPr sz="2400">
                <a:latin typeface="Times New Roman"/>
                <a:cs typeface="Times New Roman"/>
              </a:rPr>
              <a:t>	</a:t>
            </a:r>
            <a:r>
              <a:rPr sz="2400" spc="-25">
                <a:latin typeface="Times New Roman"/>
                <a:cs typeface="Times New Roman"/>
              </a:rPr>
              <a:t>the</a:t>
            </a:r>
            <a:r>
              <a:rPr sz="2400">
                <a:latin typeface="Times New Roman"/>
                <a:cs typeface="Times New Roman"/>
              </a:rPr>
              <a:t>	</a:t>
            </a:r>
            <a:r>
              <a:rPr sz="2400" spc="-155">
                <a:latin typeface="Times New Roman"/>
                <a:cs typeface="Times New Roman"/>
              </a:rPr>
              <a:t>1‗s </a:t>
            </a:r>
            <a:r>
              <a:rPr sz="2400">
                <a:latin typeface="Times New Roman"/>
                <a:cs typeface="Times New Roman"/>
              </a:rPr>
              <a:t>complement</a:t>
            </a:r>
            <a:r>
              <a:rPr sz="2400" spc="-25">
                <a:latin typeface="Times New Roman"/>
                <a:cs typeface="Times New Roman"/>
              </a:rPr>
              <a:t> </a:t>
            </a:r>
            <a:r>
              <a:rPr sz="2400">
                <a:latin typeface="Times New Roman"/>
                <a:cs typeface="Times New Roman"/>
              </a:rPr>
              <a:t>of</a:t>
            </a:r>
            <a:r>
              <a:rPr sz="2400" spc="-10">
                <a:latin typeface="Times New Roman"/>
                <a:cs typeface="Times New Roman"/>
              </a:rPr>
              <a:t> </a:t>
            </a:r>
            <a:r>
              <a:rPr sz="2400">
                <a:latin typeface="Times New Roman"/>
                <a:cs typeface="Times New Roman"/>
              </a:rPr>
              <a:t>the</a:t>
            </a:r>
            <a:r>
              <a:rPr sz="2400" spc="-10">
                <a:latin typeface="Times New Roman"/>
                <a:cs typeface="Times New Roman"/>
              </a:rPr>
              <a:t> </a:t>
            </a:r>
            <a:r>
              <a:rPr sz="2400">
                <a:latin typeface="Times New Roman"/>
                <a:cs typeface="Times New Roman"/>
              </a:rPr>
              <a:t>given</a:t>
            </a:r>
            <a:r>
              <a:rPr sz="2400" spc="-20">
                <a:latin typeface="Times New Roman"/>
                <a:cs typeface="Times New Roman"/>
              </a:rPr>
              <a:t> </a:t>
            </a:r>
            <a:r>
              <a:rPr sz="2400">
                <a:latin typeface="Times New Roman"/>
                <a:cs typeface="Times New Roman"/>
              </a:rPr>
              <a:t>binary</a:t>
            </a:r>
            <a:r>
              <a:rPr sz="2400" spc="-25">
                <a:latin typeface="Times New Roman"/>
                <a:cs typeface="Times New Roman"/>
              </a:rPr>
              <a:t> </a:t>
            </a:r>
            <a:r>
              <a:rPr sz="2400" spc="-10">
                <a:latin typeface="Times New Roman"/>
                <a:cs typeface="Times New Roman"/>
              </a:rPr>
              <a:t>value.</a:t>
            </a:r>
            <a:endParaRPr sz="2400">
              <a:latin typeface="Times New Roman"/>
              <a:cs typeface="Times New Roman"/>
            </a:endParaRPr>
          </a:p>
        </p:txBody>
      </p:sp>
      <p:graphicFrame>
        <p:nvGraphicFramePr>
          <p:cNvPr id="4" name="object 4"/>
          <p:cNvGraphicFramePr>
            <a:graphicFrameLocks noGrp="1"/>
          </p:cNvGraphicFramePr>
          <p:nvPr/>
        </p:nvGraphicFramePr>
        <p:xfrm>
          <a:off x="1963167" y="3528339"/>
          <a:ext cx="4401820" cy="1214754"/>
        </p:xfrm>
        <a:graphic>
          <a:graphicData uri="http://schemas.openxmlformats.org/drawingml/2006/table">
            <a:tbl>
              <a:tblPr firstRow="1" bandRow="1">
                <a:tableStyleId>{2D5ABB26-0587-4C30-8999-92F81FD0307C}</a:tableStyleId>
              </a:tblPr>
              <a:tblGrid>
                <a:gridCol w="586105">
                  <a:extLst>
                    <a:ext uri="{9D8B030D-6E8A-4147-A177-3AD203B41FA5}">
                      <a16:colId xmlns:a16="http://schemas.microsoft.com/office/drawing/2014/main" val="20000"/>
                    </a:ext>
                  </a:extLst>
                </a:gridCol>
                <a:gridCol w="1552575">
                  <a:extLst>
                    <a:ext uri="{9D8B030D-6E8A-4147-A177-3AD203B41FA5}">
                      <a16:colId xmlns:a16="http://schemas.microsoft.com/office/drawing/2014/main" val="20001"/>
                    </a:ext>
                  </a:extLst>
                </a:gridCol>
                <a:gridCol w="2263140">
                  <a:extLst>
                    <a:ext uri="{9D8B030D-6E8A-4147-A177-3AD203B41FA5}">
                      <a16:colId xmlns:a16="http://schemas.microsoft.com/office/drawing/2014/main" val="20002"/>
                    </a:ext>
                  </a:extLst>
                </a:gridCol>
              </a:tblGrid>
              <a:tr h="387985">
                <a:tc>
                  <a:txBody>
                    <a:bodyPr/>
                    <a:lstStyle/>
                    <a:p>
                      <a:pPr marL="31750">
                        <a:lnSpc>
                          <a:spcPts val="2620"/>
                        </a:lnSpc>
                      </a:pPr>
                      <a:r>
                        <a:rPr sz="2400" spc="-25">
                          <a:latin typeface="Times New Roman"/>
                          <a:cs typeface="Times New Roman"/>
                        </a:rPr>
                        <a:t>Ex:</a:t>
                      </a:r>
                      <a:endParaRPr sz="2400">
                        <a:latin typeface="Times New Roman"/>
                        <a:cs typeface="Times New Roman"/>
                      </a:endParaRPr>
                    </a:p>
                  </a:txBody>
                  <a:tcPr marL="0" marR="0" marT="0" marB="0"/>
                </a:tc>
                <a:tc>
                  <a:txBody>
                    <a:bodyPr/>
                    <a:lstStyle/>
                    <a:p>
                      <a:pPr marL="172085">
                        <a:lnSpc>
                          <a:spcPts val="2620"/>
                        </a:lnSpc>
                        <a:tabLst>
                          <a:tab pos="646430" algn="l"/>
                        </a:tabLst>
                      </a:pPr>
                      <a:r>
                        <a:rPr sz="2400" spc="-25">
                          <a:latin typeface="Times New Roman"/>
                          <a:cs typeface="Times New Roman"/>
                        </a:rPr>
                        <a:t>int</a:t>
                      </a:r>
                      <a:r>
                        <a:rPr sz="2400">
                          <a:latin typeface="Times New Roman"/>
                          <a:cs typeface="Times New Roman"/>
                        </a:rPr>
                        <a:t>	</a:t>
                      </a:r>
                      <a:r>
                        <a:rPr sz="2400" spc="-10">
                          <a:latin typeface="Times New Roman"/>
                          <a:cs typeface="Times New Roman"/>
                        </a:rPr>
                        <a:t>x=4,y;</a:t>
                      </a:r>
                      <a:endParaRPr sz="2400">
                        <a:latin typeface="Times New Roman"/>
                        <a:cs typeface="Times New Roman"/>
                      </a:endParaRPr>
                    </a:p>
                  </a:txBody>
                  <a:tcPr marL="0" marR="0" marT="0" marB="0"/>
                </a:tc>
                <a:tc>
                  <a:txBody>
                    <a:bodyPr/>
                    <a:lstStyle/>
                    <a:p>
                      <a:pPr>
                        <a:lnSpc>
                          <a:spcPct val="100000"/>
                        </a:lnSpc>
                      </a:pPr>
                      <a:endParaRPr sz="2400">
                        <a:latin typeface="Times New Roman"/>
                        <a:cs typeface="Times New Roman"/>
                      </a:endParaRPr>
                    </a:p>
                  </a:txBody>
                  <a:tcPr marL="0" marR="0" marT="0" marB="0"/>
                </a:tc>
                <a:extLst>
                  <a:ext uri="{0D108BD9-81ED-4DB2-BD59-A6C34878D82A}">
                    <a16:rowId xmlns:a16="http://schemas.microsoft.com/office/drawing/2014/main" val="10000"/>
                  </a:ext>
                </a:extLst>
              </a:tr>
              <a:tr h="438784">
                <a:tc>
                  <a:txBody>
                    <a:bodyPr/>
                    <a:lstStyle/>
                    <a:p>
                      <a:pPr>
                        <a:lnSpc>
                          <a:spcPct val="100000"/>
                        </a:lnSpc>
                      </a:pPr>
                      <a:endParaRPr sz="2400">
                        <a:latin typeface="Times New Roman"/>
                        <a:cs typeface="Times New Roman"/>
                      </a:endParaRPr>
                    </a:p>
                  </a:txBody>
                  <a:tcPr marL="0" marR="0" marT="0" marB="0"/>
                </a:tc>
                <a:tc>
                  <a:txBody>
                    <a:bodyPr/>
                    <a:lstStyle/>
                    <a:p>
                      <a:pPr marL="131445">
                        <a:lnSpc>
                          <a:spcPct val="100000"/>
                        </a:lnSpc>
                        <a:spcBef>
                          <a:spcPts val="135"/>
                        </a:spcBef>
                      </a:pPr>
                      <a:r>
                        <a:rPr sz="2400" spc="-10">
                          <a:latin typeface="Times New Roman"/>
                          <a:cs typeface="Times New Roman"/>
                        </a:rPr>
                        <a:t>y=(~x);</a:t>
                      </a:r>
                      <a:endParaRPr sz="2400">
                        <a:latin typeface="Times New Roman"/>
                        <a:cs typeface="Times New Roman"/>
                      </a:endParaRPr>
                    </a:p>
                  </a:txBody>
                  <a:tcPr marL="0" marR="0" marT="17145" marB="0"/>
                </a:tc>
                <a:tc>
                  <a:txBody>
                    <a:bodyPr/>
                    <a:lstStyle/>
                    <a:p>
                      <a:pPr marR="48260" algn="r">
                        <a:lnSpc>
                          <a:spcPct val="100000"/>
                        </a:lnSpc>
                        <a:spcBef>
                          <a:spcPts val="135"/>
                        </a:spcBef>
                        <a:tabLst>
                          <a:tab pos="1252855" algn="l"/>
                        </a:tabLst>
                      </a:pPr>
                      <a:r>
                        <a:rPr sz="2400">
                          <a:latin typeface="Times New Roman"/>
                          <a:cs typeface="Times New Roman"/>
                        </a:rPr>
                        <a:t>Hear</a:t>
                      </a:r>
                      <a:r>
                        <a:rPr sz="2400" spc="-35">
                          <a:latin typeface="Times New Roman"/>
                          <a:cs typeface="Times New Roman"/>
                        </a:rPr>
                        <a:t> </a:t>
                      </a:r>
                      <a:r>
                        <a:rPr sz="2400">
                          <a:latin typeface="Times New Roman"/>
                          <a:cs typeface="Times New Roman"/>
                        </a:rPr>
                        <a:t>x</a:t>
                      </a:r>
                      <a:r>
                        <a:rPr sz="2400" spc="-35">
                          <a:latin typeface="Times New Roman"/>
                          <a:cs typeface="Times New Roman"/>
                        </a:rPr>
                        <a:t> </a:t>
                      </a:r>
                      <a:r>
                        <a:rPr sz="2400" spc="-25">
                          <a:latin typeface="Times New Roman"/>
                          <a:cs typeface="Times New Roman"/>
                        </a:rPr>
                        <a:t>is</a:t>
                      </a:r>
                      <a:r>
                        <a:rPr sz="2400">
                          <a:latin typeface="Times New Roman"/>
                          <a:cs typeface="Times New Roman"/>
                        </a:rPr>
                        <a:t>	0 1 0 </a:t>
                      </a:r>
                      <a:r>
                        <a:rPr sz="2400" spc="-50">
                          <a:latin typeface="Times New Roman"/>
                          <a:cs typeface="Times New Roman"/>
                        </a:rPr>
                        <a:t>0</a:t>
                      </a:r>
                      <a:endParaRPr sz="2400">
                        <a:latin typeface="Times New Roman"/>
                        <a:cs typeface="Times New Roman"/>
                      </a:endParaRPr>
                    </a:p>
                  </a:txBody>
                  <a:tcPr marL="0" marR="0" marT="17145" marB="0"/>
                </a:tc>
                <a:extLst>
                  <a:ext uri="{0D108BD9-81ED-4DB2-BD59-A6C34878D82A}">
                    <a16:rowId xmlns:a16="http://schemas.microsoft.com/office/drawing/2014/main" val="10001"/>
                  </a:ext>
                </a:extLst>
              </a:tr>
              <a:tr h="387985">
                <a:tc>
                  <a:txBody>
                    <a:bodyPr/>
                    <a:lstStyle/>
                    <a:p>
                      <a:pPr>
                        <a:lnSpc>
                          <a:spcPct val="100000"/>
                        </a:lnSpc>
                      </a:pPr>
                      <a:endParaRPr sz="2400">
                        <a:latin typeface="Times New Roman"/>
                        <a:cs typeface="Times New Roman"/>
                      </a:endParaRPr>
                    </a:p>
                  </a:txBody>
                  <a:tcPr marL="0" marR="0" marT="0" marB="0"/>
                </a:tc>
                <a:tc>
                  <a:txBody>
                    <a:bodyPr/>
                    <a:lstStyle/>
                    <a:p>
                      <a:pPr marL="131445">
                        <a:lnSpc>
                          <a:spcPts val="2820"/>
                        </a:lnSpc>
                        <a:spcBef>
                          <a:spcPts val="135"/>
                        </a:spcBef>
                      </a:pPr>
                      <a:r>
                        <a:rPr sz="2400" spc="-20">
                          <a:latin typeface="Times New Roman"/>
                          <a:cs typeface="Times New Roman"/>
                        </a:rPr>
                        <a:t>y=11</a:t>
                      </a:r>
                      <a:endParaRPr sz="2400">
                        <a:latin typeface="Times New Roman"/>
                        <a:cs typeface="Times New Roman"/>
                      </a:endParaRPr>
                    </a:p>
                  </a:txBody>
                  <a:tcPr marL="0" marR="0" marT="17145" marB="0"/>
                </a:tc>
                <a:tc>
                  <a:txBody>
                    <a:bodyPr/>
                    <a:lstStyle/>
                    <a:p>
                      <a:pPr marR="24130" algn="r">
                        <a:lnSpc>
                          <a:spcPts val="2820"/>
                        </a:lnSpc>
                        <a:spcBef>
                          <a:spcPts val="135"/>
                        </a:spcBef>
                        <a:tabLst>
                          <a:tab pos="469265" algn="l"/>
                          <a:tab pos="825500" algn="l"/>
                        </a:tabLst>
                      </a:pPr>
                      <a:r>
                        <a:rPr sz="2400" spc="-25">
                          <a:latin typeface="Times New Roman"/>
                          <a:cs typeface="Times New Roman"/>
                        </a:rPr>
                        <a:t>~x</a:t>
                      </a:r>
                      <a:r>
                        <a:rPr sz="2400">
                          <a:latin typeface="Times New Roman"/>
                          <a:cs typeface="Times New Roman"/>
                        </a:rPr>
                        <a:t>	</a:t>
                      </a:r>
                      <a:r>
                        <a:rPr sz="2400" spc="-25">
                          <a:latin typeface="Times New Roman"/>
                          <a:cs typeface="Times New Roman"/>
                        </a:rPr>
                        <a:t>is</a:t>
                      </a:r>
                      <a:r>
                        <a:rPr sz="2400">
                          <a:latin typeface="Times New Roman"/>
                          <a:cs typeface="Times New Roman"/>
                        </a:rPr>
                        <a:t>	1 0 1 </a:t>
                      </a:r>
                      <a:r>
                        <a:rPr sz="2400" spc="-50">
                          <a:latin typeface="Times New Roman"/>
                          <a:cs typeface="Times New Roman"/>
                        </a:rPr>
                        <a:t>1</a:t>
                      </a:r>
                      <a:endParaRPr sz="2400">
                        <a:latin typeface="Times New Roman"/>
                        <a:cs typeface="Times New Roman"/>
                      </a:endParaRPr>
                    </a:p>
                  </a:txBody>
                  <a:tcPr marL="0" marR="0" marT="17145"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5597952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7309" y="7112"/>
            <a:ext cx="1896110" cy="406400"/>
          </a:xfrm>
          <a:prstGeom prst="rect">
            <a:avLst/>
          </a:prstGeom>
        </p:spPr>
        <p:txBody>
          <a:bodyPr vert="horz" wrap="square" lIns="0" tIns="12065" rIns="0" bIns="0" rtlCol="0" anchor="ctr">
            <a:spAutoFit/>
          </a:bodyPr>
          <a:lstStyle/>
          <a:p>
            <a:pPr marL="12700">
              <a:lnSpc>
                <a:spcPct val="100000"/>
              </a:lnSpc>
              <a:spcBef>
                <a:spcPts val="95"/>
              </a:spcBef>
            </a:pPr>
            <a:r>
              <a:rPr sz="2500"/>
              <a:t>Operators</a:t>
            </a:r>
            <a:r>
              <a:rPr sz="2500" spc="-40"/>
              <a:t> </a:t>
            </a:r>
            <a:r>
              <a:rPr sz="2500"/>
              <a:t>in</a:t>
            </a:r>
            <a:r>
              <a:rPr sz="2500" spc="-55"/>
              <a:t> </a:t>
            </a:r>
            <a:r>
              <a:rPr sz="2500" spc="-50"/>
              <a:t>C</a:t>
            </a:r>
            <a:endParaRPr sz="2500"/>
          </a:p>
        </p:txBody>
      </p:sp>
      <p:sp>
        <p:nvSpPr>
          <p:cNvPr id="3" name="object 3"/>
          <p:cNvSpPr txBox="1"/>
          <p:nvPr/>
        </p:nvSpPr>
        <p:spPr>
          <a:xfrm>
            <a:off x="1602739" y="480742"/>
            <a:ext cx="8986520" cy="2010410"/>
          </a:xfrm>
          <a:prstGeom prst="rect">
            <a:avLst/>
          </a:prstGeom>
        </p:spPr>
        <p:txBody>
          <a:bodyPr vert="horz" wrap="square" lIns="0" tIns="87630" rIns="0" bIns="0" rtlCol="0">
            <a:spAutoFit/>
          </a:bodyPr>
          <a:lstStyle/>
          <a:p>
            <a:pPr marL="12700">
              <a:spcBef>
                <a:spcPts val="690"/>
              </a:spcBef>
            </a:pPr>
            <a:r>
              <a:rPr sz="2400">
                <a:solidFill>
                  <a:srgbClr val="C00000"/>
                </a:solidFill>
                <a:latin typeface="Times New Roman"/>
                <a:cs typeface="Times New Roman"/>
              </a:rPr>
              <a:t>Assignment</a:t>
            </a:r>
            <a:r>
              <a:rPr sz="2400" spc="-35">
                <a:solidFill>
                  <a:srgbClr val="C00000"/>
                </a:solidFill>
                <a:latin typeface="Times New Roman"/>
                <a:cs typeface="Times New Roman"/>
              </a:rPr>
              <a:t> </a:t>
            </a:r>
            <a:r>
              <a:rPr sz="2400" spc="-10">
                <a:solidFill>
                  <a:srgbClr val="C00000"/>
                </a:solidFill>
                <a:latin typeface="Times New Roman"/>
                <a:cs typeface="Times New Roman"/>
              </a:rPr>
              <a:t>operators</a:t>
            </a:r>
            <a:endParaRPr sz="2400">
              <a:latin typeface="Times New Roman"/>
              <a:cs typeface="Times New Roman"/>
            </a:endParaRPr>
          </a:p>
          <a:p>
            <a:pPr marL="355600" indent="-342900">
              <a:spcBef>
                <a:spcPts val="535"/>
              </a:spcBef>
              <a:buFont typeface="Arial"/>
              <a:buChar char="•"/>
              <a:tabLst>
                <a:tab pos="354965" algn="l"/>
                <a:tab pos="355600" algn="l"/>
              </a:tabLst>
            </a:pPr>
            <a:r>
              <a:rPr sz="2200">
                <a:latin typeface="Times New Roman"/>
                <a:cs typeface="Times New Roman"/>
              </a:rPr>
              <a:t>The</a:t>
            </a:r>
            <a:r>
              <a:rPr sz="2200" spc="-65">
                <a:latin typeface="Times New Roman"/>
                <a:cs typeface="Times New Roman"/>
              </a:rPr>
              <a:t> </a:t>
            </a:r>
            <a:r>
              <a:rPr sz="2200">
                <a:latin typeface="Times New Roman"/>
                <a:cs typeface="Times New Roman"/>
              </a:rPr>
              <a:t>assignment</a:t>
            </a:r>
            <a:r>
              <a:rPr sz="2200" spc="-35">
                <a:latin typeface="Times New Roman"/>
                <a:cs typeface="Times New Roman"/>
              </a:rPr>
              <a:t> </a:t>
            </a:r>
            <a:r>
              <a:rPr sz="2200">
                <a:latin typeface="Times New Roman"/>
                <a:cs typeface="Times New Roman"/>
              </a:rPr>
              <a:t>operator</a:t>
            </a:r>
            <a:r>
              <a:rPr sz="2200" spc="-50">
                <a:latin typeface="Times New Roman"/>
                <a:cs typeface="Times New Roman"/>
              </a:rPr>
              <a:t> </a:t>
            </a:r>
            <a:r>
              <a:rPr sz="2200">
                <a:latin typeface="Times New Roman"/>
                <a:cs typeface="Times New Roman"/>
              </a:rPr>
              <a:t>is</a:t>
            </a:r>
            <a:r>
              <a:rPr sz="2200" spc="-55">
                <a:latin typeface="Times New Roman"/>
                <a:cs typeface="Times New Roman"/>
              </a:rPr>
              <a:t> </a:t>
            </a:r>
            <a:r>
              <a:rPr sz="2200">
                <a:latin typeface="Times New Roman"/>
                <a:cs typeface="Times New Roman"/>
              </a:rPr>
              <a:t>responsible</a:t>
            </a:r>
            <a:r>
              <a:rPr sz="2200" spc="-60">
                <a:latin typeface="Times New Roman"/>
                <a:cs typeface="Times New Roman"/>
              </a:rPr>
              <a:t> </a:t>
            </a:r>
            <a:r>
              <a:rPr sz="2200">
                <a:latin typeface="Times New Roman"/>
                <a:cs typeface="Times New Roman"/>
              </a:rPr>
              <a:t>for</a:t>
            </a:r>
            <a:r>
              <a:rPr sz="2200" spc="-40">
                <a:latin typeface="Times New Roman"/>
                <a:cs typeface="Times New Roman"/>
              </a:rPr>
              <a:t> </a:t>
            </a:r>
            <a:r>
              <a:rPr sz="2200">
                <a:latin typeface="Times New Roman"/>
                <a:cs typeface="Times New Roman"/>
              </a:rPr>
              <a:t>assigning</a:t>
            </a:r>
            <a:r>
              <a:rPr sz="2200" spc="-60">
                <a:latin typeface="Times New Roman"/>
                <a:cs typeface="Times New Roman"/>
              </a:rPr>
              <a:t> </a:t>
            </a:r>
            <a:r>
              <a:rPr sz="2200">
                <a:latin typeface="Times New Roman"/>
                <a:cs typeface="Times New Roman"/>
              </a:rPr>
              <a:t>values</a:t>
            </a:r>
            <a:r>
              <a:rPr sz="2200" spc="-55">
                <a:latin typeface="Times New Roman"/>
                <a:cs typeface="Times New Roman"/>
              </a:rPr>
              <a:t> </a:t>
            </a:r>
            <a:r>
              <a:rPr sz="2200">
                <a:latin typeface="Times New Roman"/>
                <a:cs typeface="Times New Roman"/>
              </a:rPr>
              <a:t>to</a:t>
            </a:r>
            <a:r>
              <a:rPr sz="2200" spc="-60">
                <a:latin typeface="Times New Roman"/>
                <a:cs typeface="Times New Roman"/>
              </a:rPr>
              <a:t> </a:t>
            </a:r>
            <a:r>
              <a:rPr sz="2200">
                <a:latin typeface="Times New Roman"/>
                <a:cs typeface="Times New Roman"/>
              </a:rPr>
              <a:t>the</a:t>
            </a:r>
            <a:r>
              <a:rPr sz="2200" spc="-55">
                <a:latin typeface="Times New Roman"/>
                <a:cs typeface="Times New Roman"/>
              </a:rPr>
              <a:t> </a:t>
            </a:r>
            <a:r>
              <a:rPr sz="2200" spc="-10">
                <a:latin typeface="Times New Roman"/>
                <a:cs typeface="Times New Roman"/>
              </a:rPr>
              <a:t>variables.</a:t>
            </a:r>
            <a:endParaRPr sz="2200">
              <a:latin typeface="Times New Roman"/>
              <a:cs typeface="Times New Roman"/>
            </a:endParaRPr>
          </a:p>
          <a:p>
            <a:pPr marL="355600" indent="-342900">
              <a:spcBef>
                <a:spcPts val="530"/>
              </a:spcBef>
              <a:buFont typeface="Arial"/>
              <a:buChar char="•"/>
              <a:tabLst>
                <a:tab pos="354965" algn="l"/>
                <a:tab pos="355600" algn="l"/>
              </a:tabLst>
            </a:pPr>
            <a:r>
              <a:rPr sz="2200">
                <a:latin typeface="Times New Roman"/>
                <a:cs typeface="Times New Roman"/>
              </a:rPr>
              <a:t>The</a:t>
            </a:r>
            <a:r>
              <a:rPr sz="2200" spc="-65">
                <a:latin typeface="Times New Roman"/>
                <a:cs typeface="Times New Roman"/>
              </a:rPr>
              <a:t> </a:t>
            </a:r>
            <a:r>
              <a:rPr sz="2200">
                <a:latin typeface="Times New Roman"/>
                <a:cs typeface="Times New Roman"/>
              </a:rPr>
              <a:t>equal</a:t>
            </a:r>
            <a:r>
              <a:rPr sz="2200" spc="-50">
                <a:latin typeface="Times New Roman"/>
                <a:cs typeface="Times New Roman"/>
              </a:rPr>
              <a:t> </a:t>
            </a:r>
            <a:r>
              <a:rPr sz="2200">
                <a:latin typeface="Times New Roman"/>
                <a:cs typeface="Times New Roman"/>
              </a:rPr>
              <a:t>sign</a:t>
            </a:r>
            <a:r>
              <a:rPr sz="2200" spc="-55">
                <a:latin typeface="Times New Roman"/>
                <a:cs typeface="Times New Roman"/>
              </a:rPr>
              <a:t> </a:t>
            </a:r>
            <a:r>
              <a:rPr sz="2200">
                <a:latin typeface="Times New Roman"/>
                <a:cs typeface="Times New Roman"/>
              </a:rPr>
              <a:t>(=)</a:t>
            </a:r>
            <a:r>
              <a:rPr sz="2200" spc="-45">
                <a:latin typeface="Times New Roman"/>
                <a:cs typeface="Times New Roman"/>
              </a:rPr>
              <a:t> </a:t>
            </a:r>
            <a:r>
              <a:rPr sz="2200">
                <a:latin typeface="Times New Roman"/>
                <a:cs typeface="Times New Roman"/>
              </a:rPr>
              <a:t>is</a:t>
            </a:r>
            <a:r>
              <a:rPr sz="2200" spc="-50">
                <a:latin typeface="Times New Roman"/>
                <a:cs typeface="Times New Roman"/>
              </a:rPr>
              <a:t> </a:t>
            </a:r>
            <a:r>
              <a:rPr sz="2200">
                <a:latin typeface="Times New Roman"/>
                <a:cs typeface="Times New Roman"/>
              </a:rPr>
              <a:t>the</a:t>
            </a:r>
            <a:r>
              <a:rPr sz="2200" spc="-65">
                <a:latin typeface="Times New Roman"/>
                <a:cs typeface="Times New Roman"/>
              </a:rPr>
              <a:t> </a:t>
            </a:r>
            <a:r>
              <a:rPr sz="2200">
                <a:latin typeface="Times New Roman"/>
                <a:cs typeface="Times New Roman"/>
              </a:rPr>
              <a:t>fundamental</a:t>
            </a:r>
            <a:r>
              <a:rPr sz="2200" spc="-20">
                <a:latin typeface="Times New Roman"/>
                <a:cs typeface="Times New Roman"/>
              </a:rPr>
              <a:t> </a:t>
            </a:r>
            <a:r>
              <a:rPr sz="2200">
                <a:latin typeface="Times New Roman"/>
                <a:cs typeface="Times New Roman"/>
              </a:rPr>
              <a:t>assignment</a:t>
            </a:r>
            <a:r>
              <a:rPr sz="2200" spc="-35">
                <a:latin typeface="Times New Roman"/>
                <a:cs typeface="Times New Roman"/>
              </a:rPr>
              <a:t> </a:t>
            </a:r>
            <a:r>
              <a:rPr sz="2200" spc="-10">
                <a:latin typeface="Times New Roman"/>
                <a:cs typeface="Times New Roman"/>
              </a:rPr>
              <a:t>operator.</a:t>
            </a:r>
            <a:endParaRPr sz="2200">
              <a:latin typeface="Times New Roman"/>
              <a:cs typeface="Times New Roman"/>
            </a:endParaRPr>
          </a:p>
          <a:p>
            <a:pPr marL="355600" indent="-342900">
              <a:spcBef>
                <a:spcPts val="530"/>
              </a:spcBef>
              <a:buFont typeface="Arial"/>
              <a:buChar char="•"/>
              <a:tabLst>
                <a:tab pos="354965" algn="l"/>
                <a:tab pos="355600" algn="l"/>
                <a:tab pos="861694" algn="l"/>
                <a:tab pos="2127885" algn="l"/>
                <a:tab pos="3022600" algn="l"/>
                <a:tab pos="4597400" algn="l"/>
                <a:tab pos="5956935" algn="l"/>
                <a:tab pos="6697980" algn="l"/>
                <a:tab pos="7871459" algn="l"/>
              </a:tabLst>
            </a:pPr>
            <a:r>
              <a:rPr sz="2200" spc="-50">
                <a:latin typeface="Times New Roman"/>
                <a:cs typeface="Times New Roman"/>
              </a:rPr>
              <a:t>C</a:t>
            </a:r>
            <a:r>
              <a:rPr sz="2200">
                <a:latin typeface="Times New Roman"/>
                <a:cs typeface="Times New Roman"/>
              </a:rPr>
              <a:t>	</a:t>
            </a:r>
            <a:r>
              <a:rPr sz="2200" spc="-10">
                <a:latin typeface="Times New Roman"/>
                <a:cs typeface="Times New Roman"/>
              </a:rPr>
              <a:t>supports</a:t>
            </a:r>
            <a:r>
              <a:rPr sz="2200">
                <a:latin typeface="Times New Roman"/>
                <a:cs typeface="Times New Roman"/>
              </a:rPr>
              <a:t>	</a:t>
            </a:r>
            <a:r>
              <a:rPr sz="2200" spc="-10">
                <a:latin typeface="Times New Roman"/>
                <a:cs typeface="Times New Roman"/>
              </a:rPr>
              <a:t>other</a:t>
            </a:r>
            <a:r>
              <a:rPr sz="2200">
                <a:latin typeface="Times New Roman"/>
                <a:cs typeface="Times New Roman"/>
              </a:rPr>
              <a:t>	</a:t>
            </a:r>
            <a:r>
              <a:rPr sz="2200" spc="-10">
                <a:latin typeface="Times New Roman"/>
                <a:cs typeface="Times New Roman"/>
              </a:rPr>
              <a:t>assignment</a:t>
            </a:r>
            <a:r>
              <a:rPr sz="2200">
                <a:latin typeface="Times New Roman"/>
                <a:cs typeface="Times New Roman"/>
              </a:rPr>
              <a:t>	</a:t>
            </a:r>
            <a:r>
              <a:rPr sz="2200" spc="-10">
                <a:latin typeface="Times New Roman"/>
                <a:cs typeface="Times New Roman"/>
              </a:rPr>
              <a:t>operators</a:t>
            </a:r>
            <a:r>
              <a:rPr sz="2200">
                <a:latin typeface="Times New Roman"/>
                <a:cs typeface="Times New Roman"/>
              </a:rPr>
              <a:t>	</a:t>
            </a:r>
            <a:r>
              <a:rPr sz="2200" spc="-20">
                <a:latin typeface="Times New Roman"/>
                <a:cs typeface="Times New Roman"/>
              </a:rPr>
              <a:t>that</a:t>
            </a:r>
            <a:r>
              <a:rPr sz="2200">
                <a:latin typeface="Times New Roman"/>
                <a:cs typeface="Times New Roman"/>
              </a:rPr>
              <a:t>	</a:t>
            </a:r>
            <a:r>
              <a:rPr sz="2200" spc="-10">
                <a:latin typeface="Times New Roman"/>
                <a:cs typeface="Times New Roman"/>
              </a:rPr>
              <a:t>provide</a:t>
            </a:r>
            <a:r>
              <a:rPr sz="2200">
                <a:latin typeface="Times New Roman"/>
                <a:cs typeface="Times New Roman"/>
              </a:rPr>
              <a:t>	</a:t>
            </a:r>
            <a:r>
              <a:rPr sz="2200" spc="-10">
                <a:latin typeface="Times New Roman"/>
                <a:cs typeface="Times New Roman"/>
              </a:rPr>
              <a:t>shorthand</a:t>
            </a:r>
            <a:endParaRPr sz="2200">
              <a:latin typeface="Times New Roman"/>
              <a:cs typeface="Times New Roman"/>
            </a:endParaRPr>
          </a:p>
          <a:p>
            <a:pPr marL="355600"/>
            <a:r>
              <a:rPr sz="2200" spc="-10">
                <a:latin typeface="Times New Roman"/>
                <a:cs typeface="Times New Roman"/>
              </a:rPr>
              <a:t>(Compact)ways</a:t>
            </a:r>
            <a:r>
              <a:rPr sz="2200" spc="-65">
                <a:latin typeface="Times New Roman"/>
                <a:cs typeface="Times New Roman"/>
              </a:rPr>
              <a:t> </a:t>
            </a:r>
            <a:r>
              <a:rPr sz="2200">
                <a:latin typeface="Times New Roman"/>
                <a:cs typeface="Times New Roman"/>
              </a:rPr>
              <a:t>to</a:t>
            </a:r>
            <a:r>
              <a:rPr sz="2200" spc="-60">
                <a:latin typeface="Times New Roman"/>
                <a:cs typeface="Times New Roman"/>
              </a:rPr>
              <a:t> </a:t>
            </a:r>
            <a:r>
              <a:rPr sz="2200">
                <a:latin typeface="Times New Roman"/>
                <a:cs typeface="Times New Roman"/>
              </a:rPr>
              <a:t>represent</a:t>
            </a:r>
            <a:r>
              <a:rPr sz="2200" spc="-50">
                <a:latin typeface="Times New Roman"/>
                <a:cs typeface="Times New Roman"/>
              </a:rPr>
              <a:t> </a:t>
            </a:r>
            <a:r>
              <a:rPr sz="2200">
                <a:latin typeface="Times New Roman"/>
                <a:cs typeface="Times New Roman"/>
              </a:rPr>
              <a:t>common</a:t>
            </a:r>
            <a:r>
              <a:rPr sz="2200" spc="-35">
                <a:latin typeface="Times New Roman"/>
                <a:cs typeface="Times New Roman"/>
              </a:rPr>
              <a:t> </a:t>
            </a:r>
            <a:r>
              <a:rPr sz="2200">
                <a:latin typeface="Times New Roman"/>
                <a:cs typeface="Times New Roman"/>
              </a:rPr>
              <a:t>variable</a:t>
            </a:r>
            <a:r>
              <a:rPr sz="2200" spc="-60">
                <a:latin typeface="Times New Roman"/>
                <a:cs typeface="Times New Roman"/>
              </a:rPr>
              <a:t> </a:t>
            </a:r>
            <a:r>
              <a:rPr sz="2200" spc="-10">
                <a:latin typeface="Times New Roman"/>
                <a:cs typeface="Times New Roman"/>
              </a:rPr>
              <a:t>assignments.</a:t>
            </a:r>
            <a:endParaRPr sz="2200">
              <a:latin typeface="Times New Roman"/>
              <a:cs typeface="Times New Roman"/>
            </a:endParaRPr>
          </a:p>
        </p:txBody>
      </p:sp>
      <p:graphicFrame>
        <p:nvGraphicFramePr>
          <p:cNvPr id="4" name="object 4"/>
          <p:cNvGraphicFramePr>
            <a:graphicFrameLocks noGrp="1"/>
          </p:cNvGraphicFramePr>
          <p:nvPr/>
        </p:nvGraphicFramePr>
        <p:xfrm>
          <a:off x="1616075" y="2654301"/>
          <a:ext cx="8915400" cy="3936365"/>
        </p:xfrm>
        <a:graphic>
          <a:graphicData uri="http://schemas.openxmlformats.org/drawingml/2006/table">
            <a:tbl>
              <a:tblPr firstRow="1" bandRow="1">
                <a:tableStyleId>{2D5ABB26-0587-4C30-8999-92F81FD0307C}</a:tableStyleId>
              </a:tblPr>
              <a:tblGrid>
                <a:gridCol w="1577975">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4365625">
                  <a:extLst>
                    <a:ext uri="{9D8B030D-6E8A-4147-A177-3AD203B41FA5}">
                      <a16:colId xmlns:a16="http://schemas.microsoft.com/office/drawing/2014/main" val="20002"/>
                    </a:ext>
                  </a:extLst>
                </a:gridCol>
              </a:tblGrid>
              <a:tr h="372745">
                <a:tc>
                  <a:txBody>
                    <a:bodyPr/>
                    <a:lstStyle/>
                    <a:p>
                      <a:pPr algn="ctr">
                        <a:lnSpc>
                          <a:spcPct val="100000"/>
                        </a:lnSpc>
                        <a:spcBef>
                          <a:spcPts val="345"/>
                        </a:spcBef>
                      </a:pPr>
                      <a:r>
                        <a:rPr sz="1600" b="1" spc="-10">
                          <a:solidFill>
                            <a:srgbClr val="CC3300"/>
                          </a:solidFill>
                          <a:latin typeface="Times New Roman"/>
                          <a:cs typeface="Times New Roman"/>
                        </a:rPr>
                        <a:t>OPERATOR</a:t>
                      </a:r>
                      <a:endParaRPr sz="1600">
                        <a:latin typeface="Times New Roman"/>
                        <a:cs typeface="Times New Roman"/>
                      </a:endParaRPr>
                    </a:p>
                  </a:txBody>
                  <a:tcPr marL="0" marR="0" marT="438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345"/>
                        </a:spcBef>
                      </a:pPr>
                      <a:r>
                        <a:rPr sz="1600" b="1" spc="-10">
                          <a:solidFill>
                            <a:srgbClr val="CC3300"/>
                          </a:solidFill>
                          <a:latin typeface="Times New Roman"/>
                          <a:cs typeface="Times New Roman"/>
                        </a:rPr>
                        <a:t>SYNTAX</a:t>
                      </a:r>
                      <a:endParaRPr sz="1600">
                        <a:latin typeface="Times New Roman"/>
                        <a:cs typeface="Times New Roman"/>
                      </a:endParaRPr>
                    </a:p>
                  </a:txBody>
                  <a:tcPr marL="0" marR="0" marT="438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2540" algn="ctr">
                        <a:lnSpc>
                          <a:spcPct val="100000"/>
                        </a:lnSpc>
                        <a:spcBef>
                          <a:spcPts val="345"/>
                        </a:spcBef>
                      </a:pPr>
                      <a:r>
                        <a:rPr sz="1600" b="1" spc="-35">
                          <a:solidFill>
                            <a:srgbClr val="CC3300"/>
                          </a:solidFill>
                          <a:latin typeface="Times New Roman"/>
                          <a:cs typeface="Times New Roman"/>
                        </a:rPr>
                        <a:t>EQUIVALENT</a:t>
                      </a:r>
                      <a:r>
                        <a:rPr sz="1600" b="1" spc="-50">
                          <a:solidFill>
                            <a:srgbClr val="CC3300"/>
                          </a:solidFill>
                          <a:latin typeface="Times New Roman"/>
                          <a:cs typeface="Times New Roman"/>
                        </a:rPr>
                        <a:t> </a:t>
                      </a:r>
                      <a:r>
                        <a:rPr sz="1600" b="1" spc="-25">
                          <a:solidFill>
                            <a:srgbClr val="CC3300"/>
                          </a:solidFill>
                          <a:latin typeface="Times New Roman"/>
                          <a:cs typeface="Times New Roman"/>
                        </a:rPr>
                        <a:t>TO</a:t>
                      </a:r>
                      <a:endParaRPr sz="1600">
                        <a:latin typeface="Times New Roman"/>
                        <a:cs typeface="Times New Roman"/>
                      </a:endParaRPr>
                    </a:p>
                  </a:txBody>
                  <a:tcPr marL="0" marR="0" marT="438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96240">
                <a:tc>
                  <a:txBody>
                    <a:bodyPr/>
                    <a:lstStyle/>
                    <a:p>
                      <a:pPr algn="ctr">
                        <a:lnSpc>
                          <a:spcPct val="100000"/>
                        </a:lnSpc>
                        <a:spcBef>
                          <a:spcPts val="150"/>
                        </a:spcBef>
                      </a:pPr>
                      <a:r>
                        <a:rPr sz="2000" b="1" spc="-25">
                          <a:solidFill>
                            <a:srgbClr val="CC3300"/>
                          </a:solidFill>
                          <a:latin typeface="Times New Roman"/>
                          <a:cs typeface="Times New Roman"/>
                        </a:rPr>
                        <a:t>/=</a:t>
                      </a:r>
                      <a:endParaRPr sz="2000">
                        <a:latin typeface="Times New Roman"/>
                        <a:cs typeface="Times New Roman"/>
                      </a:endParaRPr>
                    </a:p>
                  </a:txBody>
                  <a:tcPr marL="0" marR="0" marT="190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150"/>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10">
                          <a:solidFill>
                            <a:srgbClr val="CC3300"/>
                          </a:solidFill>
                          <a:latin typeface="Times New Roman"/>
                          <a:cs typeface="Times New Roman"/>
                        </a:rPr>
                        <a:t> expression</a:t>
                      </a:r>
                      <a:endParaRPr sz="2000">
                        <a:latin typeface="Times New Roman"/>
                        <a:cs typeface="Times New Roman"/>
                      </a:endParaRPr>
                    </a:p>
                  </a:txBody>
                  <a:tcPr marL="0" marR="0" marT="190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150"/>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15">
                          <a:solidFill>
                            <a:srgbClr val="CC3300"/>
                          </a:solidFill>
                          <a:latin typeface="Times New Roman"/>
                          <a:cs typeface="Times New Roman"/>
                        </a:rPr>
                        <a:t> </a:t>
                      </a:r>
                      <a:r>
                        <a:rPr sz="2000" b="1">
                          <a:solidFill>
                            <a:srgbClr val="CC3300"/>
                          </a:solidFill>
                          <a:latin typeface="Times New Roman"/>
                          <a:cs typeface="Times New Roman"/>
                        </a:rPr>
                        <a:t>variable</a:t>
                      </a:r>
                      <a:r>
                        <a:rPr sz="2000" b="1" spc="-35">
                          <a:solidFill>
                            <a:srgbClr val="CC3300"/>
                          </a:solidFill>
                          <a:latin typeface="Times New Roman"/>
                          <a:cs typeface="Times New Roman"/>
                        </a:rPr>
                        <a:t> </a:t>
                      </a:r>
                      <a:r>
                        <a:rPr sz="2000" b="1">
                          <a:solidFill>
                            <a:srgbClr val="CC3300"/>
                          </a:solidFill>
                          <a:latin typeface="Times New Roman"/>
                          <a:cs typeface="Times New Roman"/>
                        </a:rPr>
                        <a:t>/</a:t>
                      </a:r>
                      <a:r>
                        <a:rPr sz="2000" b="1" spc="5">
                          <a:solidFill>
                            <a:srgbClr val="CC3300"/>
                          </a:solidFill>
                          <a:latin typeface="Times New Roman"/>
                          <a:cs typeface="Times New Roman"/>
                        </a:rPr>
                        <a:t> </a:t>
                      </a:r>
                      <a:r>
                        <a:rPr sz="2000" b="1" spc="-10">
                          <a:solidFill>
                            <a:srgbClr val="CC3300"/>
                          </a:solidFill>
                          <a:latin typeface="Times New Roman"/>
                          <a:cs typeface="Times New Roman"/>
                        </a:rPr>
                        <a:t>expression</a:t>
                      </a:r>
                      <a:endParaRPr sz="2000">
                        <a:latin typeface="Times New Roman"/>
                        <a:cs typeface="Times New Roman"/>
                      </a:endParaRPr>
                    </a:p>
                  </a:txBody>
                  <a:tcPr marL="0" marR="0" marT="190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95605">
                <a:tc>
                  <a:txBody>
                    <a:bodyPr/>
                    <a:lstStyle/>
                    <a:p>
                      <a:pPr marL="635" algn="ctr">
                        <a:lnSpc>
                          <a:spcPct val="100000"/>
                        </a:lnSpc>
                        <a:spcBef>
                          <a:spcPts val="155"/>
                        </a:spcBef>
                      </a:pPr>
                      <a:r>
                        <a:rPr sz="2000" b="1" spc="-25">
                          <a:solidFill>
                            <a:srgbClr val="CC3300"/>
                          </a:solidFill>
                          <a:latin typeface="Times New Roman"/>
                          <a:cs typeface="Times New Roman"/>
                        </a:rPr>
                        <a:t>\=</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45">
                          <a:solidFill>
                            <a:srgbClr val="CC3300"/>
                          </a:solidFill>
                          <a:latin typeface="Times New Roman"/>
                          <a:cs typeface="Times New Roman"/>
                        </a:rPr>
                        <a:t> </a:t>
                      </a:r>
                      <a:r>
                        <a:rPr sz="2000" b="1">
                          <a:solidFill>
                            <a:srgbClr val="CC3300"/>
                          </a:solidFill>
                          <a:latin typeface="Times New Roman"/>
                          <a:cs typeface="Times New Roman"/>
                        </a:rPr>
                        <a:t>\=</a:t>
                      </a:r>
                      <a:r>
                        <a:rPr sz="2000" b="1" spc="-15">
                          <a:solidFill>
                            <a:srgbClr val="CC3300"/>
                          </a:solidFill>
                          <a:latin typeface="Times New Roman"/>
                          <a:cs typeface="Times New Roman"/>
                        </a:rPr>
                        <a:t> </a:t>
                      </a:r>
                      <a:r>
                        <a:rPr sz="2000" b="1" spc="-10">
                          <a:solidFill>
                            <a:srgbClr val="CC3300"/>
                          </a:solidFill>
                          <a:latin typeface="Times New Roman"/>
                          <a:cs typeface="Times New Roman"/>
                        </a:rPr>
                        <a:t>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15">
                          <a:solidFill>
                            <a:srgbClr val="CC3300"/>
                          </a:solidFill>
                          <a:latin typeface="Times New Roman"/>
                          <a:cs typeface="Times New Roman"/>
                        </a:rPr>
                        <a:t> </a:t>
                      </a:r>
                      <a:r>
                        <a:rPr sz="2000" b="1">
                          <a:solidFill>
                            <a:srgbClr val="CC3300"/>
                          </a:solidFill>
                          <a:latin typeface="Times New Roman"/>
                          <a:cs typeface="Times New Roman"/>
                        </a:rPr>
                        <a:t>variable</a:t>
                      </a:r>
                      <a:r>
                        <a:rPr sz="2000" b="1" spc="-30">
                          <a:solidFill>
                            <a:srgbClr val="CC3300"/>
                          </a:solidFill>
                          <a:latin typeface="Times New Roman"/>
                          <a:cs typeface="Times New Roman"/>
                        </a:rPr>
                        <a:t> </a:t>
                      </a:r>
                      <a:r>
                        <a:rPr sz="2000" b="1">
                          <a:solidFill>
                            <a:srgbClr val="CC3300"/>
                          </a:solidFill>
                          <a:latin typeface="Times New Roman"/>
                          <a:cs typeface="Times New Roman"/>
                        </a:rPr>
                        <a:t>\ </a:t>
                      </a:r>
                      <a:r>
                        <a:rPr sz="2000" b="1" spc="-10">
                          <a:solidFill>
                            <a:srgbClr val="CC3300"/>
                          </a:solidFill>
                          <a:latin typeface="Times New Roman"/>
                          <a:cs typeface="Times New Roman"/>
                        </a:rPr>
                        <a:t>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95605">
                <a:tc>
                  <a:txBody>
                    <a:bodyPr/>
                    <a:lstStyle/>
                    <a:p>
                      <a:pPr marL="1270" algn="ctr">
                        <a:lnSpc>
                          <a:spcPct val="100000"/>
                        </a:lnSpc>
                        <a:spcBef>
                          <a:spcPts val="155"/>
                        </a:spcBef>
                      </a:pPr>
                      <a:r>
                        <a:rPr sz="2000" b="1" spc="-25">
                          <a:solidFill>
                            <a:srgbClr val="CC3300"/>
                          </a:solidFill>
                          <a:latin typeface="Times New Roman"/>
                          <a:cs typeface="Times New Roman"/>
                        </a:rPr>
                        <a:t>*=</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5">
                          <a:solidFill>
                            <a:srgbClr val="CC3300"/>
                          </a:solidFill>
                          <a:latin typeface="Times New Roman"/>
                          <a:cs typeface="Times New Roman"/>
                        </a:rPr>
                        <a:t> </a:t>
                      </a:r>
                      <a:r>
                        <a:rPr sz="2000" b="1" spc="-10">
                          <a:solidFill>
                            <a:srgbClr val="CC3300"/>
                          </a:solidFill>
                          <a:latin typeface="Times New Roman"/>
                          <a:cs typeface="Times New Roman"/>
                        </a:rPr>
                        <a:t>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15">
                          <a:solidFill>
                            <a:srgbClr val="CC3300"/>
                          </a:solidFill>
                          <a:latin typeface="Times New Roman"/>
                          <a:cs typeface="Times New Roman"/>
                        </a:rPr>
                        <a:t> </a:t>
                      </a:r>
                      <a:r>
                        <a:rPr sz="2000" b="1">
                          <a:solidFill>
                            <a:srgbClr val="CC3300"/>
                          </a:solidFill>
                          <a:latin typeface="Times New Roman"/>
                          <a:cs typeface="Times New Roman"/>
                        </a:rPr>
                        <a:t>variable</a:t>
                      </a:r>
                      <a:r>
                        <a:rPr sz="2000" b="1" spc="-35">
                          <a:solidFill>
                            <a:srgbClr val="CC3300"/>
                          </a:solidFill>
                          <a:latin typeface="Times New Roman"/>
                          <a:cs typeface="Times New Roman"/>
                        </a:rPr>
                        <a:t> </a:t>
                      </a:r>
                      <a:r>
                        <a:rPr sz="2000" b="1">
                          <a:solidFill>
                            <a:srgbClr val="CC3300"/>
                          </a:solidFill>
                          <a:latin typeface="Times New Roman"/>
                          <a:cs typeface="Times New Roman"/>
                        </a:rPr>
                        <a:t>*</a:t>
                      </a:r>
                      <a:r>
                        <a:rPr sz="2000" b="1" spc="5">
                          <a:solidFill>
                            <a:srgbClr val="CC3300"/>
                          </a:solidFill>
                          <a:latin typeface="Times New Roman"/>
                          <a:cs typeface="Times New Roman"/>
                        </a:rPr>
                        <a:t> </a:t>
                      </a:r>
                      <a:r>
                        <a:rPr sz="2000" b="1" spc="-10">
                          <a:solidFill>
                            <a:srgbClr val="CC3300"/>
                          </a:solidFill>
                          <a:latin typeface="Times New Roman"/>
                          <a:cs typeface="Times New Roman"/>
                        </a:rPr>
                        <a:t>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95605">
                <a:tc>
                  <a:txBody>
                    <a:bodyPr/>
                    <a:lstStyle/>
                    <a:p>
                      <a:pPr algn="ctr">
                        <a:lnSpc>
                          <a:spcPct val="100000"/>
                        </a:lnSpc>
                        <a:spcBef>
                          <a:spcPts val="155"/>
                        </a:spcBef>
                      </a:pPr>
                      <a:r>
                        <a:rPr sz="2000" b="1" spc="-25">
                          <a:solidFill>
                            <a:srgbClr val="CC3300"/>
                          </a:solidFill>
                          <a:latin typeface="Times New Roman"/>
                          <a:cs typeface="Times New Roman"/>
                        </a:rPr>
                        <a:t>+=</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10">
                          <a:solidFill>
                            <a:srgbClr val="CC3300"/>
                          </a:solidFill>
                          <a:latin typeface="Times New Roman"/>
                          <a:cs typeface="Times New Roman"/>
                        </a:rPr>
                        <a:t> 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15">
                          <a:solidFill>
                            <a:srgbClr val="CC3300"/>
                          </a:solidFill>
                          <a:latin typeface="Times New Roman"/>
                          <a:cs typeface="Times New Roman"/>
                        </a:rPr>
                        <a:t> </a:t>
                      </a:r>
                      <a:r>
                        <a:rPr sz="2000" b="1">
                          <a:solidFill>
                            <a:srgbClr val="CC3300"/>
                          </a:solidFill>
                          <a:latin typeface="Times New Roman"/>
                          <a:cs typeface="Times New Roman"/>
                        </a:rPr>
                        <a:t>variable</a:t>
                      </a:r>
                      <a:r>
                        <a:rPr sz="2000" b="1" spc="-35">
                          <a:solidFill>
                            <a:srgbClr val="CC3300"/>
                          </a:solidFill>
                          <a:latin typeface="Times New Roman"/>
                          <a:cs typeface="Times New Roman"/>
                        </a:rPr>
                        <a:t> </a:t>
                      </a:r>
                      <a:r>
                        <a:rPr sz="2000" b="1">
                          <a:solidFill>
                            <a:srgbClr val="CC3300"/>
                          </a:solidFill>
                          <a:latin typeface="Times New Roman"/>
                          <a:cs typeface="Times New Roman"/>
                        </a:rPr>
                        <a:t>+</a:t>
                      </a:r>
                      <a:r>
                        <a:rPr sz="2000" b="1" spc="5">
                          <a:solidFill>
                            <a:srgbClr val="CC3300"/>
                          </a:solidFill>
                          <a:latin typeface="Times New Roman"/>
                          <a:cs typeface="Times New Roman"/>
                        </a:rPr>
                        <a:t> </a:t>
                      </a:r>
                      <a:r>
                        <a:rPr sz="2000" b="1" spc="-10">
                          <a:solidFill>
                            <a:srgbClr val="CC3300"/>
                          </a:solidFill>
                          <a:latin typeface="Times New Roman"/>
                          <a:cs typeface="Times New Roman"/>
                        </a:rPr>
                        <a:t>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396240">
                <a:tc>
                  <a:txBody>
                    <a:bodyPr/>
                    <a:lstStyle/>
                    <a:p>
                      <a:pPr marL="635" algn="ctr">
                        <a:lnSpc>
                          <a:spcPct val="100000"/>
                        </a:lnSpc>
                        <a:spcBef>
                          <a:spcPts val="155"/>
                        </a:spcBef>
                      </a:pPr>
                      <a:r>
                        <a:rPr sz="2000" b="1">
                          <a:solidFill>
                            <a:srgbClr val="CC3300"/>
                          </a:solidFill>
                          <a:latin typeface="Times New Roman"/>
                          <a:cs typeface="Times New Roman"/>
                        </a:rPr>
                        <a:t>-</a:t>
                      </a:r>
                      <a:r>
                        <a:rPr sz="2000" b="1" spc="-50">
                          <a:solidFill>
                            <a:srgbClr val="CC3300"/>
                          </a:solidFill>
                          <a:latin typeface="Times New Roman"/>
                          <a:cs typeface="Times New Roman"/>
                        </a:rPr>
                        <a:t>=</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5">
                          <a:solidFill>
                            <a:srgbClr val="CC3300"/>
                          </a:solidFill>
                          <a:latin typeface="Times New Roman"/>
                          <a:cs typeface="Times New Roman"/>
                        </a:rPr>
                        <a:t> </a:t>
                      </a:r>
                      <a:r>
                        <a:rPr sz="2000" b="1" spc="-10">
                          <a:solidFill>
                            <a:srgbClr val="CC3300"/>
                          </a:solidFill>
                          <a:latin typeface="Times New Roman"/>
                          <a:cs typeface="Times New Roman"/>
                        </a:rPr>
                        <a:t>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15">
                          <a:solidFill>
                            <a:srgbClr val="CC3300"/>
                          </a:solidFill>
                          <a:latin typeface="Times New Roman"/>
                          <a:cs typeface="Times New Roman"/>
                        </a:rPr>
                        <a:t> </a:t>
                      </a:r>
                      <a:r>
                        <a:rPr sz="2000" b="1">
                          <a:solidFill>
                            <a:srgbClr val="CC3300"/>
                          </a:solidFill>
                          <a:latin typeface="Times New Roman"/>
                          <a:cs typeface="Times New Roman"/>
                        </a:rPr>
                        <a:t>variable</a:t>
                      </a:r>
                      <a:r>
                        <a:rPr sz="2000" b="1" spc="-30">
                          <a:solidFill>
                            <a:srgbClr val="CC3300"/>
                          </a:solidFill>
                          <a:latin typeface="Times New Roman"/>
                          <a:cs typeface="Times New Roman"/>
                        </a:rPr>
                        <a:t> </a:t>
                      </a:r>
                      <a:r>
                        <a:rPr sz="2000" b="1">
                          <a:solidFill>
                            <a:srgbClr val="CC3300"/>
                          </a:solidFill>
                          <a:latin typeface="Times New Roman"/>
                          <a:cs typeface="Times New Roman"/>
                        </a:rPr>
                        <a:t>- </a:t>
                      </a:r>
                      <a:r>
                        <a:rPr sz="2000" b="1" spc="-10">
                          <a:solidFill>
                            <a:srgbClr val="CC3300"/>
                          </a:solidFill>
                          <a:latin typeface="Times New Roman"/>
                          <a:cs typeface="Times New Roman"/>
                        </a:rPr>
                        <a:t>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395605">
                <a:tc>
                  <a:txBody>
                    <a:bodyPr/>
                    <a:lstStyle/>
                    <a:p>
                      <a:pPr algn="ctr">
                        <a:lnSpc>
                          <a:spcPct val="100000"/>
                        </a:lnSpc>
                        <a:spcBef>
                          <a:spcPts val="155"/>
                        </a:spcBef>
                      </a:pPr>
                      <a:r>
                        <a:rPr sz="2000" b="1" spc="-25">
                          <a:solidFill>
                            <a:srgbClr val="CC3300"/>
                          </a:solidFill>
                          <a:latin typeface="Times New Roman"/>
                          <a:cs typeface="Times New Roman"/>
                        </a:rPr>
                        <a:t>&amp;=</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&amp;=</a:t>
                      </a:r>
                      <a:r>
                        <a:rPr sz="2000" b="1" spc="-10">
                          <a:solidFill>
                            <a:srgbClr val="CC3300"/>
                          </a:solidFill>
                          <a:latin typeface="Times New Roman"/>
                          <a:cs typeface="Times New Roman"/>
                        </a:rPr>
                        <a:t> 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15">
                          <a:solidFill>
                            <a:srgbClr val="CC3300"/>
                          </a:solidFill>
                          <a:latin typeface="Times New Roman"/>
                          <a:cs typeface="Times New Roman"/>
                        </a:rPr>
                        <a:t> </a:t>
                      </a:r>
                      <a:r>
                        <a:rPr sz="2000" b="1">
                          <a:solidFill>
                            <a:srgbClr val="CC3300"/>
                          </a:solidFill>
                          <a:latin typeface="Times New Roman"/>
                          <a:cs typeface="Times New Roman"/>
                        </a:rPr>
                        <a:t>variable</a:t>
                      </a:r>
                      <a:r>
                        <a:rPr sz="2000" b="1" spc="-35">
                          <a:solidFill>
                            <a:srgbClr val="CC3300"/>
                          </a:solidFill>
                          <a:latin typeface="Times New Roman"/>
                          <a:cs typeface="Times New Roman"/>
                        </a:rPr>
                        <a:t> </a:t>
                      </a:r>
                      <a:r>
                        <a:rPr sz="2000" b="1">
                          <a:solidFill>
                            <a:srgbClr val="CC3300"/>
                          </a:solidFill>
                          <a:latin typeface="Times New Roman"/>
                          <a:cs typeface="Times New Roman"/>
                        </a:rPr>
                        <a:t>&amp;</a:t>
                      </a:r>
                      <a:r>
                        <a:rPr sz="2000" b="1" spc="5">
                          <a:solidFill>
                            <a:srgbClr val="CC3300"/>
                          </a:solidFill>
                          <a:latin typeface="Times New Roman"/>
                          <a:cs typeface="Times New Roman"/>
                        </a:rPr>
                        <a:t> </a:t>
                      </a:r>
                      <a:r>
                        <a:rPr sz="2000" b="1" spc="-10">
                          <a:solidFill>
                            <a:srgbClr val="CC3300"/>
                          </a:solidFill>
                          <a:latin typeface="Times New Roman"/>
                          <a:cs typeface="Times New Roman"/>
                        </a:rPr>
                        <a:t>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396240">
                <a:tc>
                  <a:txBody>
                    <a:bodyPr/>
                    <a:lstStyle/>
                    <a:p>
                      <a:pPr algn="ctr">
                        <a:lnSpc>
                          <a:spcPct val="100000"/>
                        </a:lnSpc>
                        <a:spcBef>
                          <a:spcPts val="155"/>
                        </a:spcBef>
                      </a:pPr>
                      <a:r>
                        <a:rPr sz="2000" b="1" spc="-25">
                          <a:solidFill>
                            <a:srgbClr val="CC3300"/>
                          </a:solidFill>
                          <a:latin typeface="Times New Roman"/>
                          <a:cs typeface="Times New Roman"/>
                        </a:rPr>
                        <a:t>^=</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10">
                          <a:solidFill>
                            <a:srgbClr val="CC3300"/>
                          </a:solidFill>
                          <a:latin typeface="Times New Roman"/>
                          <a:cs typeface="Times New Roman"/>
                        </a:rPr>
                        <a:t> 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50">
                          <a:solidFill>
                            <a:srgbClr val="CC3300"/>
                          </a:solidFill>
                          <a:latin typeface="Times New Roman"/>
                          <a:cs typeface="Times New Roman"/>
                        </a:rPr>
                        <a:t> </a:t>
                      </a:r>
                      <a:r>
                        <a:rPr sz="2000" b="1">
                          <a:solidFill>
                            <a:srgbClr val="CC3300"/>
                          </a:solidFill>
                          <a:latin typeface="Times New Roman"/>
                          <a:cs typeface="Times New Roman"/>
                        </a:rPr>
                        <a:t>=</a:t>
                      </a:r>
                      <a:r>
                        <a:rPr sz="2000" b="1" spc="-15">
                          <a:solidFill>
                            <a:srgbClr val="CC3300"/>
                          </a:solidFill>
                          <a:latin typeface="Times New Roman"/>
                          <a:cs typeface="Times New Roman"/>
                        </a:rPr>
                        <a:t> </a:t>
                      </a:r>
                      <a:r>
                        <a:rPr sz="2000" b="1">
                          <a:solidFill>
                            <a:srgbClr val="CC3300"/>
                          </a:solidFill>
                          <a:latin typeface="Times New Roman"/>
                          <a:cs typeface="Times New Roman"/>
                        </a:rPr>
                        <a:t>variable</a:t>
                      </a:r>
                      <a:r>
                        <a:rPr sz="2000" b="1" spc="-35">
                          <a:solidFill>
                            <a:srgbClr val="CC3300"/>
                          </a:solidFill>
                          <a:latin typeface="Times New Roman"/>
                          <a:cs typeface="Times New Roman"/>
                        </a:rPr>
                        <a:t> </a:t>
                      </a:r>
                      <a:r>
                        <a:rPr sz="2000" b="1">
                          <a:solidFill>
                            <a:srgbClr val="CC3300"/>
                          </a:solidFill>
                          <a:latin typeface="Times New Roman"/>
                          <a:cs typeface="Times New Roman"/>
                        </a:rPr>
                        <a:t>^</a:t>
                      </a:r>
                      <a:r>
                        <a:rPr sz="2000" b="1" spc="5">
                          <a:solidFill>
                            <a:srgbClr val="CC3300"/>
                          </a:solidFill>
                          <a:latin typeface="Times New Roman"/>
                          <a:cs typeface="Times New Roman"/>
                        </a:rPr>
                        <a:t> </a:t>
                      </a:r>
                      <a:r>
                        <a:rPr sz="2000" b="1" spc="-10">
                          <a:solidFill>
                            <a:srgbClr val="CC3300"/>
                          </a:solidFill>
                          <a:latin typeface="Times New Roman"/>
                          <a:cs typeface="Times New Roman"/>
                        </a:rPr>
                        <a:t>expression</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r h="396240">
                <a:tc>
                  <a:txBody>
                    <a:bodyPr/>
                    <a:lstStyle/>
                    <a:p>
                      <a:pPr algn="ctr">
                        <a:lnSpc>
                          <a:spcPct val="100000"/>
                        </a:lnSpc>
                        <a:spcBef>
                          <a:spcPts val="155"/>
                        </a:spcBef>
                      </a:pPr>
                      <a:r>
                        <a:rPr sz="2000" b="1" spc="-25">
                          <a:solidFill>
                            <a:srgbClr val="CC3300"/>
                          </a:solidFill>
                          <a:latin typeface="Times New Roman"/>
                          <a:cs typeface="Times New Roman"/>
                        </a:rPr>
                        <a:t>&lt;&lt;=</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60">
                          <a:solidFill>
                            <a:srgbClr val="CC3300"/>
                          </a:solidFill>
                          <a:latin typeface="Times New Roman"/>
                          <a:cs typeface="Times New Roman"/>
                        </a:rPr>
                        <a:t> </a:t>
                      </a:r>
                      <a:r>
                        <a:rPr sz="2000" b="1">
                          <a:solidFill>
                            <a:srgbClr val="CC3300"/>
                          </a:solidFill>
                          <a:latin typeface="Times New Roman"/>
                          <a:cs typeface="Times New Roman"/>
                        </a:rPr>
                        <a:t>&lt;&lt;=</a:t>
                      </a:r>
                      <a:r>
                        <a:rPr sz="2000" b="1" spc="-10">
                          <a:solidFill>
                            <a:srgbClr val="CC3300"/>
                          </a:solidFill>
                          <a:latin typeface="Times New Roman"/>
                          <a:cs typeface="Times New Roman"/>
                        </a:rPr>
                        <a:t> amount</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155"/>
                        </a:spcBef>
                      </a:pPr>
                      <a:r>
                        <a:rPr sz="2000" b="1">
                          <a:solidFill>
                            <a:srgbClr val="CC3300"/>
                          </a:solidFill>
                          <a:latin typeface="Times New Roman"/>
                          <a:cs typeface="Times New Roman"/>
                        </a:rPr>
                        <a:t>variable</a:t>
                      </a:r>
                      <a:r>
                        <a:rPr sz="2000" b="1" spc="-60">
                          <a:solidFill>
                            <a:srgbClr val="CC3300"/>
                          </a:solidFill>
                          <a:latin typeface="Times New Roman"/>
                          <a:cs typeface="Times New Roman"/>
                        </a:rPr>
                        <a:t> </a:t>
                      </a:r>
                      <a:r>
                        <a:rPr sz="2000" b="1">
                          <a:solidFill>
                            <a:srgbClr val="CC3300"/>
                          </a:solidFill>
                          <a:latin typeface="Times New Roman"/>
                          <a:cs typeface="Times New Roman"/>
                        </a:rPr>
                        <a:t>=</a:t>
                      </a:r>
                      <a:r>
                        <a:rPr sz="2000" b="1" spc="-15">
                          <a:solidFill>
                            <a:srgbClr val="CC3300"/>
                          </a:solidFill>
                          <a:latin typeface="Times New Roman"/>
                          <a:cs typeface="Times New Roman"/>
                        </a:rPr>
                        <a:t> </a:t>
                      </a:r>
                      <a:r>
                        <a:rPr sz="2000" b="1">
                          <a:solidFill>
                            <a:srgbClr val="CC3300"/>
                          </a:solidFill>
                          <a:latin typeface="Times New Roman"/>
                          <a:cs typeface="Times New Roman"/>
                        </a:rPr>
                        <a:t>variable</a:t>
                      </a:r>
                      <a:r>
                        <a:rPr sz="2000" b="1" spc="-35">
                          <a:solidFill>
                            <a:srgbClr val="CC3300"/>
                          </a:solidFill>
                          <a:latin typeface="Times New Roman"/>
                          <a:cs typeface="Times New Roman"/>
                        </a:rPr>
                        <a:t> </a:t>
                      </a:r>
                      <a:r>
                        <a:rPr sz="2000" b="1">
                          <a:solidFill>
                            <a:srgbClr val="CC3300"/>
                          </a:solidFill>
                          <a:latin typeface="Times New Roman"/>
                          <a:cs typeface="Times New Roman"/>
                        </a:rPr>
                        <a:t>&lt;&lt;</a:t>
                      </a:r>
                      <a:r>
                        <a:rPr sz="2000" b="1" spc="5">
                          <a:solidFill>
                            <a:srgbClr val="CC3300"/>
                          </a:solidFill>
                          <a:latin typeface="Times New Roman"/>
                          <a:cs typeface="Times New Roman"/>
                        </a:rPr>
                        <a:t> </a:t>
                      </a:r>
                      <a:r>
                        <a:rPr sz="2000" b="1" spc="-10">
                          <a:solidFill>
                            <a:srgbClr val="CC3300"/>
                          </a:solidFill>
                          <a:latin typeface="Times New Roman"/>
                          <a:cs typeface="Times New Roman"/>
                        </a:rPr>
                        <a:t>amount</a:t>
                      </a:r>
                      <a:endParaRPr sz="2000">
                        <a:latin typeface="Times New Roman"/>
                        <a:cs typeface="Times New Roman"/>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8"/>
                  </a:ext>
                </a:extLst>
              </a:tr>
              <a:tr h="396240">
                <a:tc>
                  <a:txBody>
                    <a:bodyPr/>
                    <a:lstStyle/>
                    <a:p>
                      <a:pPr algn="ctr">
                        <a:lnSpc>
                          <a:spcPct val="100000"/>
                        </a:lnSpc>
                        <a:spcBef>
                          <a:spcPts val="160"/>
                        </a:spcBef>
                      </a:pPr>
                      <a:r>
                        <a:rPr sz="2000" b="1" spc="-25">
                          <a:solidFill>
                            <a:srgbClr val="CC3300"/>
                          </a:solidFill>
                          <a:latin typeface="Times New Roman"/>
                          <a:cs typeface="Times New Roman"/>
                        </a:rPr>
                        <a:t>&gt;&gt;=</a:t>
                      </a:r>
                      <a:endParaRPr sz="2000">
                        <a:latin typeface="Times New Roman"/>
                        <a:cs typeface="Times New Roman"/>
                      </a:endParaRPr>
                    </a:p>
                  </a:txBody>
                  <a:tcPr marL="0" marR="0" marT="203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160"/>
                        </a:spcBef>
                      </a:pPr>
                      <a:r>
                        <a:rPr sz="2000" b="1">
                          <a:solidFill>
                            <a:srgbClr val="CC3300"/>
                          </a:solidFill>
                          <a:latin typeface="Times New Roman"/>
                          <a:cs typeface="Times New Roman"/>
                        </a:rPr>
                        <a:t>variable</a:t>
                      </a:r>
                      <a:r>
                        <a:rPr sz="2000" b="1" spc="-60">
                          <a:solidFill>
                            <a:srgbClr val="CC3300"/>
                          </a:solidFill>
                          <a:latin typeface="Times New Roman"/>
                          <a:cs typeface="Times New Roman"/>
                        </a:rPr>
                        <a:t> </a:t>
                      </a:r>
                      <a:r>
                        <a:rPr sz="2000" b="1">
                          <a:solidFill>
                            <a:srgbClr val="CC3300"/>
                          </a:solidFill>
                          <a:latin typeface="Times New Roman"/>
                          <a:cs typeface="Times New Roman"/>
                        </a:rPr>
                        <a:t>&gt;&gt;=</a:t>
                      </a:r>
                      <a:r>
                        <a:rPr sz="2000" b="1" spc="-20">
                          <a:solidFill>
                            <a:srgbClr val="CC3300"/>
                          </a:solidFill>
                          <a:latin typeface="Times New Roman"/>
                          <a:cs typeface="Times New Roman"/>
                        </a:rPr>
                        <a:t> </a:t>
                      </a:r>
                      <a:r>
                        <a:rPr sz="2000" b="1" spc="-10">
                          <a:solidFill>
                            <a:srgbClr val="CC3300"/>
                          </a:solidFill>
                          <a:latin typeface="Times New Roman"/>
                          <a:cs typeface="Times New Roman"/>
                        </a:rPr>
                        <a:t>amount</a:t>
                      </a:r>
                      <a:endParaRPr sz="2000">
                        <a:latin typeface="Times New Roman"/>
                        <a:cs typeface="Times New Roman"/>
                      </a:endParaRPr>
                    </a:p>
                  </a:txBody>
                  <a:tcPr marL="0" marR="0" marT="203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160"/>
                        </a:spcBef>
                      </a:pPr>
                      <a:r>
                        <a:rPr sz="2000" b="1">
                          <a:solidFill>
                            <a:srgbClr val="CC3300"/>
                          </a:solidFill>
                          <a:latin typeface="Times New Roman"/>
                          <a:cs typeface="Times New Roman"/>
                        </a:rPr>
                        <a:t>variable</a:t>
                      </a:r>
                      <a:r>
                        <a:rPr sz="2000" b="1" spc="-55">
                          <a:solidFill>
                            <a:srgbClr val="CC3300"/>
                          </a:solidFill>
                          <a:latin typeface="Times New Roman"/>
                          <a:cs typeface="Times New Roman"/>
                        </a:rPr>
                        <a:t> </a:t>
                      </a:r>
                      <a:r>
                        <a:rPr sz="2000" b="1">
                          <a:solidFill>
                            <a:srgbClr val="CC3300"/>
                          </a:solidFill>
                          <a:latin typeface="Times New Roman"/>
                          <a:cs typeface="Times New Roman"/>
                        </a:rPr>
                        <a:t>=</a:t>
                      </a:r>
                      <a:r>
                        <a:rPr sz="2000" b="1" spc="-15">
                          <a:solidFill>
                            <a:srgbClr val="CC3300"/>
                          </a:solidFill>
                          <a:latin typeface="Times New Roman"/>
                          <a:cs typeface="Times New Roman"/>
                        </a:rPr>
                        <a:t> </a:t>
                      </a:r>
                      <a:r>
                        <a:rPr sz="2000" b="1">
                          <a:solidFill>
                            <a:srgbClr val="CC3300"/>
                          </a:solidFill>
                          <a:latin typeface="Times New Roman"/>
                          <a:cs typeface="Times New Roman"/>
                        </a:rPr>
                        <a:t>variable</a:t>
                      </a:r>
                      <a:r>
                        <a:rPr sz="2000" b="1" spc="-40">
                          <a:solidFill>
                            <a:srgbClr val="CC3300"/>
                          </a:solidFill>
                          <a:latin typeface="Times New Roman"/>
                          <a:cs typeface="Times New Roman"/>
                        </a:rPr>
                        <a:t> </a:t>
                      </a:r>
                      <a:r>
                        <a:rPr sz="2000" b="1">
                          <a:solidFill>
                            <a:srgbClr val="CC3300"/>
                          </a:solidFill>
                          <a:latin typeface="Times New Roman"/>
                          <a:cs typeface="Times New Roman"/>
                        </a:rPr>
                        <a:t>&gt;&gt;</a:t>
                      </a:r>
                      <a:r>
                        <a:rPr sz="2000" b="1" spc="-10">
                          <a:solidFill>
                            <a:srgbClr val="CC3300"/>
                          </a:solidFill>
                          <a:latin typeface="Times New Roman"/>
                          <a:cs typeface="Times New Roman"/>
                        </a:rPr>
                        <a:t> amount</a:t>
                      </a:r>
                      <a:endParaRPr sz="2000">
                        <a:latin typeface="Times New Roman"/>
                        <a:cs typeface="Times New Roman"/>
                      </a:endParaRPr>
                    </a:p>
                  </a:txBody>
                  <a:tcPr marL="0" marR="0" marT="203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2749579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7309" y="7112"/>
            <a:ext cx="1896110" cy="406400"/>
          </a:xfrm>
          <a:prstGeom prst="rect">
            <a:avLst/>
          </a:prstGeom>
        </p:spPr>
        <p:txBody>
          <a:bodyPr vert="horz" wrap="square" lIns="0" tIns="12065" rIns="0" bIns="0" rtlCol="0" anchor="ctr">
            <a:spAutoFit/>
          </a:bodyPr>
          <a:lstStyle/>
          <a:p>
            <a:pPr marL="12700">
              <a:lnSpc>
                <a:spcPct val="100000"/>
              </a:lnSpc>
              <a:spcBef>
                <a:spcPts val="95"/>
              </a:spcBef>
            </a:pPr>
            <a:r>
              <a:rPr sz="2500"/>
              <a:t>Operators</a:t>
            </a:r>
            <a:r>
              <a:rPr sz="2500" spc="-40"/>
              <a:t> </a:t>
            </a:r>
            <a:r>
              <a:rPr sz="2500"/>
              <a:t>in</a:t>
            </a:r>
            <a:r>
              <a:rPr sz="2500" spc="-55"/>
              <a:t> </a:t>
            </a:r>
            <a:r>
              <a:rPr sz="2500" spc="-50"/>
              <a:t>C</a:t>
            </a:r>
            <a:endParaRPr sz="2500"/>
          </a:p>
        </p:txBody>
      </p:sp>
      <p:sp>
        <p:nvSpPr>
          <p:cNvPr id="3" name="object 3"/>
          <p:cNvSpPr txBox="1"/>
          <p:nvPr/>
        </p:nvSpPr>
        <p:spPr>
          <a:xfrm>
            <a:off x="1602740" y="406337"/>
            <a:ext cx="8988425" cy="3244850"/>
          </a:xfrm>
          <a:prstGeom prst="rect">
            <a:avLst/>
          </a:prstGeom>
        </p:spPr>
        <p:txBody>
          <a:bodyPr vert="horz" wrap="square" lIns="0" tIns="85725" rIns="0" bIns="0" rtlCol="0">
            <a:spAutoFit/>
          </a:bodyPr>
          <a:lstStyle/>
          <a:p>
            <a:pPr marL="12700" algn="just">
              <a:spcBef>
                <a:spcPts val="675"/>
              </a:spcBef>
            </a:pPr>
            <a:r>
              <a:rPr sz="2400">
                <a:solidFill>
                  <a:srgbClr val="C00000"/>
                </a:solidFill>
                <a:latin typeface="Times New Roman"/>
                <a:cs typeface="Times New Roman"/>
              </a:rPr>
              <a:t>Comma</a:t>
            </a:r>
            <a:r>
              <a:rPr sz="2400" spc="-45">
                <a:solidFill>
                  <a:srgbClr val="C00000"/>
                </a:solidFill>
                <a:latin typeface="Times New Roman"/>
                <a:cs typeface="Times New Roman"/>
              </a:rPr>
              <a:t> </a:t>
            </a:r>
            <a:r>
              <a:rPr sz="2400" spc="-10">
                <a:solidFill>
                  <a:srgbClr val="C00000"/>
                </a:solidFill>
                <a:latin typeface="Times New Roman"/>
                <a:cs typeface="Times New Roman"/>
              </a:rPr>
              <a:t>operator</a:t>
            </a:r>
            <a:endParaRPr sz="2400">
              <a:latin typeface="Times New Roman"/>
              <a:cs typeface="Times New Roman"/>
            </a:endParaRPr>
          </a:p>
          <a:p>
            <a:pPr marL="355600" marR="5080" indent="-342900" algn="just">
              <a:spcBef>
                <a:spcPts val="580"/>
              </a:spcBef>
              <a:buFont typeface="Arial"/>
              <a:buChar char="•"/>
              <a:tabLst>
                <a:tab pos="355600" algn="l"/>
              </a:tabLst>
            </a:pPr>
            <a:r>
              <a:rPr sz="2400">
                <a:latin typeface="Times New Roman"/>
                <a:cs typeface="Times New Roman"/>
              </a:rPr>
              <a:t>The</a:t>
            </a:r>
            <a:r>
              <a:rPr sz="2400" spc="65">
                <a:latin typeface="Times New Roman"/>
                <a:cs typeface="Times New Roman"/>
              </a:rPr>
              <a:t> </a:t>
            </a:r>
            <a:r>
              <a:rPr sz="2400">
                <a:latin typeface="Times New Roman"/>
                <a:cs typeface="Times New Roman"/>
              </a:rPr>
              <a:t>Comma</a:t>
            </a:r>
            <a:r>
              <a:rPr sz="2400" spc="80">
                <a:latin typeface="Times New Roman"/>
                <a:cs typeface="Times New Roman"/>
              </a:rPr>
              <a:t> </a:t>
            </a:r>
            <a:r>
              <a:rPr sz="2400">
                <a:latin typeface="Times New Roman"/>
                <a:cs typeface="Times New Roman"/>
              </a:rPr>
              <a:t>operator</a:t>
            </a:r>
            <a:r>
              <a:rPr sz="2400" spc="80">
                <a:latin typeface="Times New Roman"/>
                <a:cs typeface="Times New Roman"/>
              </a:rPr>
              <a:t> </a:t>
            </a:r>
            <a:r>
              <a:rPr sz="2400">
                <a:latin typeface="Times New Roman"/>
                <a:cs typeface="Times New Roman"/>
              </a:rPr>
              <a:t>in</a:t>
            </a:r>
            <a:r>
              <a:rPr sz="2400" spc="55">
                <a:latin typeface="Times New Roman"/>
                <a:cs typeface="Times New Roman"/>
              </a:rPr>
              <a:t> </a:t>
            </a:r>
            <a:r>
              <a:rPr sz="2400">
                <a:latin typeface="Times New Roman"/>
                <a:cs typeface="Times New Roman"/>
              </a:rPr>
              <a:t>C</a:t>
            </a:r>
            <a:r>
              <a:rPr sz="2400" spc="60">
                <a:latin typeface="Times New Roman"/>
                <a:cs typeface="Times New Roman"/>
              </a:rPr>
              <a:t> </a:t>
            </a:r>
            <a:r>
              <a:rPr sz="2400">
                <a:latin typeface="Times New Roman"/>
                <a:cs typeface="Times New Roman"/>
              </a:rPr>
              <a:t>takes</a:t>
            </a:r>
            <a:r>
              <a:rPr sz="2400" spc="75">
                <a:latin typeface="Times New Roman"/>
                <a:cs typeface="Times New Roman"/>
              </a:rPr>
              <a:t> </a:t>
            </a:r>
            <a:r>
              <a:rPr sz="2400">
                <a:latin typeface="Times New Roman"/>
                <a:cs typeface="Times New Roman"/>
              </a:rPr>
              <a:t>two</a:t>
            </a:r>
            <a:r>
              <a:rPr sz="2400" spc="70">
                <a:latin typeface="Times New Roman"/>
                <a:cs typeface="Times New Roman"/>
              </a:rPr>
              <a:t> </a:t>
            </a:r>
            <a:r>
              <a:rPr sz="2400">
                <a:latin typeface="Times New Roman"/>
                <a:cs typeface="Times New Roman"/>
              </a:rPr>
              <a:t>operands.</a:t>
            </a:r>
            <a:r>
              <a:rPr sz="2400" spc="65">
                <a:latin typeface="Times New Roman"/>
                <a:cs typeface="Times New Roman"/>
              </a:rPr>
              <a:t> </a:t>
            </a:r>
            <a:r>
              <a:rPr sz="2400">
                <a:latin typeface="Times New Roman"/>
                <a:cs typeface="Times New Roman"/>
              </a:rPr>
              <a:t>It</a:t>
            </a:r>
            <a:r>
              <a:rPr sz="2400" spc="75">
                <a:latin typeface="Times New Roman"/>
                <a:cs typeface="Times New Roman"/>
              </a:rPr>
              <a:t> </a:t>
            </a:r>
            <a:r>
              <a:rPr sz="2400">
                <a:latin typeface="Times New Roman"/>
                <a:cs typeface="Times New Roman"/>
              </a:rPr>
              <a:t>works</a:t>
            </a:r>
            <a:r>
              <a:rPr sz="2400" spc="70">
                <a:latin typeface="Times New Roman"/>
                <a:cs typeface="Times New Roman"/>
              </a:rPr>
              <a:t> </a:t>
            </a:r>
            <a:r>
              <a:rPr sz="2400">
                <a:latin typeface="Times New Roman"/>
                <a:cs typeface="Times New Roman"/>
              </a:rPr>
              <a:t>by</a:t>
            </a:r>
            <a:r>
              <a:rPr sz="2400" spc="80">
                <a:latin typeface="Times New Roman"/>
                <a:cs typeface="Times New Roman"/>
              </a:rPr>
              <a:t> </a:t>
            </a:r>
            <a:r>
              <a:rPr sz="2400" spc="-10">
                <a:latin typeface="Times New Roman"/>
                <a:cs typeface="Times New Roman"/>
              </a:rPr>
              <a:t>evaluating </a:t>
            </a:r>
            <a:r>
              <a:rPr sz="2400">
                <a:latin typeface="Times New Roman"/>
                <a:cs typeface="Times New Roman"/>
              </a:rPr>
              <a:t>the</a:t>
            </a:r>
            <a:r>
              <a:rPr sz="2400" spc="305">
                <a:latin typeface="Times New Roman"/>
                <a:cs typeface="Times New Roman"/>
              </a:rPr>
              <a:t> </a:t>
            </a:r>
            <a:r>
              <a:rPr sz="2400">
                <a:latin typeface="Times New Roman"/>
                <a:cs typeface="Times New Roman"/>
              </a:rPr>
              <a:t>first</a:t>
            </a:r>
            <a:r>
              <a:rPr sz="2400" spc="305">
                <a:latin typeface="Times New Roman"/>
                <a:cs typeface="Times New Roman"/>
              </a:rPr>
              <a:t> </a:t>
            </a:r>
            <a:r>
              <a:rPr sz="2400">
                <a:latin typeface="Times New Roman"/>
                <a:cs typeface="Times New Roman"/>
              </a:rPr>
              <a:t>and</a:t>
            </a:r>
            <a:r>
              <a:rPr sz="2400" spc="290">
                <a:latin typeface="Times New Roman"/>
                <a:cs typeface="Times New Roman"/>
              </a:rPr>
              <a:t> </a:t>
            </a:r>
            <a:r>
              <a:rPr sz="2400">
                <a:latin typeface="Times New Roman"/>
                <a:cs typeface="Times New Roman"/>
              </a:rPr>
              <a:t>discarding</a:t>
            </a:r>
            <a:r>
              <a:rPr sz="2400" spc="290">
                <a:latin typeface="Times New Roman"/>
                <a:cs typeface="Times New Roman"/>
              </a:rPr>
              <a:t> </a:t>
            </a:r>
            <a:r>
              <a:rPr sz="2400">
                <a:latin typeface="Times New Roman"/>
                <a:cs typeface="Times New Roman"/>
              </a:rPr>
              <a:t>its</a:t>
            </a:r>
            <a:r>
              <a:rPr sz="2400" spc="300">
                <a:latin typeface="Times New Roman"/>
                <a:cs typeface="Times New Roman"/>
              </a:rPr>
              <a:t> </a:t>
            </a:r>
            <a:r>
              <a:rPr sz="2400">
                <a:latin typeface="Times New Roman"/>
                <a:cs typeface="Times New Roman"/>
              </a:rPr>
              <a:t>value,</a:t>
            </a:r>
            <a:r>
              <a:rPr sz="2400" spc="290">
                <a:latin typeface="Times New Roman"/>
                <a:cs typeface="Times New Roman"/>
              </a:rPr>
              <a:t> </a:t>
            </a:r>
            <a:r>
              <a:rPr sz="2400">
                <a:latin typeface="Times New Roman"/>
                <a:cs typeface="Times New Roman"/>
              </a:rPr>
              <a:t>and</a:t>
            </a:r>
            <a:r>
              <a:rPr sz="2400" spc="300">
                <a:latin typeface="Times New Roman"/>
                <a:cs typeface="Times New Roman"/>
              </a:rPr>
              <a:t> </a:t>
            </a:r>
            <a:r>
              <a:rPr sz="2400">
                <a:latin typeface="Times New Roman"/>
                <a:cs typeface="Times New Roman"/>
              </a:rPr>
              <a:t>then</a:t>
            </a:r>
            <a:r>
              <a:rPr sz="2400" spc="290">
                <a:latin typeface="Times New Roman"/>
                <a:cs typeface="Times New Roman"/>
              </a:rPr>
              <a:t> </a:t>
            </a:r>
            <a:r>
              <a:rPr sz="2400">
                <a:latin typeface="Times New Roman"/>
                <a:cs typeface="Times New Roman"/>
              </a:rPr>
              <a:t>evaluates</a:t>
            </a:r>
            <a:r>
              <a:rPr sz="2400" spc="290">
                <a:latin typeface="Times New Roman"/>
                <a:cs typeface="Times New Roman"/>
              </a:rPr>
              <a:t> </a:t>
            </a:r>
            <a:r>
              <a:rPr sz="2400">
                <a:latin typeface="Times New Roman"/>
                <a:cs typeface="Times New Roman"/>
              </a:rPr>
              <a:t>the</a:t>
            </a:r>
            <a:r>
              <a:rPr sz="2400" spc="305">
                <a:latin typeface="Times New Roman"/>
                <a:cs typeface="Times New Roman"/>
              </a:rPr>
              <a:t> </a:t>
            </a:r>
            <a:r>
              <a:rPr sz="2400">
                <a:latin typeface="Times New Roman"/>
                <a:cs typeface="Times New Roman"/>
              </a:rPr>
              <a:t>second</a:t>
            </a:r>
            <a:r>
              <a:rPr sz="2400" spc="305">
                <a:latin typeface="Times New Roman"/>
                <a:cs typeface="Times New Roman"/>
              </a:rPr>
              <a:t> </a:t>
            </a:r>
            <a:r>
              <a:rPr sz="2400" spc="-25">
                <a:latin typeface="Times New Roman"/>
                <a:cs typeface="Times New Roman"/>
              </a:rPr>
              <a:t>and </a:t>
            </a:r>
            <a:r>
              <a:rPr sz="2400">
                <a:latin typeface="Times New Roman"/>
                <a:cs typeface="Times New Roman"/>
              </a:rPr>
              <a:t>returns</a:t>
            </a:r>
            <a:r>
              <a:rPr sz="2400" spc="-40">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value</a:t>
            </a:r>
            <a:r>
              <a:rPr sz="2400" spc="-30">
                <a:latin typeface="Times New Roman"/>
                <a:cs typeface="Times New Roman"/>
              </a:rPr>
              <a:t> </a:t>
            </a:r>
            <a:r>
              <a:rPr sz="2400">
                <a:latin typeface="Times New Roman"/>
                <a:cs typeface="Times New Roman"/>
              </a:rPr>
              <a:t>as</a:t>
            </a:r>
            <a:r>
              <a:rPr sz="2400" spc="-5">
                <a:latin typeface="Times New Roman"/>
                <a:cs typeface="Times New Roman"/>
              </a:rPr>
              <a:t> </a:t>
            </a:r>
            <a:r>
              <a:rPr sz="2400">
                <a:latin typeface="Times New Roman"/>
                <a:cs typeface="Times New Roman"/>
              </a:rPr>
              <a:t>the</a:t>
            </a:r>
            <a:r>
              <a:rPr sz="2400" spc="-10">
                <a:latin typeface="Times New Roman"/>
                <a:cs typeface="Times New Roman"/>
              </a:rPr>
              <a:t> </a:t>
            </a:r>
            <a:r>
              <a:rPr sz="2400">
                <a:latin typeface="Times New Roman"/>
                <a:cs typeface="Times New Roman"/>
              </a:rPr>
              <a:t>result</a:t>
            </a:r>
            <a:r>
              <a:rPr sz="2400" spc="-35">
                <a:latin typeface="Times New Roman"/>
                <a:cs typeface="Times New Roman"/>
              </a:rPr>
              <a:t> </a:t>
            </a:r>
            <a:r>
              <a:rPr sz="2400">
                <a:latin typeface="Times New Roman"/>
                <a:cs typeface="Times New Roman"/>
              </a:rPr>
              <a:t>of</a:t>
            </a:r>
            <a:r>
              <a:rPr sz="2400" spc="-10">
                <a:latin typeface="Times New Roman"/>
                <a:cs typeface="Times New Roman"/>
              </a:rPr>
              <a:t> </a:t>
            </a:r>
            <a:r>
              <a:rPr sz="2400">
                <a:latin typeface="Times New Roman"/>
                <a:cs typeface="Times New Roman"/>
              </a:rPr>
              <a:t>the</a:t>
            </a:r>
            <a:r>
              <a:rPr sz="2400" spc="-15">
                <a:latin typeface="Times New Roman"/>
                <a:cs typeface="Times New Roman"/>
              </a:rPr>
              <a:t> </a:t>
            </a:r>
            <a:r>
              <a:rPr sz="2400" spc="-10">
                <a:latin typeface="Times New Roman"/>
                <a:cs typeface="Times New Roman"/>
              </a:rPr>
              <a:t>expression.</a:t>
            </a:r>
            <a:endParaRPr sz="2400">
              <a:latin typeface="Times New Roman"/>
              <a:cs typeface="Times New Roman"/>
            </a:endParaRPr>
          </a:p>
          <a:p>
            <a:pPr marL="355600" marR="5080" indent="-342900" algn="just">
              <a:spcBef>
                <a:spcPts val="575"/>
              </a:spcBef>
              <a:buFont typeface="Arial"/>
              <a:buChar char="•"/>
              <a:tabLst>
                <a:tab pos="355600" algn="l"/>
              </a:tabLst>
            </a:pPr>
            <a:r>
              <a:rPr sz="2400">
                <a:latin typeface="Times New Roman"/>
                <a:cs typeface="Times New Roman"/>
              </a:rPr>
              <a:t>Comma</a:t>
            </a:r>
            <a:r>
              <a:rPr sz="2400" spc="380">
                <a:latin typeface="Times New Roman"/>
                <a:cs typeface="Times New Roman"/>
              </a:rPr>
              <a:t> </a:t>
            </a:r>
            <a:r>
              <a:rPr sz="2400">
                <a:latin typeface="Times New Roman"/>
                <a:cs typeface="Times New Roman"/>
              </a:rPr>
              <a:t>separated</a:t>
            </a:r>
            <a:r>
              <a:rPr sz="2400" spc="390">
                <a:latin typeface="Times New Roman"/>
                <a:cs typeface="Times New Roman"/>
              </a:rPr>
              <a:t> </a:t>
            </a:r>
            <a:r>
              <a:rPr sz="2400">
                <a:latin typeface="Times New Roman"/>
                <a:cs typeface="Times New Roman"/>
              </a:rPr>
              <a:t>operands</a:t>
            </a:r>
            <a:r>
              <a:rPr sz="2400" spc="390">
                <a:latin typeface="Times New Roman"/>
                <a:cs typeface="Times New Roman"/>
              </a:rPr>
              <a:t> </a:t>
            </a:r>
            <a:r>
              <a:rPr sz="2400">
                <a:latin typeface="Times New Roman"/>
                <a:cs typeface="Times New Roman"/>
              </a:rPr>
              <a:t>when</a:t>
            </a:r>
            <a:r>
              <a:rPr sz="2400" spc="385">
                <a:latin typeface="Times New Roman"/>
                <a:cs typeface="Times New Roman"/>
              </a:rPr>
              <a:t> </a:t>
            </a:r>
            <a:r>
              <a:rPr sz="2400">
                <a:latin typeface="Times New Roman"/>
                <a:cs typeface="Times New Roman"/>
              </a:rPr>
              <a:t>chained</a:t>
            </a:r>
            <a:r>
              <a:rPr sz="2400" spc="385">
                <a:latin typeface="Times New Roman"/>
                <a:cs typeface="Times New Roman"/>
              </a:rPr>
              <a:t> </a:t>
            </a:r>
            <a:r>
              <a:rPr sz="2400">
                <a:latin typeface="Times New Roman"/>
                <a:cs typeface="Times New Roman"/>
              </a:rPr>
              <a:t>together</a:t>
            </a:r>
            <a:r>
              <a:rPr sz="2400" spc="395">
                <a:latin typeface="Times New Roman"/>
                <a:cs typeface="Times New Roman"/>
              </a:rPr>
              <a:t> </a:t>
            </a:r>
            <a:r>
              <a:rPr sz="2400">
                <a:latin typeface="Times New Roman"/>
                <a:cs typeface="Times New Roman"/>
              </a:rPr>
              <a:t>are</a:t>
            </a:r>
            <a:r>
              <a:rPr sz="2400" spc="380">
                <a:latin typeface="Times New Roman"/>
                <a:cs typeface="Times New Roman"/>
              </a:rPr>
              <a:t> </a:t>
            </a:r>
            <a:r>
              <a:rPr sz="2400">
                <a:latin typeface="Times New Roman"/>
                <a:cs typeface="Times New Roman"/>
              </a:rPr>
              <a:t>evaluated</a:t>
            </a:r>
            <a:r>
              <a:rPr sz="2400" spc="390">
                <a:latin typeface="Times New Roman"/>
                <a:cs typeface="Times New Roman"/>
              </a:rPr>
              <a:t> </a:t>
            </a:r>
            <a:r>
              <a:rPr sz="2400" spc="-25">
                <a:latin typeface="Times New Roman"/>
                <a:cs typeface="Times New Roman"/>
              </a:rPr>
              <a:t>in </a:t>
            </a:r>
            <a:r>
              <a:rPr sz="2400" spc="-10">
                <a:latin typeface="Times New Roman"/>
                <a:cs typeface="Times New Roman"/>
              </a:rPr>
              <a:t>left-</a:t>
            </a:r>
            <a:r>
              <a:rPr sz="2400">
                <a:latin typeface="Times New Roman"/>
                <a:cs typeface="Times New Roman"/>
              </a:rPr>
              <a:t>to-right</a:t>
            </a:r>
            <a:r>
              <a:rPr sz="2400" spc="210">
                <a:latin typeface="Times New Roman"/>
                <a:cs typeface="Times New Roman"/>
              </a:rPr>
              <a:t> </a:t>
            </a:r>
            <a:r>
              <a:rPr sz="2400">
                <a:latin typeface="Times New Roman"/>
                <a:cs typeface="Times New Roman"/>
              </a:rPr>
              <a:t>sequence</a:t>
            </a:r>
            <a:r>
              <a:rPr sz="2400" spc="225">
                <a:latin typeface="Times New Roman"/>
                <a:cs typeface="Times New Roman"/>
              </a:rPr>
              <a:t> </a:t>
            </a:r>
            <a:r>
              <a:rPr sz="2400">
                <a:latin typeface="Times New Roman"/>
                <a:cs typeface="Times New Roman"/>
              </a:rPr>
              <a:t>with</a:t>
            </a:r>
            <a:r>
              <a:rPr sz="2400" spc="210">
                <a:latin typeface="Times New Roman"/>
                <a:cs typeface="Times New Roman"/>
              </a:rPr>
              <a:t> </a:t>
            </a:r>
            <a:r>
              <a:rPr sz="2400">
                <a:latin typeface="Times New Roman"/>
                <a:cs typeface="Times New Roman"/>
              </a:rPr>
              <a:t>the</a:t>
            </a:r>
            <a:r>
              <a:rPr sz="2400" spc="215">
                <a:latin typeface="Times New Roman"/>
                <a:cs typeface="Times New Roman"/>
              </a:rPr>
              <a:t> </a:t>
            </a:r>
            <a:r>
              <a:rPr sz="2400" spc="-10">
                <a:latin typeface="Times New Roman"/>
                <a:cs typeface="Times New Roman"/>
              </a:rPr>
              <a:t>right-</a:t>
            </a:r>
            <a:r>
              <a:rPr sz="2400">
                <a:latin typeface="Times New Roman"/>
                <a:cs typeface="Times New Roman"/>
              </a:rPr>
              <a:t>most</a:t>
            </a:r>
            <a:r>
              <a:rPr sz="2400" spc="225">
                <a:latin typeface="Times New Roman"/>
                <a:cs typeface="Times New Roman"/>
              </a:rPr>
              <a:t> </a:t>
            </a:r>
            <a:r>
              <a:rPr sz="2400">
                <a:latin typeface="Times New Roman"/>
                <a:cs typeface="Times New Roman"/>
              </a:rPr>
              <a:t>value</a:t>
            </a:r>
            <a:r>
              <a:rPr sz="2400" spc="195">
                <a:latin typeface="Times New Roman"/>
                <a:cs typeface="Times New Roman"/>
              </a:rPr>
              <a:t> </a:t>
            </a:r>
            <a:r>
              <a:rPr sz="2400">
                <a:latin typeface="Times New Roman"/>
                <a:cs typeface="Times New Roman"/>
              </a:rPr>
              <a:t>yielding</a:t>
            </a:r>
            <a:r>
              <a:rPr sz="2400" spc="215">
                <a:latin typeface="Times New Roman"/>
                <a:cs typeface="Times New Roman"/>
              </a:rPr>
              <a:t> </a:t>
            </a:r>
            <a:r>
              <a:rPr sz="2400">
                <a:latin typeface="Times New Roman"/>
                <a:cs typeface="Times New Roman"/>
              </a:rPr>
              <a:t>the</a:t>
            </a:r>
            <a:r>
              <a:rPr sz="2400" spc="215">
                <a:latin typeface="Times New Roman"/>
                <a:cs typeface="Times New Roman"/>
              </a:rPr>
              <a:t> </a:t>
            </a:r>
            <a:r>
              <a:rPr sz="2400">
                <a:latin typeface="Times New Roman"/>
                <a:cs typeface="Times New Roman"/>
              </a:rPr>
              <a:t>result</a:t>
            </a:r>
            <a:r>
              <a:rPr sz="2400" spc="220">
                <a:latin typeface="Times New Roman"/>
                <a:cs typeface="Times New Roman"/>
              </a:rPr>
              <a:t> </a:t>
            </a:r>
            <a:r>
              <a:rPr sz="2400" spc="-25">
                <a:latin typeface="Times New Roman"/>
                <a:cs typeface="Times New Roman"/>
              </a:rPr>
              <a:t>of </a:t>
            </a:r>
            <a:r>
              <a:rPr sz="2400">
                <a:latin typeface="Times New Roman"/>
                <a:cs typeface="Times New Roman"/>
              </a:rPr>
              <a:t>the</a:t>
            </a:r>
            <a:r>
              <a:rPr sz="2400" spc="-30">
                <a:latin typeface="Times New Roman"/>
                <a:cs typeface="Times New Roman"/>
              </a:rPr>
              <a:t> </a:t>
            </a:r>
            <a:r>
              <a:rPr sz="2400" spc="-10">
                <a:latin typeface="Times New Roman"/>
                <a:cs typeface="Times New Roman"/>
              </a:rPr>
              <a:t>expression.</a:t>
            </a:r>
            <a:endParaRPr sz="2400">
              <a:latin typeface="Times New Roman"/>
              <a:cs typeface="Times New Roman"/>
            </a:endParaRPr>
          </a:p>
          <a:p>
            <a:pPr marL="355600" indent="-342900" algn="just">
              <a:spcBef>
                <a:spcPts val="580"/>
              </a:spcBef>
              <a:buFont typeface="Arial"/>
              <a:buChar char="•"/>
              <a:tabLst>
                <a:tab pos="355600" algn="l"/>
              </a:tabLst>
            </a:pPr>
            <a:r>
              <a:rPr sz="2400">
                <a:latin typeface="Times New Roman"/>
                <a:cs typeface="Times New Roman"/>
              </a:rPr>
              <a:t>Among</a:t>
            </a:r>
            <a:r>
              <a:rPr sz="2400" spc="245">
                <a:latin typeface="Times New Roman"/>
                <a:cs typeface="Times New Roman"/>
              </a:rPr>
              <a:t>  </a:t>
            </a:r>
            <a:r>
              <a:rPr sz="2400">
                <a:latin typeface="Times New Roman"/>
                <a:cs typeface="Times New Roman"/>
              </a:rPr>
              <a:t>all</a:t>
            </a:r>
            <a:r>
              <a:rPr sz="2400" spc="250">
                <a:latin typeface="Times New Roman"/>
                <a:cs typeface="Times New Roman"/>
              </a:rPr>
              <a:t>  </a:t>
            </a:r>
            <a:r>
              <a:rPr sz="2400">
                <a:latin typeface="Times New Roman"/>
                <a:cs typeface="Times New Roman"/>
              </a:rPr>
              <a:t>the</a:t>
            </a:r>
            <a:r>
              <a:rPr sz="2400" spc="250">
                <a:latin typeface="Times New Roman"/>
                <a:cs typeface="Times New Roman"/>
              </a:rPr>
              <a:t>  </a:t>
            </a:r>
            <a:r>
              <a:rPr sz="2400">
                <a:latin typeface="Times New Roman"/>
                <a:cs typeface="Times New Roman"/>
              </a:rPr>
              <a:t>operators,</a:t>
            </a:r>
            <a:r>
              <a:rPr sz="2400" spc="245">
                <a:latin typeface="Times New Roman"/>
                <a:cs typeface="Times New Roman"/>
              </a:rPr>
              <a:t>  </a:t>
            </a:r>
            <a:r>
              <a:rPr sz="2400">
                <a:latin typeface="Times New Roman"/>
                <a:cs typeface="Times New Roman"/>
              </a:rPr>
              <a:t>the</a:t>
            </a:r>
            <a:r>
              <a:rPr sz="2400" spc="254">
                <a:latin typeface="Times New Roman"/>
                <a:cs typeface="Times New Roman"/>
              </a:rPr>
              <a:t>  </a:t>
            </a:r>
            <a:r>
              <a:rPr sz="2400">
                <a:latin typeface="Times New Roman"/>
                <a:cs typeface="Times New Roman"/>
              </a:rPr>
              <a:t>comma</a:t>
            </a:r>
            <a:r>
              <a:rPr sz="2400" spc="250">
                <a:latin typeface="Times New Roman"/>
                <a:cs typeface="Times New Roman"/>
              </a:rPr>
              <a:t>  </a:t>
            </a:r>
            <a:r>
              <a:rPr sz="2400">
                <a:latin typeface="Times New Roman"/>
                <a:cs typeface="Times New Roman"/>
              </a:rPr>
              <a:t>operator</a:t>
            </a:r>
            <a:r>
              <a:rPr sz="2400" spc="254">
                <a:latin typeface="Times New Roman"/>
                <a:cs typeface="Times New Roman"/>
              </a:rPr>
              <a:t>  </a:t>
            </a:r>
            <a:r>
              <a:rPr sz="2400">
                <a:latin typeface="Times New Roman"/>
                <a:cs typeface="Times New Roman"/>
              </a:rPr>
              <a:t>has</a:t>
            </a:r>
            <a:r>
              <a:rPr sz="2400" spc="250">
                <a:latin typeface="Times New Roman"/>
                <a:cs typeface="Times New Roman"/>
              </a:rPr>
              <a:t>  </a:t>
            </a:r>
            <a:r>
              <a:rPr sz="2400">
                <a:latin typeface="Times New Roman"/>
                <a:cs typeface="Times New Roman"/>
              </a:rPr>
              <a:t>the</a:t>
            </a:r>
            <a:r>
              <a:rPr sz="2400" spc="250">
                <a:latin typeface="Times New Roman"/>
                <a:cs typeface="Times New Roman"/>
              </a:rPr>
              <a:t>  </a:t>
            </a:r>
            <a:r>
              <a:rPr sz="2400" spc="-10">
                <a:latin typeface="Times New Roman"/>
                <a:cs typeface="Times New Roman"/>
              </a:rPr>
              <a:t>lowest</a:t>
            </a:r>
            <a:endParaRPr sz="2400">
              <a:latin typeface="Times New Roman"/>
              <a:cs typeface="Times New Roman"/>
            </a:endParaRPr>
          </a:p>
        </p:txBody>
      </p:sp>
      <p:sp>
        <p:nvSpPr>
          <p:cNvPr id="4" name="object 4"/>
          <p:cNvSpPr txBox="1"/>
          <p:nvPr/>
        </p:nvSpPr>
        <p:spPr>
          <a:xfrm>
            <a:off x="1945641" y="3544880"/>
            <a:ext cx="1475105" cy="918844"/>
          </a:xfrm>
          <a:prstGeom prst="rect">
            <a:avLst/>
          </a:prstGeom>
        </p:spPr>
        <p:txBody>
          <a:bodyPr vert="horz" wrap="square" lIns="0" tIns="93345" rIns="0" bIns="0" rtlCol="0">
            <a:spAutoFit/>
          </a:bodyPr>
          <a:lstStyle/>
          <a:p>
            <a:pPr marL="12700">
              <a:spcBef>
                <a:spcPts val="735"/>
              </a:spcBef>
            </a:pPr>
            <a:r>
              <a:rPr sz="2400" spc="-10">
                <a:latin typeface="Times New Roman"/>
                <a:cs typeface="Times New Roman"/>
              </a:rPr>
              <a:t>precedence.</a:t>
            </a:r>
            <a:endParaRPr sz="2400">
              <a:latin typeface="Times New Roman"/>
              <a:cs typeface="Times New Roman"/>
            </a:endParaRPr>
          </a:p>
          <a:p>
            <a:pPr marL="811530">
              <a:spcBef>
                <a:spcPts val="640"/>
              </a:spcBef>
            </a:pPr>
            <a:r>
              <a:rPr sz="2400" spc="-25">
                <a:latin typeface="Times New Roman"/>
                <a:cs typeface="Times New Roman"/>
              </a:rPr>
              <a:t>Ex:</a:t>
            </a:r>
            <a:endParaRPr sz="2400">
              <a:latin typeface="Times New Roman"/>
              <a:cs typeface="Times New Roman"/>
            </a:endParaRPr>
          </a:p>
        </p:txBody>
      </p:sp>
      <p:sp>
        <p:nvSpPr>
          <p:cNvPr id="5" name="object 5"/>
          <p:cNvSpPr txBox="1"/>
          <p:nvPr/>
        </p:nvSpPr>
        <p:spPr>
          <a:xfrm>
            <a:off x="3506471" y="3970401"/>
            <a:ext cx="2969895" cy="1400810"/>
          </a:xfrm>
          <a:prstGeom prst="rect">
            <a:avLst/>
          </a:prstGeom>
        </p:spPr>
        <p:txBody>
          <a:bodyPr vert="horz" wrap="square" lIns="0" tIns="12700" rIns="0" bIns="0" rtlCol="0">
            <a:spAutoFit/>
          </a:bodyPr>
          <a:lstStyle/>
          <a:p>
            <a:pPr marL="622300" marR="313690" indent="-340360">
              <a:lnSpc>
                <a:spcPct val="127899"/>
              </a:lnSpc>
              <a:spcBef>
                <a:spcPts val="100"/>
              </a:spcBef>
            </a:pPr>
            <a:r>
              <a:rPr sz="2400">
                <a:latin typeface="Times New Roman"/>
                <a:cs typeface="Times New Roman"/>
              </a:rPr>
              <a:t>int</a:t>
            </a:r>
            <a:r>
              <a:rPr sz="2400" spc="-5">
                <a:latin typeface="Times New Roman"/>
                <a:cs typeface="Times New Roman"/>
              </a:rPr>
              <a:t> </a:t>
            </a:r>
            <a:r>
              <a:rPr sz="2400">
                <a:latin typeface="Times New Roman"/>
                <a:cs typeface="Times New Roman"/>
              </a:rPr>
              <a:t>a=2, b=3,</a:t>
            </a:r>
            <a:r>
              <a:rPr sz="2400" spc="-20">
                <a:latin typeface="Times New Roman"/>
                <a:cs typeface="Times New Roman"/>
              </a:rPr>
              <a:t> x=0; </a:t>
            </a:r>
            <a:r>
              <a:rPr sz="2400">
                <a:latin typeface="Times New Roman"/>
                <a:cs typeface="Times New Roman"/>
              </a:rPr>
              <a:t>x</a:t>
            </a:r>
            <a:r>
              <a:rPr sz="2400" spc="-10">
                <a:latin typeface="Times New Roman"/>
                <a:cs typeface="Times New Roman"/>
              </a:rPr>
              <a:t> </a:t>
            </a:r>
            <a:r>
              <a:rPr sz="2400">
                <a:latin typeface="Times New Roman"/>
                <a:cs typeface="Times New Roman"/>
              </a:rPr>
              <a:t>= (++a,</a:t>
            </a:r>
            <a:r>
              <a:rPr sz="2400" spc="-25">
                <a:latin typeface="Times New Roman"/>
                <a:cs typeface="Times New Roman"/>
              </a:rPr>
              <a:t> </a:t>
            </a:r>
            <a:r>
              <a:rPr sz="2400" spc="-10">
                <a:latin typeface="Times New Roman"/>
                <a:cs typeface="Times New Roman"/>
              </a:rPr>
              <a:t>b+=a);</a:t>
            </a:r>
            <a:endParaRPr sz="2400">
              <a:latin typeface="Times New Roman"/>
              <a:cs typeface="Times New Roman"/>
            </a:endParaRPr>
          </a:p>
          <a:p>
            <a:pPr marL="12700">
              <a:spcBef>
                <a:spcPts val="580"/>
              </a:spcBef>
            </a:pPr>
            <a:r>
              <a:rPr sz="2400" spc="-10">
                <a:latin typeface="Times New Roman"/>
                <a:cs typeface="Times New Roman"/>
              </a:rPr>
              <a:t>Now, </a:t>
            </a:r>
            <a:r>
              <a:rPr sz="2400">
                <a:latin typeface="Times New Roman"/>
                <a:cs typeface="Times New Roman"/>
              </a:rPr>
              <a:t>the</a:t>
            </a:r>
            <a:r>
              <a:rPr sz="2400" spc="-45">
                <a:latin typeface="Times New Roman"/>
                <a:cs typeface="Times New Roman"/>
              </a:rPr>
              <a:t> </a:t>
            </a:r>
            <a:r>
              <a:rPr sz="2400">
                <a:latin typeface="Times New Roman"/>
                <a:cs typeface="Times New Roman"/>
              </a:rPr>
              <a:t>value</a:t>
            </a:r>
            <a:r>
              <a:rPr sz="2400" spc="-30">
                <a:latin typeface="Times New Roman"/>
                <a:cs typeface="Times New Roman"/>
              </a:rPr>
              <a:t> </a:t>
            </a:r>
            <a:r>
              <a:rPr sz="2400">
                <a:latin typeface="Times New Roman"/>
                <a:cs typeface="Times New Roman"/>
              </a:rPr>
              <a:t>of</a:t>
            </a:r>
            <a:r>
              <a:rPr sz="2400" spc="-30">
                <a:latin typeface="Times New Roman"/>
                <a:cs typeface="Times New Roman"/>
              </a:rPr>
              <a:t> </a:t>
            </a:r>
            <a:r>
              <a:rPr sz="2400">
                <a:latin typeface="Times New Roman"/>
                <a:cs typeface="Times New Roman"/>
              </a:rPr>
              <a:t>x</a:t>
            </a:r>
            <a:r>
              <a:rPr sz="2400" spc="-25">
                <a:latin typeface="Times New Roman"/>
                <a:cs typeface="Times New Roman"/>
              </a:rPr>
              <a:t> </a:t>
            </a:r>
            <a:r>
              <a:rPr sz="2400">
                <a:latin typeface="Times New Roman"/>
                <a:cs typeface="Times New Roman"/>
              </a:rPr>
              <a:t>=</a:t>
            </a:r>
            <a:r>
              <a:rPr sz="2400" spc="-20">
                <a:latin typeface="Times New Roman"/>
                <a:cs typeface="Times New Roman"/>
              </a:rPr>
              <a:t> </a:t>
            </a:r>
            <a:r>
              <a:rPr sz="2400" spc="-25">
                <a:latin typeface="Times New Roman"/>
                <a:cs typeface="Times New Roman"/>
              </a:rPr>
              <a:t>6.</a:t>
            </a:r>
            <a:endParaRPr sz="2400">
              <a:latin typeface="Times New Roman"/>
              <a:cs typeface="Times New Roman"/>
            </a:endParaRPr>
          </a:p>
        </p:txBody>
      </p:sp>
    </p:spTree>
    <p:extLst>
      <p:ext uri="{BB962C8B-B14F-4D97-AF65-F5344CB8AC3E}">
        <p14:creationId xmlns:p14="http://schemas.microsoft.com/office/powerpoint/2010/main" val="27716303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7309" y="7112"/>
            <a:ext cx="1896110" cy="406400"/>
          </a:xfrm>
          <a:prstGeom prst="rect">
            <a:avLst/>
          </a:prstGeom>
        </p:spPr>
        <p:txBody>
          <a:bodyPr vert="horz" wrap="square" lIns="0" tIns="12065" rIns="0" bIns="0" rtlCol="0" anchor="ctr">
            <a:spAutoFit/>
          </a:bodyPr>
          <a:lstStyle/>
          <a:p>
            <a:pPr marL="12700">
              <a:lnSpc>
                <a:spcPct val="100000"/>
              </a:lnSpc>
              <a:spcBef>
                <a:spcPts val="95"/>
              </a:spcBef>
            </a:pPr>
            <a:r>
              <a:rPr sz="2500"/>
              <a:t>Operators</a:t>
            </a:r>
            <a:r>
              <a:rPr sz="2500" spc="-40"/>
              <a:t> </a:t>
            </a:r>
            <a:r>
              <a:rPr sz="2500"/>
              <a:t>in</a:t>
            </a:r>
            <a:r>
              <a:rPr sz="2500" spc="-55"/>
              <a:t> </a:t>
            </a:r>
            <a:r>
              <a:rPr sz="2500" spc="-50"/>
              <a:t>C</a:t>
            </a:r>
            <a:endParaRPr sz="2500"/>
          </a:p>
        </p:txBody>
      </p:sp>
      <p:sp>
        <p:nvSpPr>
          <p:cNvPr id="3" name="object 3"/>
          <p:cNvSpPr txBox="1"/>
          <p:nvPr/>
        </p:nvSpPr>
        <p:spPr>
          <a:xfrm>
            <a:off x="1602740" y="474910"/>
            <a:ext cx="8987155" cy="3223895"/>
          </a:xfrm>
          <a:prstGeom prst="rect">
            <a:avLst/>
          </a:prstGeom>
        </p:spPr>
        <p:txBody>
          <a:bodyPr vert="horz" wrap="square" lIns="0" tIns="93345" rIns="0" bIns="0" rtlCol="0">
            <a:spAutoFit/>
          </a:bodyPr>
          <a:lstStyle/>
          <a:p>
            <a:pPr marL="12700">
              <a:spcBef>
                <a:spcPts val="735"/>
              </a:spcBef>
            </a:pPr>
            <a:r>
              <a:rPr sz="2400">
                <a:solidFill>
                  <a:srgbClr val="C00000"/>
                </a:solidFill>
                <a:latin typeface="Times New Roman"/>
                <a:cs typeface="Times New Roman"/>
              </a:rPr>
              <a:t>Sizeof</a:t>
            </a:r>
            <a:r>
              <a:rPr sz="2400" spc="-35">
                <a:solidFill>
                  <a:srgbClr val="C00000"/>
                </a:solidFill>
                <a:latin typeface="Times New Roman"/>
                <a:cs typeface="Times New Roman"/>
              </a:rPr>
              <a:t> </a:t>
            </a:r>
            <a:r>
              <a:rPr sz="2400" spc="-10">
                <a:solidFill>
                  <a:srgbClr val="C00000"/>
                </a:solidFill>
                <a:latin typeface="Times New Roman"/>
                <a:cs typeface="Times New Roman"/>
              </a:rPr>
              <a:t>Operator</a:t>
            </a:r>
            <a:endParaRPr sz="2400">
              <a:latin typeface="Times New Roman"/>
              <a:cs typeface="Times New Roman"/>
            </a:endParaRPr>
          </a:p>
          <a:p>
            <a:pPr marL="355600" indent="-342900">
              <a:spcBef>
                <a:spcPts val="640"/>
              </a:spcBef>
              <a:buChar char="•"/>
              <a:tabLst>
                <a:tab pos="354965" algn="l"/>
                <a:tab pos="355600" algn="l"/>
                <a:tab pos="1282700" algn="l"/>
              </a:tabLst>
            </a:pPr>
            <a:r>
              <a:rPr sz="2400" spc="-10">
                <a:latin typeface="Times New Roman"/>
                <a:cs typeface="Times New Roman"/>
              </a:rPr>
              <a:t>Sizeof</a:t>
            </a:r>
            <a:r>
              <a:rPr sz="2400">
                <a:latin typeface="Times New Roman"/>
                <a:cs typeface="Times New Roman"/>
              </a:rPr>
              <a:t>	operator</a:t>
            </a:r>
            <a:r>
              <a:rPr sz="2400" spc="-25">
                <a:latin typeface="Times New Roman"/>
                <a:cs typeface="Times New Roman"/>
              </a:rPr>
              <a:t> </a:t>
            </a:r>
            <a:r>
              <a:rPr sz="2400">
                <a:latin typeface="Times New Roman"/>
                <a:cs typeface="Times New Roman"/>
              </a:rPr>
              <a:t>used to</a:t>
            </a:r>
            <a:r>
              <a:rPr sz="2400" spc="-20">
                <a:latin typeface="Times New Roman"/>
                <a:cs typeface="Times New Roman"/>
              </a:rPr>
              <a:t> </a:t>
            </a:r>
            <a:r>
              <a:rPr sz="2400">
                <a:latin typeface="Times New Roman"/>
                <a:cs typeface="Times New Roman"/>
              </a:rPr>
              <a:t>calculate</a:t>
            </a:r>
            <a:r>
              <a:rPr sz="2400" spc="-60">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sizes of</a:t>
            </a:r>
            <a:r>
              <a:rPr sz="2400" spc="-15">
                <a:latin typeface="Times New Roman"/>
                <a:cs typeface="Times New Roman"/>
              </a:rPr>
              <a:t> </a:t>
            </a:r>
            <a:r>
              <a:rPr sz="2400">
                <a:latin typeface="Times New Roman"/>
                <a:cs typeface="Times New Roman"/>
              </a:rPr>
              <a:t>data</a:t>
            </a:r>
            <a:r>
              <a:rPr sz="2400" spc="-15">
                <a:latin typeface="Times New Roman"/>
                <a:cs typeface="Times New Roman"/>
              </a:rPr>
              <a:t> </a:t>
            </a:r>
            <a:r>
              <a:rPr sz="2400" spc="-10">
                <a:latin typeface="Times New Roman"/>
                <a:cs typeface="Times New Roman"/>
              </a:rPr>
              <a:t>types.</a:t>
            </a:r>
            <a:endParaRPr sz="2400">
              <a:latin typeface="Times New Roman"/>
              <a:cs typeface="Times New Roman"/>
            </a:endParaRPr>
          </a:p>
          <a:p>
            <a:pPr marL="355600" indent="-342900">
              <a:spcBef>
                <a:spcPts val="860"/>
              </a:spcBef>
              <a:buChar char="•"/>
              <a:tabLst>
                <a:tab pos="354965" algn="l"/>
                <a:tab pos="355600" algn="l"/>
              </a:tabLst>
            </a:pPr>
            <a:r>
              <a:rPr sz="2400">
                <a:latin typeface="Times New Roman"/>
                <a:cs typeface="Times New Roman"/>
              </a:rPr>
              <a:t>It</a:t>
            </a:r>
            <a:r>
              <a:rPr sz="2400" spc="-20">
                <a:latin typeface="Times New Roman"/>
                <a:cs typeface="Times New Roman"/>
              </a:rPr>
              <a:t> </a:t>
            </a:r>
            <a:r>
              <a:rPr sz="2400">
                <a:latin typeface="Times New Roman"/>
                <a:cs typeface="Times New Roman"/>
              </a:rPr>
              <a:t>can be</a:t>
            </a:r>
            <a:r>
              <a:rPr sz="2400" spc="-15">
                <a:latin typeface="Times New Roman"/>
                <a:cs typeface="Times New Roman"/>
              </a:rPr>
              <a:t> </a:t>
            </a:r>
            <a:r>
              <a:rPr sz="2400">
                <a:latin typeface="Times New Roman"/>
                <a:cs typeface="Times New Roman"/>
              </a:rPr>
              <a:t>applied</a:t>
            </a:r>
            <a:r>
              <a:rPr sz="2400" spc="-25">
                <a:latin typeface="Times New Roman"/>
                <a:cs typeface="Times New Roman"/>
              </a:rPr>
              <a:t> </a:t>
            </a:r>
            <a:r>
              <a:rPr sz="2400">
                <a:latin typeface="Times New Roman"/>
                <a:cs typeface="Times New Roman"/>
              </a:rPr>
              <a:t>to</a:t>
            </a:r>
            <a:r>
              <a:rPr sz="2400" spc="-5">
                <a:latin typeface="Times New Roman"/>
                <a:cs typeface="Times New Roman"/>
              </a:rPr>
              <a:t> </a:t>
            </a:r>
            <a:r>
              <a:rPr sz="2400">
                <a:latin typeface="Times New Roman"/>
                <a:cs typeface="Times New Roman"/>
              </a:rPr>
              <a:t>all</a:t>
            </a:r>
            <a:r>
              <a:rPr sz="2400" spc="-20">
                <a:latin typeface="Times New Roman"/>
                <a:cs typeface="Times New Roman"/>
              </a:rPr>
              <a:t> </a:t>
            </a:r>
            <a:r>
              <a:rPr sz="2400">
                <a:latin typeface="Times New Roman"/>
                <a:cs typeface="Times New Roman"/>
              </a:rPr>
              <a:t>data</a:t>
            </a:r>
            <a:r>
              <a:rPr sz="2400" spc="-20">
                <a:latin typeface="Times New Roman"/>
                <a:cs typeface="Times New Roman"/>
              </a:rPr>
              <a:t> </a:t>
            </a:r>
            <a:r>
              <a:rPr sz="2400" spc="-10">
                <a:latin typeface="Times New Roman"/>
                <a:cs typeface="Times New Roman"/>
              </a:rPr>
              <a:t>types.</a:t>
            </a:r>
            <a:endParaRPr sz="2400">
              <a:latin typeface="Times New Roman"/>
              <a:cs typeface="Times New Roman"/>
            </a:endParaRPr>
          </a:p>
          <a:p>
            <a:pPr marL="355600" marR="31750" indent="-342900">
              <a:lnSpc>
                <a:spcPct val="110000"/>
              </a:lnSpc>
              <a:spcBef>
                <a:spcPts val="580"/>
              </a:spcBef>
              <a:buChar char="•"/>
              <a:tabLst>
                <a:tab pos="354965" algn="l"/>
                <a:tab pos="355600" algn="l"/>
              </a:tabLst>
            </a:pPr>
            <a:r>
              <a:rPr sz="2400">
                <a:latin typeface="Times New Roman"/>
                <a:cs typeface="Times New Roman"/>
              </a:rPr>
              <a:t>The</a:t>
            </a:r>
            <a:r>
              <a:rPr sz="2400" spc="-30">
                <a:latin typeface="Times New Roman"/>
                <a:cs typeface="Times New Roman"/>
              </a:rPr>
              <a:t> </a:t>
            </a:r>
            <a:r>
              <a:rPr sz="2400">
                <a:latin typeface="Times New Roman"/>
                <a:cs typeface="Times New Roman"/>
              </a:rPr>
              <a:t>operator</a:t>
            </a:r>
            <a:r>
              <a:rPr sz="2400" spc="-25">
                <a:latin typeface="Times New Roman"/>
                <a:cs typeface="Times New Roman"/>
              </a:rPr>
              <a:t> </a:t>
            </a:r>
            <a:r>
              <a:rPr sz="2400">
                <a:latin typeface="Times New Roman"/>
                <a:cs typeface="Times New Roman"/>
              </a:rPr>
              <a:t>returns</a:t>
            </a:r>
            <a:r>
              <a:rPr sz="2400" spc="-30">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size</a:t>
            </a:r>
            <a:r>
              <a:rPr sz="2400" spc="-25">
                <a:latin typeface="Times New Roman"/>
                <a:cs typeface="Times New Roman"/>
              </a:rPr>
              <a:t> </a:t>
            </a:r>
            <a:r>
              <a:rPr sz="2400">
                <a:latin typeface="Times New Roman"/>
                <a:cs typeface="Times New Roman"/>
              </a:rPr>
              <a:t>of</a:t>
            </a:r>
            <a:r>
              <a:rPr sz="2400" spc="-5">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variable,</a:t>
            </a:r>
            <a:r>
              <a:rPr sz="2400" spc="-45">
                <a:latin typeface="Times New Roman"/>
                <a:cs typeface="Times New Roman"/>
              </a:rPr>
              <a:t> </a:t>
            </a:r>
            <a:r>
              <a:rPr sz="2400">
                <a:latin typeface="Times New Roman"/>
                <a:cs typeface="Times New Roman"/>
              </a:rPr>
              <a:t>data</a:t>
            </a:r>
            <a:r>
              <a:rPr sz="2400" spc="-30">
                <a:latin typeface="Times New Roman"/>
                <a:cs typeface="Times New Roman"/>
              </a:rPr>
              <a:t> </a:t>
            </a:r>
            <a:r>
              <a:rPr sz="2400">
                <a:latin typeface="Times New Roman"/>
                <a:cs typeface="Times New Roman"/>
              </a:rPr>
              <a:t>type</a:t>
            </a:r>
            <a:r>
              <a:rPr sz="2400" spc="-10">
                <a:latin typeface="Times New Roman"/>
                <a:cs typeface="Times New Roman"/>
              </a:rPr>
              <a:t> </a:t>
            </a:r>
            <a:r>
              <a:rPr sz="2400">
                <a:latin typeface="Times New Roman"/>
                <a:cs typeface="Times New Roman"/>
              </a:rPr>
              <a:t>or</a:t>
            </a:r>
            <a:r>
              <a:rPr sz="2400" spc="-15">
                <a:latin typeface="Times New Roman"/>
                <a:cs typeface="Times New Roman"/>
              </a:rPr>
              <a:t> </a:t>
            </a:r>
            <a:r>
              <a:rPr sz="2400">
                <a:latin typeface="Times New Roman"/>
                <a:cs typeface="Times New Roman"/>
              </a:rPr>
              <a:t>expression</a:t>
            </a:r>
            <a:r>
              <a:rPr sz="2400" spc="-25">
                <a:latin typeface="Times New Roman"/>
                <a:cs typeface="Times New Roman"/>
              </a:rPr>
              <a:t> in </a:t>
            </a:r>
            <a:r>
              <a:rPr sz="2400" spc="-10">
                <a:latin typeface="Times New Roman"/>
                <a:cs typeface="Times New Roman"/>
              </a:rPr>
              <a:t>bytes.</a:t>
            </a:r>
            <a:endParaRPr sz="2400">
              <a:latin typeface="Times New Roman"/>
              <a:cs typeface="Times New Roman"/>
            </a:endParaRPr>
          </a:p>
          <a:p>
            <a:pPr marL="696595">
              <a:spcBef>
                <a:spcPts val="865"/>
              </a:spcBef>
            </a:pPr>
            <a:r>
              <a:rPr sz="2400" spc="-25">
                <a:solidFill>
                  <a:srgbClr val="C00000"/>
                </a:solidFill>
                <a:latin typeface="Times New Roman"/>
                <a:cs typeface="Times New Roman"/>
              </a:rPr>
              <a:t>Ex:</a:t>
            </a:r>
            <a:endParaRPr sz="2400">
              <a:latin typeface="Times New Roman"/>
              <a:cs typeface="Times New Roman"/>
            </a:endParaRPr>
          </a:p>
          <a:p>
            <a:pPr marL="1079500">
              <a:spcBef>
                <a:spcPts val="865"/>
              </a:spcBef>
            </a:pPr>
            <a:r>
              <a:rPr sz="2400">
                <a:solidFill>
                  <a:srgbClr val="C00000"/>
                </a:solidFill>
                <a:latin typeface="Wingdings"/>
                <a:cs typeface="Wingdings"/>
              </a:rPr>
              <a:t></a:t>
            </a:r>
            <a:r>
              <a:rPr sz="2400" spc="60">
                <a:solidFill>
                  <a:srgbClr val="C00000"/>
                </a:solidFill>
                <a:latin typeface="Times New Roman"/>
                <a:cs typeface="Times New Roman"/>
              </a:rPr>
              <a:t> </a:t>
            </a:r>
            <a:r>
              <a:rPr sz="2400">
                <a:latin typeface="Times New Roman"/>
                <a:cs typeface="Times New Roman"/>
              </a:rPr>
              <a:t>sizeof(char)</a:t>
            </a:r>
            <a:r>
              <a:rPr sz="2400" spc="65">
                <a:latin typeface="Times New Roman"/>
                <a:cs typeface="Times New Roman"/>
              </a:rPr>
              <a:t> </a:t>
            </a:r>
            <a:r>
              <a:rPr sz="2400">
                <a:latin typeface="Times New Roman"/>
                <a:cs typeface="Times New Roman"/>
              </a:rPr>
              <a:t>returns</a:t>
            </a:r>
            <a:r>
              <a:rPr sz="2400" spc="75">
                <a:latin typeface="Times New Roman"/>
                <a:cs typeface="Times New Roman"/>
              </a:rPr>
              <a:t> </a:t>
            </a:r>
            <a:r>
              <a:rPr sz="2400">
                <a:latin typeface="Times New Roman"/>
                <a:cs typeface="Times New Roman"/>
              </a:rPr>
              <a:t>1</a:t>
            </a:r>
            <a:r>
              <a:rPr sz="2400" spc="60">
                <a:latin typeface="Times New Roman"/>
                <a:cs typeface="Times New Roman"/>
              </a:rPr>
              <a:t> </a:t>
            </a:r>
            <a:r>
              <a:rPr sz="2400">
                <a:latin typeface="Times New Roman"/>
                <a:cs typeface="Times New Roman"/>
              </a:rPr>
              <a:t>byte,</a:t>
            </a:r>
            <a:r>
              <a:rPr sz="2400" spc="70">
                <a:latin typeface="Times New Roman"/>
                <a:cs typeface="Times New Roman"/>
              </a:rPr>
              <a:t> </a:t>
            </a:r>
            <a:r>
              <a:rPr sz="2400">
                <a:latin typeface="Times New Roman"/>
                <a:cs typeface="Times New Roman"/>
              </a:rPr>
              <a:t>that</a:t>
            </a:r>
            <a:r>
              <a:rPr sz="2400" spc="50">
                <a:latin typeface="Times New Roman"/>
                <a:cs typeface="Times New Roman"/>
              </a:rPr>
              <a:t> </a:t>
            </a:r>
            <a:r>
              <a:rPr sz="2400">
                <a:latin typeface="Times New Roman"/>
                <a:cs typeface="Times New Roman"/>
              </a:rPr>
              <a:t>is</a:t>
            </a:r>
            <a:r>
              <a:rPr sz="2400" spc="65">
                <a:latin typeface="Times New Roman"/>
                <a:cs typeface="Times New Roman"/>
              </a:rPr>
              <a:t> </a:t>
            </a:r>
            <a:r>
              <a:rPr sz="2400">
                <a:latin typeface="Times New Roman"/>
                <a:cs typeface="Times New Roman"/>
              </a:rPr>
              <a:t>the</a:t>
            </a:r>
            <a:r>
              <a:rPr sz="2400" spc="50">
                <a:latin typeface="Times New Roman"/>
                <a:cs typeface="Times New Roman"/>
              </a:rPr>
              <a:t> </a:t>
            </a:r>
            <a:r>
              <a:rPr sz="2400">
                <a:latin typeface="Times New Roman"/>
                <a:cs typeface="Times New Roman"/>
              </a:rPr>
              <a:t>size</a:t>
            </a:r>
            <a:r>
              <a:rPr sz="2400" spc="75">
                <a:latin typeface="Times New Roman"/>
                <a:cs typeface="Times New Roman"/>
              </a:rPr>
              <a:t> </a:t>
            </a:r>
            <a:r>
              <a:rPr sz="2400">
                <a:latin typeface="Times New Roman"/>
                <a:cs typeface="Times New Roman"/>
              </a:rPr>
              <a:t>of</a:t>
            </a:r>
            <a:r>
              <a:rPr sz="2400" spc="50">
                <a:latin typeface="Times New Roman"/>
                <a:cs typeface="Times New Roman"/>
              </a:rPr>
              <a:t> </a:t>
            </a:r>
            <a:r>
              <a:rPr sz="2400">
                <a:latin typeface="Times New Roman"/>
                <a:cs typeface="Times New Roman"/>
              </a:rPr>
              <a:t>a</a:t>
            </a:r>
            <a:r>
              <a:rPr sz="2400" spc="65">
                <a:latin typeface="Times New Roman"/>
                <a:cs typeface="Times New Roman"/>
              </a:rPr>
              <a:t> </a:t>
            </a:r>
            <a:r>
              <a:rPr sz="2400">
                <a:latin typeface="Times New Roman"/>
                <a:cs typeface="Times New Roman"/>
              </a:rPr>
              <a:t>character</a:t>
            </a:r>
            <a:r>
              <a:rPr sz="2400" spc="70">
                <a:latin typeface="Times New Roman"/>
                <a:cs typeface="Times New Roman"/>
              </a:rPr>
              <a:t> </a:t>
            </a:r>
            <a:r>
              <a:rPr sz="2400" spc="-20">
                <a:latin typeface="Times New Roman"/>
                <a:cs typeface="Times New Roman"/>
              </a:rPr>
              <a:t>data</a:t>
            </a:r>
            <a:endParaRPr sz="2400">
              <a:latin typeface="Times New Roman"/>
              <a:cs typeface="Times New Roman"/>
            </a:endParaRPr>
          </a:p>
        </p:txBody>
      </p:sp>
      <p:sp>
        <p:nvSpPr>
          <p:cNvPr id="4" name="object 4"/>
          <p:cNvSpPr txBox="1"/>
          <p:nvPr/>
        </p:nvSpPr>
        <p:spPr>
          <a:xfrm>
            <a:off x="1945641" y="3709796"/>
            <a:ext cx="628015" cy="391160"/>
          </a:xfrm>
          <a:prstGeom prst="rect">
            <a:avLst/>
          </a:prstGeom>
        </p:spPr>
        <p:txBody>
          <a:bodyPr vert="horz" wrap="square" lIns="0" tIns="12700" rIns="0" bIns="0" rtlCol="0">
            <a:spAutoFit/>
          </a:bodyPr>
          <a:lstStyle/>
          <a:p>
            <a:pPr marL="12700">
              <a:spcBef>
                <a:spcPts val="100"/>
              </a:spcBef>
            </a:pPr>
            <a:r>
              <a:rPr sz="2400" spc="-10">
                <a:latin typeface="Times New Roman"/>
                <a:cs typeface="Times New Roman"/>
              </a:rPr>
              <a:t>type.</a:t>
            </a:r>
            <a:endParaRPr sz="2400">
              <a:latin typeface="Times New Roman"/>
              <a:cs typeface="Times New Roman"/>
            </a:endParaRPr>
          </a:p>
        </p:txBody>
      </p:sp>
      <p:sp>
        <p:nvSpPr>
          <p:cNvPr id="5" name="object 5"/>
          <p:cNvSpPr txBox="1"/>
          <p:nvPr/>
        </p:nvSpPr>
        <p:spPr>
          <a:xfrm>
            <a:off x="2668321" y="3600070"/>
            <a:ext cx="2573655" cy="2403475"/>
          </a:xfrm>
          <a:prstGeom prst="rect">
            <a:avLst/>
          </a:prstGeom>
        </p:spPr>
        <p:txBody>
          <a:bodyPr vert="horz" wrap="square" lIns="0" tIns="12700" rIns="0" bIns="0" rtlCol="0">
            <a:spAutoFit/>
          </a:bodyPr>
          <a:lstStyle/>
          <a:p>
            <a:pPr marL="12700" marR="217170" indent="790575">
              <a:lnSpc>
                <a:spcPct val="130000"/>
              </a:lnSpc>
              <a:spcBef>
                <a:spcPts val="100"/>
              </a:spcBef>
            </a:pPr>
            <a:r>
              <a:rPr sz="2400">
                <a:latin typeface="Times New Roman"/>
                <a:cs typeface="Times New Roman"/>
              </a:rPr>
              <a:t>If</a:t>
            </a:r>
            <a:r>
              <a:rPr sz="2400" spc="-45">
                <a:latin typeface="Times New Roman"/>
                <a:cs typeface="Times New Roman"/>
              </a:rPr>
              <a:t> </a:t>
            </a:r>
            <a:r>
              <a:rPr sz="2400">
                <a:latin typeface="Times New Roman"/>
                <a:cs typeface="Times New Roman"/>
              </a:rPr>
              <a:t>we</a:t>
            </a:r>
            <a:r>
              <a:rPr sz="2400" spc="-20">
                <a:latin typeface="Times New Roman"/>
                <a:cs typeface="Times New Roman"/>
              </a:rPr>
              <a:t> </a:t>
            </a:r>
            <a:r>
              <a:rPr sz="2400" spc="-10">
                <a:latin typeface="Times New Roman"/>
                <a:cs typeface="Times New Roman"/>
              </a:rPr>
              <a:t>have, </a:t>
            </a:r>
            <a:r>
              <a:rPr sz="2400">
                <a:latin typeface="Times New Roman"/>
                <a:cs typeface="Times New Roman"/>
              </a:rPr>
              <a:t>int</a:t>
            </a:r>
            <a:r>
              <a:rPr sz="2400" spc="-20">
                <a:latin typeface="Times New Roman"/>
                <a:cs typeface="Times New Roman"/>
              </a:rPr>
              <a:t> </a:t>
            </a:r>
            <a:r>
              <a:rPr sz="2400">
                <a:latin typeface="Times New Roman"/>
                <a:cs typeface="Times New Roman"/>
              </a:rPr>
              <a:t>a = </a:t>
            </a:r>
            <a:r>
              <a:rPr sz="2400" spc="-25">
                <a:latin typeface="Times New Roman"/>
                <a:cs typeface="Times New Roman"/>
              </a:rPr>
              <a:t>10; </a:t>
            </a:r>
            <a:r>
              <a:rPr sz="2400">
                <a:latin typeface="Times New Roman"/>
                <a:cs typeface="Times New Roman"/>
              </a:rPr>
              <a:t>unsigned</a:t>
            </a:r>
            <a:r>
              <a:rPr sz="2400" spc="-10">
                <a:latin typeface="Times New Roman"/>
                <a:cs typeface="Times New Roman"/>
              </a:rPr>
              <a:t> </a:t>
            </a:r>
            <a:r>
              <a:rPr sz="2400">
                <a:latin typeface="Times New Roman"/>
                <a:cs typeface="Times New Roman"/>
              </a:rPr>
              <a:t>int</a:t>
            </a:r>
            <a:r>
              <a:rPr sz="2400" spc="-20">
                <a:latin typeface="Times New Roman"/>
                <a:cs typeface="Times New Roman"/>
              </a:rPr>
              <a:t> </a:t>
            </a:r>
            <a:r>
              <a:rPr sz="2400" spc="-10">
                <a:latin typeface="Times New Roman"/>
                <a:cs typeface="Times New Roman"/>
              </a:rPr>
              <a:t>result; </a:t>
            </a:r>
            <a:r>
              <a:rPr sz="2400">
                <a:latin typeface="Times New Roman"/>
                <a:cs typeface="Times New Roman"/>
              </a:rPr>
              <a:t>result</a:t>
            </a:r>
            <a:r>
              <a:rPr sz="2400" spc="-35">
                <a:latin typeface="Times New Roman"/>
                <a:cs typeface="Times New Roman"/>
              </a:rPr>
              <a:t> </a:t>
            </a:r>
            <a:r>
              <a:rPr sz="2400">
                <a:latin typeface="Times New Roman"/>
                <a:cs typeface="Times New Roman"/>
              </a:rPr>
              <a:t>=</a:t>
            </a:r>
            <a:r>
              <a:rPr sz="2400" spc="-10">
                <a:latin typeface="Times New Roman"/>
                <a:cs typeface="Times New Roman"/>
              </a:rPr>
              <a:t> sizeof(a);</a:t>
            </a:r>
            <a:endParaRPr sz="2400">
              <a:latin typeface="Times New Roman"/>
              <a:cs typeface="Times New Roman"/>
            </a:endParaRPr>
          </a:p>
          <a:p>
            <a:pPr marL="12700">
              <a:spcBef>
                <a:spcPts val="860"/>
              </a:spcBef>
            </a:pPr>
            <a:r>
              <a:rPr sz="2400">
                <a:latin typeface="Times New Roman"/>
                <a:cs typeface="Times New Roman"/>
              </a:rPr>
              <a:t>then</a:t>
            </a:r>
            <a:r>
              <a:rPr sz="2400" spc="-25">
                <a:latin typeface="Times New Roman"/>
                <a:cs typeface="Times New Roman"/>
              </a:rPr>
              <a:t> </a:t>
            </a:r>
            <a:r>
              <a:rPr sz="2400">
                <a:latin typeface="Times New Roman"/>
                <a:cs typeface="Times New Roman"/>
              </a:rPr>
              <a:t>result</a:t>
            </a:r>
            <a:r>
              <a:rPr sz="2400" spc="-20">
                <a:latin typeface="Times New Roman"/>
                <a:cs typeface="Times New Roman"/>
              </a:rPr>
              <a:t> </a:t>
            </a:r>
            <a:r>
              <a:rPr sz="2400">
                <a:latin typeface="Times New Roman"/>
                <a:cs typeface="Times New Roman"/>
              </a:rPr>
              <a:t>=</a:t>
            </a:r>
            <a:r>
              <a:rPr sz="2400" spc="-20">
                <a:latin typeface="Times New Roman"/>
                <a:cs typeface="Times New Roman"/>
              </a:rPr>
              <a:t> </a:t>
            </a:r>
            <a:r>
              <a:rPr sz="2400">
                <a:latin typeface="Times New Roman"/>
                <a:cs typeface="Times New Roman"/>
              </a:rPr>
              <a:t>2</a:t>
            </a:r>
            <a:r>
              <a:rPr sz="2400" spc="-5">
                <a:latin typeface="Times New Roman"/>
                <a:cs typeface="Times New Roman"/>
              </a:rPr>
              <a:t> </a:t>
            </a:r>
            <a:r>
              <a:rPr sz="2400" spc="-10">
                <a:latin typeface="Times New Roman"/>
                <a:cs typeface="Times New Roman"/>
              </a:rPr>
              <a:t>bytes.</a:t>
            </a:r>
            <a:endParaRPr sz="2400">
              <a:latin typeface="Times New Roman"/>
              <a:cs typeface="Times New Roman"/>
            </a:endParaRPr>
          </a:p>
        </p:txBody>
      </p:sp>
      <p:sp>
        <p:nvSpPr>
          <p:cNvPr id="6" name="TextBox 5">
            <a:extLst>
              <a:ext uri="{FF2B5EF4-FFF2-40B4-BE49-F238E27FC236}">
                <a16:creationId xmlns:a16="http://schemas.microsoft.com/office/drawing/2014/main" id="{3634B31B-8FB7-29B7-8CBE-A0F4C244210B}"/>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12334978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References</a:t>
            </a:r>
          </a:p>
        </p:txBody>
      </p:sp>
      <p:sp>
        <p:nvSpPr>
          <p:cNvPr id="3" name="Content Placeholder 2"/>
          <p:cNvSpPr>
            <a:spLocks noGrp="1"/>
          </p:cNvSpPr>
          <p:nvPr>
            <p:ph idx="1"/>
          </p:nvPr>
        </p:nvSpPr>
        <p:spPr>
          <a:xfrm>
            <a:off x="486561" y="1825625"/>
            <a:ext cx="11291582" cy="4351338"/>
          </a:xfrm>
        </p:spPr>
        <p:txBody>
          <a:bodyPr/>
          <a:lstStyle/>
          <a:p>
            <a:pPr marL="0" indent="0">
              <a:buNone/>
            </a:pPr>
            <a:r>
              <a:rPr lang="en-US"/>
              <a:t>Problem solving and Program design in C: </a:t>
            </a:r>
            <a:r>
              <a:rPr lang="en-US" err="1"/>
              <a:t>Jery</a:t>
            </a:r>
            <a:r>
              <a:rPr lang="en-US"/>
              <a:t> R </a:t>
            </a:r>
            <a:r>
              <a:rPr lang="en-US" err="1"/>
              <a:t>Hanly</a:t>
            </a:r>
            <a:r>
              <a:rPr lang="en-US"/>
              <a:t> </a:t>
            </a:r>
            <a:r>
              <a:rPr lang="en-US" err="1"/>
              <a:t>Paerson</a:t>
            </a:r>
            <a:r>
              <a:rPr lang="en-US"/>
              <a:t> Education.7th Edison </a:t>
            </a:r>
          </a:p>
          <a:p>
            <a:pPr marL="0" indent="0">
              <a:buNone/>
            </a:pPr>
            <a:r>
              <a:rPr lang="en-US"/>
              <a:t>Byron Gottfried, </a:t>
            </a:r>
            <a:r>
              <a:rPr lang="en-US" err="1"/>
              <a:t>Schaum's</a:t>
            </a:r>
            <a:r>
              <a:rPr lang="en-US"/>
              <a:t> Outline of Programming with C, McGraw-Hill </a:t>
            </a:r>
          </a:p>
          <a:p>
            <a:pPr marL="0" indent="0">
              <a:buNone/>
            </a:pPr>
            <a:r>
              <a:rPr lang="en-US"/>
              <a:t>E. </a:t>
            </a:r>
            <a:r>
              <a:rPr lang="en-US" err="1"/>
              <a:t>Balaguruswamy</a:t>
            </a:r>
            <a:r>
              <a:rPr lang="en-US"/>
              <a:t>, Programming in ANSI C, Tata McGraw-Hill </a:t>
            </a:r>
          </a:p>
          <a:p>
            <a:pPr marL="0" indent="0">
              <a:buNone/>
            </a:pPr>
            <a:r>
              <a:rPr lang="en-US" err="1"/>
              <a:t>R.G.Dromey</a:t>
            </a:r>
            <a:r>
              <a:rPr lang="en-US"/>
              <a:t>, How to Solve it by Computer, Pearson Education</a:t>
            </a:r>
          </a:p>
          <a:p>
            <a:pPr marL="0" indent="0">
              <a:buNone/>
            </a:pPr>
            <a:endParaRPr lang="en-US"/>
          </a:p>
        </p:txBody>
      </p:sp>
    </p:spTree>
    <p:extLst>
      <p:ext uri="{BB962C8B-B14F-4D97-AF65-F5344CB8AC3E}">
        <p14:creationId xmlns:p14="http://schemas.microsoft.com/office/powerpoint/2010/main" val="5492224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9560C3516471F44810DD24F0C42148E" ma:contentTypeVersion="2" ma:contentTypeDescription="Create a new document." ma:contentTypeScope="" ma:versionID="24fe522123b3a322f8b1c3062ee35d5a">
  <xsd:schema xmlns:xsd="http://www.w3.org/2001/XMLSchema" xmlns:xs="http://www.w3.org/2001/XMLSchema" xmlns:p="http://schemas.microsoft.com/office/2006/metadata/properties" xmlns:ns2="b4284549-3b77-42f0-9bd8-21963f31e472" targetNamespace="http://schemas.microsoft.com/office/2006/metadata/properties" ma:root="true" ma:fieldsID="e8f0dbdc55a03e5e5387593e2fa67f1b" ns2:_="">
    <xsd:import namespace="b4284549-3b77-42f0-9bd8-21963f31e47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84549-3b77-42f0-9bd8-21963f31e4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920E274-EF25-4D32-B10A-5005AE08504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3E16964-9AC0-46AF-A2A9-A3ACAEF83FAB}">
  <ds:schemaRefs>
    <ds:schemaRef ds:uri="b4284549-3b77-42f0-9bd8-21963f31e4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8954CC0-CD19-4EDB-9909-F214E0A921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102</Slides>
  <Notes>0</Notes>
  <HiddenSlides>0</HiddenSlides>
  <ScaleCrop>false</ScaleCrop>
  <HeadingPairs>
    <vt:vector size="4" baseType="variant">
      <vt:variant>
        <vt:lpstr>Theme</vt:lpstr>
      </vt:variant>
      <vt:variant>
        <vt:i4>1</vt:i4>
      </vt:variant>
      <vt:variant>
        <vt:lpstr>Slide Titles</vt:lpstr>
      </vt:variant>
      <vt:variant>
        <vt:i4>102</vt:i4>
      </vt:variant>
    </vt:vector>
  </HeadingPairs>
  <TitlesOfParts>
    <vt:vector size="103" baseType="lpstr">
      <vt:lpstr>Office Theme</vt:lpstr>
      <vt:lpstr>Elements of a computer</vt:lpstr>
      <vt:lpstr>Algorithms </vt:lpstr>
      <vt:lpstr>Computer Hardware </vt:lpstr>
      <vt:lpstr>Computer Hardware  </vt:lpstr>
      <vt:lpstr>Computer Hardware </vt:lpstr>
      <vt:lpstr>Memory</vt:lpstr>
      <vt:lpstr>Memory</vt:lpstr>
      <vt:lpstr>Memory</vt:lpstr>
      <vt:lpstr>Memory</vt:lpstr>
      <vt:lpstr>Storage and Retrieval of Information in Memory </vt:lpstr>
      <vt:lpstr>Main Memory</vt:lpstr>
      <vt:lpstr>Main Memory</vt:lpstr>
      <vt:lpstr>Main Memory</vt:lpstr>
      <vt:lpstr>Secondary Storage Devices </vt:lpstr>
      <vt:lpstr>Secondary Storage Devices </vt:lpstr>
      <vt:lpstr>Secondary Storage Devices </vt:lpstr>
      <vt:lpstr>Secondary Storage Devices </vt:lpstr>
      <vt:lpstr>Secondary Storage Devices </vt:lpstr>
      <vt:lpstr>Input/Output Devices </vt:lpstr>
      <vt:lpstr>Central Processing Unit</vt:lpstr>
      <vt:lpstr>Central Processing Unit</vt:lpstr>
      <vt:lpstr>Central Processing Unit</vt:lpstr>
      <vt:lpstr>Input/Output Devices</vt:lpstr>
      <vt:lpstr>Computer Networks</vt:lpstr>
      <vt:lpstr>Computer Networks</vt:lpstr>
      <vt:lpstr>Computer Networks</vt:lpstr>
      <vt:lpstr>Computer Networks</vt:lpstr>
      <vt:lpstr>Computer Softwares</vt:lpstr>
      <vt:lpstr>Computer Softwares</vt:lpstr>
      <vt:lpstr>Computer Softwares</vt:lpstr>
      <vt:lpstr>Computer Softwares</vt:lpstr>
      <vt:lpstr>Application Software </vt:lpstr>
      <vt:lpstr>Computer Languages</vt:lpstr>
      <vt:lpstr>Computer Languages</vt:lpstr>
      <vt:lpstr>Computer Languages</vt:lpstr>
      <vt:lpstr>Computer Languages</vt:lpstr>
      <vt:lpstr>Computer Languages</vt:lpstr>
      <vt:lpstr>Computer Languages</vt:lpstr>
      <vt:lpstr>Computer Languages</vt:lpstr>
      <vt:lpstr>Computer Languages</vt:lpstr>
      <vt:lpstr>Computer Languages</vt:lpstr>
      <vt:lpstr>Computer Languages</vt:lpstr>
      <vt:lpstr>Algorithms </vt:lpstr>
      <vt:lpstr>Algorithms </vt:lpstr>
      <vt:lpstr>Software Development Method</vt:lpstr>
      <vt:lpstr>Algorithms </vt:lpstr>
      <vt:lpstr>Algorithms </vt:lpstr>
      <vt:lpstr>PowerPoint Presentation</vt:lpstr>
      <vt:lpstr>Common Flowchart Symbols:</vt:lpstr>
      <vt:lpstr>PowerPoint Presentation</vt:lpstr>
      <vt:lpstr>Examples</vt:lpstr>
      <vt:lpstr>Flowcharts:</vt:lpstr>
      <vt:lpstr>PowerPoint Presentation</vt:lpstr>
      <vt:lpstr>Flow Chart</vt:lpstr>
      <vt:lpstr>PowerPoint Presentation</vt:lpstr>
      <vt:lpstr>PowerPoint Presentation</vt:lpstr>
      <vt:lpstr>Flowcharts:</vt:lpstr>
      <vt:lpstr>Intoduction to C :</vt:lpstr>
      <vt:lpstr>Characteristics of C</vt:lpstr>
      <vt:lpstr>Uses of C Language:</vt:lpstr>
      <vt:lpstr>PowerPoint Presentation</vt:lpstr>
      <vt:lpstr>PowerPoint Presentation</vt:lpstr>
      <vt:lpstr>PowerPoint Presentation</vt:lpstr>
      <vt:lpstr>Statements:</vt:lpstr>
      <vt:lpstr>main( ):</vt:lpstr>
      <vt:lpstr>KEYWORDS</vt:lpstr>
      <vt:lpstr>C TOKENS</vt:lpstr>
      <vt:lpstr>Identifiers</vt:lpstr>
      <vt:lpstr>Examples of Valid and Invalid Names:</vt:lpstr>
      <vt:lpstr>Constants:</vt:lpstr>
      <vt:lpstr>PowerPoint Presentation</vt:lpstr>
      <vt:lpstr>Example of Integer Constans</vt:lpstr>
      <vt:lpstr>Real Constants:</vt:lpstr>
      <vt:lpstr>Examples of Real Constants</vt:lpstr>
      <vt:lpstr>PowerPoint Presentation</vt:lpstr>
      <vt:lpstr>PowerPoint Presentation</vt:lpstr>
      <vt:lpstr>Symbolic Names for Control Characters</vt:lpstr>
      <vt:lpstr>Coding constants</vt:lpstr>
      <vt:lpstr>STRINGS</vt:lpstr>
      <vt:lpstr>SPECIAL SYMBOLS</vt:lpstr>
      <vt:lpstr>Variables: </vt:lpstr>
      <vt:lpstr>PowerPoint Presentation</vt:lpstr>
      <vt:lpstr>Types</vt:lpstr>
      <vt:lpstr>Void Type:</vt:lpstr>
      <vt:lpstr>Integer</vt:lpstr>
      <vt:lpstr>Floating-point type:</vt:lpstr>
      <vt:lpstr>PowerPoint Presentation</vt:lpstr>
      <vt:lpstr>Operators in C</vt:lpstr>
      <vt:lpstr>Operators in C</vt:lpstr>
      <vt:lpstr>Operators in C</vt:lpstr>
      <vt:lpstr>PowerPoint Presentation</vt:lpstr>
      <vt:lpstr>Operators in C</vt:lpstr>
      <vt:lpstr>Operators in C</vt:lpstr>
      <vt:lpstr>Unary Operators</vt:lpstr>
      <vt:lpstr>Operators in C</vt:lpstr>
      <vt:lpstr>Operators in C</vt:lpstr>
      <vt:lpstr>Operators in C</vt:lpstr>
      <vt:lpstr>Operators in C</vt:lpstr>
      <vt:lpstr>Operators in C</vt:lpstr>
      <vt:lpstr>Operators in C</vt:lpstr>
      <vt:lpstr>Operators in C</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revision>1</cp:revision>
  <dcterms:created xsi:type="dcterms:W3CDTF">2022-04-17T11:41:51Z</dcterms:created>
  <dcterms:modified xsi:type="dcterms:W3CDTF">2022-07-22T01:41:42Z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0x01010099560C3516471F44810DD24F0C42148E</vt:lpwstr>
  </property>
</Properties>
</file>