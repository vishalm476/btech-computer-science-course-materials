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94" r:id="rId5"/>
    <p:sldId id="258" r:id="rId6"/>
    <p:sldId id="257" r:id="rId7"/>
    <p:sldId id="259" r:id="rId8"/>
    <p:sldId id="276" r:id="rId9"/>
    <p:sldId id="279" r:id="rId10"/>
    <p:sldId id="280" r:id="rId11"/>
    <p:sldId id="260" r:id="rId12"/>
    <p:sldId id="261" r:id="rId13"/>
    <p:sldId id="262" r:id="rId14"/>
    <p:sldId id="263" r:id="rId15"/>
    <p:sldId id="264" r:id="rId16"/>
    <p:sldId id="265" r:id="rId17"/>
    <p:sldId id="266" r:id="rId18"/>
    <p:sldId id="267" r:id="rId19"/>
    <p:sldId id="268" r:id="rId20"/>
    <p:sldId id="277" r:id="rId21"/>
    <p:sldId id="278" r:id="rId22"/>
    <p:sldId id="281" r:id="rId23"/>
    <p:sldId id="269" r:id="rId24"/>
    <p:sldId id="282" r:id="rId25"/>
    <p:sldId id="283" r:id="rId26"/>
    <p:sldId id="284" r:id="rId27"/>
    <p:sldId id="285" r:id="rId28"/>
    <p:sldId id="286" r:id="rId29"/>
    <p:sldId id="287" r:id="rId30"/>
    <p:sldId id="270" r:id="rId31"/>
    <p:sldId id="271" r:id="rId32"/>
    <p:sldId id="272" r:id="rId33"/>
    <p:sldId id="273" r:id="rId34"/>
    <p:sldId id="274" r:id="rId35"/>
    <p:sldId id="275" r:id="rId36"/>
    <p:sldId id="288" r:id="rId37"/>
    <p:sldId id="289" r:id="rId38"/>
    <p:sldId id="290" r:id="rId39"/>
    <p:sldId id="291" r:id="rId40"/>
    <p:sldId id="292" r:id="rId41"/>
    <p:sldId id="293" r:id="rId42"/>
    <p:sldId id="295" r:id="rId43"/>
    <p:sldId id="296" r:id="rId44"/>
    <p:sldId id="297" r:id="rId45"/>
    <p:sldId id="299" r:id="rId46"/>
    <p:sldId id="300" r:id="rId47"/>
    <p:sldId id="298" r:id="rId48"/>
    <p:sldId id="301" r:id="rId49"/>
    <p:sldId id="302" r:id="rId50"/>
    <p:sldId id="303" r:id="rId51"/>
    <p:sldId id="306" r:id="rId52"/>
    <p:sldId id="304" r:id="rId53"/>
    <p:sldId id="307" r:id="rId54"/>
    <p:sldId id="308" r:id="rId55"/>
    <p:sldId id="309" r:id="rId56"/>
    <p:sldId id="310" r:id="rId57"/>
    <p:sldId id="30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FE8F1-8FBE-4F28-A74B-2BEA519ACDCF}" v="22" dt="2022-07-21T22:16:49.760"/>
    <p1510:client id="{0C09A12F-C563-434E-B356-59DC6089AC0F}" v="299" dt="2022-07-21T22:20:15.469"/>
    <p1510:client id="{137DD39C-2127-424A-A56E-C2A017A291D3}" v="2" dt="2022-07-21T17:33:00.933"/>
    <p1510:client id="{3A62C666-EA73-4B5A-A436-32AED814E159}" v="27" dt="2022-07-21T17:35:50.039"/>
    <p1510:client id="{3ED7B59B-9036-4CD1-921B-4B29C0DB70C6}" v="6" dt="2022-07-03T07:09:23.734"/>
    <p1510:client id="{43B7AF29-4A05-4DB3-B84C-3ABEE7059BC4}" v="2" dt="2022-07-21T13:13:18.214"/>
    <p1510:client id="{4C25BF19-90E8-4FAB-BD7E-112A276D9737}" v="24" dt="2022-07-03T12:39:57.051"/>
    <p1510:client id="{58E85274-30CB-4181-8716-F57436BDDA77}" v="1" dt="2022-05-08T06:37:40.780"/>
    <p1510:client id="{6AAF4344-C308-46C7-AEDA-9466D8DCD045}" v="117" dt="2022-07-21T22:20:06.574"/>
    <p1510:client id="{6D083986-EF76-44A8-85CC-D8F1C8D660C6}" v="24" dt="2022-07-03T12:50:50.779"/>
    <p1510:client id="{855AC694-05F7-441C-B533-7A43969CED79}" v="1" dt="2022-05-08T09:41:49.251"/>
    <p1510:client id="{8CC5F72D-7212-4B3D-88AE-3AEA9CD3D28B}" v="1" dt="2022-07-04T06:38:32.197"/>
    <p1510:client id="{9C586E12-93FE-4977-A002-70589D45D33F}" v="2" dt="2022-07-03T18:54:29.161"/>
    <p1510:client id="{A0C6F596-20AD-4675-A1E6-C9EAA251DD3E}" v="1" dt="2022-06-29T17:21:29.028"/>
    <p1510:client id="{D9FED8AA-E42E-4291-BB46-80131849AD5E}" v="2" dt="2022-07-06T08:52:45.486"/>
    <p1510:client id="{E30A672B-A969-4587-B2E5-39D7D9E319F9}" v="1" dt="2022-07-11T16:43:20.849"/>
    <p1510:client id="{EAC4E106-5DE6-4E4C-AE2B-91920D17E05B}" v="9" dt="2022-07-21T21:22:07.927"/>
    <p1510:client id="{F22AEBBD-D18C-4EC2-9DFA-D32A494853ED}" v="1" dt="2022-07-03T07:30:10.155"/>
    <p1510:client id="{F6D79EDD-1E2F-4B3E-98A2-F985CB9CC92F}" v="2" dt="2022-07-22T02:01:06.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EEK KRISHNA(BTECH10105.21@bitmesra.ac.in)" userId="S::btech10105.21@bitmesra.ac.in::30784f16-851a-46b3-a8d1-ebd50e0731c8" providerId="AD" clId="Web-{0C09A12F-C563-434E-B356-59DC6089AC0F}"/>
    <pc:docChg chg="modSld">
      <pc:chgData name="PRATEEK KRISHNA(BTECH10105.21@bitmesra.ac.in)" userId="S::btech10105.21@bitmesra.ac.in::30784f16-851a-46b3-a8d1-ebd50e0731c8" providerId="AD" clId="Web-{0C09A12F-C563-434E-B356-59DC6089AC0F}" dt="2022-07-21T22:20:13.734" v="294" actId="20577"/>
      <pc:docMkLst>
        <pc:docMk/>
      </pc:docMkLst>
      <pc:sldChg chg="modSp">
        <pc:chgData name="PRATEEK KRISHNA(BTECH10105.21@bitmesra.ac.in)" userId="S::btech10105.21@bitmesra.ac.in::30784f16-851a-46b3-a8d1-ebd50e0731c8" providerId="AD" clId="Web-{0C09A12F-C563-434E-B356-59DC6089AC0F}" dt="2022-07-21T22:16:24.728" v="14" actId="20577"/>
        <pc:sldMkLst>
          <pc:docMk/>
          <pc:sldMk cId="3940831649" sldId="268"/>
        </pc:sldMkLst>
        <pc:spChg chg="mod">
          <ac:chgData name="PRATEEK KRISHNA(BTECH10105.21@bitmesra.ac.in)" userId="S::btech10105.21@bitmesra.ac.in::30784f16-851a-46b3-a8d1-ebd50e0731c8" providerId="AD" clId="Web-{0C09A12F-C563-434E-B356-59DC6089AC0F}" dt="2022-07-21T22:16:24.728" v="14" actId="20577"/>
          <ac:spMkLst>
            <pc:docMk/>
            <pc:sldMk cId="3940831649" sldId="268"/>
            <ac:spMk id="2" creationId="{00000000-0000-0000-0000-000000000000}"/>
          </ac:spMkLst>
        </pc:spChg>
      </pc:sldChg>
      <pc:sldChg chg="addSp modSp">
        <pc:chgData name="PRATEEK KRISHNA(BTECH10105.21@bitmesra.ac.in)" userId="S::btech10105.21@bitmesra.ac.in::30784f16-851a-46b3-a8d1-ebd50e0731c8" providerId="AD" clId="Web-{0C09A12F-C563-434E-B356-59DC6089AC0F}" dt="2022-07-21T22:18:17.856" v="89" actId="20577"/>
        <pc:sldMkLst>
          <pc:docMk/>
          <pc:sldMk cId="205824217" sldId="269"/>
        </pc:sldMkLst>
        <pc:spChg chg="mod">
          <ac:chgData name="PRATEEK KRISHNA(BTECH10105.21@bitmesra.ac.in)" userId="S::btech10105.21@bitmesra.ac.in::30784f16-851a-46b3-a8d1-ebd50e0731c8" providerId="AD" clId="Web-{0C09A12F-C563-434E-B356-59DC6089AC0F}" dt="2022-07-21T22:18:17.856" v="89" actId="20577"/>
          <ac:spMkLst>
            <pc:docMk/>
            <pc:sldMk cId="205824217" sldId="269"/>
            <ac:spMk id="2" creationId="{00000000-0000-0000-0000-000000000000}"/>
          </ac:spMkLst>
        </pc:spChg>
        <pc:spChg chg="add">
          <ac:chgData name="PRATEEK KRISHNA(BTECH10105.21@bitmesra.ac.in)" userId="S::btech10105.21@bitmesra.ac.in::30784f16-851a-46b3-a8d1-ebd50e0731c8" providerId="AD" clId="Web-{0C09A12F-C563-434E-B356-59DC6089AC0F}" dt="2022-07-21T22:17:45.746" v="36"/>
          <ac:spMkLst>
            <pc:docMk/>
            <pc:sldMk cId="205824217" sldId="269"/>
            <ac:spMk id="4" creationId="{00130C67-77E3-C3C7-A8E6-9CF8A8C7E9A0}"/>
          </ac:spMkLst>
        </pc:spChg>
      </pc:sldChg>
      <pc:sldChg chg="modSp">
        <pc:chgData name="PRATEEK KRISHNA(BTECH10105.21@bitmesra.ac.in)" userId="S::btech10105.21@bitmesra.ac.in::30784f16-851a-46b3-a8d1-ebd50e0731c8" providerId="AD" clId="Web-{0C09A12F-C563-434E-B356-59DC6089AC0F}" dt="2022-07-21T22:19:28.264" v="224" actId="20577"/>
        <pc:sldMkLst>
          <pc:docMk/>
          <pc:sldMk cId="3831837445" sldId="270"/>
        </pc:sldMkLst>
        <pc:spChg chg="mod">
          <ac:chgData name="PRATEEK KRISHNA(BTECH10105.21@bitmesra.ac.in)" userId="S::btech10105.21@bitmesra.ac.in::30784f16-851a-46b3-a8d1-ebd50e0731c8" providerId="AD" clId="Web-{0C09A12F-C563-434E-B356-59DC6089AC0F}" dt="2022-07-21T22:19:28.264" v="224" actId="20577"/>
          <ac:spMkLst>
            <pc:docMk/>
            <pc:sldMk cId="3831837445" sldId="270"/>
            <ac:spMk id="3" creationId="{00000000-0000-0000-0000-000000000000}"/>
          </ac:spMkLst>
        </pc:spChg>
      </pc:sldChg>
      <pc:sldChg chg="addSp modSp">
        <pc:chgData name="PRATEEK KRISHNA(BTECH10105.21@bitmesra.ac.in)" userId="S::btech10105.21@bitmesra.ac.in::30784f16-851a-46b3-a8d1-ebd50e0731c8" providerId="AD" clId="Web-{0C09A12F-C563-434E-B356-59DC6089AC0F}" dt="2022-07-21T22:20:13.734" v="294" actId="20577"/>
        <pc:sldMkLst>
          <pc:docMk/>
          <pc:sldMk cId="901363474" sldId="271"/>
        </pc:sldMkLst>
        <pc:spChg chg="mod">
          <ac:chgData name="PRATEEK KRISHNA(BTECH10105.21@bitmesra.ac.in)" userId="S::btech10105.21@bitmesra.ac.in::30784f16-851a-46b3-a8d1-ebd50e0731c8" providerId="AD" clId="Web-{0C09A12F-C563-434E-B356-59DC6089AC0F}" dt="2022-07-21T22:20:13.734" v="294" actId="20577"/>
          <ac:spMkLst>
            <pc:docMk/>
            <pc:sldMk cId="901363474" sldId="271"/>
            <ac:spMk id="2" creationId="{00000000-0000-0000-0000-000000000000}"/>
          </ac:spMkLst>
        </pc:spChg>
        <pc:spChg chg="add">
          <ac:chgData name="PRATEEK KRISHNA(BTECH10105.21@bitmesra.ac.in)" userId="S::btech10105.21@bitmesra.ac.in::30784f16-851a-46b3-a8d1-ebd50e0731c8" providerId="AD" clId="Web-{0C09A12F-C563-434E-B356-59DC6089AC0F}" dt="2022-07-21T22:19:48.468" v="225"/>
          <ac:spMkLst>
            <pc:docMk/>
            <pc:sldMk cId="901363474" sldId="271"/>
            <ac:spMk id="4" creationId="{8F4517E7-2B58-7154-BDC9-3604896CA4D4}"/>
          </ac:spMkLst>
        </pc:spChg>
      </pc:sldChg>
      <pc:sldChg chg="addSp modSp">
        <pc:chgData name="PRATEEK KRISHNA(BTECH10105.21@bitmesra.ac.in)" userId="S::btech10105.21@bitmesra.ac.in::30784f16-851a-46b3-a8d1-ebd50e0731c8" providerId="AD" clId="Web-{0C09A12F-C563-434E-B356-59DC6089AC0F}" dt="2022-07-21T22:17:40.167" v="35" actId="20577"/>
        <pc:sldMkLst>
          <pc:docMk/>
          <pc:sldMk cId="520342554" sldId="277"/>
        </pc:sldMkLst>
        <pc:spChg chg="mod">
          <ac:chgData name="PRATEEK KRISHNA(BTECH10105.21@bitmesra.ac.in)" userId="S::btech10105.21@bitmesra.ac.in::30784f16-851a-46b3-a8d1-ebd50e0731c8" providerId="AD" clId="Web-{0C09A12F-C563-434E-B356-59DC6089AC0F}" dt="2022-07-21T22:17:40.167" v="35" actId="20577"/>
          <ac:spMkLst>
            <pc:docMk/>
            <pc:sldMk cId="520342554" sldId="277"/>
            <ac:spMk id="2" creationId="{00000000-0000-0000-0000-000000000000}"/>
          </ac:spMkLst>
        </pc:spChg>
        <pc:spChg chg="add">
          <ac:chgData name="PRATEEK KRISHNA(BTECH10105.21@bitmesra.ac.in)" userId="S::btech10105.21@bitmesra.ac.in::30784f16-851a-46b3-a8d1-ebd50e0731c8" providerId="AD" clId="Web-{0C09A12F-C563-434E-B356-59DC6089AC0F}" dt="2022-07-21T22:17:24.792" v="15"/>
          <ac:spMkLst>
            <pc:docMk/>
            <pc:sldMk cId="520342554" sldId="277"/>
            <ac:spMk id="4" creationId="{3BB339C4-3D1A-0433-CDB1-E1D0031F9E7A}"/>
          </ac:spMkLst>
        </pc:spChg>
      </pc:sldChg>
      <pc:sldChg chg="modSp">
        <pc:chgData name="PRATEEK KRISHNA(BTECH10105.21@bitmesra.ac.in)" userId="S::btech10105.21@bitmesra.ac.in::30784f16-851a-46b3-a8d1-ebd50e0731c8" providerId="AD" clId="Web-{0C09A12F-C563-434E-B356-59DC6089AC0F}" dt="2022-07-21T22:18:40.700" v="128" actId="20577"/>
        <pc:sldMkLst>
          <pc:docMk/>
          <pc:sldMk cId="2984438780" sldId="285"/>
        </pc:sldMkLst>
        <pc:spChg chg="mod">
          <ac:chgData name="PRATEEK KRISHNA(BTECH10105.21@bitmesra.ac.in)" userId="S::btech10105.21@bitmesra.ac.in::30784f16-851a-46b3-a8d1-ebd50e0731c8" providerId="AD" clId="Web-{0C09A12F-C563-434E-B356-59DC6089AC0F}" dt="2022-07-21T22:18:40.700" v="128" actId="20577"/>
          <ac:spMkLst>
            <pc:docMk/>
            <pc:sldMk cId="2984438780" sldId="285"/>
            <ac:spMk id="3" creationId="{00000000-0000-0000-0000-000000000000}"/>
          </ac:spMkLst>
        </pc:spChg>
      </pc:sldChg>
      <pc:sldChg chg="addSp">
        <pc:chgData name="PRATEEK KRISHNA(BTECH10105.21@bitmesra.ac.in)" userId="S::btech10105.21@bitmesra.ac.in::30784f16-851a-46b3-a8d1-ebd50e0731c8" providerId="AD" clId="Web-{0C09A12F-C563-434E-B356-59DC6089AC0F}" dt="2022-07-21T22:18:41.747" v="129"/>
        <pc:sldMkLst>
          <pc:docMk/>
          <pc:sldMk cId="1843518419" sldId="286"/>
        </pc:sldMkLst>
        <pc:spChg chg="add">
          <ac:chgData name="PRATEEK KRISHNA(BTECH10105.21@bitmesra.ac.in)" userId="S::btech10105.21@bitmesra.ac.in::30784f16-851a-46b3-a8d1-ebd50e0731c8" providerId="AD" clId="Web-{0C09A12F-C563-434E-B356-59DC6089AC0F}" dt="2022-07-21T22:18:41.747" v="129"/>
          <ac:spMkLst>
            <pc:docMk/>
            <pc:sldMk cId="1843518419" sldId="286"/>
            <ac:spMk id="2" creationId="{E4022400-71E6-A448-D655-2369C453E121}"/>
          </ac:spMkLst>
        </pc:spChg>
      </pc:sldChg>
    </pc:docChg>
  </pc:docChgLst>
  <pc:docChgLst>
    <pc:chgData name="SHIVAM SHARMA(BTECH10193.21@bitmesra.ac.in)" userId="S::btech10193.21@bitmesra.ac.in::eba7c897-202f-4a55-9f60-9e15682e06d6" providerId="AD" clId="Web-{137DD39C-2127-424A-A56E-C2A017A291D3}"/>
    <pc:docChg chg="sldOrd">
      <pc:chgData name="SHIVAM SHARMA(BTECH10193.21@bitmesra.ac.in)" userId="S::btech10193.21@bitmesra.ac.in::eba7c897-202f-4a55-9f60-9e15682e06d6" providerId="AD" clId="Web-{137DD39C-2127-424A-A56E-C2A017A291D3}" dt="2022-07-21T17:33:00.933" v="1"/>
      <pc:docMkLst>
        <pc:docMk/>
      </pc:docMkLst>
      <pc:sldChg chg="ord">
        <pc:chgData name="SHIVAM SHARMA(BTECH10193.21@bitmesra.ac.in)" userId="S::btech10193.21@bitmesra.ac.in::eba7c897-202f-4a55-9f60-9e15682e06d6" providerId="AD" clId="Web-{137DD39C-2127-424A-A56E-C2A017A291D3}" dt="2022-07-21T17:33:00.933" v="1"/>
        <pc:sldMkLst>
          <pc:docMk/>
          <pc:sldMk cId="1589097401" sldId="257"/>
        </pc:sldMkLst>
      </pc:sldChg>
      <pc:sldChg chg="ord">
        <pc:chgData name="SHIVAM SHARMA(BTECH10193.21@bitmesra.ac.in)" userId="S::btech10193.21@bitmesra.ac.in::eba7c897-202f-4a55-9f60-9e15682e06d6" providerId="AD" clId="Web-{137DD39C-2127-424A-A56E-C2A017A291D3}" dt="2022-07-21T17:32:53.386" v="0"/>
        <pc:sldMkLst>
          <pc:docMk/>
          <pc:sldMk cId="3793486379" sldId="259"/>
        </pc:sldMkLst>
      </pc:sldChg>
    </pc:docChg>
  </pc:docChgLst>
  <pc:docChgLst>
    <pc:chgData name="ANISH KUMAR SINGH(BTECH10076.21@bitmesra.ac.in)" userId="S::btech10076.21@bitmesra.ac.in::2e013991-8e12-4250-a9cd-7bec41f27776" providerId="AD" clId="Web-{4C25BF19-90E8-4FAB-BD7E-112A276D9737}"/>
    <pc:docChg chg="modSld">
      <pc:chgData name="ANISH KUMAR SINGH(BTECH10076.21@bitmesra.ac.in)" userId="S::btech10076.21@bitmesra.ac.in::2e013991-8e12-4250-a9cd-7bec41f27776" providerId="AD" clId="Web-{4C25BF19-90E8-4FAB-BD7E-112A276D9737}" dt="2022-07-03T12:39:57.051" v="21" actId="20577"/>
      <pc:docMkLst>
        <pc:docMk/>
      </pc:docMkLst>
      <pc:sldChg chg="modSp">
        <pc:chgData name="ANISH KUMAR SINGH(BTECH10076.21@bitmesra.ac.in)" userId="S::btech10076.21@bitmesra.ac.in::2e013991-8e12-4250-a9cd-7bec41f27776" providerId="AD" clId="Web-{4C25BF19-90E8-4FAB-BD7E-112A276D9737}" dt="2022-07-03T12:39:57.051" v="21" actId="20577"/>
        <pc:sldMkLst>
          <pc:docMk/>
          <pc:sldMk cId="4259047517" sldId="267"/>
        </pc:sldMkLst>
        <pc:spChg chg="mod">
          <ac:chgData name="ANISH KUMAR SINGH(BTECH10076.21@bitmesra.ac.in)" userId="S::btech10076.21@bitmesra.ac.in::2e013991-8e12-4250-a9cd-7bec41f27776" providerId="AD" clId="Web-{4C25BF19-90E8-4FAB-BD7E-112A276D9737}" dt="2022-07-03T12:39:57.051" v="21" actId="20577"/>
          <ac:spMkLst>
            <pc:docMk/>
            <pc:sldMk cId="4259047517" sldId="267"/>
            <ac:spMk id="3" creationId="{00000000-0000-0000-0000-000000000000}"/>
          </ac:spMkLst>
        </pc:spChg>
      </pc:sldChg>
    </pc:docChg>
  </pc:docChgLst>
  <pc:docChgLst>
    <pc:chgData name="AKHILESH DILEEP PRATAPWAR(BTECH10305.21@bitmesra.ac.in)" userId="S::btech10305.21@bitmesra.ac.in::10694601-9689-4111-bb38-3a7a335546fb" providerId="AD" clId="Web-{E30A672B-A969-4587-B2E5-39D7D9E319F9}"/>
    <pc:docChg chg="modSld">
      <pc:chgData name="AKHILESH DILEEP PRATAPWAR(BTECH10305.21@bitmesra.ac.in)" userId="S::btech10305.21@bitmesra.ac.in::10694601-9689-4111-bb38-3a7a335546fb" providerId="AD" clId="Web-{E30A672B-A969-4587-B2E5-39D7D9E319F9}" dt="2022-07-11T16:43:20.849" v="0" actId="1076"/>
      <pc:docMkLst>
        <pc:docMk/>
      </pc:docMkLst>
      <pc:sldChg chg="modSp">
        <pc:chgData name="AKHILESH DILEEP PRATAPWAR(BTECH10305.21@bitmesra.ac.in)" userId="S::btech10305.21@bitmesra.ac.in::10694601-9689-4111-bb38-3a7a335546fb" providerId="AD" clId="Web-{E30A672B-A969-4587-B2E5-39D7D9E319F9}" dt="2022-07-11T16:43:20.849" v="0" actId="1076"/>
        <pc:sldMkLst>
          <pc:docMk/>
          <pc:sldMk cId="1190222896" sldId="279"/>
        </pc:sldMkLst>
        <pc:picChg chg="mod">
          <ac:chgData name="AKHILESH DILEEP PRATAPWAR(BTECH10305.21@bitmesra.ac.in)" userId="S::btech10305.21@bitmesra.ac.in::10694601-9689-4111-bb38-3a7a335546fb" providerId="AD" clId="Web-{E30A672B-A969-4587-B2E5-39D7D9E319F9}" dt="2022-07-11T16:43:20.849" v="0" actId="1076"/>
          <ac:picMkLst>
            <pc:docMk/>
            <pc:sldMk cId="1190222896" sldId="279"/>
            <ac:picMk id="4" creationId="{00000000-0000-0000-0000-000000000000}"/>
          </ac:picMkLst>
        </pc:picChg>
      </pc:sldChg>
    </pc:docChg>
  </pc:docChgLst>
  <pc:docChgLst>
    <pc:chgData name="ACHYUT SINGH(BTECH10095.21@bitmesra.ac.in)" userId="S::btech10095.21@bitmesra.ac.in::776288b4-265e-4fbc-a78e-82a5597dd2c9" providerId="AD" clId="Web-{9C586E12-93FE-4977-A002-70589D45D33F}"/>
    <pc:docChg chg="sldOrd">
      <pc:chgData name="ACHYUT SINGH(BTECH10095.21@bitmesra.ac.in)" userId="S::btech10095.21@bitmesra.ac.in::776288b4-265e-4fbc-a78e-82a5597dd2c9" providerId="AD" clId="Web-{9C586E12-93FE-4977-A002-70589D45D33F}" dt="2022-07-03T18:54:29.161" v="1"/>
      <pc:docMkLst>
        <pc:docMk/>
      </pc:docMkLst>
      <pc:sldChg chg="ord">
        <pc:chgData name="ACHYUT SINGH(BTECH10095.21@bitmesra.ac.in)" userId="S::btech10095.21@bitmesra.ac.in::776288b4-265e-4fbc-a78e-82a5597dd2c9" providerId="AD" clId="Web-{9C586E12-93FE-4977-A002-70589D45D33F}" dt="2022-07-03T18:54:29.161" v="1"/>
        <pc:sldMkLst>
          <pc:docMk/>
          <pc:sldMk cId="463729239" sldId="266"/>
        </pc:sldMkLst>
      </pc:sldChg>
    </pc:docChg>
  </pc:docChgLst>
  <pc:docChgLst>
    <pc:chgData name="DIVJOT SINGH(BTECH10115.21@bitmesra.ac.in)" userId="S::btech10115.21@bitmesra.ac.in::65017790-e5d6-4ab5-8500-3d9e597d107a" providerId="AD" clId="Web-{0BFFE8F1-8FBE-4F28-A74B-2BEA519ACDCF}"/>
    <pc:docChg chg="modSld">
      <pc:chgData name="DIVJOT SINGH(BTECH10115.21@bitmesra.ac.in)" userId="S::btech10115.21@bitmesra.ac.in::65017790-e5d6-4ab5-8500-3d9e597d107a" providerId="AD" clId="Web-{0BFFE8F1-8FBE-4F28-A74B-2BEA519ACDCF}" dt="2022-07-21T22:16:49.760" v="20" actId="20577"/>
      <pc:docMkLst>
        <pc:docMk/>
      </pc:docMkLst>
      <pc:sldChg chg="modSp">
        <pc:chgData name="DIVJOT SINGH(BTECH10115.21@bitmesra.ac.in)" userId="S::btech10115.21@bitmesra.ac.in::65017790-e5d6-4ab5-8500-3d9e597d107a" providerId="AD" clId="Web-{0BFFE8F1-8FBE-4F28-A74B-2BEA519ACDCF}" dt="2022-07-21T22:16:49.760" v="20" actId="20577"/>
        <pc:sldMkLst>
          <pc:docMk/>
          <pc:sldMk cId="3940831649" sldId="268"/>
        </pc:sldMkLst>
        <pc:spChg chg="mod">
          <ac:chgData name="DIVJOT SINGH(BTECH10115.21@bitmesra.ac.in)" userId="S::btech10115.21@bitmesra.ac.in::65017790-e5d6-4ab5-8500-3d9e597d107a" providerId="AD" clId="Web-{0BFFE8F1-8FBE-4F28-A74B-2BEA519ACDCF}" dt="2022-07-21T22:16:49.760" v="20" actId="20577"/>
          <ac:spMkLst>
            <pc:docMk/>
            <pc:sldMk cId="3940831649" sldId="268"/>
            <ac:spMk id="2" creationId="{00000000-0000-0000-0000-000000000000}"/>
          </ac:spMkLst>
        </pc:spChg>
      </pc:sldChg>
    </pc:docChg>
  </pc:docChgLst>
  <pc:docChgLst>
    <pc:chgData name="SIMRAN KUMARI(BTECH10071.21@bitmesra.ac.in)" userId="S::btech10071.21@bitmesra.ac.in::c35dc07d-0a20-4644-8579-045aa953240d" providerId="AD" clId="Web-{A0C6F596-20AD-4675-A1E6-C9EAA251DD3E}"/>
    <pc:docChg chg="modSld">
      <pc:chgData name="SIMRAN KUMARI(BTECH10071.21@bitmesra.ac.in)" userId="S::btech10071.21@bitmesra.ac.in::c35dc07d-0a20-4644-8579-045aa953240d" providerId="AD" clId="Web-{A0C6F596-20AD-4675-A1E6-C9EAA251DD3E}" dt="2022-06-29T17:21:29.013" v="0" actId="1076"/>
      <pc:docMkLst>
        <pc:docMk/>
      </pc:docMkLst>
      <pc:sldChg chg="modSp">
        <pc:chgData name="SIMRAN KUMARI(BTECH10071.21@bitmesra.ac.in)" userId="S::btech10071.21@bitmesra.ac.in::c35dc07d-0a20-4644-8579-045aa953240d" providerId="AD" clId="Web-{A0C6F596-20AD-4675-A1E6-C9EAA251DD3E}" dt="2022-06-29T17:21:29.013" v="0" actId="1076"/>
        <pc:sldMkLst>
          <pc:docMk/>
          <pc:sldMk cId="1190222896" sldId="279"/>
        </pc:sldMkLst>
        <pc:picChg chg="mod">
          <ac:chgData name="SIMRAN KUMARI(BTECH10071.21@bitmesra.ac.in)" userId="S::btech10071.21@bitmesra.ac.in::c35dc07d-0a20-4644-8579-045aa953240d" providerId="AD" clId="Web-{A0C6F596-20AD-4675-A1E6-C9EAA251DD3E}" dt="2022-06-29T17:21:29.013" v="0" actId="1076"/>
          <ac:picMkLst>
            <pc:docMk/>
            <pc:sldMk cId="1190222896" sldId="279"/>
            <ac:picMk id="4" creationId="{00000000-0000-0000-0000-000000000000}"/>
          </ac:picMkLst>
        </pc:picChg>
      </pc:sldChg>
    </pc:docChg>
  </pc:docChgLst>
  <pc:docChgLst>
    <pc:chgData name="SHIVAM SHARMA(BTECH10193.21@bitmesra.ac.in)" userId="S::btech10193.21@bitmesra.ac.in::eba7c897-202f-4a55-9f60-9e15682e06d6" providerId="AD" clId="Web-{855AC694-05F7-441C-B533-7A43969CED79}"/>
    <pc:docChg chg="sldOrd">
      <pc:chgData name="SHIVAM SHARMA(BTECH10193.21@bitmesra.ac.in)" userId="S::btech10193.21@bitmesra.ac.in::eba7c897-202f-4a55-9f60-9e15682e06d6" providerId="AD" clId="Web-{855AC694-05F7-441C-B533-7A43969CED79}" dt="2022-05-08T09:41:49.251" v="0"/>
      <pc:docMkLst>
        <pc:docMk/>
      </pc:docMkLst>
      <pc:sldChg chg="ord">
        <pc:chgData name="SHIVAM SHARMA(BTECH10193.21@bitmesra.ac.in)" userId="S::btech10193.21@bitmesra.ac.in::eba7c897-202f-4a55-9f60-9e15682e06d6" providerId="AD" clId="Web-{855AC694-05F7-441C-B533-7A43969CED79}" dt="2022-05-08T09:41:49.251" v="0"/>
        <pc:sldMkLst>
          <pc:docMk/>
          <pc:sldMk cId="2678192311" sldId="258"/>
        </pc:sldMkLst>
      </pc:sldChg>
    </pc:docChg>
  </pc:docChgLst>
  <pc:docChgLst>
    <pc:chgData name="AGRAWAL ADITYA SHAILESH(BTECH10537.21@bitmesra.ac.in)" userId="S::btech10537.21@bitmesra.ac.in::60435923-3a37-422d-a500-ab92df04bff1" providerId="AD" clId="Web-{43B7AF29-4A05-4DB3-B84C-3ABEE7059BC4}"/>
    <pc:docChg chg="modSld">
      <pc:chgData name="AGRAWAL ADITYA SHAILESH(BTECH10537.21@bitmesra.ac.in)" userId="S::btech10537.21@bitmesra.ac.in::60435923-3a37-422d-a500-ab92df04bff1" providerId="AD" clId="Web-{43B7AF29-4A05-4DB3-B84C-3ABEE7059BC4}" dt="2022-07-21T13:13:18.214" v="1" actId="1076"/>
      <pc:docMkLst>
        <pc:docMk/>
      </pc:docMkLst>
      <pc:sldChg chg="addSp modSp">
        <pc:chgData name="AGRAWAL ADITYA SHAILESH(BTECH10537.21@bitmesra.ac.in)" userId="S::btech10537.21@bitmesra.ac.in::60435923-3a37-422d-a500-ab92df04bff1" providerId="AD" clId="Web-{43B7AF29-4A05-4DB3-B84C-3ABEE7059BC4}" dt="2022-07-21T13:13:18.214" v="1" actId="1076"/>
        <pc:sldMkLst>
          <pc:docMk/>
          <pc:sldMk cId="1589097401" sldId="257"/>
        </pc:sldMkLst>
        <pc:spChg chg="add mod">
          <ac:chgData name="AGRAWAL ADITYA SHAILESH(BTECH10537.21@bitmesra.ac.in)" userId="S::btech10537.21@bitmesra.ac.in::60435923-3a37-422d-a500-ab92df04bff1" providerId="AD" clId="Web-{43B7AF29-4A05-4DB3-B84C-3ABEE7059BC4}" dt="2022-07-21T13:13:18.214" v="1" actId="1076"/>
          <ac:spMkLst>
            <pc:docMk/>
            <pc:sldMk cId="1589097401" sldId="257"/>
            <ac:spMk id="4" creationId="{F29FE65A-9067-6DE9-13A0-8EBB0480DB21}"/>
          </ac:spMkLst>
        </pc:spChg>
      </pc:sldChg>
    </pc:docChg>
  </pc:docChgLst>
  <pc:docChgLst>
    <pc:chgData name="AADITYA KUMAR(BTECH10069.21@bitmesra.ac.in)" userId="S::btech10069.21@bitmesra.ac.in::f725aee6-4cd6-4562-947d-e200f447b8d0" providerId="AD" clId="Web-{6D083986-EF76-44A8-85CC-D8F1C8D660C6}"/>
    <pc:docChg chg="modSld">
      <pc:chgData name="AADITYA KUMAR(BTECH10069.21@bitmesra.ac.in)" userId="S::btech10069.21@bitmesra.ac.in::f725aee6-4cd6-4562-947d-e200f447b8d0" providerId="AD" clId="Web-{6D083986-EF76-44A8-85CC-D8F1C8D660C6}" dt="2022-07-03T12:50:50.779" v="23" actId="20577"/>
      <pc:docMkLst>
        <pc:docMk/>
      </pc:docMkLst>
      <pc:sldChg chg="modSp">
        <pc:chgData name="AADITYA KUMAR(BTECH10069.21@bitmesra.ac.in)" userId="S::btech10069.21@bitmesra.ac.in::f725aee6-4cd6-4562-947d-e200f447b8d0" providerId="AD" clId="Web-{6D083986-EF76-44A8-85CC-D8F1C8D660C6}" dt="2022-07-03T12:50:50.779" v="23" actId="20577"/>
        <pc:sldMkLst>
          <pc:docMk/>
          <pc:sldMk cId="4259047517" sldId="267"/>
        </pc:sldMkLst>
        <pc:spChg chg="mod">
          <ac:chgData name="AADITYA KUMAR(BTECH10069.21@bitmesra.ac.in)" userId="S::btech10069.21@bitmesra.ac.in::f725aee6-4cd6-4562-947d-e200f447b8d0" providerId="AD" clId="Web-{6D083986-EF76-44A8-85CC-D8F1C8D660C6}" dt="2022-07-03T12:50:50.779" v="23" actId="20577"/>
          <ac:spMkLst>
            <pc:docMk/>
            <pc:sldMk cId="4259047517" sldId="267"/>
            <ac:spMk id="3" creationId="{00000000-0000-0000-0000-000000000000}"/>
          </ac:spMkLst>
        </pc:spChg>
      </pc:sldChg>
    </pc:docChg>
  </pc:docChgLst>
  <pc:docChgLst>
    <pc:chgData name="VIBHUTI NARAYAN SINGH(BTECH10501.21@bitmesra.ac.in)" userId="S::btech10501.21@bitmesra.ac.in::682831d0-c3ac-4394-b7d7-ffb4e7a0f80e" providerId="AD" clId="Web-{3A62C666-EA73-4B5A-A436-32AED814E159}"/>
    <pc:docChg chg="modSld">
      <pc:chgData name="VIBHUTI NARAYAN SINGH(BTECH10501.21@bitmesra.ac.in)" userId="S::btech10501.21@bitmesra.ac.in::682831d0-c3ac-4394-b7d7-ffb4e7a0f80e" providerId="AD" clId="Web-{3A62C666-EA73-4B5A-A436-32AED814E159}" dt="2022-07-21T17:35:50.039" v="28" actId="20577"/>
      <pc:docMkLst>
        <pc:docMk/>
      </pc:docMkLst>
      <pc:sldChg chg="modSp">
        <pc:chgData name="VIBHUTI NARAYAN SINGH(BTECH10501.21@bitmesra.ac.in)" userId="S::btech10501.21@bitmesra.ac.in::682831d0-c3ac-4394-b7d7-ffb4e7a0f80e" providerId="AD" clId="Web-{3A62C666-EA73-4B5A-A436-32AED814E159}" dt="2022-07-21T17:35:50.039" v="28" actId="20577"/>
        <pc:sldMkLst>
          <pc:docMk/>
          <pc:sldMk cId="3831837445" sldId="270"/>
        </pc:sldMkLst>
        <pc:spChg chg="mod">
          <ac:chgData name="VIBHUTI NARAYAN SINGH(BTECH10501.21@bitmesra.ac.in)" userId="S::btech10501.21@bitmesra.ac.in::682831d0-c3ac-4394-b7d7-ffb4e7a0f80e" providerId="AD" clId="Web-{3A62C666-EA73-4B5A-A436-32AED814E159}" dt="2022-07-21T17:35:50.039" v="28" actId="20577"/>
          <ac:spMkLst>
            <pc:docMk/>
            <pc:sldMk cId="3831837445" sldId="270"/>
            <ac:spMk id="3" creationId="{00000000-0000-0000-0000-000000000000}"/>
          </ac:spMkLst>
        </pc:spChg>
      </pc:sldChg>
    </pc:docChg>
  </pc:docChgLst>
  <pc:docChgLst>
    <pc:chgData name="SHIVAM SHARMA(BTECH10193.21@bitmesra.ac.in)" userId="S::btech10193.21@bitmesra.ac.in::eba7c897-202f-4a55-9f60-9e15682e06d6" providerId="AD" clId="Web-{58E85274-30CB-4181-8716-F57436BDDA77}"/>
    <pc:docChg chg="addSld">
      <pc:chgData name="SHIVAM SHARMA(BTECH10193.21@bitmesra.ac.in)" userId="S::btech10193.21@bitmesra.ac.in::eba7c897-202f-4a55-9f60-9e15682e06d6" providerId="AD" clId="Web-{58E85274-30CB-4181-8716-F57436BDDA77}" dt="2022-05-08T06:37:40.780" v="0"/>
      <pc:docMkLst>
        <pc:docMk/>
      </pc:docMkLst>
      <pc:sldChg chg="new">
        <pc:chgData name="SHIVAM SHARMA(BTECH10193.21@bitmesra.ac.in)" userId="S::btech10193.21@bitmesra.ac.in::eba7c897-202f-4a55-9f60-9e15682e06d6" providerId="AD" clId="Web-{58E85274-30CB-4181-8716-F57436BDDA77}" dt="2022-05-08T06:37:40.780" v="0"/>
        <pc:sldMkLst>
          <pc:docMk/>
          <pc:sldMk cId="3458131734" sldId="311"/>
        </pc:sldMkLst>
      </pc:sldChg>
    </pc:docChg>
  </pc:docChgLst>
  <pc:docChgLst>
    <pc:chgData name="SUMIT AGARWAL(BTECH10067.21@bitmesra.ac.in)" userId="S::btech10067.21@bitmesra.ac.in::276f6ef2-67bb-402b-9abb-9f4eea953946" providerId="AD" clId="Web-{F6D79EDD-1E2F-4B3E-98A2-F985CB9CC92F}"/>
    <pc:docChg chg="delSld">
      <pc:chgData name="SUMIT AGARWAL(BTECH10067.21@bitmesra.ac.in)" userId="S::btech10067.21@bitmesra.ac.in::276f6ef2-67bb-402b-9abb-9f4eea953946" providerId="AD" clId="Web-{F6D79EDD-1E2F-4B3E-98A2-F985CB9CC92F}" dt="2022-07-22T02:01:06.276" v="1"/>
      <pc:docMkLst>
        <pc:docMk/>
      </pc:docMkLst>
      <pc:sldChg chg="del">
        <pc:chgData name="SUMIT AGARWAL(BTECH10067.21@bitmesra.ac.in)" userId="S::btech10067.21@bitmesra.ac.in::276f6ef2-67bb-402b-9abb-9f4eea953946" providerId="AD" clId="Web-{F6D79EDD-1E2F-4B3E-98A2-F985CB9CC92F}" dt="2022-07-22T02:01:03.901" v="0"/>
        <pc:sldMkLst>
          <pc:docMk/>
          <pc:sldMk cId="2884880420" sldId="256"/>
        </pc:sldMkLst>
      </pc:sldChg>
      <pc:sldChg chg="del">
        <pc:chgData name="SUMIT AGARWAL(BTECH10067.21@bitmesra.ac.in)" userId="S::btech10067.21@bitmesra.ac.in::276f6ef2-67bb-402b-9abb-9f4eea953946" providerId="AD" clId="Web-{F6D79EDD-1E2F-4B3E-98A2-F985CB9CC92F}" dt="2022-07-22T02:01:06.276" v="1"/>
        <pc:sldMkLst>
          <pc:docMk/>
          <pc:sldMk cId="3458131734" sldId="311"/>
        </pc:sldMkLst>
      </pc:sldChg>
    </pc:docChg>
  </pc:docChgLst>
  <pc:docChgLst>
    <pc:chgData name="ARNAV JAIN(BTECH10065.21@bitmesra.ac.in)" userId="S::btech10065.21@bitmesra.ac.in::e25892a4-02fb-4fd6-86a6-1bd7ad43c7fd" providerId="AD" clId="Web-{8CC5F72D-7212-4B3D-88AE-3AEA9CD3D28B}"/>
    <pc:docChg chg="sldOrd">
      <pc:chgData name="ARNAV JAIN(BTECH10065.21@bitmesra.ac.in)" userId="S::btech10065.21@bitmesra.ac.in::e25892a4-02fb-4fd6-86a6-1bd7ad43c7fd" providerId="AD" clId="Web-{8CC5F72D-7212-4B3D-88AE-3AEA9CD3D28B}" dt="2022-07-04T06:38:32.197" v="0"/>
      <pc:docMkLst>
        <pc:docMk/>
      </pc:docMkLst>
      <pc:sldChg chg="ord">
        <pc:chgData name="ARNAV JAIN(BTECH10065.21@bitmesra.ac.in)" userId="S::btech10065.21@bitmesra.ac.in::e25892a4-02fb-4fd6-86a6-1bd7ad43c7fd" providerId="AD" clId="Web-{8CC5F72D-7212-4B3D-88AE-3AEA9CD3D28B}" dt="2022-07-04T06:38:32.197" v="0"/>
        <pc:sldMkLst>
          <pc:docMk/>
          <pc:sldMk cId="205824217" sldId="269"/>
        </pc:sldMkLst>
      </pc:sldChg>
    </pc:docChg>
  </pc:docChgLst>
  <pc:docChgLst>
    <pc:chgData name="SHIVAM SHARMA(BTECH10193.21@bitmesra.ac.in)" userId="S::btech10193.21@bitmesra.ac.in::eba7c897-202f-4a55-9f60-9e15682e06d6" providerId="AD" clId="Web-{F22AEBBD-D18C-4EC2-9DFA-D32A494853ED}"/>
    <pc:docChg chg="modSld">
      <pc:chgData name="SHIVAM SHARMA(BTECH10193.21@bitmesra.ac.in)" userId="S::btech10193.21@bitmesra.ac.in::eba7c897-202f-4a55-9f60-9e15682e06d6" providerId="AD" clId="Web-{F22AEBBD-D18C-4EC2-9DFA-D32A494853ED}" dt="2022-07-03T07:30:10.155" v="0"/>
      <pc:docMkLst>
        <pc:docMk/>
      </pc:docMkLst>
      <pc:sldChg chg="addSp">
        <pc:chgData name="SHIVAM SHARMA(BTECH10193.21@bitmesra.ac.in)" userId="S::btech10193.21@bitmesra.ac.in::eba7c897-202f-4a55-9f60-9e15682e06d6" providerId="AD" clId="Web-{F22AEBBD-D18C-4EC2-9DFA-D32A494853ED}" dt="2022-07-03T07:30:10.155" v="0"/>
        <pc:sldMkLst>
          <pc:docMk/>
          <pc:sldMk cId="1190222896" sldId="279"/>
        </pc:sldMkLst>
        <pc:spChg chg="add">
          <ac:chgData name="SHIVAM SHARMA(BTECH10193.21@bitmesra.ac.in)" userId="S::btech10193.21@bitmesra.ac.in::eba7c897-202f-4a55-9f60-9e15682e06d6" providerId="AD" clId="Web-{F22AEBBD-D18C-4EC2-9DFA-D32A494853ED}" dt="2022-07-03T07:30:10.155" v="0"/>
          <ac:spMkLst>
            <pc:docMk/>
            <pc:sldMk cId="1190222896" sldId="279"/>
            <ac:spMk id="5" creationId="{75B8F829-39D1-435D-8DD5-D25245FDB05A}"/>
          </ac:spMkLst>
        </pc:spChg>
      </pc:sldChg>
    </pc:docChg>
  </pc:docChgLst>
  <pc:docChgLst>
    <pc:chgData name="ANISH KUMAR SINGH(BTECH10076.21@bitmesra.ac.in)" userId="S::btech10076.21@bitmesra.ac.in::2e013991-8e12-4250-a9cd-7bec41f27776" providerId="AD" clId="Web-{3ED7B59B-9036-4CD1-921B-4B29C0DB70C6}"/>
    <pc:docChg chg="modSld">
      <pc:chgData name="ANISH KUMAR SINGH(BTECH10076.21@bitmesra.ac.in)" userId="S::btech10076.21@bitmesra.ac.in::2e013991-8e12-4250-a9cd-7bec41f27776" providerId="AD" clId="Web-{3ED7B59B-9036-4CD1-921B-4B29C0DB70C6}" dt="2022-07-03T07:09:23.421" v="4" actId="20577"/>
      <pc:docMkLst>
        <pc:docMk/>
      </pc:docMkLst>
      <pc:sldChg chg="modSp">
        <pc:chgData name="ANISH KUMAR SINGH(BTECH10076.21@bitmesra.ac.in)" userId="S::btech10076.21@bitmesra.ac.in::2e013991-8e12-4250-a9cd-7bec41f27776" providerId="AD" clId="Web-{3ED7B59B-9036-4CD1-921B-4B29C0DB70C6}" dt="2022-07-03T06:58:42.325" v="0" actId="1076"/>
        <pc:sldMkLst>
          <pc:docMk/>
          <pc:sldMk cId="2667124190" sldId="262"/>
        </pc:sldMkLst>
        <pc:spChg chg="mod">
          <ac:chgData name="ANISH KUMAR SINGH(BTECH10076.21@bitmesra.ac.in)" userId="S::btech10076.21@bitmesra.ac.in::2e013991-8e12-4250-a9cd-7bec41f27776" providerId="AD" clId="Web-{3ED7B59B-9036-4CD1-921B-4B29C0DB70C6}" dt="2022-07-03T06:58:42.325" v="0" actId="1076"/>
          <ac:spMkLst>
            <pc:docMk/>
            <pc:sldMk cId="2667124190" sldId="262"/>
            <ac:spMk id="3" creationId="{00000000-0000-0000-0000-000000000000}"/>
          </ac:spMkLst>
        </pc:spChg>
      </pc:sldChg>
      <pc:sldChg chg="modSp">
        <pc:chgData name="ANISH KUMAR SINGH(BTECH10076.21@bitmesra.ac.in)" userId="S::btech10076.21@bitmesra.ac.in::2e013991-8e12-4250-a9cd-7bec41f27776" providerId="AD" clId="Web-{3ED7B59B-9036-4CD1-921B-4B29C0DB70C6}" dt="2022-07-03T07:09:16.609" v="2" actId="20577"/>
        <pc:sldMkLst>
          <pc:docMk/>
          <pc:sldMk cId="2984438780" sldId="285"/>
        </pc:sldMkLst>
        <pc:spChg chg="mod">
          <ac:chgData name="ANISH KUMAR SINGH(BTECH10076.21@bitmesra.ac.in)" userId="S::btech10076.21@bitmesra.ac.in::2e013991-8e12-4250-a9cd-7bec41f27776" providerId="AD" clId="Web-{3ED7B59B-9036-4CD1-921B-4B29C0DB70C6}" dt="2022-07-03T07:09:16.609" v="2" actId="20577"/>
          <ac:spMkLst>
            <pc:docMk/>
            <pc:sldMk cId="2984438780" sldId="285"/>
            <ac:spMk id="3" creationId="{00000000-0000-0000-0000-000000000000}"/>
          </ac:spMkLst>
        </pc:spChg>
      </pc:sldChg>
      <pc:sldChg chg="modSp">
        <pc:chgData name="ANISH KUMAR SINGH(BTECH10076.21@bitmesra.ac.in)" userId="S::btech10076.21@bitmesra.ac.in::2e013991-8e12-4250-a9cd-7bec41f27776" providerId="AD" clId="Web-{3ED7B59B-9036-4CD1-921B-4B29C0DB70C6}" dt="2022-07-03T07:09:23.421" v="4" actId="20577"/>
        <pc:sldMkLst>
          <pc:docMk/>
          <pc:sldMk cId="1843518419" sldId="286"/>
        </pc:sldMkLst>
        <pc:spChg chg="mod">
          <ac:chgData name="ANISH KUMAR SINGH(BTECH10076.21@bitmesra.ac.in)" userId="S::btech10076.21@bitmesra.ac.in::2e013991-8e12-4250-a9cd-7bec41f27776" providerId="AD" clId="Web-{3ED7B59B-9036-4CD1-921B-4B29C0DB70C6}" dt="2022-07-03T07:09:23.421" v="4" actId="20577"/>
          <ac:spMkLst>
            <pc:docMk/>
            <pc:sldMk cId="1843518419" sldId="286"/>
            <ac:spMk id="3" creationId="{00000000-0000-0000-0000-000000000000}"/>
          </ac:spMkLst>
        </pc:spChg>
      </pc:sldChg>
    </pc:docChg>
  </pc:docChgLst>
  <pc:docChgLst>
    <pc:chgData name="APOORV SHARMA(BTECH10395.21@bitmesra.ac.in)" userId="S::btech10395.21@bitmesra.ac.in::ca935646-2fba-4e84-92a0-d9c85258d4b1" providerId="AD" clId="Web-{EAC4E106-5DE6-4E4C-AE2B-91920D17E05B}"/>
    <pc:docChg chg="modSld">
      <pc:chgData name="APOORV SHARMA(BTECH10395.21@bitmesra.ac.in)" userId="S::btech10395.21@bitmesra.ac.in::ca935646-2fba-4e84-92a0-d9c85258d4b1" providerId="AD" clId="Web-{EAC4E106-5DE6-4E4C-AE2B-91920D17E05B}" dt="2022-07-21T21:22:07.927" v="5"/>
      <pc:docMkLst>
        <pc:docMk/>
      </pc:docMkLst>
      <pc:sldChg chg="addSp delSp modSp">
        <pc:chgData name="APOORV SHARMA(BTECH10395.21@bitmesra.ac.in)" userId="S::btech10395.21@bitmesra.ac.in::ca935646-2fba-4e84-92a0-d9c85258d4b1" providerId="AD" clId="Web-{EAC4E106-5DE6-4E4C-AE2B-91920D17E05B}" dt="2022-07-21T21:17:07.641" v="4"/>
        <pc:sldMkLst>
          <pc:docMk/>
          <pc:sldMk cId="3848425817" sldId="275"/>
        </pc:sldMkLst>
        <pc:spChg chg="add del mod">
          <ac:chgData name="APOORV SHARMA(BTECH10395.21@bitmesra.ac.in)" userId="S::btech10395.21@bitmesra.ac.in::ca935646-2fba-4e84-92a0-d9c85258d4b1" providerId="AD" clId="Web-{EAC4E106-5DE6-4E4C-AE2B-91920D17E05B}" dt="2022-07-21T21:16:59.204" v="2"/>
          <ac:spMkLst>
            <pc:docMk/>
            <pc:sldMk cId="3848425817" sldId="275"/>
            <ac:spMk id="4" creationId="{CFB0583E-87AC-6F04-ECDA-73928674E861}"/>
          </ac:spMkLst>
        </pc:spChg>
        <pc:spChg chg="add del">
          <ac:chgData name="APOORV SHARMA(BTECH10395.21@bitmesra.ac.in)" userId="S::btech10395.21@bitmesra.ac.in::ca935646-2fba-4e84-92a0-d9c85258d4b1" providerId="AD" clId="Web-{EAC4E106-5DE6-4E4C-AE2B-91920D17E05B}" dt="2022-07-21T21:17:07.641" v="4"/>
          <ac:spMkLst>
            <pc:docMk/>
            <pc:sldMk cId="3848425817" sldId="275"/>
            <ac:spMk id="5" creationId="{8A83503C-1D04-53DD-0848-8C0D546F0549}"/>
          </ac:spMkLst>
        </pc:spChg>
      </pc:sldChg>
      <pc:sldChg chg="addSp">
        <pc:chgData name="APOORV SHARMA(BTECH10395.21@bitmesra.ac.in)" userId="S::btech10395.21@bitmesra.ac.in::ca935646-2fba-4e84-92a0-d9c85258d4b1" providerId="AD" clId="Web-{EAC4E106-5DE6-4E4C-AE2B-91920D17E05B}" dt="2022-07-21T21:22:07.927" v="5"/>
        <pc:sldMkLst>
          <pc:docMk/>
          <pc:sldMk cId="4277923057" sldId="305"/>
        </pc:sldMkLst>
        <pc:spChg chg="add">
          <ac:chgData name="APOORV SHARMA(BTECH10395.21@bitmesra.ac.in)" userId="S::btech10395.21@bitmesra.ac.in::ca935646-2fba-4e84-92a0-d9c85258d4b1" providerId="AD" clId="Web-{EAC4E106-5DE6-4E4C-AE2B-91920D17E05B}" dt="2022-07-21T21:22:07.927" v="5"/>
          <ac:spMkLst>
            <pc:docMk/>
            <pc:sldMk cId="4277923057" sldId="305"/>
            <ac:spMk id="2" creationId="{6571F699-6541-5C37-B6CD-DE454604DD39}"/>
          </ac:spMkLst>
        </pc:spChg>
      </pc:sldChg>
    </pc:docChg>
  </pc:docChgLst>
  <pc:docChgLst>
    <pc:chgData name="RITIKA PRASAD(BTECH10063.21@bitmesra.ac.in)" userId="S::btech10063.21@bitmesra.ac.in::febcfe4c-3ba4-47c1-9d2d-8279657d2c87" providerId="AD" clId="Web-{6AAF4344-C308-46C7-AEDA-9466D8DCD045}"/>
    <pc:docChg chg="modSld">
      <pc:chgData name="RITIKA PRASAD(BTECH10063.21@bitmesra.ac.in)" userId="S::btech10063.21@bitmesra.ac.in::febcfe4c-3ba4-47c1-9d2d-8279657d2c87" providerId="AD" clId="Web-{6AAF4344-C308-46C7-AEDA-9466D8DCD045}" dt="2022-07-21T22:20:06.574" v="114" actId="20577"/>
      <pc:docMkLst>
        <pc:docMk/>
      </pc:docMkLst>
      <pc:sldChg chg="modSp">
        <pc:chgData name="RITIKA PRASAD(BTECH10063.21@bitmesra.ac.in)" userId="S::btech10063.21@bitmesra.ac.in::febcfe4c-3ba4-47c1-9d2d-8279657d2c87" providerId="AD" clId="Web-{6AAF4344-C308-46C7-AEDA-9466D8DCD045}" dt="2022-07-21T22:17:05.447" v="29" actId="20577"/>
        <pc:sldMkLst>
          <pc:docMk/>
          <pc:sldMk cId="3940831649" sldId="268"/>
        </pc:sldMkLst>
        <pc:spChg chg="mod">
          <ac:chgData name="RITIKA PRASAD(BTECH10063.21@bitmesra.ac.in)" userId="S::btech10063.21@bitmesra.ac.in::febcfe4c-3ba4-47c1-9d2d-8279657d2c87" providerId="AD" clId="Web-{6AAF4344-C308-46C7-AEDA-9466D8DCD045}" dt="2022-07-21T22:17:05.447" v="29" actId="20577"/>
          <ac:spMkLst>
            <pc:docMk/>
            <pc:sldMk cId="3940831649" sldId="268"/>
            <ac:spMk id="2" creationId="{00000000-0000-0000-0000-000000000000}"/>
          </ac:spMkLst>
        </pc:spChg>
        <pc:spChg chg="mod">
          <ac:chgData name="RITIKA PRASAD(BTECH10063.21@bitmesra.ac.in)" userId="S::btech10063.21@bitmesra.ac.in::febcfe4c-3ba4-47c1-9d2d-8279657d2c87" providerId="AD" clId="Web-{6AAF4344-C308-46C7-AEDA-9466D8DCD045}" dt="2022-07-21T22:16:55.994" v="18" actId="20577"/>
          <ac:spMkLst>
            <pc:docMk/>
            <pc:sldMk cId="3940831649" sldId="268"/>
            <ac:spMk id="3" creationId="{00000000-0000-0000-0000-000000000000}"/>
          </ac:spMkLst>
        </pc:spChg>
        <pc:picChg chg="mod">
          <ac:chgData name="RITIKA PRASAD(BTECH10063.21@bitmesra.ac.in)" userId="S::btech10063.21@bitmesra.ac.in::febcfe4c-3ba4-47c1-9d2d-8279657d2c87" providerId="AD" clId="Web-{6AAF4344-C308-46C7-AEDA-9466D8DCD045}" dt="2022-07-21T22:16:51.697" v="10" actId="1076"/>
          <ac:picMkLst>
            <pc:docMk/>
            <pc:sldMk cId="3940831649" sldId="268"/>
            <ac:picMk id="4" creationId="{00000000-0000-0000-0000-000000000000}"/>
          </ac:picMkLst>
        </pc:picChg>
      </pc:sldChg>
      <pc:sldChg chg="modSp">
        <pc:chgData name="RITIKA PRASAD(BTECH10063.21@bitmesra.ac.in)" userId="S::btech10063.21@bitmesra.ac.in::febcfe4c-3ba4-47c1-9d2d-8279657d2c87" providerId="AD" clId="Web-{6AAF4344-C308-46C7-AEDA-9466D8DCD045}" dt="2022-07-21T22:20:06.574" v="114" actId="20577"/>
        <pc:sldMkLst>
          <pc:docMk/>
          <pc:sldMk cId="901363474" sldId="271"/>
        </pc:sldMkLst>
        <pc:spChg chg="mod">
          <ac:chgData name="RITIKA PRASAD(BTECH10063.21@bitmesra.ac.in)" userId="S::btech10063.21@bitmesra.ac.in::febcfe4c-3ba4-47c1-9d2d-8279657d2c87" providerId="AD" clId="Web-{6AAF4344-C308-46C7-AEDA-9466D8DCD045}" dt="2022-07-21T22:20:06.574" v="114" actId="20577"/>
          <ac:spMkLst>
            <pc:docMk/>
            <pc:sldMk cId="901363474" sldId="271"/>
            <ac:spMk id="3" creationId="{00000000-0000-0000-0000-000000000000}"/>
          </ac:spMkLst>
        </pc:spChg>
      </pc:sldChg>
    </pc:docChg>
  </pc:docChgLst>
  <pc:docChgLst>
    <pc:chgData name="SOUNAK BANERJEE(BTECH10083.21@bitmesra.ac.in)" userId="S::btech10083.21@bitmesra.ac.in::7a132670-bcad-4953-9df8-37ec69aacd25" providerId="AD" clId="Web-{D9FED8AA-E42E-4291-BB46-80131849AD5E}"/>
    <pc:docChg chg="sldOrd">
      <pc:chgData name="SOUNAK BANERJEE(BTECH10083.21@bitmesra.ac.in)" userId="S::btech10083.21@bitmesra.ac.in::7a132670-bcad-4953-9df8-37ec69aacd25" providerId="AD" clId="Web-{D9FED8AA-E42E-4291-BB46-80131849AD5E}" dt="2022-07-06T08:52:45.486" v="1"/>
      <pc:docMkLst>
        <pc:docMk/>
      </pc:docMkLst>
      <pc:sldChg chg="ord">
        <pc:chgData name="SOUNAK BANERJEE(BTECH10083.21@bitmesra.ac.in)" userId="S::btech10083.21@bitmesra.ac.in::7a132670-bcad-4953-9df8-37ec69aacd25" providerId="AD" clId="Web-{D9FED8AA-E42E-4291-BB46-80131849AD5E}" dt="2022-07-06T08:52:45.486" v="1"/>
        <pc:sldMkLst>
          <pc:docMk/>
          <pc:sldMk cId="4277923057" sldId="30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EDB3484-D2F8-444A-A0D7-FE099C005E74}"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52975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B3484-D2F8-444A-A0D7-FE099C005E74}"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1112660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DB3484-D2F8-444A-A0D7-FE099C005E74}"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843478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DB3484-D2F8-444A-A0D7-FE099C005E74}"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1274307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DB3484-D2F8-444A-A0D7-FE099C005E74}" type="datetimeFigureOut">
              <a:rPr lang="en-US" smtClean="0"/>
              <a:t>7/21/2022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2682717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DB3484-D2F8-444A-A0D7-FE099C005E74}" type="datetimeFigureOut">
              <a:rPr lang="en-US" smtClean="0"/>
              <a:t>7/21/2022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2321436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DB3484-D2F8-444A-A0D7-FE099C005E74}" type="datetimeFigureOut">
              <a:rPr lang="en-US" smtClean="0"/>
              <a:t>7/21/2022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321598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DB3484-D2F8-444A-A0D7-FE099C005E74}"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4260587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DB3484-D2F8-444A-A0D7-FE099C005E74}"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1266798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B3484-D2F8-444A-A0D7-FE099C005E74}"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136063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B3484-D2F8-444A-A0D7-FE099C005E74}"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7FA68-C711-437C-A902-4573FC51945E}" type="slidenum">
              <a:rPr lang="en-US" smtClean="0"/>
              <a:t>‹#›</a:t>
            </a:fld>
            <a:endParaRPr lang="en-US"/>
          </a:p>
        </p:txBody>
      </p:sp>
    </p:spTree>
    <p:extLst>
      <p:ext uri="{BB962C8B-B14F-4D97-AF65-F5344CB8AC3E}">
        <p14:creationId xmlns:p14="http://schemas.microsoft.com/office/powerpoint/2010/main" val="2624960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DB3484-D2F8-444A-A0D7-FE099C005E74}" type="datetimeFigureOut">
              <a:rPr lang="en-US" smtClean="0"/>
              <a:t>7/21/2022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17FA68-C711-437C-A902-4573FC51945E}" type="slidenum">
              <a:rPr lang="en-US" smtClean="0"/>
              <a:t>‹#›</a:t>
            </a:fld>
            <a:endParaRPr lang="en-US"/>
          </a:p>
        </p:txBody>
      </p:sp>
    </p:spTree>
    <p:extLst>
      <p:ext uri="{BB962C8B-B14F-4D97-AF65-F5344CB8AC3E}">
        <p14:creationId xmlns:p14="http://schemas.microsoft.com/office/powerpoint/2010/main" val="2644387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Array</a:t>
            </a:r>
          </a:p>
        </p:txBody>
      </p:sp>
      <p:pic>
        <p:nvPicPr>
          <p:cNvPr id="6" name="Content Placeholder 5"/>
          <p:cNvPicPr>
            <a:picLocks noGrp="1" noChangeAspect="1"/>
          </p:cNvPicPr>
          <p:nvPr>
            <p:ph idx="1"/>
          </p:nvPr>
        </p:nvPicPr>
        <p:blipFill>
          <a:blip r:embed="rId2"/>
          <a:stretch>
            <a:fillRect/>
          </a:stretch>
        </p:blipFill>
        <p:spPr>
          <a:xfrm>
            <a:off x="838201" y="1825625"/>
            <a:ext cx="7244930" cy="4351338"/>
          </a:xfrm>
          <a:prstGeom prst="rect">
            <a:avLst/>
          </a:prstGeom>
        </p:spPr>
      </p:pic>
    </p:spTree>
    <p:extLst>
      <p:ext uri="{BB962C8B-B14F-4D97-AF65-F5344CB8AC3E}">
        <p14:creationId xmlns:p14="http://schemas.microsoft.com/office/powerpoint/2010/main" val="1975388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r>
              <a:rPr lang="en-US" b="1"/>
              <a:t>Single Dimension Arrays</a:t>
            </a:r>
          </a:p>
          <a:p>
            <a:pPr marL="0" indent="0">
              <a:buNone/>
            </a:pPr>
            <a:r>
              <a:rPr lang="en-US"/>
              <a:t>	</a:t>
            </a:r>
            <a:r>
              <a:rPr lang="en-US" b="1"/>
              <a:t>Syntax : 	type  </a:t>
            </a:r>
            <a:r>
              <a:rPr lang="en-US" b="1" err="1"/>
              <a:t>var_name</a:t>
            </a:r>
            <a:r>
              <a:rPr lang="en-US" b="1"/>
              <a:t>[ size ] ;</a:t>
            </a:r>
            <a:endParaRPr lang="en-US"/>
          </a:p>
          <a:p>
            <a:pPr marL="0" indent="0">
              <a:buNone/>
            </a:pPr>
            <a:r>
              <a:rPr lang="en-US"/>
              <a:t>where type is the type of each element in the array, </a:t>
            </a:r>
            <a:r>
              <a:rPr lang="en-US" err="1"/>
              <a:t>var_name</a:t>
            </a:r>
            <a:r>
              <a:rPr lang="en-US"/>
              <a:t> is any valid C identifier, and size is the number of elements in the array which has to be a constant value.</a:t>
            </a:r>
          </a:p>
          <a:p>
            <a:pPr marL="0" indent="0">
              <a:buNone/>
            </a:pPr>
            <a:r>
              <a:rPr lang="en-US"/>
              <a:t>In C all arrays use zero as the index to the first element in the array.</a:t>
            </a:r>
          </a:p>
          <a:p>
            <a:pPr marL="0" indent="0">
              <a:buNone/>
            </a:pPr>
            <a:r>
              <a:rPr lang="en-US"/>
              <a:t>	For Example :- </a:t>
            </a:r>
          </a:p>
          <a:p>
            <a:pPr marL="0" indent="0">
              <a:buNone/>
            </a:pPr>
            <a:r>
              <a:rPr lang="en-US"/>
              <a:t>			</a:t>
            </a:r>
            <a:r>
              <a:rPr lang="en-US" b="1" err="1"/>
              <a:t>int</a:t>
            </a:r>
            <a:r>
              <a:rPr lang="en-US" b="1"/>
              <a:t> array[ 5 ] ;</a:t>
            </a:r>
          </a:p>
        </p:txBody>
      </p:sp>
    </p:spTree>
    <p:extLst>
      <p:ext uri="{BB962C8B-B14F-4D97-AF65-F5344CB8AC3E}">
        <p14:creationId xmlns:p14="http://schemas.microsoft.com/office/powerpoint/2010/main" val="2678192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lstStyle/>
          <a:p>
            <a:pPr marL="0" indent="0">
              <a:buNone/>
            </a:pPr>
            <a:r>
              <a:rPr lang="en-US"/>
              <a:t>An array is a collection of variables of the same type that are referenced by a common name. Specific elements or variables in the array are accessed by means of an index into the array.</a:t>
            </a:r>
          </a:p>
          <a:p>
            <a:pPr marL="0" indent="0">
              <a:buNone/>
            </a:pPr>
            <a:r>
              <a:rPr lang="en-US"/>
              <a:t>In C all arrays consist of contiguous memory locations. The lowest address corresponds to the first element in the array while the largest address corresponds to the last element in the array.</a:t>
            </a:r>
          </a:p>
          <a:p>
            <a:pPr marL="0" indent="0">
              <a:buNone/>
            </a:pPr>
            <a:r>
              <a:rPr lang="en-US"/>
              <a:t>C supports both single and multi-dimensional arrays.</a:t>
            </a:r>
          </a:p>
          <a:p>
            <a:pPr marL="0" indent="0">
              <a:buNone/>
            </a:pPr>
            <a:endParaRPr lang="en-US"/>
          </a:p>
        </p:txBody>
      </p:sp>
      <p:sp>
        <p:nvSpPr>
          <p:cNvPr id="4" name="TextBox 3">
            <a:extLst>
              <a:ext uri="{FF2B5EF4-FFF2-40B4-BE49-F238E27FC236}">
                <a16:creationId xmlns:a16="http://schemas.microsoft.com/office/drawing/2014/main" id="{F29FE65A-9067-6DE9-13A0-8EBB0480DB21}"/>
              </a:ext>
            </a:extLst>
          </p:cNvPr>
          <p:cNvSpPr txBox="1"/>
          <p:nvPr/>
        </p:nvSpPr>
        <p:spPr>
          <a:xfrm>
            <a:off x="5523571" y="36613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589097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r>
              <a:rPr lang="en-US"/>
              <a:t>			</a:t>
            </a:r>
            <a:r>
              <a:rPr lang="en-US" b="1" err="1"/>
              <a:t>int</a:t>
            </a:r>
            <a:r>
              <a:rPr lang="en-US" b="1"/>
              <a:t> array[ 5 ] ;</a:t>
            </a:r>
          </a:p>
          <a:p>
            <a:pPr marL="0" indent="0">
              <a:buNone/>
            </a:pPr>
            <a:r>
              <a:rPr lang="en-GB"/>
              <a:t>which we might illustrate as follows for a 32-bit system where each </a:t>
            </a:r>
            <a:r>
              <a:rPr lang="en-GB" err="1"/>
              <a:t>int</a:t>
            </a:r>
            <a:r>
              <a:rPr lang="en-GB"/>
              <a:t> requires 4 bytes.</a:t>
            </a:r>
          </a:p>
          <a:p>
            <a:pPr marL="0" indent="0">
              <a:buNone/>
            </a:pPr>
            <a:endParaRPr lang="en-US"/>
          </a:p>
          <a:p>
            <a:pPr marL="0" indent="0">
              <a:buNone/>
            </a:pPr>
            <a:endParaRPr lang="en-US" b="1"/>
          </a:p>
        </p:txBody>
      </p:sp>
      <p:pic>
        <p:nvPicPr>
          <p:cNvPr id="4" name="Picture 3"/>
          <p:cNvPicPr>
            <a:picLocks noChangeAspect="1"/>
          </p:cNvPicPr>
          <p:nvPr/>
        </p:nvPicPr>
        <p:blipFill>
          <a:blip r:embed="rId2"/>
          <a:stretch>
            <a:fillRect/>
          </a:stretch>
        </p:blipFill>
        <p:spPr>
          <a:xfrm>
            <a:off x="1694577" y="3540154"/>
            <a:ext cx="7071918" cy="2993996"/>
          </a:xfrm>
          <a:prstGeom prst="rect">
            <a:avLst/>
          </a:prstGeom>
        </p:spPr>
      </p:pic>
    </p:spTree>
    <p:extLst>
      <p:ext uri="{BB962C8B-B14F-4D97-AF65-F5344CB8AC3E}">
        <p14:creationId xmlns:p14="http://schemas.microsoft.com/office/powerpoint/2010/main" val="3793486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endParaRPr lang="en-US"/>
          </a:p>
          <a:p>
            <a:pPr marL="0" indent="0">
              <a:buNone/>
            </a:pPr>
            <a:endParaRPr lang="en-US" b="1"/>
          </a:p>
        </p:txBody>
      </p:sp>
      <p:pic>
        <p:nvPicPr>
          <p:cNvPr id="6" name="Picture 5"/>
          <p:cNvPicPr>
            <a:picLocks noChangeAspect="1"/>
          </p:cNvPicPr>
          <p:nvPr/>
        </p:nvPicPr>
        <p:blipFill>
          <a:blip r:embed="rId2"/>
          <a:stretch>
            <a:fillRect/>
          </a:stretch>
        </p:blipFill>
        <p:spPr>
          <a:xfrm>
            <a:off x="133424" y="1690688"/>
            <a:ext cx="11361891" cy="2688365"/>
          </a:xfrm>
          <a:prstGeom prst="rect">
            <a:avLst/>
          </a:prstGeom>
        </p:spPr>
      </p:pic>
      <p:sp>
        <p:nvSpPr>
          <p:cNvPr id="7" name="TextBox 6"/>
          <p:cNvSpPr txBox="1"/>
          <p:nvPr/>
        </p:nvSpPr>
        <p:spPr>
          <a:xfrm>
            <a:off x="612396" y="4840448"/>
            <a:ext cx="10427516" cy="2339102"/>
          </a:xfrm>
          <a:prstGeom prst="rect">
            <a:avLst/>
          </a:prstGeom>
          <a:noFill/>
        </p:spPr>
        <p:txBody>
          <a:bodyPr wrap="square" rtlCol="0">
            <a:spAutoFit/>
          </a:bodyPr>
          <a:lstStyle/>
          <a:p>
            <a:r>
              <a:rPr lang="en-US" sz="3200" b="1"/>
              <a:t>for(</a:t>
            </a:r>
            <a:r>
              <a:rPr lang="en-US" sz="3200" b="1" err="1"/>
              <a:t>int</a:t>
            </a:r>
            <a:r>
              <a:rPr lang="en-US" sz="3200" b="1"/>
              <a:t> </a:t>
            </a:r>
            <a:r>
              <a:rPr lang="en-US" sz="3200" b="1" err="1"/>
              <a:t>i</a:t>
            </a:r>
            <a:r>
              <a:rPr lang="en-US" sz="3200" b="1"/>
              <a:t>=0;i&lt;=4;i++)</a:t>
            </a:r>
            <a:endParaRPr lang="en-US" sz="3200"/>
          </a:p>
          <a:p>
            <a:r>
              <a:rPr lang="en-US" sz="3200" b="1"/>
              <a:t>{</a:t>
            </a:r>
            <a:endParaRPr lang="en-US" sz="3200"/>
          </a:p>
          <a:p>
            <a:r>
              <a:rPr lang="en-US" sz="3200" b="1"/>
              <a:t>	</a:t>
            </a:r>
            <a:r>
              <a:rPr lang="en-US" sz="3200" b="1" err="1"/>
              <a:t>printf</a:t>
            </a:r>
            <a:r>
              <a:rPr lang="en-US" sz="3200" b="1"/>
              <a:t>(“%</a:t>
            </a:r>
            <a:r>
              <a:rPr lang="en-US" sz="3200" b="1" err="1"/>
              <a:t>d”,a</a:t>
            </a:r>
            <a:r>
              <a:rPr lang="en-US" sz="3200" b="1"/>
              <a:t>[</a:t>
            </a:r>
            <a:r>
              <a:rPr lang="en-US" sz="3200" b="1" err="1"/>
              <a:t>i</a:t>
            </a:r>
            <a:r>
              <a:rPr lang="en-US" sz="3200" b="1"/>
              <a:t>]);</a:t>
            </a:r>
            <a:endParaRPr lang="en-US" sz="3200"/>
          </a:p>
          <a:p>
            <a:r>
              <a:rPr lang="en-US" sz="3200" b="1"/>
              <a:t>}</a:t>
            </a:r>
            <a:endParaRPr lang="en-US" sz="3200"/>
          </a:p>
          <a:p>
            <a:endParaRPr lang="en-US"/>
          </a:p>
        </p:txBody>
      </p:sp>
    </p:spTree>
    <p:extLst>
      <p:ext uri="{BB962C8B-B14F-4D97-AF65-F5344CB8AC3E}">
        <p14:creationId xmlns:p14="http://schemas.microsoft.com/office/powerpoint/2010/main" val="118893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	</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r>
              <a:rPr lang="en-US"/>
              <a:t>// reading number with the help of keyboard</a:t>
            </a:r>
          </a:p>
          <a:p>
            <a:pPr marL="0" indent="0">
              <a:buNone/>
            </a:pPr>
            <a:r>
              <a:rPr lang="en-US" err="1"/>
              <a:t>int</a:t>
            </a:r>
            <a:r>
              <a:rPr lang="en-US"/>
              <a:t>   A[5] ;</a:t>
            </a:r>
          </a:p>
          <a:p>
            <a:pPr marL="0" indent="0">
              <a:buNone/>
            </a:pPr>
            <a:r>
              <a:rPr lang="en-US"/>
              <a:t>for(</a:t>
            </a:r>
            <a:r>
              <a:rPr lang="en-US" err="1"/>
              <a:t>int</a:t>
            </a:r>
            <a:r>
              <a:rPr lang="en-US"/>
              <a:t> </a:t>
            </a:r>
            <a:r>
              <a:rPr lang="en-US" err="1"/>
              <a:t>i</a:t>
            </a:r>
            <a:r>
              <a:rPr lang="en-US"/>
              <a:t>=0;i&lt;=4;i++)</a:t>
            </a:r>
          </a:p>
          <a:p>
            <a:pPr marL="0" indent="0">
              <a:buNone/>
            </a:pPr>
            <a:r>
              <a:rPr lang="en-US"/>
              <a:t>{</a:t>
            </a:r>
          </a:p>
          <a:p>
            <a:pPr marL="0" indent="0">
              <a:buNone/>
            </a:pPr>
            <a:r>
              <a:rPr lang="en-US"/>
              <a:t>	</a:t>
            </a:r>
            <a:r>
              <a:rPr lang="en-US" err="1"/>
              <a:t>scanf</a:t>
            </a:r>
            <a:r>
              <a:rPr lang="en-US"/>
              <a:t>(“%</a:t>
            </a:r>
            <a:r>
              <a:rPr lang="en-US" err="1"/>
              <a:t>d”,&amp;A</a:t>
            </a:r>
            <a:r>
              <a:rPr lang="en-US"/>
              <a:t>[</a:t>
            </a:r>
            <a:r>
              <a:rPr lang="en-US" err="1"/>
              <a:t>i</a:t>
            </a:r>
            <a:r>
              <a:rPr lang="en-US"/>
              <a:t>]);</a:t>
            </a:r>
          </a:p>
          <a:p>
            <a:pPr marL="0" indent="0">
              <a:buNone/>
            </a:pPr>
            <a:r>
              <a:rPr lang="en-US"/>
              <a:t>}</a:t>
            </a:r>
          </a:p>
          <a:p>
            <a:pPr marL="0" indent="0">
              <a:buNone/>
            </a:pPr>
            <a:endParaRPr lang="en-US"/>
          </a:p>
          <a:p>
            <a:pPr marL="0" indent="0">
              <a:buNone/>
            </a:pPr>
            <a:endParaRPr lang="en-US"/>
          </a:p>
          <a:p>
            <a:pPr marL="0" indent="0">
              <a:buNone/>
            </a:pPr>
            <a:endParaRPr lang="en-US"/>
          </a:p>
          <a:p>
            <a:pPr marL="0" indent="0">
              <a:buNone/>
            </a:pPr>
            <a:endParaRPr lang="en-US" b="1"/>
          </a:p>
        </p:txBody>
      </p:sp>
      <p:pic>
        <p:nvPicPr>
          <p:cNvPr id="4" name="Picture 3"/>
          <p:cNvPicPr>
            <a:picLocks noChangeAspect="1"/>
          </p:cNvPicPr>
          <p:nvPr/>
        </p:nvPicPr>
        <p:blipFill>
          <a:blip r:embed="rId2"/>
          <a:stretch>
            <a:fillRect/>
          </a:stretch>
        </p:blipFill>
        <p:spPr>
          <a:xfrm>
            <a:off x="60419" y="4986971"/>
            <a:ext cx="11782697" cy="1710826"/>
          </a:xfrm>
          <a:prstGeom prst="rect">
            <a:avLst/>
          </a:prstGeom>
        </p:spPr>
      </p:pic>
      <p:sp>
        <p:nvSpPr>
          <p:cNvPr id="5" name="TextBox 4">
            <a:extLst>
              <a:ext uri="{FF2B5EF4-FFF2-40B4-BE49-F238E27FC236}">
                <a16:creationId xmlns:a16="http://schemas.microsoft.com/office/drawing/2014/main" id="{75B8F829-39D1-435D-8DD5-D25245FDB05A}"/>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190222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	</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r>
              <a:rPr lang="en-US"/>
              <a:t>// to print values</a:t>
            </a:r>
          </a:p>
          <a:p>
            <a:pPr marL="0" indent="0">
              <a:buNone/>
            </a:pPr>
            <a:r>
              <a:rPr lang="en-US"/>
              <a:t>for(</a:t>
            </a:r>
            <a:r>
              <a:rPr lang="en-US" err="1"/>
              <a:t>int</a:t>
            </a:r>
            <a:r>
              <a:rPr lang="en-US"/>
              <a:t> </a:t>
            </a:r>
            <a:r>
              <a:rPr lang="en-US" err="1"/>
              <a:t>i</a:t>
            </a:r>
            <a:r>
              <a:rPr lang="en-US"/>
              <a:t>=0;i&lt;=4;i++)</a:t>
            </a:r>
          </a:p>
          <a:p>
            <a:pPr marL="0" indent="0">
              <a:buNone/>
            </a:pPr>
            <a:r>
              <a:rPr lang="en-US"/>
              <a:t>{</a:t>
            </a:r>
          </a:p>
          <a:p>
            <a:pPr marL="0" indent="0">
              <a:buNone/>
            </a:pPr>
            <a:r>
              <a:rPr lang="en-US"/>
              <a:t>	</a:t>
            </a:r>
            <a:r>
              <a:rPr lang="en-US" err="1"/>
              <a:t>printf</a:t>
            </a:r>
            <a:r>
              <a:rPr lang="en-US"/>
              <a:t>(“%</a:t>
            </a:r>
            <a:r>
              <a:rPr lang="en-US" err="1"/>
              <a:t>d”,A</a:t>
            </a:r>
            <a:r>
              <a:rPr lang="en-US"/>
              <a:t>[</a:t>
            </a:r>
            <a:r>
              <a:rPr lang="en-US" err="1"/>
              <a:t>i</a:t>
            </a:r>
            <a:r>
              <a:rPr lang="en-US"/>
              <a:t>]);</a:t>
            </a:r>
          </a:p>
          <a:p>
            <a:pPr marL="0" indent="0">
              <a:buNone/>
            </a:pPr>
            <a:r>
              <a:rPr lang="en-US"/>
              <a:t>}</a:t>
            </a:r>
          </a:p>
          <a:p>
            <a:pPr marL="0" indent="0">
              <a:buNone/>
            </a:pPr>
            <a:endParaRPr lang="en-US"/>
          </a:p>
          <a:p>
            <a:pPr marL="0" indent="0">
              <a:buNone/>
            </a:pPr>
            <a:endParaRPr lang="en-US"/>
          </a:p>
          <a:p>
            <a:pPr marL="0" indent="0">
              <a:buNone/>
            </a:pPr>
            <a:endParaRPr lang="en-US"/>
          </a:p>
          <a:p>
            <a:pPr marL="0" indent="0">
              <a:buNone/>
            </a:pPr>
            <a:endParaRPr lang="en-US" b="1"/>
          </a:p>
        </p:txBody>
      </p:sp>
    </p:spTree>
    <p:extLst>
      <p:ext uri="{BB962C8B-B14F-4D97-AF65-F5344CB8AC3E}">
        <p14:creationId xmlns:p14="http://schemas.microsoft.com/office/powerpoint/2010/main" val="233841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r>
              <a:rPr lang="en-US"/>
              <a:t>For Example :- To load an array with values 0 .. 99</a:t>
            </a:r>
          </a:p>
          <a:p>
            <a:pPr marL="0" indent="0">
              <a:buNone/>
            </a:pPr>
            <a:r>
              <a:rPr lang="en-US"/>
              <a:t>	</a:t>
            </a:r>
          </a:p>
          <a:p>
            <a:pPr marL="0" indent="0">
              <a:buNone/>
            </a:pPr>
            <a:r>
              <a:rPr lang="en-US"/>
              <a:t>			</a:t>
            </a:r>
            <a:r>
              <a:rPr lang="en-US" b="1" err="1"/>
              <a:t>int</a:t>
            </a:r>
            <a:r>
              <a:rPr lang="en-US" b="1"/>
              <a:t> x[100] ;</a:t>
            </a:r>
          </a:p>
          <a:p>
            <a:pPr marL="0" indent="0">
              <a:buNone/>
            </a:pPr>
            <a:r>
              <a:rPr lang="en-US" b="1"/>
              <a:t>			</a:t>
            </a:r>
            <a:r>
              <a:rPr lang="en-US" b="1" err="1"/>
              <a:t>int</a:t>
            </a:r>
            <a:r>
              <a:rPr lang="en-US" b="1"/>
              <a:t> </a:t>
            </a:r>
            <a:r>
              <a:rPr lang="en-US" b="1" err="1"/>
              <a:t>i</a:t>
            </a:r>
            <a:r>
              <a:rPr lang="en-US" b="1"/>
              <a:t> ;</a:t>
            </a:r>
          </a:p>
          <a:p>
            <a:pPr marL="0" indent="0">
              <a:buNone/>
            </a:pPr>
            <a:r>
              <a:rPr lang="en-US" b="1"/>
              <a:t>			for ( </a:t>
            </a:r>
            <a:r>
              <a:rPr lang="en-US" b="1" err="1"/>
              <a:t>i</a:t>
            </a:r>
            <a:r>
              <a:rPr lang="en-US" b="1"/>
              <a:t> = 0; </a:t>
            </a:r>
            <a:r>
              <a:rPr lang="en-US" b="1" err="1"/>
              <a:t>i</a:t>
            </a:r>
            <a:r>
              <a:rPr lang="en-US" b="1"/>
              <a:t> &lt; 100; </a:t>
            </a:r>
            <a:r>
              <a:rPr lang="en-US" b="1" err="1"/>
              <a:t>i</a:t>
            </a:r>
            <a:r>
              <a:rPr lang="en-US" b="1"/>
              <a:t>++ )</a:t>
            </a:r>
          </a:p>
          <a:p>
            <a:pPr marL="0" indent="0">
              <a:buNone/>
            </a:pPr>
            <a:r>
              <a:rPr lang="en-US" b="1"/>
              <a:t>				x[</a:t>
            </a:r>
            <a:r>
              <a:rPr lang="en-US" b="1" err="1"/>
              <a:t>i</a:t>
            </a:r>
            <a:r>
              <a:rPr lang="en-US" b="1"/>
              <a:t>] = </a:t>
            </a:r>
            <a:r>
              <a:rPr lang="en-US" b="1" err="1"/>
              <a:t>i</a:t>
            </a:r>
            <a:r>
              <a:rPr lang="en-US" b="1"/>
              <a:t> ;</a:t>
            </a:r>
          </a:p>
          <a:p>
            <a:pPr marL="0" indent="0">
              <a:buNone/>
            </a:pPr>
            <a:endParaRPr lang="en-US"/>
          </a:p>
          <a:p>
            <a:pPr marL="0" indent="0">
              <a:buNone/>
            </a:pPr>
            <a:endParaRPr lang="en-US" b="1"/>
          </a:p>
        </p:txBody>
      </p:sp>
    </p:spTree>
    <p:extLst>
      <p:ext uri="{BB962C8B-B14F-4D97-AF65-F5344CB8AC3E}">
        <p14:creationId xmlns:p14="http://schemas.microsoft.com/office/powerpoint/2010/main" val="772743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normAutofit/>
          </a:bodyPr>
          <a:lstStyle/>
          <a:p>
            <a:pPr marL="0" indent="0">
              <a:buNone/>
            </a:pPr>
            <a:r>
              <a:rPr lang="en-US" b="1"/>
              <a:t>Arrays should be viewed as just collections of variables so we can treat the individual elements in the same way as any other variables. For example we can obtain the address of each one as follows to read values into the array</a:t>
            </a:r>
          </a:p>
          <a:p>
            <a:pPr marL="0" indent="0">
              <a:buNone/>
            </a:pPr>
            <a:r>
              <a:rPr lang="en-US" b="1"/>
              <a:t>	</a:t>
            </a:r>
          </a:p>
          <a:p>
            <a:pPr marL="0" indent="0">
              <a:buNone/>
            </a:pPr>
            <a:r>
              <a:rPr lang="en-US" b="1"/>
              <a:t>		for ( </a:t>
            </a:r>
            <a:r>
              <a:rPr lang="en-US" b="1" err="1"/>
              <a:t>i</a:t>
            </a:r>
            <a:r>
              <a:rPr lang="en-US" b="1"/>
              <a:t> = 0; </a:t>
            </a:r>
            <a:r>
              <a:rPr lang="en-US" b="1" err="1"/>
              <a:t>i</a:t>
            </a:r>
            <a:r>
              <a:rPr lang="en-US" b="1"/>
              <a:t> &lt; 100; </a:t>
            </a:r>
            <a:r>
              <a:rPr lang="en-US" b="1" err="1"/>
              <a:t>i</a:t>
            </a:r>
            <a:r>
              <a:rPr lang="en-US" b="1"/>
              <a:t>++ ) {</a:t>
            </a:r>
          </a:p>
          <a:p>
            <a:pPr marL="0" indent="0">
              <a:buNone/>
            </a:pPr>
            <a:r>
              <a:rPr lang="en-US" b="1"/>
              <a:t>				</a:t>
            </a:r>
            <a:r>
              <a:rPr lang="en-US" b="1" err="1"/>
              <a:t>printf</a:t>
            </a:r>
            <a:r>
              <a:rPr lang="en-US" b="1"/>
              <a:t>( "Enter element %d", </a:t>
            </a:r>
            <a:r>
              <a:rPr lang="en-US" b="1" err="1"/>
              <a:t>i</a:t>
            </a:r>
            <a:r>
              <a:rPr lang="en-US" b="1"/>
              <a:t> + 1 ) ;</a:t>
            </a:r>
          </a:p>
          <a:p>
            <a:pPr marL="0" indent="0">
              <a:buNone/>
            </a:pPr>
            <a:r>
              <a:rPr lang="en-US" b="1"/>
              <a:t>				</a:t>
            </a:r>
            <a:r>
              <a:rPr lang="en-US" b="1" err="1"/>
              <a:t>scanf</a:t>
            </a:r>
            <a:r>
              <a:rPr lang="en-US" b="1"/>
              <a:t>( "%d\n", &amp;x[</a:t>
            </a:r>
            <a:r>
              <a:rPr lang="en-US" b="1" err="1"/>
              <a:t>i</a:t>
            </a:r>
            <a:r>
              <a:rPr lang="en-US" b="1"/>
              <a:t>] ) ;</a:t>
            </a:r>
          </a:p>
          <a:p>
            <a:pPr marL="0" indent="0">
              <a:buNone/>
            </a:pPr>
            <a:r>
              <a:rPr lang="en-US" b="1"/>
              <a:t>				}</a:t>
            </a:r>
          </a:p>
          <a:p>
            <a:pPr marL="0" indent="0">
              <a:buNone/>
            </a:pPr>
            <a:endParaRPr lang="en-US" b="1"/>
          </a:p>
        </p:txBody>
      </p:sp>
    </p:spTree>
    <p:extLst>
      <p:ext uri="{BB962C8B-B14F-4D97-AF65-F5344CB8AC3E}">
        <p14:creationId xmlns:p14="http://schemas.microsoft.com/office/powerpoint/2010/main" val="1821720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80129" y="1791758"/>
            <a:ext cx="10741404" cy="4351338"/>
          </a:xfrm>
        </p:spPr>
        <p:txBody>
          <a:bodyPr>
            <a:normAutofit/>
          </a:bodyPr>
          <a:lstStyle/>
          <a:p>
            <a:pPr hangingPunct="0"/>
            <a:r>
              <a:rPr lang="en-GB"/>
              <a:t>To determine to size of an array at run time the </a:t>
            </a:r>
            <a:r>
              <a:rPr lang="en-GB" err="1"/>
              <a:t>sizeof</a:t>
            </a:r>
            <a:r>
              <a:rPr lang="en-GB"/>
              <a:t> operator is used. This returns the size in bytes of its argument. The name of the array is given as the operand</a:t>
            </a:r>
            <a:endParaRPr lang="en-US"/>
          </a:p>
          <a:p>
            <a:pPr marL="0" indent="0" hangingPunct="0">
              <a:buNone/>
            </a:pPr>
            <a:r>
              <a:rPr lang="en-GB"/>
              <a:t>		</a:t>
            </a:r>
            <a:r>
              <a:rPr lang="en-GB" err="1"/>
              <a:t>size_of_array</a:t>
            </a:r>
            <a:r>
              <a:rPr lang="en-GB"/>
              <a:t> = </a:t>
            </a:r>
            <a:r>
              <a:rPr lang="en-GB" err="1"/>
              <a:t>sizeof</a:t>
            </a:r>
            <a:r>
              <a:rPr lang="en-GB"/>
              <a:t> ( </a:t>
            </a:r>
            <a:r>
              <a:rPr lang="en-GB" err="1"/>
              <a:t>array_name</a:t>
            </a:r>
            <a:r>
              <a:rPr lang="en-GB"/>
              <a:t> )  ;</a:t>
            </a:r>
            <a:endParaRPr lang="en-US"/>
          </a:p>
          <a:p>
            <a:pPr marL="0" indent="0">
              <a:buNone/>
            </a:pPr>
            <a:endParaRPr lang="en-US" b="1"/>
          </a:p>
        </p:txBody>
      </p:sp>
    </p:spTree>
    <p:extLst>
      <p:ext uri="{BB962C8B-B14F-4D97-AF65-F5344CB8AC3E}">
        <p14:creationId xmlns:p14="http://schemas.microsoft.com/office/powerpoint/2010/main" val="2667124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a:t>Array</a:t>
            </a:r>
          </a:p>
        </p:txBody>
      </p:sp>
      <p:sp>
        <p:nvSpPr>
          <p:cNvPr id="3" name="Content Placeholder 2"/>
          <p:cNvSpPr>
            <a:spLocks noGrp="1"/>
          </p:cNvSpPr>
          <p:nvPr>
            <p:ph idx="1"/>
          </p:nvPr>
        </p:nvSpPr>
        <p:spPr>
          <a:xfrm>
            <a:off x="612396" y="1825625"/>
            <a:ext cx="10741404" cy="4351338"/>
          </a:xfrm>
        </p:spPr>
        <p:txBody>
          <a:bodyPr>
            <a:normAutofit fontScale="92500" lnSpcReduction="20000"/>
          </a:bodyPr>
          <a:lstStyle/>
          <a:p>
            <a:pPr marL="0" indent="0">
              <a:buNone/>
            </a:pPr>
            <a:r>
              <a:rPr lang="en-US" b="1" err="1"/>
              <a:t>Initialising</a:t>
            </a:r>
            <a:r>
              <a:rPr lang="en-US" b="1"/>
              <a:t> Arrays</a:t>
            </a:r>
          </a:p>
          <a:p>
            <a:pPr marL="0" indent="0">
              <a:buNone/>
            </a:pPr>
            <a:r>
              <a:rPr lang="en-US" b="1"/>
              <a:t>	</a:t>
            </a:r>
          </a:p>
          <a:p>
            <a:pPr marL="0" indent="0">
              <a:buNone/>
            </a:pPr>
            <a:r>
              <a:rPr lang="en-US" b="1"/>
              <a:t>	Arrays can be </a:t>
            </a:r>
            <a:r>
              <a:rPr lang="en-US" b="1" err="1"/>
              <a:t>initialised</a:t>
            </a:r>
            <a:r>
              <a:rPr lang="en-US" b="1"/>
              <a:t> at time of declaration in the following manner.</a:t>
            </a:r>
          </a:p>
          <a:p>
            <a:pPr marL="0" indent="0">
              <a:buNone/>
            </a:pPr>
            <a:r>
              <a:rPr lang="en-US" b="1"/>
              <a:t>	</a:t>
            </a:r>
          </a:p>
          <a:p>
            <a:pPr marL="0" indent="0">
              <a:buNone/>
            </a:pPr>
            <a:r>
              <a:rPr lang="en-US" b="1"/>
              <a:t>		type array[ size ] = { value list };</a:t>
            </a:r>
          </a:p>
          <a:p>
            <a:pPr marL="0" indent="0">
              <a:buNone/>
            </a:pPr>
            <a:r>
              <a:rPr lang="en-US" b="1"/>
              <a:t>	</a:t>
            </a:r>
          </a:p>
          <a:p>
            <a:pPr marL="0" indent="0">
              <a:buNone/>
            </a:pPr>
            <a:r>
              <a:rPr lang="en-US" b="1"/>
              <a:t>	For Example :-</a:t>
            </a:r>
          </a:p>
          <a:p>
            <a:pPr marL="0" indent="0">
              <a:buNone/>
            </a:pPr>
            <a:r>
              <a:rPr lang="en-US" b="1"/>
              <a:t>			</a:t>
            </a:r>
            <a:r>
              <a:rPr lang="en-US" b="1" err="1"/>
              <a:t>int</a:t>
            </a:r>
            <a:r>
              <a:rPr lang="en-US" b="1"/>
              <a:t> </a:t>
            </a:r>
            <a:r>
              <a:rPr lang="en-US" b="1" err="1"/>
              <a:t>i</a:t>
            </a:r>
            <a:r>
              <a:rPr lang="en-US" b="1"/>
              <a:t>[5] = {1, 2, 3, 4, 5 } ;</a:t>
            </a:r>
          </a:p>
          <a:p>
            <a:pPr marL="0" indent="0">
              <a:buNone/>
            </a:pPr>
            <a:r>
              <a:rPr lang="en-US" b="1"/>
              <a:t>	</a:t>
            </a:r>
          </a:p>
          <a:p>
            <a:pPr marL="0" indent="0">
              <a:buNone/>
            </a:pPr>
            <a:r>
              <a:rPr lang="en-US" b="1"/>
              <a:t>	</a:t>
            </a:r>
            <a:r>
              <a:rPr lang="en-US" b="1" err="1"/>
              <a:t>i</a:t>
            </a:r>
            <a:r>
              <a:rPr lang="en-US" b="1"/>
              <a:t>[0] = 1, </a:t>
            </a:r>
            <a:r>
              <a:rPr lang="en-US" b="1" err="1"/>
              <a:t>i</a:t>
            </a:r>
            <a:r>
              <a:rPr lang="en-US" b="1"/>
              <a:t>[1] = 2, etc.</a:t>
            </a:r>
          </a:p>
        </p:txBody>
      </p:sp>
    </p:spTree>
    <p:extLst>
      <p:ext uri="{BB962C8B-B14F-4D97-AF65-F5344CB8AC3E}">
        <p14:creationId xmlns:p14="http://schemas.microsoft.com/office/powerpoint/2010/main" val="265076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Strings</a:t>
            </a:r>
            <a:endParaRPr lang="en-US" b="1"/>
          </a:p>
        </p:txBody>
      </p:sp>
      <p:sp>
        <p:nvSpPr>
          <p:cNvPr id="3" name="Content Placeholder 2"/>
          <p:cNvSpPr>
            <a:spLocks noGrp="1"/>
          </p:cNvSpPr>
          <p:nvPr>
            <p:ph idx="1"/>
          </p:nvPr>
        </p:nvSpPr>
        <p:spPr>
          <a:xfrm>
            <a:off x="494950" y="1825625"/>
            <a:ext cx="11325138" cy="4351338"/>
          </a:xfrm>
        </p:spPr>
        <p:txBody>
          <a:bodyPr/>
          <a:lstStyle/>
          <a:p>
            <a:pPr hangingPunct="0"/>
            <a:r>
              <a:rPr lang="en-GB"/>
              <a:t>In C a string is defined as a character array which is terminated by a special character, the null character '\0', as there is no string type as such in C.</a:t>
            </a:r>
            <a:endParaRPr lang="en-US"/>
          </a:p>
          <a:p>
            <a:pPr hangingPunct="0"/>
            <a:r>
              <a:rPr lang="en-GB"/>
              <a:t>Thus the string or character array must always be defined to be one character longer than is needed in order to cater for the '\0'.</a:t>
            </a:r>
            <a:endParaRPr lang="en-US"/>
          </a:p>
          <a:p>
            <a:pPr hangingPunct="0"/>
            <a:r>
              <a:rPr lang="en-GB"/>
              <a:t>For Example :- string to hold 5 characters</a:t>
            </a:r>
            <a:endParaRPr lang="en-US"/>
          </a:p>
          <a:p>
            <a:pPr marL="0" indent="0">
              <a:buNone/>
            </a:pPr>
            <a:endParaRPr lang="en-US"/>
          </a:p>
        </p:txBody>
      </p:sp>
    </p:spTree>
    <p:extLst>
      <p:ext uri="{BB962C8B-B14F-4D97-AF65-F5344CB8AC3E}">
        <p14:creationId xmlns:p14="http://schemas.microsoft.com/office/powerpoint/2010/main" val="1454474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Strings</a:t>
            </a:r>
            <a:endParaRPr lang="en-US" b="1"/>
          </a:p>
        </p:txBody>
      </p:sp>
      <p:sp>
        <p:nvSpPr>
          <p:cNvPr id="3" name="Content Placeholder 2"/>
          <p:cNvSpPr>
            <a:spLocks noGrp="1"/>
          </p:cNvSpPr>
          <p:nvPr>
            <p:ph idx="1"/>
          </p:nvPr>
        </p:nvSpPr>
        <p:spPr>
          <a:xfrm>
            <a:off x="838200" y="1459684"/>
            <a:ext cx="10515600" cy="4717279"/>
          </a:xfrm>
        </p:spPr>
        <p:txBody>
          <a:bodyPr/>
          <a:lstStyle/>
          <a:p>
            <a:pPr hangingPunct="0"/>
            <a:r>
              <a:rPr lang="en-GB"/>
              <a:t>A string constant is simply a list of characters within double quotes e.g. "Hello" with the '\0' character being automatically appended at the end by the compiler.</a:t>
            </a:r>
            <a:endParaRPr lang="en-US"/>
          </a:p>
          <a:p>
            <a:pPr hangingPunct="0"/>
            <a:r>
              <a:rPr lang="en-GB"/>
              <a:t>A string may be initialised as simply as follows </a:t>
            </a:r>
            <a:endParaRPr lang="en-US"/>
          </a:p>
          <a:p>
            <a:pPr hangingPunct="0"/>
            <a:r>
              <a:rPr lang="en-GB"/>
              <a:t>		char s[6] = "Hello" ;</a:t>
            </a: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5" name="Picture 4"/>
          <p:cNvPicPr>
            <a:picLocks noChangeAspect="1"/>
          </p:cNvPicPr>
          <p:nvPr/>
        </p:nvPicPr>
        <p:blipFill>
          <a:blip r:embed="rId2"/>
          <a:stretch>
            <a:fillRect/>
          </a:stretch>
        </p:blipFill>
        <p:spPr>
          <a:xfrm>
            <a:off x="838200" y="3818323"/>
            <a:ext cx="9725025" cy="2471868"/>
          </a:xfrm>
          <a:prstGeom prst="rect">
            <a:avLst/>
          </a:prstGeom>
        </p:spPr>
      </p:pic>
    </p:spTree>
    <p:extLst>
      <p:ext uri="{BB962C8B-B14F-4D97-AF65-F5344CB8AC3E}">
        <p14:creationId xmlns:p14="http://schemas.microsoft.com/office/powerpoint/2010/main" val="25873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i="1"/>
              <a:t>Manipulating Strings</a:t>
            </a:r>
            <a:br>
              <a:rPr lang="en-US" b="1" i="1"/>
            </a:br>
            <a:endParaRPr lang="en-US" b="1"/>
          </a:p>
        </p:txBody>
      </p:sp>
      <p:sp>
        <p:nvSpPr>
          <p:cNvPr id="3" name="Content Placeholder 2"/>
          <p:cNvSpPr>
            <a:spLocks noGrp="1"/>
          </p:cNvSpPr>
          <p:nvPr>
            <p:ph idx="1"/>
          </p:nvPr>
        </p:nvSpPr>
        <p:spPr>
          <a:xfrm>
            <a:off x="360727" y="1459684"/>
            <a:ext cx="10993073" cy="4717279"/>
          </a:xfrm>
        </p:spPr>
        <p:txBody>
          <a:bodyPr>
            <a:normAutofit lnSpcReduction="10000"/>
          </a:bodyPr>
          <a:lstStyle/>
          <a:p>
            <a:pPr marL="0" indent="0">
              <a:buNone/>
            </a:pPr>
            <a:r>
              <a:rPr lang="en-US"/>
              <a:t>We can print out the contents of a string using </a:t>
            </a:r>
            <a:r>
              <a:rPr lang="en-US" err="1"/>
              <a:t>printf</a:t>
            </a:r>
            <a:r>
              <a:rPr lang="en-US"/>
              <a:t>() as we have seen already or by using puts().</a:t>
            </a:r>
          </a:p>
          <a:p>
            <a:pPr marL="0" indent="0">
              <a:buNone/>
            </a:pPr>
            <a:r>
              <a:rPr lang="en-US"/>
              <a:t>			</a:t>
            </a:r>
            <a:r>
              <a:rPr lang="en-US" b="1" err="1"/>
              <a:t>printf</a:t>
            </a:r>
            <a:r>
              <a:rPr lang="en-US" b="1"/>
              <a:t>( "%s", s ) ;</a:t>
            </a:r>
          </a:p>
          <a:p>
            <a:pPr marL="0" indent="0">
              <a:buNone/>
            </a:pPr>
            <a:r>
              <a:rPr lang="en-US" b="1"/>
              <a:t>			puts( s ) ;</a:t>
            </a:r>
          </a:p>
          <a:p>
            <a:pPr marL="0" indent="0">
              <a:buNone/>
            </a:pPr>
            <a:r>
              <a:rPr lang="en-US"/>
              <a:t>		Strings can be read in using  </a:t>
            </a:r>
            <a:r>
              <a:rPr lang="en-US" err="1"/>
              <a:t>scanf</a:t>
            </a:r>
            <a:r>
              <a:rPr lang="en-US"/>
              <a:t>()</a:t>
            </a:r>
          </a:p>
          <a:p>
            <a:pPr marL="0" indent="0">
              <a:buNone/>
            </a:pPr>
            <a:r>
              <a:rPr lang="en-US"/>
              <a:t>				</a:t>
            </a:r>
            <a:r>
              <a:rPr lang="en-US" b="1" err="1"/>
              <a:t>scanf</a:t>
            </a:r>
            <a:r>
              <a:rPr lang="en-US" b="1"/>
              <a:t>( "%s", s ) ;</a:t>
            </a:r>
          </a:p>
          <a:p>
            <a:pPr marL="0" indent="0">
              <a:buNone/>
            </a:pPr>
            <a:r>
              <a:rPr lang="en-US"/>
              <a:t>		where we do not require the familiar &amp; as the name of an array without any index or square braces is also the address of the array.</a:t>
            </a:r>
          </a:p>
          <a:p>
            <a:pPr marL="0" indent="0">
              <a:buNone/>
            </a:pPr>
            <a:r>
              <a:rPr lang="en-US"/>
              <a:t>A string can also be read in using gets() </a:t>
            </a:r>
          </a:p>
          <a:p>
            <a:pPr marL="0" indent="0">
              <a:buNone/>
            </a:pPr>
            <a:r>
              <a:rPr lang="en-US"/>
              <a:t>				</a:t>
            </a:r>
            <a:r>
              <a:rPr lang="en-US" b="1"/>
              <a:t>gets ( s ) ;</a:t>
            </a:r>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463729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i="1"/>
              <a:t>Manipulating Strings</a:t>
            </a:r>
            <a:br>
              <a:rPr lang="en-US" b="1" i="1"/>
            </a:br>
            <a:endParaRPr lang="en-US" b="1"/>
          </a:p>
        </p:txBody>
      </p:sp>
      <p:sp>
        <p:nvSpPr>
          <p:cNvPr id="3" name="Content Placeholder 2"/>
          <p:cNvSpPr>
            <a:spLocks noGrp="1"/>
          </p:cNvSpPr>
          <p:nvPr>
            <p:ph idx="1"/>
          </p:nvPr>
        </p:nvSpPr>
        <p:spPr>
          <a:xfrm>
            <a:off x="360727" y="1375018"/>
            <a:ext cx="10849140" cy="4801945"/>
          </a:xfrm>
        </p:spPr>
        <p:txBody>
          <a:bodyPr vert="horz" lIns="91440" tIns="45720" rIns="91440" bIns="45720" rtlCol="0" anchor="t">
            <a:normAutofit/>
          </a:bodyPr>
          <a:lstStyle/>
          <a:p>
            <a:pPr marL="0" indent="0">
              <a:buNone/>
            </a:pPr>
            <a:r>
              <a:rPr lang="en-US"/>
              <a:t>For Example :-</a:t>
            </a:r>
          </a:p>
          <a:p>
            <a:pPr marL="0" indent="0">
              <a:buNone/>
            </a:pPr>
            <a:r>
              <a:rPr lang="en-US"/>
              <a:t>			char s1[20] = “String1”,  s2[20] = “String2” ;</a:t>
            </a:r>
            <a:endParaRPr lang="en-US">
              <a:cs typeface="Calibri"/>
            </a:endParaRPr>
          </a:p>
          <a:p>
            <a:pPr marL="0" indent="0">
              <a:buNone/>
            </a:pPr>
            <a:r>
              <a:rPr lang="en-US"/>
              <a:t>			int </a:t>
            </a:r>
            <a:r>
              <a:rPr lang="en-US" err="1"/>
              <a:t>i</a:t>
            </a:r>
            <a:r>
              <a:rPr lang="en-US"/>
              <a:t> ;</a:t>
            </a:r>
          </a:p>
          <a:p>
            <a:pPr marL="0" indent="0">
              <a:buNone/>
            </a:pPr>
            <a:r>
              <a:rPr lang="en-US" err="1"/>
              <a:t>s</a:t>
            </a:r>
            <a:r>
              <a:rPr lang="en-US" err="1">
                <a:highlight>
                  <a:srgbClr val="FFFF00"/>
                </a:highlight>
              </a:rPr>
              <a:t>trcpy</a:t>
            </a:r>
            <a:r>
              <a:rPr lang="en-US">
                <a:highlight>
                  <a:srgbClr val="FFFF00"/>
                </a:highlight>
              </a:rPr>
              <a:t>( s1, s2 )  ;  	/*   copies s2 into s1. */</a:t>
            </a:r>
            <a:endParaRPr lang="en-US">
              <a:highlight>
                <a:srgbClr val="FFFF00"/>
              </a:highlight>
              <a:cs typeface="Calibri"/>
            </a:endParaRPr>
          </a:p>
          <a:p>
            <a:pPr marL="0" indent="0">
              <a:buNone/>
            </a:pPr>
            <a:r>
              <a:rPr lang="en-US">
                <a:highlight>
                  <a:srgbClr val="FFFF00"/>
                </a:highlight>
              </a:rPr>
              <a:t>			</a:t>
            </a:r>
            <a:r>
              <a:rPr lang="en-US" err="1">
                <a:highlight>
                  <a:srgbClr val="FFFF00"/>
                </a:highlight>
              </a:rPr>
              <a:t>i</a:t>
            </a:r>
            <a:r>
              <a:rPr lang="en-US">
                <a:highlight>
                  <a:srgbClr val="FFFF00"/>
                </a:highlight>
              </a:rPr>
              <a:t> = </a:t>
            </a:r>
            <a:r>
              <a:rPr lang="en-US" err="1">
                <a:highlight>
                  <a:srgbClr val="FFFF00"/>
                </a:highlight>
              </a:rPr>
              <a:t>strcmp</a:t>
            </a:r>
            <a:r>
              <a:rPr lang="en-US">
                <a:highlight>
                  <a:srgbClr val="FFFF00"/>
                </a:highlight>
              </a:rPr>
              <a:t>( s1,s2 ) ;  	/*  compares s1 and s2. It returns zero if s1 same as s2,</a:t>
            </a:r>
            <a:endParaRPr lang="en-US">
              <a:highlight>
                <a:srgbClr val="FFFF00"/>
              </a:highlight>
              <a:cs typeface="Calibri"/>
            </a:endParaRPr>
          </a:p>
          <a:p>
            <a:pPr marL="0" indent="0">
              <a:buNone/>
            </a:pPr>
            <a:r>
              <a:rPr lang="en-US">
                <a:highlight>
                  <a:srgbClr val="FFFF00"/>
                </a:highlight>
              </a:rPr>
              <a:t>					      -1 if s1 &lt; s2, and +1 if s1 &gt; s2	*/</a:t>
            </a:r>
            <a:endParaRPr lang="en-US">
              <a:highlight>
                <a:srgbClr val="FFFF00"/>
              </a:highlight>
              <a:cs typeface="Calibri"/>
            </a:endParaRPr>
          </a:p>
          <a:p>
            <a:pPr marL="0" indent="0">
              <a:buNone/>
            </a:pPr>
            <a:r>
              <a:rPr lang="en-US"/>
              <a:t>			</a:t>
            </a:r>
            <a:r>
              <a:rPr lang="en-US" err="1"/>
              <a:t>i</a:t>
            </a:r>
            <a:r>
              <a:rPr lang="en-US"/>
              <a:t> = </a:t>
            </a:r>
            <a:r>
              <a:rPr lang="en-US" err="1"/>
              <a:t>strlen</a:t>
            </a:r>
            <a:r>
              <a:rPr lang="en-US"/>
              <a:t>( s1 ) ;		/* returns the length of s1 */</a:t>
            </a:r>
          </a:p>
          <a:p>
            <a:pPr marL="0" indent="0">
              <a:buNone/>
            </a:pPr>
            <a:r>
              <a:rPr lang="en-US"/>
              <a:t>	</a:t>
            </a:r>
            <a:r>
              <a:rPr lang="en-US" err="1"/>
              <a:t>strcat</a:t>
            </a:r>
            <a:r>
              <a:rPr lang="en-US"/>
              <a:t> ( s1, s2 ) ;		/* Concatenates s2 onto end of s1  */</a:t>
            </a:r>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4259047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hangingPunct="0"/>
            <a:r>
              <a:rPr lang="en-GB" b="1"/>
              <a:t>Multidimensional Arrays</a:t>
            </a:r>
            <a:br>
              <a:rPr lang="en-GB" b="1"/>
            </a:br>
            <a:br>
              <a:rPr lang="en-US"/>
            </a:br>
            <a:endParaRPr lang="en-US" b="1"/>
          </a:p>
        </p:txBody>
      </p:sp>
      <p:sp>
        <p:nvSpPr>
          <p:cNvPr id="3" name="Content Placeholder 2"/>
          <p:cNvSpPr>
            <a:spLocks noGrp="1"/>
          </p:cNvSpPr>
          <p:nvPr>
            <p:ph idx="1"/>
          </p:nvPr>
        </p:nvSpPr>
        <p:spPr>
          <a:xfrm>
            <a:off x="360727" y="1459684"/>
            <a:ext cx="10993073" cy="4717279"/>
          </a:xfrm>
        </p:spPr>
        <p:txBody>
          <a:bodyPr vert="horz" lIns="91440" tIns="45720" rIns="91440" bIns="45720" rtlCol="0" anchor="t">
            <a:normAutofit/>
          </a:bodyPr>
          <a:lstStyle/>
          <a:p>
            <a:pPr marL="0" indent="0">
              <a:buNone/>
            </a:pPr>
            <a:r>
              <a:rPr lang="en-US"/>
              <a:t>Multidimensional arrays of any dimension are possible in C but in practice only two or three dimensional arrays are workable. </a:t>
            </a:r>
          </a:p>
          <a:p>
            <a:pPr marL="0" indent="0">
              <a:buNone/>
            </a:pPr>
            <a:r>
              <a:rPr lang="en-US"/>
              <a:t>The most common multidimensional array is a two dimensional array for example the computer display, board games, a mathematical matrix etc.</a:t>
            </a:r>
            <a:endParaRPr lang="en-US">
              <a:cs typeface="Calibri"/>
            </a:endParaRPr>
          </a:p>
          <a:p>
            <a:pPr marL="0" indent="0">
              <a:buNone/>
            </a:pPr>
            <a:r>
              <a:rPr lang="en-US"/>
              <a:t>Syntax :	type   name [ rows ] [ columns ]  ;</a:t>
            </a:r>
            <a:endParaRPr lang="en-US">
              <a:cs typeface="Calibri"/>
            </a:endParaRPr>
          </a:p>
          <a:p>
            <a:pPr marL="0" indent="0">
              <a:buNone/>
            </a:pPr>
            <a:r>
              <a:rPr lang="en-US"/>
              <a:t>		For Example :- 2D array of dimension 2 X 3.</a:t>
            </a:r>
            <a:endParaRPr lang="en-US">
              <a:cs typeface="Calibri"/>
            </a:endParaRPr>
          </a:p>
          <a:p>
            <a:pPr marL="0" indent="0">
              <a:buNone/>
            </a:pPr>
            <a:r>
              <a:rPr lang="en-US"/>
              <a:t>			int d[ 2 ] [ 3 ] ;</a:t>
            </a:r>
            <a:endParaRPr lang="en-US">
              <a:cs typeface="Calibri" panose="020F0502020204030204"/>
            </a:endParaRPr>
          </a:p>
          <a:p>
            <a:pPr marL="0" indent="0">
              <a:buNone/>
            </a:pPr>
            <a:endParaRPr lang="en-US">
              <a:cs typeface="Calibri" panose="020F0502020204030204"/>
            </a:endParaRPr>
          </a:p>
          <a:p>
            <a:pPr marL="0" indent="0">
              <a:buNone/>
            </a:pPr>
            <a:endParaRPr lang="en-US"/>
          </a:p>
          <a:p>
            <a:pPr marL="0" indent="0">
              <a:buNone/>
            </a:pPr>
            <a:endParaRPr lang="en-US"/>
          </a:p>
          <a:p>
            <a:pPr mar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3393835" y="4872614"/>
            <a:ext cx="4505325" cy="1524000"/>
          </a:xfrm>
          <a:prstGeom prst="rect">
            <a:avLst/>
          </a:prstGeom>
        </p:spPr>
      </p:pic>
    </p:spTree>
    <p:extLst>
      <p:ext uri="{BB962C8B-B14F-4D97-AF65-F5344CB8AC3E}">
        <p14:creationId xmlns:p14="http://schemas.microsoft.com/office/powerpoint/2010/main" val="3940831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Multidimensional Arrays</a:t>
            </a:r>
          </a:p>
        </p:txBody>
      </p:sp>
      <p:sp>
        <p:nvSpPr>
          <p:cNvPr id="3" name="Content Placeholder 2"/>
          <p:cNvSpPr>
            <a:spLocks noGrp="1"/>
          </p:cNvSpPr>
          <p:nvPr>
            <p:ph idx="1"/>
          </p:nvPr>
        </p:nvSpPr>
        <p:spPr>
          <a:xfrm>
            <a:off x="360727" y="1459684"/>
            <a:ext cx="10993073" cy="4717279"/>
          </a:xfrm>
        </p:spPr>
        <p:txBody>
          <a:bodyPr>
            <a:normAutofit/>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5" name="Picture 4"/>
          <p:cNvPicPr>
            <a:picLocks noChangeAspect="1"/>
          </p:cNvPicPr>
          <p:nvPr/>
        </p:nvPicPr>
        <p:blipFill>
          <a:blip r:embed="rId2"/>
          <a:stretch>
            <a:fillRect/>
          </a:stretch>
        </p:blipFill>
        <p:spPr>
          <a:xfrm>
            <a:off x="0" y="2176600"/>
            <a:ext cx="11800115" cy="4000363"/>
          </a:xfrm>
          <a:prstGeom prst="rect">
            <a:avLst/>
          </a:prstGeom>
        </p:spPr>
      </p:pic>
      <p:sp>
        <p:nvSpPr>
          <p:cNvPr id="4" name="TextBox 3">
            <a:extLst>
              <a:ext uri="{FF2B5EF4-FFF2-40B4-BE49-F238E27FC236}">
                <a16:creationId xmlns:a16="http://schemas.microsoft.com/office/drawing/2014/main" id="{3BB339C4-3D1A-0433-CDB1-E1D0031F9E7A}"/>
              </a:ext>
            </a:extLst>
          </p:cNvPr>
          <p:cNvSpPr txBox="1"/>
          <p:nvPr/>
        </p:nvSpPr>
        <p:spPr>
          <a:xfrm>
            <a:off x="4724400" y="32003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520342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Multidimensional Arrays</a:t>
            </a:r>
            <a:endParaRPr lang="en-US" b="1"/>
          </a:p>
        </p:txBody>
      </p:sp>
      <p:sp>
        <p:nvSpPr>
          <p:cNvPr id="3" name="Content Placeholder 2"/>
          <p:cNvSpPr>
            <a:spLocks noGrp="1"/>
          </p:cNvSpPr>
          <p:nvPr>
            <p:ph idx="1"/>
          </p:nvPr>
        </p:nvSpPr>
        <p:spPr>
          <a:xfrm>
            <a:off x="360727" y="1459684"/>
            <a:ext cx="10993073" cy="4717279"/>
          </a:xfrm>
        </p:spPr>
        <p:txBody>
          <a:bodyPr>
            <a:normAutofit/>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0" y="1393371"/>
            <a:ext cx="11713030" cy="5059816"/>
          </a:xfrm>
          <a:prstGeom prst="rect">
            <a:avLst/>
          </a:prstGeom>
        </p:spPr>
      </p:pic>
    </p:spTree>
    <p:extLst>
      <p:ext uri="{BB962C8B-B14F-4D97-AF65-F5344CB8AC3E}">
        <p14:creationId xmlns:p14="http://schemas.microsoft.com/office/powerpoint/2010/main" val="1904430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727" y="1459684"/>
            <a:ext cx="10993073" cy="4717279"/>
          </a:xfrm>
        </p:spPr>
        <p:txBody>
          <a:bodyPr>
            <a:normAutofit/>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1" y="520117"/>
            <a:ext cx="11610363" cy="5721291"/>
          </a:xfrm>
          <a:prstGeom prst="rect">
            <a:avLst/>
          </a:prstGeom>
        </p:spPr>
      </p:pic>
    </p:spTree>
    <p:extLst>
      <p:ext uri="{BB962C8B-B14F-4D97-AF65-F5344CB8AC3E}">
        <p14:creationId xmlns:p14="http://schemas.microsoft.com/office/powerpoint/2010/main" val="100844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Example</a:t>
            </a:r>
          </a:p>
        </p:txBody>
      </p:sp>
      <p:sp>
        <p:nvSpPr>
          <p:cNvPr id="3" name="Content Placeholder 2"/>
          <p:cNvSpPr>
            <a:spLocks noGrp="1"/>
          </p:cNvSpPr>
          <p:nvPr>
            <p:ph idx="1"/>
          </p:nvPr>
        </p:nvSpPr>
        <p:spPr>
          <a:xfrm>
            <a:off x="360727" y="1459684"/>
            <a:ext cx="10993073" cy="4717279"/>
          </a:xfrm>
        </p:spPr>
        <p:txBody>
          <a:bodyPr>
            <a:normAutofit fontScale="62500" lnSpcReduction="20000"/>
          </a:bodyPr>
          <a:lstStyle/>
          <a:p>
            <a:pPr marL="0" indent="0">
              <a:buNone/>
            </a:pPr>
            <a:r>
              <a:rPr lang="en-US" err="1"/>
              <a:t>int</a:t>
            </a:r>
            <a:r>
              <a:rPr lang="en-US"/>
              <a:t> main() {</a:t>
            </a:r>
          </a:p>
          <a:p>
            <a:pPr marL="0" indent="0">
              <a:buNone/>
            </a:pPr>
            <a:r>
              <a:rPr lang="en-US" err="1"/>
              <a:t>int</a:t>
            </a:r>
            <a:r>
              <a:rPr lang="en-US"/>
              <a:t> </a:t>
            </a:r>
            <a:r>
              <a:rPr lang="en-US" err="1"/>
              <a:t>i</a:t>
            </a:r>
            <a:r>
              <a:rPr lang="en-US"/>
              <a:t>, j, </a:t>
            </a:r>
            <a:r>
              <a:rPr lang="en-US" err="1"/>
              <a:t>num</a:t>
            </a:r>
            <a:r>
              <a:rPr lang="en-US"/>
              <a:t>[2][3] ;</a:t>
            </a:r>
          </a:p>
          <a:p>
            <a:pPr marL="0" indent="0">
              <a:buNone/>
            </a:pPr>
            <a:r>
              <a:rPr lang="en-US"/>
              <a:t>			for ( </a:t>
            </a:r>
            <a:r>
              <a:rPr lang="en-US" err="1"/>
              <a:t>i</a:t>
            </a:r>
            <a:r>
              <a:rPr lang="en-US"/>
              <a:t> = 0; </a:t>
            </a:r>
            <a:r>
              <a:rPr lang="en-US" err="1"/>
              <a:t>i</a:t>
            </a:r>
            <a:r>
              <a:rPr lang="en-US"/>
              <a:t> &lt; 2; </a:t>
            </a:r>
            <a:r>
              <a:rPr lang="en-US" err="1"/>
              <a:t>i</a:t>
            </a:r>
            <a:r>
              <a:rPr lang="en-US"/>
              <a:t>++ )</a:t>
            </a:r>
          </a:p>
          <a:p>
            <a:pPr marL="0" indent="0">
              <a:buNone/>
            </a:pPr>
            <a:r>
              <a:rPr lang="en-US"/>
              <a:t>				for ( j = 0; j &lt; 3; j ++ )</a:t>
            </a:r>
          </a:p>
          <a:p>
            <a:pPr marL="0" indent="0">
              <a:buNone/>
            </a:pPr>
            <a:r>
              <a:rPr lang="en-US"/>
              <a:t>					</a:t>
            </a:r>
            <a:r>
              <a:rPr lang="en-US" err="1"/>
              <a:t>num</a:t>
            </a:r>
            <a:r>
              <a:rPr lang="en-US"/>
              <a:t>[</a:t>
            </a:r>
            <a:r>
              <a:rPr lang="en-US" err="1"/>
              <a:t>i</a:t>
            </a:r>
            <a:r>
              <a:rPr lang="en-US"/>
              <a:t>][j] =  </a:t>
            </a:r>
            <a:r>
              <a:rPr lang="en-US" err="1"/>
              <a:t>i</a:t>
            </a:r>
            <a:r>
              <a:rPr lang="en-US"/>
              <a:t> * 3 + j + 1 ;</a:t>
            </a:r>
          </a:p>
          <a:p>
            <a:pPr marL="0" indent="0">
              <a:buNone/>
            </a:pPr>
            <a:r>
              <a:rPr lang="en-US"/>
              <a:t>			for ( </a:t>
            </a:r>
            <a:r>
              <a:rPr lang="en-US" err="1"/>
              <a:t>i</a:t>
            </a:r>
            <a:r>
              <a:rPr lang="en-US"/>
              <a:t> = 0; </a:t>
            </a:r>
            <a:r>
              <a:rPr lang="en-US" err="1"/>
              <a:t>i</a:t>
            </a:r>
            <a:r>
              <a:rPr lang="en-US"/>
              <a:t> &lt; 2; </a:t>
            </a:r>
            <a:r>
              <a:rPr lang="en-US" err="1"/>
              <a:t>i</a:t>
            </a:r>
            <a:r>
              <a:rPr lang="en-US"/>
              <a:t>++ )</a:t>
            </a:r>
          </a:p>
          <a:p>
            <a:pPr marL="0" indent="0">
              <a:buNone/>
            </a:pPr>
            <a:r>
              <a:rPr lang="en-US"/>
              <a:t>				{</a:t>
            </a:r>
          </a:p>
          <a:p>
            <a:pPr marL="0" indent="0">
              <a:buNone/>
            </a:pPr>
            <a:r>
              <a:rPr lang="en-US"/>
              <a:t>				for ( j = 0; j &lt; 3; j ++ )</a:t>
            </a:r>
          </a:p>
          <a:p>
            <a:pPr marL="0" indent="0">
              <a:buNone/>
            </a:pPr>
            <a:r>
              <a:rPr lang="en-US"/>
              <a:t>					</a:t>
            </a:r>
            <a:r>
              <a:rPr lang="en-US" err="1"/>
              <a:t>printf</a:t>
            </a:r>
            <a:r>
              <a:rPr lang="en-US"/>
              <a:t>("%d ",</a:t>
            </a:r>
            <a:r>
              <a:rPr lang="en-US" err="1"/>
              <a:t>num</a:t>
            </a:r>
            <a:r>
              <a:rPr lang="en-US"/>
              <a:t>[</a:t>
            </a:r>
            <a:r>
              <a:rPr lang="en-US" err="1"/>
              <a:t>i</a:t>
            </a:r>
            <a:r>
              <a:rPr lang="en-US"/>
              <a:t>][j]  ) ;</a:t>
            </a:r>
          </a:p>
          <a:p>
            <a:pPr marL="0" indent="0">
              <a:buNone/>
            </a:pPr>
            <a:r>
              <a:rPr lang="en-US"/>
              <a:t>				</a:t>
            </a:r>
            <a:r>
              <a:rPr lang="en-US" err="1"/>
              <a:t>printf</a:t>
            </a:r>
            <a:r>
              <a:rPr lang="en-US"/>
              <a:t>("\n" );</a:t>
            </a:r>
          </a:p>
          <a:p>
            <a:pPr marL="0" indent="0">
              <a:buNone/>
            </a:pPr>
            <a:r>
              <a:rPr lang="en-US"/>
              <a:t>				}</a:t>
            </a:r>
          </a:p>
          <a:p>
            <a:pPr marL="0" indent="0">
              <a:buNone/>
            </a:pPr>
            <a:r>
              <a:rPr lang="en-US"/>
              <a:t> return 0;</a:t>
            </a:r>
          </a:p>
          <a:p>
            <a:pPr marL="0" indent="0">
              <a:buNone/>
            </a:pPr>
            <a:endParaRPr lang="en-US"/>
          </a:p>
          <a:p>
            <a:pPr marL="0" indent="0">
              <a:buNone/>
            </a:pPr>
            <a:r>
              <a:rPr lang="en-US"/>
              <a:t>}</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5" name="Picture 4"/>
          <p:cNvPicPr>
            <a:picLocks noChangeAspect="1"/>
          </p:cNvPicPr>
          <p:nvPr/>
        </p:nvPicPr>
        <p:blipFill>
          <a:blip r:embed="rId2"/>
          <a:stretch>
            <a:fillRect/>
          </a:stretch>
        </p:blipFill>
        <p:spPr>
          <a:xfrm>
            <a:off x="5788404" y="5467000"/>
            <a:ext cx="2348917" cy="933799"/>
          </a:xfrm>
          <a:prstGeom prst="rect">
            <a:avLst/>
          </a:prstGeom>
        </p:spPr>
      </p:pic>
      <p:sp>
        <p:nvSpPr>
          <p:cNvPr id="4" name="TextBox 3">
            <a:extLst>
              <a:ext uri="{FF2B5EF4-FFF2-40B4-BE49-F238E27FC236}">
                <a16:creationId xmlns:a16="http://schemas.microsoft.com/office/drawing/2014/main" id="{00130C67-77E3-C3C7-A8E6-9CF8A8C7E9A0}"/>
              </a:ext>
            </a:extLst>
          </p:cNvPr>
          <p:cNvSpPr txBox="1"/>
          <p:nvPr/>
        </p:nvSpPr>
        <p:spPr>
          <a:xfrm>
            <a:off x="4724400" y="32003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205824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727" y="1459684"/>
            <a:ext cx="10993073" cy="4717279"/>
          </a:xfrm>
        </p:spPr>
        <p:txBody>
          <a:bodyPr>
            <a:normAutofit/>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2" name="Picture 1"/>
          <p:cNvPicPr>
            <a:picLocks noChangeAspect="1"/>
          </p:cNvPicPr>
          <p:nvPr/>
        </p:nvPicPr>
        <p:blipFill>
          <a:blip r:embed="rId2"/>
          <a:stretch>
            <a:fillRect/>
          </a:stretch>
        </p:blipFill>
        <p:spPr>
          <a:xfrm>
            <a:off x="487679" y="523875"/>
            <a:ext cx="11500189" cy="5810250"/>
          </a:xfrm>
          <a:prstGeom prst="rect">
            <a:avLst/>
          </a:prstGeom>
        </p:spPr>
      </p:pic>
    </p:spTree>
    <p:extLst>
      <p:ext uri="{BB962C8B-B14F-4D97-AF65-F5344CB8AC3E}">
        <p14:creationId xmlns:p14="http://schemas.microsoft.com/office/powerpoint/2010/main" val="647785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727" y="1459684"/>
            <a:ext cx="10993073" cy="4717279"/>
          </a:xfrm>
        </p:spPr>
        <p:txBody>
          <a:bodyPr>
            <a:normAutofit/>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4" name="Picture 3"/>
          <p:cNvPicPr>
            <a:picLocks noChangeAspect="1"/>
          </p:cNvPicPr>
          <p:nvPr/>
        </p:nvPicPr>
        <p:blipFill>
          <a:blip r:embed="rId2"/>
          <a:stretch>
            <a:fillRect/>
          </a:stretch>
        </p:blipFill>
        <p:spPr>
          <a:xfrm>
            <a:off x="426720" y="628650"/>
            <a:ext cx="11521440" cy="5600700"/>
          </a:xfrm>
          <a:prstGeom prst="rect">
            <a:avLst/>
          </a:prstGeom>
        </p:spPr>
      </p:pic>
    </p:spTree>
    <p:extLst>
      <p:ext uri="{BB962C8B-B14F-4D97-AF65-F5344CB8AC3E}">
        <p14:creationId xmlns:p14="http://schemas.microsoft.com/office/powerpoint/2010/main" val="1057367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727" y="1459684"/>
            <a:ext cx="10993073" cy="4717279"/>
          </a:xfrm>
        </p:spPr>
        <p:txBody>
          <a:bodyPr>
            <a:normAutofit/>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pic>
        <p:nvPicPr>
          <p:cNvPr id="2" name="Picture 1"/>
          <p:cNvPicPr>
            <a:picLocks noChangeAspect="1"/>
          </p:cNvPicPr>
          <p:nvPr/>
        </p:nvPicPr>
        <p:blipFill>
          <a:blip r:embed="rId2"/>
          <a:stretch>
            <a:fillRect/>
          </a:stretch>
        </p:blipFill>
        <p:spPr>
          <a:xfrm>
            <a:off x="521018" y="302216"/>
            <a:ext cx="10832782" cy="5874747"/>
          </a:xfrm>
          <a:prstGeom prst="rect">
            <a:avLst/>
          </a:prstGeom>
        </p:spPr>
      </p:pic>
    </p:spTree>
    <p:extLst>
      <p:ext uri="{BB962C8B-B14F-4D97-AF65-F5344CB8AC3E}">
        <p14:creationId xmlns:p14="http://schemas.microsoft.com/office/powerpoint/2010/main" val="1793201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lIns="91440" tIns="45720" rIns="91440" bIns="45720" rtlCol="0" anchor="t">
            <a:normAutofit/>
          </a:bodyPr>
          <a:lstStyle/>
          <a:p>
            <a:pPr marL="0" indent="0">
              <a:buNone/>
            </a:pPr>
            <a:r>
              <a:rPr lang="nb-NO"/>
              <a:t>For(</a:t>
            </a:r>
            <a:r>
              <a:rPr lang="nb-NO" err="1"/>
              <a:t>int</a:t>
            </a:r>
            <a:r>
              <a:rPr lang="nb-NO"/>
              <a:t> i=0;i&lt;=2;i++)</a:t>
            </a:r>
          </a:p>
          <a:p>
            <a:pPr marL="0" indent="0">
              <a:buNone/>
            </a:pPr>
            <a:r>
              <a:rPr lang="nb-NO"/>
              <a:t>{</a:t>
            </a:r>
            <a:endParaRPr lang="nb-NO">
              <a:cs typeface="Calibri"/>
            </a:endParaRPr>
          </a:p>
          <a:p>
            <a:pPr marL="0" indent="0">
              <a:buNone/>
            </a:pPr>
            <a:r>
              <a:rPr lang="nb-NO"/>
              <a:t>	For(</a:t>
            </a:r>
            <a:r>
              <a:rPr lang="nb-NO" err="1"/>
              <a:t>int</a:t>
            </a:r>
            <a:r>
              <a:rPr lang="nb-NO"/>
              <a:t> j=0;j&lt;=2;j++)</a:t>
            </a:r>
            <a:endParaRPr lang="nb-NO">
              <a:cs typeface="Calibri"/>
            </a:endParaRPr>
          </a:p>
          <a:p>
            <a:pPr marL="0" indent="0">
              <a:buNone/>
            </a:pPr>
            <a:r>
              <a:rPr lang="nb-NO"/>
              <a:t>	{</a:t>
            </a:r>
            <a:endParaRPr lang="nb-NO">
              <a:cs typeface="Calibri"/>
            </a:endParaRPr>
          </a:p>
          <a:p>
            <a:pPr marL="0" indent="0">
              <a:buNone/>
            </a:pPr>
            <a:r>
              <a:rPr lang="nb-NO"/>
              <a:t>		</a:t>
            </a:r>
            <a:r>
              <a:rPr lang="nb-NO" err="1"/>
              <a:t>Scanf</a:t>
            </a:r>
            <a:r>
              <a:rPr lang="nb-NO"/>
              <a:t>(“%</a:t>
            </a:r>
            <a:r>
              <a:rPr lang="nb-NO" err="1"/>
              <a:t>d”,&amp;a</a:t>
            </a:r>
            <a:r>
              <a:rPr lang="nb-NO"/>
              <a:t>[i][j]);		</a:t>
            </a:r>
            <a:endParaRPr lang="nb-NO">
              <a:cs typeface="Calibri"/>
            </a:endParaRPr>
          </a:p>
          <a:p>
            <a:pPr marL="0" indent="0">
              <a:buNone/>
            </a:pPr>
            <a:r>
              <a:rPr lang="nb-NO"/>
              <a:t>	}</a:t>
            </a:r>
            <a:endParaRPr lang="nb-NO">
              <a:cs typeface="Calibri"/>
            </a:endParaRPr>
          </a:p>
          <a:p>
            <a:pPr marL="0" indent="0">
              <a:buNone/>
            </a:pPr>
            <a:r>
              <a:rPr lang="nb-NO"/>
              <a:t>}</a:t>
            </a:r>
            <a:endParaRPr lang="nb-NO">
              <a:cs typeface="Calibri"/>
            </a:endParaRPr>
          </a:p>
          <a:p>
            <a:pPr marL="0" indent="0">
              <a:buNone/>
            </a:pPr>
            <a:endParaRPr lang="nb-NO">
              <a:cs typeface="Calibri"/>
            </a:endParaRPr>
          </a:p>
          <a:p>
            <a:pPr marL="0" indent="0">
              <a:buNone/>
            </a:pPr>
            <a:endParaRPr lang="en-US">
              <a:cs typeface="Calibri" panose="020F0502020204030204"/>
            </a:endParaRPr>
          </a:p>
        </p:txBody>
      </p:sp>
    </p:spTree>
    <p:extLst>
      <p:ext uri="{BB962C8B-B14F-4D97-AF65-F5344CB8AC3E}">
        <p14:creationId xmlns:p14="http://schemas.microsoft.com/office/powerpoint/2010/main" val="2984438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a:t>For(int </a:t>
            </a:r>
            <a:r>
              <a:rPr lang="en-US" err="1"/>
              <a:t>i</a:t>
            </a:r>
            <a:r>
              <a:rPr lang="en-US"/>
              <a:t>=0;i&lt;=2;i++)</a:t>
            </a:r>
          </a:p>
          <a:p>
            <a:pPr marL="0" indent="0">
              <a:buNone/>
            </a:pPr>
            <a:r>
              <a:rPr lang="en-US"/>
              <a:t>{</a:t>
            </a:r>
          </a:p>
          <a:p>
            <a:pPr marL="0" indent="0">
              <a:buNone/>
            </a:pPr>
            <a:r>
              <a:rPr lang="en-US"/>
              <a:t>	For(int j=0;j&lt;=2;j++)</a:t>
            </a:r>
          </a:p>
          <a:p>
            <a:pPr marL="0" indent="0">
              <a:buNone/>
            </a:pPr>
            <a:r>
              <a:rPr lang="en-US"/>
              <a:t>	{</a:t>
            </a:r>
          </a:p>
          <a:p>
            <a:pPr marL="0" indent="0">
              <a:buNone/>
            </a:pPr>
            <a:r>
              <a:rPr lang="en-US"/>
              <a:t>		</a:t>
            </a:r>
            <a:r>
              <a:rPr lang="en-US" err="1"/>
              <a:t>Scanf</a:t>
            </a:r>
            <a:r>
              <a:rPr lang="en-US"/>
              <a:t>(“%</a:t>
            </a:r>
            <a:r>
              <a:rPr lang="en-US" err="1"/>
              <a:t>d”,&amp;b</a:t>
            </a:r>
            <a:r>
              <a:rPr lang="en-US"/>
              <a:t>[</a:t>
            </a:r>
            <a:r>
              <a:rPr lang="en-US" err="1"/>
              <a:t>i</a:t>
            </a:r>
            <a:r>
              <a:rPr lang="en-US"/>
              <a:t>][j]);		</a:t>
            </a:r>
          </a:p>
          <a:p>
            <a:pPr marL="0" indent="0">
              <a:buNone/>
            </a:pPr>
            <a:r>
              <a:rPr lang="en-US"/>
              <a:t>	}</a:t>
            </a:r>
          </a:p>
          <a:p>
            <a:pPr marL="0" indent="0">
              <a:buNone/>
            </a:pPr>
            <a:r>
              <a:rPr lang="en-US"/>
              <a:t>}</a:t>
            </a:r>
          </a:p>
        </p:txBody>
      </p:sp>
      <p:sp>
        <p:nvSpPr>
          <p:cNvPr id="2" name="TextBox 1">
            <a:extLst>
              <a:ext uri="{FF2B5EF4-FFF2-40B4-BE49-F238E27FC236}">
                <a16:creationId xmlns:a16="http://schemas.microsoft.com/office/drawing/2014/main" id="{E4022400-71E6-A448-D655-2369C453E121}"/>
              </a:ext>
            </a:extLst>
          </p:cNvPr>
          <p:cNvSpPr txBox="1"/>
          <p:nvPr/>
        </p:nvSpPr>
        <p:spPr>
          <a:xfrm>
            <a:off x="4724400" y="32003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1843518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t>For(inti=0;i&lt;=2;i++)</a:t>
            </a:r>
          </a:p>
          <a:p>
            <a:pPr marL="0" indent="0">
              <a:buNone/>
            </a:pPr>
            <a:r>
              <a:rPr lang="en-US"/>
              <a:t>{</a:t>
            </a:r>
          </a:p>
          <a:p>
            <a:pPr marL="0" indent="0">
              <a:buNone/>
            </a:pPr>
            <a:r>
              <a:rPr lang="en-US"/>
              <a:t>	For(</a:t>
            </a:r>
            <a:r>
              <a:rPr lang="en-US" err="1"/>
              <a:t>int</a:t>
            </a:r>
            <a:r>
              <a:rPr lang="en-US"/>
              <a:t> j=0;j&lt;=2;j++)</a:t>
            </a:r>
          </a:p>
          <a:p>
            <a:pPr marL="0" indent="0">
              <a:buNone/>
            </a:pPr>
            <a:r>
              <a:rPr lang="en-US"/>
              <a:t>	{</a:t>
            </a:r>
          </a:p>
          <a:p>
            <a:pPr marL="0" indent="0">
              <a:buNone/>
            </a:pPr>
            <a:r>
              <a:rPr lang="en-US"/>
              <a:t>		Sum[</a:t>
            </a:r>
            <a:r>
              <a:rPr lang="en-US" err="1"/>
              <a:t>i</a:t>
            </a:r>
            <a:r>
              <a:rPr lang="en-US"/>
              <a:t>][j] = a[</a:t>
            </a:r>
            <a:r>
              <a:rPr lang="en-US" err="1"/>
              <a:t>i</a:t>
            </a:r>
            <a:r>
              <a:rPr lang="en-US"/>
              <a:t>][j] + b[</a:t>
            </a:r>
            <a:r>
              <a:rPr lang="en-US" err="1"/>
              <a:t>i</a:t>
            </a:r>
            <a:r>
              <a:rPr lang="en-US"/>
              <a:t>][j] ;</a:t>
            </a:r>
          </a:p>
          <a:p>
            <a:pPr marL="0" indent="0">
              <a:buNone/>
            </a:pPr>
            <a:endParaRPr lang="en-US"/>
          </a:p>
          <a:p>
            <a:pPr marL="0" indent="0">
              <a:buNone/>
            </a:pPr>
            <a:endParaRPr lang="en-US"/>
          </a:p>
          <a:p>
            <a:pPr marL="0" indent="0">
              <a:buNone/>
            </a:pPr>
            <a:r>
              <a:rPr lang="en-US"/>
              <a:t>	}}</a:t>
            </a:r>
          </a:p>
        </p:txBody>
      </p:sp>
    </p:spTree>
    <p:extLst>
      <p:ext uri="{BB962C8B-B14F-4D97-AF65-F5344CB8AC3E}">
        <p14:creationId xmlns:p14="http://schemas.microsoft.com/office/powerpoint/2010/main" val="1542622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Arrays of Strings</a:t>
            </a:r>
            <a:endParaRPr lang="en-US" b="1"/>
          </a:p>
        </p:txBody>
      </p:sp>
      <p:sp>
        <p:nvSpPr>
          <p:cNvPr id="3" name="Content Placeholder 2"/>
          <p:cNvSpPr>
            <a:spLocks noGrp="1"/>
          </p:cNvSpPr>
          <p:nvPr>
            <p:ph idx="1"/>
          </p:nvPr>
        </p:nvSpPr>
        <p:spPr>
          <a:xfrm>
            <a:off x="360727" y="1459684"/>
            <a:ext cx="10993073" cy="4717279"/>
          </a:xfrm>
        </p:spPr>
        <p:txBody>
          <a:bodyPr vert="horz" lIns="91440" tIns="45720" rIns="91440" bIns="45720" rtlCol="0" anchor="t">
            <a:normAutofit/>
          </a:bodyPr>
          <a:lstStyle/>
          <a:p>
            <a:pPr marL="0" indent="0">
              <a:buNone/>
            </a:pPr>
            <a:r>
              <a:rPr lang="en-US"/>
              <a:t>An array of strings is in fact a two dimensional array of characters but it is more useful to view this as an array of individual single dimension character arrays or strings.</a:t>
            </a:r>
          </a:p>
          <a:p>
            <a:pPr marL="0" indent="0">
              <a:buNone/>
            </a:pPr>
            <a:r>
              <a:rPr lang="en-US"/>
              <a:t>		</a:t>
            </a:r>
            <a:r>
              <a:rPr lang="en-US" b="1"/>
              <a:t>For Example :- 	</a:t>
            </a:r>
            <a:endParaRPr lang="en-US" b="1">
              <a:cs typeface="Calibri"/>
            </a:endParaRPr>
          </a:p>
          <a:p>
            <a:pPr marL="0" indent="0">
              <a:buNone/>
            </a:pPr>
            <a:r>
              <a:rPr lang="en-US" b="1"/>
              <a:t>			char </a:t>
            </a:r>
            <a:r>
              <a:rPr lang="en-US" b="1" err="1"/>
              <a:t>str_array</a:t>
            </a:r>
            <a:r>
              <a:rPr lang="en-US" b="1"/>
              <a:t>[ 10 ] [ 30 ] ;</a:t>
            </a:r>
            <a:endParaRPr lang="en-US" b="1">
              <a:cs typeface="Calibri"/>
            </a:endParaRPr>
          </a:p>
          <a:p>
            <a:pPr marL="0" indent="0">
              <a:buNone/>
            </a:pPr>
            <a:r>
              <a:rPr lang="en-US"/>
              <a:t>where the row index is used to access the individual row strings and where the column index is the size of each string, thus </a:t>
            </a:r>
            <a:r>
              <a:rPr lang="en-US" err="1"/>
              <a:t>str_array</a:t>
            </a:r>
            <a:r>
              <a:rPr lang="en-US"/>
              <a:t> is an array of 10 strings each with a maximum size of  29 characters leaving one extra for the terminating null character </a:t>
            </a:r>
            <a:endParaRPr lang="en-US">
              <a:solidFill>
                <a:srgbClr val="FFC000"/>
              </a:solidFill>
            </a:endParaRPr>
          </a:p>
          <a:p>
            <a:pPr marL="0" indent="0">
              <a:buNone/>
            </a:pPr>
            <a:endParaRPr lang="en-US">
              <a:solidFill>
                <a:srgbClr val="000000"/>
              </a:solidFill>
              <a:cs typeface="Calibri"/>
            </a:endParaRPr>
          </a:p>
          <a:p>
            <a:pPr marL="0" indent="0">
              <a:buNone/>
            </a:pPr>
            <a:endParaRPr lang="en-US"/>
          </a:p>
          <a:p>
            <a:pPr marL="0" indent="0">
              <a:buNone/>
            </a:pPr>
            <a:endParaRPr lang="en-US">
              <a:solidFill>
                <a:srgbClr val="000000"/>
              </a:solidFill>
              <a:cs typeface="Calibri"/>
            </a:endParaRP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3831837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Arrays of Strings</a:t>
            </a:r>
          </a:p>
        </p:txBody>
      </p:sp>
      <p:sp>
        <p:nvSpPr>
          <p:cNvPr id="3" name="Content Placeholder 2"/>
          <p:cNvSpPr>
            <a:spLocks noGrp="1"/>
          </p:cNvSpPr>
          <p:nvPr>
            <p:ph idx="1"/>
          </p:nvPr>
        </p:nvSpPr>
        <p:spPr>
          <a:xfrm>
            <a:off x="360727" y="1233182"/>
            <a:ext cx="10993073" cy="5788403"/>
          </a:xfrm>
        </p:spPr>
        <p:txBody>
          <a:bodyPr vert="horz" lIns="91440" tIns="45720" rIns="91440" bIns="45720" rtlCol="0" anchor="t">
            <a:normAutofit fontScale="70000" lnSpcReduction="20000"/>
          </a:bodyPr>
          <a:lstStyle/>
          <a:p>
            <a:pPr marL="0" indent="0">
              <a:buNone/>
            </a:pPr>
            <a:r>
              <a:rPr lang="en-US"/>
              <a:t>int main() {</a:t>
            </a:r>
          </a:p>
          <a:p>
            <a:pPr marL="0" indent="0">
              <a:buNone/>
            </a:pPr>
            <a:r>
              <a:rPr lang="en-US"/>
              <a:t>   char </a:t>
            </a:r>
            <a:r>
              <a:rPr lang="en-US" err="1"/>
              <a:t>str_array</a:t>
            </a:r>
            <a:r>
              <a:rPr lang="en-US"/>
              <a:t>[3][30] ;</a:t>
            </a:r>
            <a:endParaRPr lang="en-US">
              <a:cs typeface="Calibri"/>
            </a:endParaRPr>
          </a:p>
          <a:p>
            <a:pPr marL="0" indent="0">
              <a:buNone/>
            </a:pPr>
            <a:r>
              <a:rPr lang="en-US"/>
              <a:t>		int </a:t>
            </a:r>
            <a:r>
              <a:rPr lang="en-US" err="1"/>
              <a:t>i</a:t>
            </a:r>
            <a:r>
              <a:rPr lang="en-US"/>
              <a:t>, j ;</a:t>
            </a:r>
            <a:endParaRPr lang="en-US">
              <a:cs typeface="Calibri"/>
            </a:endParaRPr>
          </a:p>
          <a:p>
            <a:pPr marL="0" indent="0">
              <a:buNone/>
            </a:pPr>
            <a:r>
              <a:rPr lang="en-US"/>
              <a:t>		puts("Enter ten strings\n") ;</a:t>
            </a:r>
            <a:endParaRPr lang="en-US">
              <a:cs typeface="Calibri"/>
            </a:endParaRPr>
          </a:p>
          <a:p>
            <a:pPr marL="0" indent="0">
              <a:buNone/>
            </a:pPr>
            <a:r>
              <a:rPr lang="en-US"/>
              <a:t>		for ( </a:t>
            </a:r>
            <a:r>
              <a:rPr lang="en-US" err="1"/>
              <a:t>i</a:t>
            </a:r>
            <a:r>
              <a:rPr lang="en-US"/>
              <a:t> = 0 ; </a:t>
            </a:r>
            <a:r>
              <a:rPr lang="en-US" err="1"/>
              <a:t>i</a:t>
            </a:r>
            <a:r>
              <a:rPr lang="en-US"/>
              <a:t> &lt; 3; </a:t>
            </a:r>
            <a:r>
              <a:rPr lang="en-US" err="1"/>
              <a:t>i</a:t>
            </a:r>
            <a:r>
              <a:rPr lang="en-US"/>
              <a:t>++ ) 		// read in as strings so a single for loop suffices</a:t>
            </a:r>
            <a:endParaRPr lang="en-US">
              <a:cs typeface="Calibri"/>
            </a:endParaRPr>
          </a:p>
          <a:p>
            <a:pPr marL="0" indent="0">
              <a:buNone/>
            </a:pPr>
            <a:r>
              <a:rPr lang="en-US"/>
              <a:t>			{</a:t>
            </a:r>
            <a:endParaRPr lang="en-US">
              <a:cs typeface="Calibri"/>
            </a:endParaRPr>
          </a:p>
          <a:p>
            <a:pPr marL="0" indent="0">
              <a:buNone/>
            </a:pPr>
            <a:r>
              <a:rPr lang="en-US"/>
              <a:t>			</a:t>
            </a:r>
            <a:r>
              <a:rPr lang="en-US" err="1"/>
              <a:t>printf</a:t>
            </a:r>
            <a:r>
              <a:rPr lang="en-US"/>
              <a:t>( " %d : ", </a:t>
            </a:r>
            <a:r>
              <a:rPr lang="en-US" err="1"/>
              <a:t>i</a:t>
            </a:r>
            <a:r>
              <a:rPr lang="en-US"/>
              <a:t> + 1) ;</a:t>
            </a:r>
            <a:endParaRPr lang="en-US">
              <a:cs typeface="Calibri"/>
            </a:endParaRPr>
          </a:p>
          <a:p>
            <a:pPr marL="0" indent="0">
              <a:buNone/>
            </a:pPr>
            <a:r>
              <a:rPr lang="en-US"/>
              <a:t>			gets( </a:t>
            </a:r>
            <a:r>
              <a:rPr lang="en-US" err="1"/>
              <a:t>str_array</a:t>
            </a:r>
            <a:r>
              <a:rPr lang="en-US"/>
              <a:t>[</a:t>
            </a:r>
            <a:r>
              <a:rPr lang="en-US" err="1"/>
              <a:t>i</a:t>
            </a:r>
            <a:r>
              <a:rPr lang="en-US"/>
              <a:t>] ) ;</a:t>
            </a:r>
            <a:endParaRPr lang="en-US">
              <a:cs typeface="Calibri"/>
            </a:endParaRPr>
          </a:p>
          <a:p>
            <a:pPr marL="0" indent="0">
              <a:buNone/>
            </a:pPr>
            <a:r>
              <a:rPr lang="en-US"/>
              <a:t>			}</a:t>
            </a:r>
            <a:endParaRPr lang="en-US">
              <a:cs typeface="Calibri"/>
            </a:endParaRPr>
          </a:p>
          <a:p>
            <a:pPr marL="0" indent="0">
              <a:buNone/>
            </a:pPr>
            <a:r>
              <a:rPr lang="en-US"/>
              <a:t>		for ( </a:t>
            </a:r>
            <a:r>
              <a:rPr lang="en-US" err="1"/>
              <a:t>i</a:t>
            </a:r>
            <a:r>
              <a:rPr lang="en-US"/>
              <a:t> = 0; </a:t>
            </a:r>
            <a:r>
              <a:rPr lang="en-US" err="1"/>
              <a:t>i</a:t>
            </a:r>
            <a:r>
              <a:rPr lang="en-US"/>
              <a:t> &lt; 3; </a:t>
            </a:r>
            <a:r>
              <a:rPr lang="en-US" err="1"/>
              <a:t>i</a:t>
            </a:r>
            <a:r>
              <a:rPr lang="en-US"/>
              <a:t>++ )			// printed out as individual characters so a</a:t>
            </a:r>
            <a:endParaRPr lang="en-US">
              <a:cs typeface="Calibri"/>
            </a:endParaRPr>
          </a:p>
          <a:p>
            <a:pPr marL="0" indent="0">
              <a:buNone/>
            </a:pPr>
            <a:r>
              <a:rPr lang="en-US"/>
              <a:t>			{				// nested for loop structure is required</a:t>
            </a:r>
            <a:endParaRPr lang="en-US">
              <a:cs typeface="Calibri"/>
            </a:endParaRPr>
          </a:p>
          <a:p>
            <a:pPr marL="0" indent="0">
              <a:buNone/>
            </a:pPr>
            <a:r>
              <a:rPr lang="en-US"/>
              <a:t>			for ( j=0; </a:t>
            </a:r>
            <a:r>
              <a:rPr lang="en-US" err="1"/>
              <a:t>str_array</a:t>
            </a:r>
            <a:r>
              <a:rPr lang="en-US"/>
              <a:t>[</a:t>
            </a:r>
            <a:r>
              <a:rPr lang="en-US" err="1"/>
              <a:t>i</a:t>
            </a:r>
            <a:r>
              <a:rPr lang="en-US"/>
              <a:t>][j] != '\0' ; </a:t>
            </a:r>
            <a:r>
              <a:rPr lang="en-US" err="1"/>
              <a:t>j++</a:t>
            </a:r>
            <a:r>
              <a:rPr lang="en-US"/>
              <a:t> )</a:t>
            </a:r>
            <a:endParaRPr lang="en-US">
              <a:cs typeface="Calibri"/>
            </a:endParaRPr>
          </a:p>
          <a:p>
            <a:pPr marL="0" indent="0">
              <a:buNone/>
            </a:pPr>
            <a:r>
              <a:rPr lang="en-US"/>
              <a:t>				</a:t>
            </a:r>
            <a:r>
              <a:rPr lang="en-US" err="1"/>
              <a:t>putchar</a:t>
            </a:r>
            <a:r>
              <a:rPr lang="en-US"/>
              <a:t> ( </a:t>
            </a:r>
            <a:r>
              <a:rPr lang="en-US" err="1"/>
              <a:t>str_array</a:t>
            </a:r>
            <a:r>
              <a:rPr lang="en-US"/>
              <a:t>[</a:t>
            </a:r>
            <a:r>
              <a:rPr lang="en-US" err="1"/>
              <a:t>i</a:t>
            </a:r>
            <a:r>
              <a:rPr lang="en-US"/>
              <a:t>][j] ) ;</a:t>
            </a:r>
            <a:endParaRPr lang="en-US">
              <a:cs typeface="Calibri"/>
            </a:endParaRPr>
          </a:p>
          <a:p>
            <a:pPr marL="0" indent="0">
              <a:buNone/>
            </a:pPr>
            <a:r>
              <a:rPr lang="en-US"/>
              <a:t>			</a:t>
            </a:r>
            <a:r>
              <a:rPr lang="en-US" err="1"/>
              <a:t>putchar</a:t>
            </a:r>
            <a:r>
              <a:rPr lang="en-US"/>
              <a:t>( '\n' ) ;			}</a:t>
            </a:r>
            <a:endParaRPr lang="en-US">
              <a:cs typeface="Calibri"/>
            </a:endParaRPr>
          </a:p>
          <a:p>
            <a:pPr marL="0" indent="0">
              <a:buNone/>
            </a:pPr>
            <a:r>
              <a:rPr lang="en-US"/>
              <a:t>     return 0;</a:t>
            </a:r>
            <a:endParaRPr lang="en-US">
              <a:cs typeface="Calibri"/>
            </a:endParaRPr>
          </a:p>
          <a:p>
            <a:pPr marL="0" indent="0">
              <a:buNone/>
            </a:pPr>
            <a:r>
              <a:rPr lang="en-US"/>
              <a:t>  </a:t>
            </a:r>
            <a:r>
              <a:rPr lang="en-US">
                <a:cs typeface="Calibri" panose="020F0502020204030204"/>
              </a:rPr>
              <a:t> </a:t>
            </a:r>
          </a:p>
          <a:p>
            <a:pPr marL="0" indent="0">
              <a:buNone/>
            </a:pPr>
            <a:endParaRPr lang="en-US">
              <a:cs typeface="Calibri" panose="020F0502020204030204"/>
            </a:endParaRPr>
          </a:p>
          <a:p>
            <a:pPr marL="0" indent="0">
              <a:buNone/>
            </a:pPr>
            <a:endParaRPr lang="en-US"/>
          </a:p>
          <a:p>
            <a:pPr marL="0" indent="0">
              <a:buNone/>
            </a:pPr>
            <a:endParaRPr lang="en-US"/>
          </a:p>
          <a:p>
            <a:pPr marL="0" indent="0">
              <a:buNone/>
            </a:pPr>
            <a:endParaRPr lang="en-US"/>
          </a:p>
        </p:txBody>
      </p:sp>
      <p:sp>
        <p:nvSpPr>
          <p:cNvPr id="4" name="TextBox 3">
            <a:extLst>
              <a:ext uri="{FF2B5EF4-FFF2-40B4-BE49-F238E27FC236}">
                <a16:creationId xmlns:a16="http://schemas.microsoft.com/office/drawing/2014/main" id="{8F4517E7-2B58-7154-BDC9-3604896CA4D4}"/>
              </a:ext>
            </a:extLst>
          </p:cNvPr>
          <p:cNvSpPr txBox="1"/>
          <p:nvPr/>
        </p:nvSpPr>
        <p:spPr>
          <a:xfrm>
            <a:off x="4724400" y="32003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Click to add text</a:t>
            </a:r>
          </a:p>
        </p:txBody>
      </p:sp>
    </p:spTree>
    <p:extLst>
      <p:ext uri="{BB962C8B-B14F-4D97-AF65-F5344CB8AC3E}">
        <p14:creationId xmlns:p14="http://schemas.microsoft.com/office/powerpoint/2010/main" val="901363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String Functions</a:t>
            </a:r>
            <a:endParaRPr lang="en-US"/>
          </a:p>
        </p:txBody>
      </p:sp>
      <p:sp>
        <p:nvSpPr>
          <p:cNvPr id="3" name="Content Placeholder 2"/>
          <p:cNvSpPr>
            <a:spLocks noGrp="1"/>
          </p:cNvSpPr>
          <p:nvPr>
            <p:ph idx="1"/>
          </p:nvPr>
        </p:nvSpPr>
        <p:spPr/>
        <p:txBody>
          <a:bodyPr>
            <a:normAutofit lnSpcReduction="10000"/>
          </a:bodyPr>
          <a:lstStyle/>
          <a:p>
            <a:pPr marL="0" indent="0">
              <a:buNone/>
            </a:pPr>
            <a:r>
              <a:rPr lang="en-US"/>
              <a:t>This header file provides the same functionality  </a:t>
            </a:r>
            <a:r>
              <a:rPr lang="en-US" err="1"/>
              <a:t>string.h</a:t>
            </a:r>
            <a:r>
              <a:rPr lang="en-US"/>
              <a:t> in C. </a:t>
            </a:r>
          </a:p>
          <a:p>
            <a:pPr marL="0" indent="0">
              <a:buNone/>
            </a:pPr>
            <a:r>
              <a:rPr lang="en-US"/>
              <a:t>Some of the commonly used string functions are: </a:t>
            </a:r>
          </a:p>
          <a:p>
            <a:pPr marL="0" indent="0">
              <a:buNone/>
            </a:pPr>
            <a:r>
              <a:rPr lang="en-US"/>
              <a:t>•	</a:t>
            </a:r>
            <a:r>
              <a:rPr lang="en-US" err="1"/>
              <a:t>strcat</a:t>
            </a:r>
            <a:r>
              <a:rPr lang="en-US"/>
              <a:t>(s1, s2) </a:t>
            </a:r>
          </a:p>
          <a:p>
            <a:pPr marL="0" indent="0">
              <a:buNone/>
            </a:pPr>
            <a:r>
              <a:rPr lang="en-US"/>
              <a:t>•	- It concatenates two strings. It concatenates s2 at the end of s1. </a:t>
            </a:r>
          </a:p>
          <a:p>
            <a:pPr marL="0" indent="0">
              <a:buNone/>
            </a:pPr>
            <a:r>
              <a:rPr lang="en-US"/>
              <a:t>•	</a:t>
            </a:r>
            <a:r>
              <a:rPr lang="en-US" err="1"/>
              <a:t>strcmp</a:t>
            </a:r>
            <a:r>
              <a:rPr lang="en-US"/>
              <a:t> (s1, s2)</a:t>
            </a:r>
          </a:p>
          <a:p>
            <a:pPr marL="0" indent="0">
              <a:buNone/>
            </a:pPr>
            <a:r>
              <a:rPr lang="en-US"/>
              <a:t>•	 – It is used to compare strings. It returns 0 if they are equal and less than 0 if s1&lt;s2 and greater than 0 if s1&gt;s2. </a:t>
            </a:r>
          </a:p>
          <a:p>
            <a:pPr marL="0" indent="0">
              <a:buNone/>
            </a:pPr>
            <a:r>
              <a:rPr lang="en-US"/>
              <a:t>•	</a:t>
            </a:r>
            <a:r>
              <a:rPr lang="en-US" err="1"/>
              <a:t>strlen</a:t>
            </a:r>
            <a:r>
              <a:rPr lang="en-US"/>
              <a:t>(s1) </a:t>
            </a:r>
          </a:p>
          <a:p>
            <a:pPr marL="0" indent="0">
              <a:buNone/>
            </a:pPr>
            <a:r>
              <a:rPr lang="en-US"/>
              <a:t>•	– It returns the length of the string s1.</a:t>
            </a:r>
          </a:p>
        </p:txBody>
      </p:sp>
    </p:spTree>
    <p:extLst>
      <p:ext uri="{BB962C8B-B14F-4D97-AF65-F5344CB8AC3E}">
        <p14:creationId xmlns:p14="http://schemas.microsoft.com/office/powerpoint/2010/main" val="2605451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String Functions</a:t>
            </a:r>
            <a:endParaRPr lang="en-US"/>
          </a:p>
        </p:txBody>
      </p:sp>
      <p:sp>
        <p:nvSpPr>
          <p:cNvPr id="3" name="Content Placeholder 2"/>
          <p:cNvSpPr>
            <a:spLocks noGrp="1"/>
          </p:cNvSpPr>
          <p:nvPr>
            <p:ph idx="1"/>
          </p:nvPr>
        </p:nvSpPr>
        <p:spPr/>
        <p:txBody>
          <a:bodyPr>
            <a:normAutofit/>
          </a:bodyPr>
          <a:lstStyle/>
          <a:p>
            <a:pPr marL="0" indent="0">
              <a:buNone/>
            </a:pPr>
            <a:r>
              <a:rPr lang="en-US" err="1"/>
              <a:t>strcpy</a:t>
            </a:r>
            <a:r>
              <a:rPr lang="en-US"/>
              <a:t>(s1, s2) </a:t>
            </a:r>
          </a:p>
          <a:p>
            <a:pPr marL="0" indent="0">
              <a:buNone/>
            </a:pPr>
            <a:r>
              <a:rPr lang="en-US"/>
              <a:t>•	 - It copies s2 into s1. </a:t>
            </a:r>
          </a:p>
          <a:p>
            <a:pPr marL="0" indent="0">
              <a:buNone/>
            </a:pPr>
            <a:r>
              <a:rPr lang="en-US"/>
              <a:t>•	</a:t>
            </a:r>
            <a:r>
              <a:rPr lang="en-US" err="1"/>
              <a:t>strstr</a:t>
            </a:r>
            <a:r>
              <a:rPr lang="en-US"/>
              <a:t>(s1, s2)</a:t>
            </a:r>
          </a:p>
          <a:p>
            <a:pPr marL="0" indent="0">
              <a:buNone/>
            </a:pPr>
            <a:r>
              <a:rPr lang="en-US"/>
              <a:t>•	 – Finds substring s2 in s1. </a:t>
            </a:r>
          </a:p>
          <a:p>
            <a:pPr marL="0" indent="0">
              <a:buNone/>
            </a:pPr>
            <a:r>
              <a:rPr lang="en-US"/>
              <a:t>•	</a:t>
            </a:r>
            <a:r>
              <a:rPr lang="en-US" err="1"/>
              <a:t>strupr</a:t>
            </a:r>
            <a:r>
              <a:rPr lang="en-US"/>
              <a:t>(s1)</a:t>
            </a:r>
          </a:p>
          <a:p>
            <a:pPr marL="0" indent="0">
              <a:buNone/>
            </a:pPr>
            <a:r>
              <a:rPr lang="en-US"/>
              <a:t>•	 – To converts lowercase to uppercase.</a:t>
            </a:r>
          </a:p>
          <a:p>
            <a:pPr marL="0" indent="0">
              <a:buNone/>
            </a:pPr>
            <a:r>
              <a:rPr lang="en-US"/>
              <a:t>•	</a:t>
            </a:r>
            <a:r>
              <a:rPr lang="en-US" err="1"/>
              <a:t>strlwr</a:t>
            </a:r>
            <a:r>
              <a:rPr lang="en-US"/>
              <a:t>(s1) </a:t>
            </a:r>
          </a:p>
          <a:p>
            <a:pPr marL="0" indent="0">
              <a:buNone/>
            </a:pPr>
            <a:r>
              <a:rPr lang="en-US"/>
              <a:t>•	– To converts uppercase to lowercase.</a:t>
            </a:r>
          </a:p>
        </p:txBody>
      </p:sp>
    </p:spTree>
    <p:extLst>
      <p:ext uri="{BB962C8B-B14F-4D97-AF65-F5344CB8AC3E}">
        <p14:creationId xmlns:p14="http://schemas.microsoft.com/office/powerpoint/2010/main" val="3631465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String Functions</a:t>
            </a:r>
            <a:endParaRPr lang="en-US"/>
          </a:p>
        </p:txBody>
      </p:sp>
      <p:sp>
        <p:nvSpPr>
          <p:cNvPr id="3" name="Content Placeholder 2"/>
          <p:cNvSpPr>
            <a:spLocks noGrp="1"/>
          </p:cNvSpPr>
          <p:nvPr>
            <p:ph idx="1"/>
          </p:nvPr>
        </p:nvSpPr>
        <p:spPr/>
        <p:txBody>
          <a:bodyPr>
            <a:normAutofit/>
          </a:bodyPr>
          <a:lstStyle/>
          <a:p>
            <a:pPr marL="0" indent="0">
              <a:buNone/>
            </a:pPr>
            <a:r>
              <a:rPr lang="en-US"/>
              <a:t>Write a program that determines whether or not the input string is a palindrome</a:t>
            </a:r>
          </a:p>
          <a:p>
            <a:pPr marL="0" indent="0">
              <a:buNone/>
            </a:pPr>
            <a:r>
              <a:rPr lang="en-US" b="1"/>
              <a:t>Palindrome Example</a:t>
            </a:r>
          </a:p>
          <a:p>
            <a:pPr marL="0" indent="0">
              <a:buNone/>
            </a:pPr>
            <a:r>
              <a:rPr lang="en-US" b="1"/>
              <a:t>ABA</a:t>
            </a:r>
          </a:p>
          <a:p>
            <a:pPr marL="0" indent="0">
              <a:buNone/>
            </a:pPr>
            <a:r>
              <a:rPr lang="en-US" b="1"/>
              <a:t>MALAYALAM</a:t>
            </a:r>
          </a:p>
          <a:p>
            <a:pPr marL="0" indent="0">
              <a:buNone/>
            </a:pPr>
            <a:r>
              <a:rPr lang="en-US" b="1"/>
              <a:t>ABDBA</a:t>
            </a:r>
          </a:p>
        </p:txBody>
      </p:sp>
    </p:spTree>
    <p:extLst>
      <p:ext uri="{BB962C8B-B14F-4D97-AF65-F5344CB8AC3E}">
        <p14:creationId xmlns:p14="http://schemas.microsoft.com/office/powerpoint/2010/main" val="1250163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String Functions</a:t>
            </a:r>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b="1"/>
              <a:t>void main( )</a:t>
            </a:r>
          </a:p>
          <a:p>
            <a:pPr marL="0" indent="0">
              <a:buNone/>
            </a:pPr>
            <a:r>
              <a:rPr lang="en-US" b="1"/>
              <a:t>{	char str1[50],str2[50];</a:t>
            </a:r>
          </a:p>
          <a:p>
            <a:pPr marL="0" indent="0">
              <a:buNone/>
            </a:pPr>
            <a:r>
              <a:rPr lang="en-US" b="1"/>
              <a:t>	</a:t>
            </a:r>
            <a:r>
              <a:rPr lang="en-US" b="1" err="1"/>
              <a:t>printf</a:t>
            </a:r>
            <a:r>
              <a:rPr lang="en-US" b="1"/>
              <a:t>("\n enter the string:");</a:t>
            </a:r>
          </a:p>
          <a:p>
            <a:pPr marL="0" indent="0">
              <a:buNone/>
            </a:pPr>
            <a:r>
              <a:rPr lang="en-US" b="1"/>
              <a:t>	gets(str1);</a:t>
            </a:r>
          </a:p>
          <a:p>
            <a:pPr marL="0" indent="0">
              <a:buNone/>
            </a:pPr>
            <a:r>
              <a:rPr lang="en-US" b="1"/>
              <a:t>	</a:t>
            </a:r>
            <a:r>
              <a:rPr lang="en-US" b="1" err="1"/>
              <a:t>strcpy</a:t>
            </a:r>
            <a:r>
              <a:rPr lang="en-US" b="1"/>
              <a:t>(str2,str1);</a:t>
            </a:r>
          </a:p>
          <a:p>
            <a:pPr marL="0" indent="0">
              <a:buNone/>
            </a:pPr>
            <a:r>
              <a:rPr lang="en-US" b="1"/>
              <a:t>	</a:t>
            </a:r>
            <a:r>
              <a:rPr lang="en-US" b="1" err="1"/>
              <a:t>strrev</a:t>
            </a:r>
            <a:r>
              <a:rPr lang="en-US" b="1"/>
              <a:t>(str1);</a:t>
            </a:r>
          </a:p>
          <a:p>
            <a:pPr marL="0" indent="0">
              <a:buNone/>
            </a:pPr>
            <a:r>
              <a:rPr lang="en-US" b="1"/>
              <a:t>	if(</a:t>
            </a:r>
            <a:r>
              <a:rPr lang="en-US" b="1" err="1"/>
              <a:t>strcmp</a:t>
            </a:r>
            <a:r>
              <a:rPr lang="en-US" b="1"/>
              <a:t>(str2,str1)==0)</a:t>
            </a:r>
          </a:p>
          <a:p>
            <a:pPr marL="0" indent="0">
              <a:buNone/>
            </a:pPr>
            <a:r>
              <a:rPr lang="en-US" b="1" err="1"/>
              <a:t>printf</a:t>
            </a:r>
            <a:r>
              <a:rPr lang="en-US" b="1"/>
              <a:t>("\</a:t>
            </a:r>
            <a:r>
              <a:rPr lang="en-US" b="1" err="1"/>
              <a:t>nthe</a:t>
            </a:r>
            <a:r>
              <a:rPr lang="en-US" b="1"/>
              <a:t> string is a palindrome");</a:t>
            </a:r>
          </a:p>
          <a:p>
            <a:pPr marL="0" indent="0">
              <a:buNone/>
            </a:pPr>
            <a:r>
              <a:rPr lang="en-US" b="1"/>
              <a:t>	else</a:t>
            </a:r>
          </a:p>
          <a:p>
            <a:pPr marL="0" indent="0">
              <a:buNone/>
            </a:pPr>
            <a:r>
              <a:rPr lang="en-US" b="1" err="1"/>
              <a:t>printf</a:t>
            </a:r>
            <a:r>
              <a:rPr lang="en-US" b="1"/>
              <a:t>("not a palindrome");</a:t>
            </a:r>
          </a:p>
          <a:p>
            <a:pPr marL="0" indent="0">
              <a:buNone/>
            </a:pPr>
            <a:r>
              <a:rPr lang="en-US" b="1"/>
              <a:t>}</a:t>
            </a:r>
          </a:p>
        </p:txBody>
      </p:sp>
    </p:spTree>
    <p:extLst>
      <p:ext uri="{BB962C8B-B14F-4D97-AF65-F5344CB8AC3E}">
        <p14:creationId xmlns:p14="http://schemas.microsoft.com/office/powerpoint/2010/main" val="3848425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721"/>
          </a:xfrm>
        </p:spPr>
        <p:txBody>
          <a:bodyPr>
            <a:normAutofit/>
          </a:bodyPr>
          <a:lstStyle/>
          <a:p>
            <a:r>
              <a:rPr lang="en-US" sz="3200" b="1"/>
              <a:t>Write a string  program that will copy one string to another</a:t>
            </a:r>
            <a:endParaRPr lang="en-US" sz="3200"/>
          </a:p>
        </p:txBody>
      </p:sp>
      <p:sp>
        <p:nvSpPr>
          <p:cNvPr id="3" name="Content Placeholder 2"/>
          <p:cNvSpPr>
            <a:spLocks noGrp="1"/>
          </p:cNvSpPr>
          <p:nvPr>
            <p:ph idx="1"/>
          </p:nvPr>
        </p:nvSpPr>
        <p:spPr>
          <a:xfrm>
            <a:off x="653642" y="1400962"/>
            <a:ext cx="10515600" cy="4985726"/>
          </a:xfrm>
        </p:spPr>
        <p:txBody>
          <a:bodyPr>
            <a:normAutofit fontScale="85000" lnSpcReduction="20000"/>
          </a:bodyPr>
          <a:lstStyle/>
          <a:p>
            <a:pPr marL="0" indent="0">
              <a:buNone/>
            </a:pPr>
            <a:r>
              <a:rPr lang="en-US" err="1"/>
              <a:t>int</a:t>
            </a:r>
            <a:r>
              <a:rPr lang="en-US"/>
              <a:t> main(void)</a:t>
            </a:r>
          </a:p>
          <a:p>
            <a:pPr marL="0" indent="0">
              <a:buNone/>
            </a:pPr>
            <a:r>
              <a:rPr lang="en-US"/>
              <a:t>{</a:t>
            </a:r>
          </a:p>
          <a:p>
            <a:pPr marL="0" indent="0">
              <a:buNone/>
            </a:pPr>
            <a:r>
              <a:rPr lang="en-US"/>
              <a:t>char string1[80]="</a:t>
            </a:r>
            <a:r>
              <a:rPr lang="en-US" err="1"/>
              <a:t>Waljat</a:t>
            </a:r>
            <a:r>
              <a:rPr lang="en-US"/>
              <a:t> College";</a:t>
            </a:r>
          </a:p>
          <a:p>
            <a:pPr marL="0" indent="0">
              <a:buNone/>
            </a:pPr>
            <a:r>
              <a:rPr lang="en-US"/>
              <a:t> char string2[80];</a:t>
            </a:r>
          </a:p>
          <a:p>
            <a:pPr marL="0" indent="0">
              <a:buNone/>
            </a:pPr>
            <a:r>
              <a:rPr lang="en-US" err="1"/>
              <a:t>int</a:t>
            </a:r>
            <a:r>
              <a:rPr lang="en-US"/>
              <a:t> </a:t>
            </a:r>
            <a:r>
              <a:rPr lang="en-US" err="1"/>
              <a:t>size,i</a:t>
            </a:r>
            <a:r>
              <a:rPr lang="en-US"/>
              <a:t>;</a:t>
            </a:r>
          </a:p>
          <a:p>
            <a:pPr marL="0" indent="0">
              <a:buNone/>
            </a:pPr>
            <a:r>
              <a:rPr lang="en-US" err="1"/>
              <a:t>printf</a:t>
            </a:r>
            <a:r>
              <a:rPr lang="en-US"/>
              <a:t>("String1 is %s",string1);</a:t>
            </a:r>
          </a:p>
          <a:p>
            <a:pPr marL="0" indent="0">
              <a:buNone/>
            </a:pPr>
            <a:r>
              <a:rPr lang="en-US"/>
              <a:t> for( </a:t>
            </a:r>
            <a:r>
              <a:rPr lang="en-US" err="1"/>
              <a:t>i</a:t>
            </a:r>
            <a:r>
              <a:rPr lang="en-US"/>
              <a:t>=0;string1[</a:t>
            </a:r>
            <a:r>
              <a:rPr lang="en-US" err="1"/>
              <a:t>i</a:t>
            </a:r>
            <a:r>
              <a:rPr lang="en-US"/>
              <a:t>]!='\0';i++)</a:t>
            </a:r>
          </a:p>
          <a:p>
            <a:pPr marL="0" indent="0">
              <a:buNone/>
            </a:pPr>
            <a:r>
              <a:rPr lang="en-US"/>
              <a:t> {</a:t>
            </a:r>
          </a:p>
          <a:p>
            <a:pPr marL="0" indent="0">
              <a:buNone/>
            </a:pPr>
            <a:r>
              <a:rPr lang="en-US"/>
              <a:t>	string2[</a:t>
            </a:r>
            <a:r>
              <a:rPr lang="en-US" err="1"/>
              <a:t>i</a:t>
            </a:r>
            <a:r>
              <a:rPr lang="en-US"/>
              <a:t>]=string1[</a:t>
            </a:r>
            <a:r>
              <a:rPr lang="en-US" err="1"/>
              <a:t>i</a:t>
            </a:r>
            <a:r>
              <a:rPr lang="en-US"/>
              <a:t>];  </a:t>
            </a:r>
          </a:p>
          <a:p>
            <a:pPr marL="0" indent="0">
              <a:buNone/>
            </a:pPr>
            <a:r>
              <a:rPr lang="en-US"/>
              <a:t> }</a:t>
            </a:r>
          </a:p>
          <a:p>
            <a:pPr marL="0" indent="0">
              <a:buNone/>
            </a:pPr>
            <a:r>
              <a:rPr lang="en-US"/>
              <a:t>string2[</a:t>
            </a:r>
            <a:r>
              <a:rPr lang="en-US" err="1"/>
              <a:t>i</a:t>
            </a:r>
            <a:r>
              <a:rPr lang="en-US"/>
              <a:t>]='\0';</a:t>
            </a:r>
          </a:p>
          <a:p>
            <a:pPr marL="0" indent="0">
              <a:buNone/>
            </a:pPr>
            <a:r>
              <a:rPr lang="en-US" err="1"/>
              <a:t>printf</a:t>
            </a:r>
            <a:r>
              <a:rPr lang="en-US"/>
              <a:t>("\nString2 is %s",string2);</a:t>
            </a:r>
          </a:p>
          <a:p>
            <a:pPr marL="0" indent="0">
              <a:buNone/>
            </a:pPr>
            <a:r>
              <a:rPr lang="en-US"/>
              <a:t>  return 0;  }</a:t>
            </a:r>
          </a:p>
        </p:txBody>
      </p:sp>
    </p:spTree>
    <p:extLst>
      <p:ext uri="{BB962C8B-B14F-4D97-AF65-F5344CB8AC3E}">
        <p14:creationId xmlns:p14="http://schemas.microsoft.com/office/powerpoint/2010/main" val="2538047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721"/>
          </a:xfrm>
        </p:spPr>
        <p:txBody>
          <a:bodyPr>
            <a:normAutofit/>
          </a:bodyPr>
          <a:lstStyle/>
          <a:p>
            <a:r>
              <a:rPr lang="en-US" sz="3200" b="1"/>
              <a:t>Write a string  program that will copy one string to another</a:t>
            </a:r>
            <a:endParaRPr lang="en-US" sz="3200"/>
          </a:p>
        </p:txBody>
      </p:sp>
      <p:pic>
        <p:nvPicPr>
          <p:cNvPr id="4" name="Content Placeholder 3"/>
          <p:cNvPicPr>
            <a:picLocks noGrp="1" noChangeAspect="1"/>
          </p:cNvPicPr>
          <p:nvPr>
            <p:ph idx="1"/>
          </p:nvPr>
        </p:nvPicPr>
        <p:blipFill>
          <a:blip r:embed="rId2"/>
          <a:stretch>
            <a:fillRect/>
          </a:stretch>
        </p:blipFill>
        <p:spPr>
          <a:xfrm>
            <a:off x="1068387" y="1412081"/>
            <a:ext cx="9686925" cy="4962525"/>
          </a:xfrm>
          <a:prstGeom prst="rect">
            <a:avLst/>
          </a:prstGeom>
        </p:spPr>
      </p:pic>
    </p:spTree>
    <p:extLst>
      <p:ext uri="{BB962C8B-B14F-4D97-AF65-F5344CB8AC3E}">
        <p14:creationId xmlns:p14="http://schemas.microsoft.com/office/powerpoint/2010/main" val="388693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Write a program that will add two strings</a:t>
            </a:r>
            <a:endParaRPr lang="en-US"/>
          </a:p>
        </p:txBody>
      </p:sp>
      <p:sp>
        <p:nvSpPr>
          <p:cNvPr id="3" name="Content Placeholder 2"/>
          <p:cNvSpPr>
            <a:spLocks noGrp="1"/>
          </p:cNvSpPr>
          <p:nvPr>
            <p:ph idx="1"/>
          </p:nvPr>
        </p:nvSpPr>
        <p:spPr/>
        <p:txBody>
          <a:bodyPr>
            <a:normAutofit/>
          </a:bodyPr>
          <a:lstStyle/>
          <a:p>
            <a:pPr marL="0" indent="0">
              <a:buNone/>
            </a:pPr>
            <a:r>
              <a:rPr lang="en-US" err="1"/>
              <a:t>int</a:t>
            </a:r>
            <a:r>
              <a:rPr lang="en-US"/>
              <a:t> main(void)</a:t>
            </a:r>
          </a:p>
          <a:p>
            <a:pPr marL="0" indent="0">
              <a:buNone/>
            </a:pPr>
            <a:r>
              <a:rPr lang="en-US"/>
              <a:t>{</a:t>
            </a:r>
          </a:p>
          <a:p>
            <a:pPr marL="0" indent="0">
              <a:buNone/>
            </a:pPr>
            <a:r>
              <a:rPr lang="en-US"/>
              <a:t>char string1[80]="</a:t>
            </a:r>
            <a:r>
              <a:rPr lang="en-US" err="1"/>
              <a:t>Waljat</a:t>
            </a:r>
            <a:r>
              <a:rPr lang="en-US"/>
              <a:t>";</a:t>
            </a:r>
          </a:p>
          <a:p>
            <a:pPr marL="0" indent="0">
              <a:buNone/>
            </a:pPr>
            <a:r>
              <a:rPr lang="en-US"/>
              <a:t> char string2[80] = " College";</a:t>
            </a:r>
          </a:p>
          <a:p>
            <a:pPr marL="0" indent="0">
              <a:buNone/>
            </a:pPr>
            <a:r>
              <a:rPr lang="en-US" err="1"/>
              <a:t>Int</a:t>
            </a:r>
            <a:r>
              <a:rPr lang="en-US"/>
              <a:t> </a:t>
            </a:r>
            <a:r>
              <a:rPr lang="en-US" err="1"/>
              <a:t>size,i</a:t>
            </a:r>
            <a:r>
              <a:rPr lang="en-US"/>
              <a:t>;</a:t>
            </a:r>
          </a:p>
          <a:p>
            <a:pPr marL="0" indent="0">
              <a:buNone/>
            </a:pPr>
            <a:r>
              <a:rPr lang="en-US"/>
              <a:t> // Add two String</a:t>
            </a:r>
          </a:p>
          <a:p>
            <a:pPr marL="0" indent="0">
              <a:buNone/>
            </a:pPr>
            <a:r>
              <a:rPr lang="en-US"/>
              <a:t>size=</a:t>
            </a:r>
            <a:r>
              <a:rPr lang="en-US" err="1"/>
              <a:t>strlen</a:t>
            </a:r>
            <a:r>
              <a:rPr lang="en-US"/>
              <a:t>(string1);</a:t>
            </a:r>
          </a:p>
          <a:p>
            <a:pPr marL="0" indent="0">
              <a:buNone/>
            </a:pPr>
            <a:r>
              <a:rPr lang="en-US" err="1"/>
              <a:t>int</a:t>
            </a:r>
            <a:r>
              <a:rPr lang="en-US"/>
              <a:t> j;</a:t>
            </a:r>
          </a:p>
        </p:txBody>
      </p:sp>
    </p:spTree>
    <p:extLst>
      <p:ext uri="{BB962C8B-B14F-4D97-AF65-F5344CB8AC3E}">
        <p14:creationId xmlns:p14="http://schemas.microsoft.com/office/powerpoint/2010/main" val="883146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Write a program that will add two strings</a:t>
            </a:r>
            <a:endParaRPr lang="en-US"/>
          </a:p>
        </p:txBody>
      </p:sp>
      <p:sp>
        <p:nvSpPr>
          <p:cNvPr id="3" name="Content Placeholder 2"/>
          <p:cNvSpPr>
            <a:spLocks noGrp="1"/>
          </p:cNvSpPr>
          <p:nvPr>
            <p:ph idx="1"/>
          </p:nvPr>
        </p:nvSpPr>
        <p:spPr>
          <a:xfrm>
            <a:off x="436228" y="1825625"/>
            <a:ext cx="10917572" cy="4351338"/>
          </a:xfrm>
        </p:spPr>
        <p:txBody>
          <a:bodyPr>
            <a:normAutofit/>
          </a:bodyPr>
          <a:lstStyle/>
          <a:p>
            <a:pPr marL="0" indent="0">
              <a:buNone/>
            </a:pPr>
            <a:r>
              <a:rPr lang="en-US"/>
              <a:t>for( </a:t>
            </a:r>
            <a:r>
              <a:rPr lang="en-US" err="1"/>
              <a:t>i</a:t>
            </a:r>
            <a:r>
              <a:rPr lang="en-US"/>
              <a:t>=0,j=size-1;string2[</a:t>
            </a:r>
            <a:r>
              <a:rPr lang="en-US" err="1"/>
              <a:t>i</a:t>
            </a:r>
            <a:r>
              <a:rPr lang="en-US"/>
              <a:t>]!='\0';i++,</a:t>
            </a:r>
            <a:r>
              <a:rPr lang="en-US" err="1"/>
              <a:t>j++</a:t>
            </a:r>
            <a:r>
              <a:rPr lang="en-US"/>
              <a:t>)</a:t>
            </a:r>
          </a:p>
          <a:p>
            <a:pPr marL="0" indent="0">
              <a:buNone/>
            </a:pPr>
            <a:r>
              <a:rPr lang="en-US"/>
              <a:t> {</a:t>
            </a:r>
          </a:p>
          <a:p>
            <a:pPr marL="0" indent="0">
              <a:buNone/>
            </a:pPr>
            <a:r>
              <a:rPr lang="en-US"/>
              <a:t>    string1[j]=string2[</a:t>
            </a:r>
            <a:r>
              <a:rPr lang="en-US" err="1"/>
              <a:t>i</a:t>
            </a:r>
            <a:r>
              <a:rPr lang="en-US"/>
              <a:t>];</a:t>
            </a:r>
          </a:p>
          <a:p>
            <a:pPr marL="0" indent="0">
              <a:buNone/>
            </a:pPr>
            <a:r>
              <a:rPr lang="en-US"/>
              <a:t> }</a:t>
            </a:r>
          </a:p>
          <a:p>
            <a:pPr marL="0" indent="0">
              <a:buNone/>
            </a:pPr>
            <a:r>
              <a:rPr lang="en-US"/>
              <a:t>	</a:t>
            </a:r>
            <a:r>
              <a:rPr lang="en-US" err="1"/>
              <a:t>printf</a:t>
            </a:r>
            <a:r>
              <a:rPr lang="en-US"/>
              <a:t>("\</a:t>
            </a:r>
            <a:r>
              <a:rPr lang="en-US" err="1"/>
              <a:t>nAdd</a:t>
            </a:r>
            <a:r>
              <a:rPr lang="en-US"/>
              <a:t> Two String :\n:");</a:t>
            </a:r>
          </a:p>
          <a:p>
            <a:pPr marL="0" indent="0">
              <a:buNone/>
            </a:pPr>
            <a:r>
              <a:rPr lang="en-US"/>
              <a:t>	</a:t>
            </a:r>
            <a:r>
              <a:rPr lang="en-US" err="1"/>
              <a:t>printf</a:t>
            </a:r>
            <a:r>
              <a:rPr lang="en-US"/>
              <a:t>("%s",string1);</a:t>
            </a:r>
          </a:p>
          <a:p>
            <a:pPr marL="0" indent="0">
              <a:buNone/>
            </a:pPr>
            <a:r>
              <a:rPr lang="en-US"/>
              <a:t>return 0;</a:t>
            </a:r>
          </a:p>
          <a:p>
            <a:pPr marL="0" indent="0">
              <a:buNone/>
            </a:pPr>
            <a:r>
              <a:rPr lang="en-US"/>
              <a:t>}</a:t>
            </a:r>
          </a:p>
        </p:txBody>
      </p:sp>
    </p:spTree>
    <p:extLst>
      <p:ext uri="{BB962C8B-B14F-4D97-AF65-F5344CB8AC3E}">
        <p14:creationId xmlns:p14="http://schemas.microsoft.com/office/powerpoint/2010/main" val="1352457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Write a program that will compare two strings.</a:t>
            </a:r>
            <a:endParaRPr lang="en-US"/>
          </a:p>
        </p:txBody>
      </p:sp>
      <p:sp>
        <p:nvSpPr>
          <p:cNvPr id="3" name="Content Placeholder 2"/>
          <p:cNvSpPr>
            <a:spLocks noGrp="1"/>
          </p:cNvSpPr>
          <p:nvPr>
            <p:ph idx="1"/>
          </p:nvPr>
        </p:nvSpPr>
        <p:spPr>
          <a:xfrm>
            <a:off x="436228" y="1825625"/>
            <a:ext cx="10917572" cy="4351338"/>
          </a:xfrm>
        </p:spPr>
        <p:txBody>
          <a:bodyPr>
            <a:normAutofit fontScale="92500" lnSpcReduction="20000"/>
          </a:bodyPr>
          <a:lstStyle/>
          <a:p>
            <a:pPr marL="0" indent="0">
              <a:buNone/>
            </a:pPr>
            <a:r>
              <a:rPr lang="en-US" err="1"/>
              <a:t>int</a:t>
            </a:r>
            <a:r>
              <a:rPr lang="en-US"/>
              <a:t> main(void)</a:t>
            </a:r>
          </a:p>
          <a:p>
            <a:pPr marL="0" indent="0">
              <a:buNone/>
            </a:pPr>
            <a:r>
              <a:rPr lang="en-US"/>
              <a:t>{</a:t>
            </a:r>
          </a:p>
          <a:p>
            <a:pPr marL="0" indent="0">
              <a:buNone/>
            </a:pPr>
            <a:r>
              <a:rPr lang="en-US" err="1"/>
              <a:t>clrscr</a:t>
            </a:r>
            <a:r>
              <a:rPr lang="en-US"/>
              <a:t>();</a:t>
            </a:r>
          </a:p>
          <a:p>
            <a:pPr marL="0" indent="0">
              <a:buNone/>
            </a:pPr>
            <a:r>
              <a:rPr lang="en-US"/>
              <a:t> char string1[80]="</a:t>
            </a:r>
            <a:r>
              <a:rPr lang="en-US" err="1"/>
              <a:t>Waljat</a:t>
            </a:r>
            <a:r>
              <a:rPr lang="en-US"/>
              <a:t> Colleges";</a:t>
            </a:r>
          </a:p>
          <a:p>
            <a:pPr marL="0" indent="0">
              <a:buNone/>
            </a:pPr>
            <a:r>
              <a:rPr lang="en-US"/>
              <a:t> char string2[80] ="</a:t>
            </a:r>
            <a:r>
              <a:rPr lang="en-US" err="1"/>
              <a:t>Waljat</a:t>
            </a:r>
            <a:r>
              <a:rPr lang="en-US"/>
              <a:t> Colleges";</a:t>
            </a:r>
          </a:p>
          <a:p>
            <a:pPr marL="0" indent="0">
              <a:buNone/>
            </a:pPr>
            <a:r>
              <a:rPr lang="en-US" err="1"/>
              <a:t>int</a:t>
            </a:r>
            <a:r>
              <a:rPr lang="en-US"/>
              <a:t> s1,s2,flag=0,i;</a:t>
            </a:r>
          </a:p>
          <a:p>
            <a:pPr marL="0" indent="0">
              <a:buNone/>
            </a:pPr>
            <a:r>
              <a:rPr lang="en-US"/>
              <a:t>	s1=</a:t>
            </a:r>
            <a:r>
              <a:rPr lang="en-US" err="1"/>
              <a:t>strlen</a:t>
            </a:r>
            <a:r>
              <a:rPr lang="en-US"/>
              <a:t>(string1);</a:t>
            </a:r>
          </a:p>
          <a:p>
            <a:pPr marL="0" indent="0">
              <a:buNone/>
            </a:pPr>
            <a:r>
              <a:rPr lang="en-US"/>
              <a:t>	s2=</a:t>
            </a:r>
            <a:r>
              <a:rPr lang="en-US" err="1"/>
              <a:t>strlen</a:t>
            </a:r>
            <a:r>
              <a:rPr lang="en-US"/>
              <a:t>(string2);</a:t>
            </a:r>
          </a:p>
          <a:p>
            <a:pPr marL="0" indent="0">
              <a:buNone/>
            </a:pPr>
            <a:r>
              <a:rPr lang="en-US"/>
              <a:t>	if(s1 != s2)</a:t>
            </a:r>
          </a:p>
          <a:p>
            <a:pPr marL="0" indent="0">
              <a:buNone/>
            </a:pPr>
            <a:r>
              <a:rPr lang="en-US"/>
              <a:t>	</a:t>
            </a:r>
            <a:r>
              <a:rPr lang="en-US" err="1"/>
              <a:t>printf</a:t>
            </a:r>
            <a:r>
              <a:rPr lang="en-US"/>
              <a:t>("Strings are not equal :");</a:t>
            </a:r>
          </a:p>
        </p:txBody>
      </p:sp>
    </p:spTree>
    <p:extLst>
      <p:ext uri="{BB962C8B-B14F-4D97-AF65-F5344CB8AC3E}">
        <p14:creationId xmlns:p14="http://schemas.microsoft.com/office/powerpoint/2010/main" val="3522231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Write a program that will compare two strings.</a:t>
            </a:r>
            <a:endParaRPr lang="en-US"/>
          </a:p>
        </p:txBody>
      </p:sp>
      <p:sp>
        <p:nvSpPr>
          <p:cNvPr id="3" name="Content Placeholder 2"/>
          <p:cNvSpPr>
            <a:spLocks noGrp="1"/>
          </p:cNvSpPr>
          <p:nvPr>
            <p:ph idx="1"/>
          </p:nvPr>
        </p:nvSpPr>
        <p:spPr>
          <a:xfrm>
            <a:off x="436228" y="1825625"/>
            <a:ext cx="10917572" cy="4351338"/>
          </a:xfrm>
        </p:spPr>
        <p:txBody>
          <a:bodyPr>
            <a:normAutofit fontScale="62500" lnSpcReduction="20000"/>
          </a:bodyPr>
          <a:lstStyle/>
          <a:p>
            <a:pPr marL="0" indent="0">
              <a:buNone/>
            </a:pPr>
            <a:r>
              <a:rPr lang="en-US"/>
              <a:t>else	{</a:t>
            </a:r>
          </a:p>
          <a:p>
            <a:pPr marL="0" indent="0">
              <a:buNone/>
            </a:pPr>
            <a:r>
              <a:rPr lang="en-US"/>
              <a:t>		for(</a:t>
            </a:r>
            <a:r>
              <a:rPr lang="en-US" err="1"/>
              <a:t>i</a:t>
            </a:r>
            <a:r>
              <a:rPr lang="en-US"/>
              <a:t>=0;i&lt;s1;i++) {</a:t>
            </a:r>
          </a:p>
          <a:p>
            <a:pPr marL="0" indent="0">
              <a:buNone/>
            </a:pPr>
            <a:r>
              <a:rPr lang="en-US"/>
              <a:t>			if(string1[</a:t>
            </a:r>
            <a:r>
              <a:rPr lang="en-US" err="1"/>
              <a:t>i</a:t>
            </a:r>
            <a:r>
              <a:rPr lang="en-US"/>
              <a:t>]!=string2[</a:t>
            </a:r>
            <a:r>
              <a:rPr lang="en-US" err="1"/>
              <a:t>i</a:t>
            </a:r>
            <a:r>
              <a:rPr lang="en-US"/>
              <a:t>])</a:t>
            </a:r>
          </a:p>
          <a:p>
            <a:pPr marL="0" indent="0">
              <a:buNone/>
            </a:pPr>
            <a:r>
              <a:rPr lang="en-US"/>
              <a:t>			{</a:t>
            </a:r>
          </a:p>
          <a:p>
            <a:pPr marL="0" indent="0">
              <a:buNone/>
            </a:pPr>
            <a:r>
              <a:rPr lang="en-US"/>
              <a:t>				flag=1;</a:t>
            </a:r>
          </a:p>
          <a:p>
            <a:pPr marL="0" indent="0">
              <a:buNone/>
            </a:pPr>
            <a:r>
              <a:rPr lang="en-US"/>
              <a:t>				break;			}</a:t>
            </a:r>
          </a:p>
          <a:p>
            <a:pPr marL="0" indent="0">
              <a:buNone/>
            </a:pPr>
            <a:r>
              <a:rPr lang="en-US"/>
              <a:t>		 }</a:t>
            </a:r>
          </a:p>
          <a:p>
            <a:pPr marL="0" indent="0">
              <a:buNone/>
            </a:pPr>
            <a:r>
              <a:rPr lang="en-US"/>
              <a:t>		 if(flag==1)	 {</a:t>
            </a:r>
          </a:p>
          <a:p>
            <a:pPr marL="0" indent="0">
              <a:buNone/>
            </a:pPr>
            <a:r>
              <a:rPr lang="en-US"/>
              <a:t>		</a:t>
            </a:r>
            <a:r>
              <a:rPr lang="en-US" err="1"/>
              <a:t>printf</a:t>
            </a:r>
            <a:r>
              <a:rPr lang="en-US"/>
              <a:t>("\</a:t>
            </a:r>
            <a:r>
              <a:rPr lang="en-US" err="1"/>
              <a:t>nNot</a:t>
            </a:r>
            <a:r>
              <a:rPr lang="en-US"/>
              <a:t> Equal:");		 }</a:t>
            </a:r>
          </a:p>
          <a:p>
            <a:pPr marL="0" indent="0">
              <a:buNone/>
            </a:pPr>
            <a:r>
              <a:rPr lang="en-US"/>
              <a:t>		 else</a:t>
            </a:r>
          </a:p>
          <a:p>
            <a:pPr marL="0" indent="0">
              <a:buNone/>
            </a:pPr>
            <a:r>
              <a:rPr lang="en-US"/>
              <a:t>		</a:t>
            </a:r>
            <a:r>
              <a:rPr lang="en-US" err="1"/>
              <a:t>printf</a:t>
            </a:r>
            <a:r>
              <a:rPr lang="en-US"/>
              <a:t>("\</a:t>
            </a:r>
            <a:r>
              <a:rPr lang="en-US" err="1"/>
              <a:t>nEqual</a:t>
            </a:r>
            <a:r>
              <a:rPr lang="en-US"/>
              <a:t>:");</a:t>
            </a:r>
          </a:p>
          <a:p>
            <a:pPr marL="0" indent="0">
              <a:buNone/>
            </a:pPr>
            <a:r>
              <a:rPr lang="en-US"/>
              <a:t>	}</a:t>
            </a:r>
          </a:p>
          <a:p>
            <a:pPr marL="0" indent="0">
              <a:buNone/>
            </a:pPr>
            <a:r>
              <a:rPr lang="en-US"/>
              <a:t>	  return 0;  	}</a:t>
            </a:r>
          </a:p>
          <a:p>
            <a:pPr marL="0" indent="0">
              <a:buNone/>
            </a:pPr>
            <a:endParaRPr lang="en-US"/>
          </a:p>
        </p:txBody>
      </p:sp>
    </p:spTree>
    <p:extLst>
      <p:ext uri="{BB962C8B-B14F-4D97-AF65-F5344CB8AC3E}">
        <p14:creationId xmlns:p14="http://schemas.microsoft.com/office/powerpoint/2010/main" val="2738605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to find root of a quadratic equation</a:t>
            </a:r>
          </a:p>
        </p:txBody>
      </p:sp>
      <p:sp>
        <p:nvSpPr>
          <p:cNvPr id="3" name="Content Placeholder 2"/>
          <p:cNvSpPr>
            <a:spLocks noGrp="1"/>
          </p:cNvSpPr>
          <p:nvPr>
            <p:ph idx="1"/>
          </p:nvPr>
        </p:nvSpPr>
        <p:spPr/>
        <p:txBody>
          <a:bodyPr/>
          <a:lstStyle/>
          <a:p>
            <a:pPr marL="0" indent="0">
              <a:buNone/>
            </a:pPr>
            <a:r>
              <a:rPr lang="en-US"/>
              <a:t>#include &lt;</a:t>
            </a:r>
            <a:r>
              <a:rPr lang="en-US" err="1"/>
              <a:t>math.h</a:t>
            </a:r>
            <a:r>
              <a:rPr lang="en-US"/>
              <a:t>&gt;</a:t>
            </a:r>
          </a:p>
          <a:p>
            <a:pPr marL="0" indent="0">
              <a:buNone/>
            </a:pPr>
            <a:r>
              <a:rPr lang="en-US"/>
              <a:t>#include &lt;</a:t>
            </a:r>
            <a:r>
              <a:rPr lang="en-US" err="1"/>
              <a:t>stdio.h</a:t>
            </a:r>
            <a:r>
              <a:rPr lang="en-US"/>
              <a:t>&gt;</a:t>
            </a:r>
          </a:p>
          <a:p>
            <a:pPr marL="0" indent="0">
              <a:buNone/>
            </a:pPr>
            <a:r>
              <a:rPr lang="en-US" err="1"/>
              <a:t>int</a:t>
            </a:r>
            <a:r>
              <a:rPr lang="en-US"/>
              <a:t> main() {</a:t>
            </a:r>
          </a:p>
          <a:p>
            <a:pPr marL="0" indent="0">
              <a:buNone/>
            </a:pPr>
            <a:r>
              <a:rPr lang="en-US"/>
              <a:t>    float a, b, c, dis, root1, root2, real, </a:t>
            </a:r>
            <a:r>
              <a:rPr lang="en-US" err="1"/>
              <a:t>imag</a:t>
            </a:r>
            <a:r>
              <a:rPr lang="en-US"/>
              <a:t>;</a:t>
            </a:r>
          </a:p>
          <a:p>
            <a:pPr marL="0" indent="0">
              <a:buNone/>
            </a:pPr>
            <a:r>
              <a:rPr lang="en-US"/>
              <a:t>    </a:t>
            </a:r>
            <a:r>
              <a:rPr lang="en-US" err="1"/>
              <a:t>printf</a:t>
            </a:r>
            <a:r>
              <a:rPr lang="en-US"/>
              <a:t>("Enter coefficients a, b and c: ");</a:t>
            </a:r>
          </a:p>
          <a:p>
            <a:pPr marL="0" indent="0">
              <a:buNone/>
            </a:pPr>
            <a:r>
              <a:rPr lang="en-US"/>
              <a:t>    </a:t>
            </a:r>
            <a:r>
              <a:rPr lang="en-US" err="1"/>
              <a:t>scanf</a:t>
            </a:r>
            <a:r>
              <a:rPr lang="en-US"/>
              <a:t>("%f %f %f", &amp;a, &amp;b, &amp;c);</a:t>
            </a:r>
          </a:p>
          <a:p>
            <a:pPr marL="0" indent="0">
              <a:buNone/>
            </a:pPr>
            <a:endParaRPr lang="en-US"/>
          </a:p>
          <a:p>
            <a:pPr marL="0" indent="0">
              <a:buNone/>
            </a:pPr>
            <a:r>
              <a:rPr lang="en-US"/>
              <a:t>    dis = b * b - 4 * a * c;</a:t>
            </a:r>
          </a:p>
          <a:p>
            <a:pPr marL="0" indent="0">
              <a:buNone/>
            </a:pPr>
            <a:endParaRPr lang="en-US"/>
          </a:p>
        </p:txBody>
      </p:sp>
    </p:spTree>
    <p:extLst>
      <p:ext uri="{BB962C8B-B14F-4D97-AF65-F5344CB8AC3E}">
        <p14:creationId xmlns:p14="http://schemas.microsoft.com/office/powerpoint/2010/main" val="368487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to find root of a quadratic equation</a:t>
            </a:r>
          </a:p>
        </p:txBody>
      </p:sp>
      <p:sp>
        <p:nvSpPr>
          <p:cNvPr id="3" name="Content Placeholder 2"/>
          <p:cNvSpPr>
            <a:spLocks noGrp="1"/>
          </p:cNvSpPr>
          <p:nvPr>
            <p:ph idx="1"/>
          </p:nvPr>
        </p:nvSpPr>
        <p:spPr/>
        <p:txBody>
          <a:bodyPr/>
          <a:lstStyle/>
          <a:p>
            <a:pPr marL="0" indent="0">
              <a:buNone/>
            </a:pPr>
            <a:r>
              <a:rPr lang="en-US"/>
              <a:t>// condition for real and different roots</a:t>
            </a:r>
          </a:p>
          <a:p>
            <a:pPr marL="0" indent="0">
              <a:buNone/>
            </a:pPr>
            <a:r>
              <a:rPr lang="en-US"/>
              <a:t>    if (dis &gt; 0) {</a:t>
            </a:r>
          </a:p>
          <a:p>
            <a:pPr marL="0" indent="0">
              <a:buNone/>
            </a:pPr>
            <a:r>
              <a:rPr lang="en-US"/>
              <a:t>        root1 = (-b + </a:t>
            </a:r>
            <a:r>
              <a:rPr lang="en-US" err="1"/>
              <a:t>sqrt</a:t>
            </a:r>
            <a:r>
              <a:rPr lang="en-US"/>
              <a:t>(dis)) / (2 * a);</a:t>
            </a:r>
          </a:p>
          <a:p>
            <a:pPr marL="0" indent="0">
              <a:buNone/>
            </a:pPr>
            <a:r>
              <a:rPr lang="en-US"/>
              <a:t>        root2 = (-b - </a:t>
            </a:r>
            <a:r>
              <a:rPr lang="en-US" err="1"/>
              <a:t>sqrt</a:t>
            </a:r>
            <a:r>
              <a:rPr lang="en-US"/>
              <a:t>(dis)) / (2 * a);</a:t>
            </a:r>
          </a:p>
          <a:p>
            <a:pPr marL="0" indent="0">
              <a:buNone/>
            </a:pPr>
            <a:r>
              <a:rPr lang="en-US"/>
              <a:t>        </a:t>
            </a:r>
            <a:r>
              <a:rPr lang="en-US" err="1"/>
              <a:t>printf</a:t>
            </a:r>
            <a:r>
              <a:rPr lang="en-US"/>
              <a:t>("root1 = %.2f and root2 = %.2f", root1, root2);</a:t>
            </a:r>
          </a:p>
          <a:p>
            <a:pPr marL="0" indent="0">
              <a:buNone/>
            </a:pPr>
            <a:r>
              <a:rPr lang="en-US"/>
              <a:t>    }</a:t>
            </a:r>
          </a:p>
        </p:txBody>
      </p:sp>
    </p:spTree>
    <p:extLst>
      <p:ext uri="{BB962C8B-B14F-4D97-AF65-F5344CB8AC3E}">
        <p14:creationId xmlns:p14="http://schemas.microsoft.com/office/powerpoint/2010/main" val="3283077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to find root of a quadratic equation</a:t>
            </a:r>
          </a:p>
        </p:txBody>
      </p:sp>
      <p:sp>
        <p:nvSpPr>
          <p:cNvPr id="3" name="Content Placeholder 2"/>
          <p:cNvSpPr>
            <a:spLocks noGrp="1"/>
          </p:cNvSpPr>
          <p:nvPr>
            <p:ph idx="1"/>
          </p:nvPr>
        </p:nvSpPr>
        <p:spPr>
          <a:xfrm>
            <a:off x="838200" y="1333850"/>
            <a:ext cx="10515600" cy="4843113"/>
          </a:xfrm>
        </p:spPr>
        <p:txBody>
          <a:bodyPr>
            <a:normAutofit fontScale="77500" lnSpcReduction="20000"/>
          </a:bodyPr>
          <a:lstStyle/>
          <a:p>
            <a:pPr marL="0" indent="0">
              <a:buNone/>
            </a:pPr>
            <a:r>
              <a:rPr lang="en-US"/>
              <a:t>// condition for real and equal roots</a:t>
            </a:r>
          </a:p>
          <a:p>
            <a:pPr marL="0" indent="0">
              <a:buNone/>
            </a:pPr>
            <a:r>
              <a:rPr lang="en-US"/>
              <a:t>    else if (dis == 0) {</a:t>
            </a:r>
          </a:p>
          <a:p>
            <a:pPr marL="0" indent="0">
              <a:buNone/>
            </a:pPr>
            <a:r>
              <a:rPr lang="en-US"/>
              <a:t>        root1 = root2 = -b / (2 * a);</a:t>
            </a:r>
          </a:p>
          <a:p>
            <a:pPr marL="0" indent="0">
              <a:buNone/>
            </a:pPr>
            <a:r>
              <a:rPr lang="en-US"/>
              <a:t>        </a:t>
            </a:r>
            <a:r>
              <a:rPr lang="en-US" err="1"/>
              <a:t>printf</a:t>
            </a:r>
            <a:r>
              <a:rPr lang="en-US"/>
              <a:t>("root1 = root2 = %.2f;", root1);</a:t>
            </a:r>
          </a:p>
          <a:p>
            <a:pPr marL="0" indent="0">
              <a:buNone/>
            </a:pPr>
            <a:r>
              <a:rPr lang="en-US"/>
              <a:t>    }</a:t>
            </a:r>
          </a:p>
          <a:p>
            <a:pPr marL="0" indent="0">
              <a:buNone/>
            </a:pPr>
            <a:r>
              <a:rPr lang="en-US"/>
              <a:t>    // if roots are not real</a:t>
            </a:r>
          </a:p>
          <a:p>
            <a:pPr marL="0" indent="0">
              <a:buNone/>
            </a:pPr>
            <a:r>
              <a:rPr lang="en-US"/>
              <a:t>    else {</a:t>
            </a:r>
          </a:p>
          <a:p>
            <a:pPr marL="0" indent="0">
              <a:buNone/>
            </a:pPr>
            <a:r>
              <a:rPr lang="en-US"/>
              <a:t>        real = -b / (2 * a);</a:t>
            </a:r>
          </a:p>
          <a:p>
            <a:pPr marL="0" indent="0">
              <a:buNone/>
            </a:pPr>
            <a:r>
              <a:rPr lang="en-US"/>
              <a:t>        </a:t>
            </a:r>
            <a:r>
              <a:rPr lang="en-US" err="1"/>
              <a:t>imag</a:t>
            </a:r>
            <a:r>
              <a:rPr lang="en-US"/>
              <a:t> = </a:t>
            </a:r>
            <a:r>
              <a:rPr lang="en-US" err="1"/>
              <a:t>sqrt</a:t>
            </a:r>
            <a:r>
              <a:rPr lang="en-US"/>
              <a:t>(-dis) / (2 * a);</a:t>
            </a:r>
          </a:p>
          <a:p>
            <a:pPr marL="0" indent="0">
              <a:buNone/>
            </a:pPr>
            <a:r>
              <a:rPr lang="en-US"/>
              <a:t>        </a:t>
            </a:r>
            <a:r>
              <a:rPr lang="en-US" err="1"/>
              <a:t>printf</a:t>
            </a:r>
            <a:r>
              <a:rPr lang="en-US"/>
              <a:t>("root1 = %.2f+%.2fi and root2 = %.2f-%.2fi", real, </a:t>
            </a:r>
            <a:r>
              <a:rPr lang="en-US" err="1"/>
              <a:t>imag</a:t>
            </a:r>
            <a:r>
              <a:rPr lang="en-US"/>
              <a:t>, real, </a:t>
            </a:r>
            <a:r>
              <a:rPr lang="en-US" err="1"/>
              <a:t>imag</a:t>
            </a:r>
            <a:r>
              <a:rPr lang="en-US"/>
              <a:t>);</a:t>
            </a:r>
          </a:p>
          <a:p>
            <a:pPr marL="0" indent="0">
              <a:buNone/>
            </a:pPr>
            <a:r>
              <a:rPr lang="en-US"/>
              <a:t>    }</a:t>
            </a:r>
          </a:p>
          <a:p>
            <a:pPr marL="0" indent="0">
              <a:buNone/>
            </a:pPr>
            <a:r>
              <a:rPr lang="en-US"/>
              <a:t>    return 0;</a:t>
            </a:r>
          </a:p>
          <a:p>
            <a:pPr marL="0" indent="0">
              <a:buNone/>
            </a:pPr>
            <a:r>
              <a:rPr lang="en-US"/>
              <a:t>}</a:t>
            </a:r>
          </a:p>
          <a:p>
            <a:pPr marL="0" indent="0">
              <a:buNone/>
            </a:pPr>
            <a:endParaRPr lang="en-US"/>
          </a:p>
        </p:txBody>
      </p:sp>
    </p:spTree>
    <p:extLst>
      <p:ext uri="{BB962C8B-B14F-4D97-AF65-F5344CB8AC3E}">
        <p14:creationId xmlns:p14="http://schemas.microsoft.com/office/powerpoint/2010/main" val="2251672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to sort numbers using array</a:t>
            </a:r>
          </a:p>
        </p:txBody>
      </p:sp>
      <p:sp>
        <p:nvSpPr>
          <p:cNvPr id="3" name="Content Placeholder 2"/>
          <p:cNvSpPr>
            <a:spLocks noGrp="1"/>
          </p:cNvSpPr>
          <p:nvPr>
            <p:ph idx="1"/>
          </p:nvPr>
        </p:nvSpPr>
        <p:spPr/>
        <p:txBody>
          <a:bodyPr>
            <a:normAutofit fontScale="92500" lnSpcReduction="20000"/>
          </a:bodyPr>
          <a:lstStyle/>
          <a:p>
            <a:pPr marL="0" indent="0">
              <a:buNone/>
            </a:pPr>
            <a:r>
              <a:rPr lang="en-US"/>
              <a:t>#include &lt;</a:t>
            </a:r>
            <a:r>
              <a:rPr lang="en-US" err="1"/>
              <a:t>math.h</a:t>
            </a:r>
            <a:r>
              <a:rPr lang="en-US"/>
              <a:t>&gt;</a:t>
            </a:r>
          </a:p>
          <a:p>
            <a:pPr marL="0" indent="0">
              <a:buNone/>
            </a:pPr>
            <a:r>
              <a:rPr lang="en-US"/>
              <a:t>#include &lt;</a:t>
            </a:r>
            <a:r>
              <a:rPr lang="en-US" err="1"/>
              <a:t>stdio.h</a:t>
            </a:r>
            <a:r>
              <a:rPr lang="en-US"/>
              <a:t>&gt;</a:t>
            </a:r>
          </a:p>
          <a:p>
            <a:pPr marL="0" indent="0">
              <a:buNone/>
            </a:pPr>
            <a:r>
              <a:rPr lang="en-US" err="1"/>
              <a:t>int</a:t>
            </a:r>
            <a:r>
              <a:rPr lang="en-US"/>
              <a:t> main() {</a:t>
            </a:r>
          </a:p>
          <a:p>
            <a:pPr marL="0" indent="0">
              <a:buNone/>
            </a:pPr>
            <a:r>
              <a:rPr lang="en-US"/>
              <a:t>   </a:t>
            </a:r>
            <a:r>
              <a:rPr lang="en-US" err="1"/>
              <a:t>int</a:t>
            </a:r>
            <a:r>
              <a:rPr lang="en-US"/>
              <a:t> </a:t>
            </a:r>
            <a:r>
              <a:rPr lang="en-US" err="1"/>
              <a:t>num</a:t>
            </a:r>
            <a:r>
              <a:rPr lang="en-US"/>
              <a:t>[10];</a:t>
            </a:r>
          </a:p>
          <a:p>
            <a:pPr marL="0" indent="0">
              <a:buNone/>
            </a:pPr>
            <a:r>
              <a:rPr lang="en-US"/>
              <a:t>   </a:t>
            </a:r>
            <a:r>
              <a:rPr lang="en-US" err="1"/>
              <a:t>int</a:t>
            </a:r>
            <a:r>
              <a:rPr lang="en-US"/>
              <a:t> </a:t>
            </a:r>
            <a:r>
              <a:rPr lang="en-US" err="1"/>
              <a:t>i</a:t>
            </a:r>
            <a:r>
              <a:rPr lang="en-US"/>
              <a:t>, j, a, n;</a:t>
            </a:r>
          </a:p>
          <a:p>
            <a:pPr marL="0" indent="0">
              <a:buNone/>
            </a:pPr>
            <a:r>
              <a:rPr lang="en-US"/>
              <a:t>   </a:t>
            </a:r>
            <a:r>
              <a:rPr lang="en-US" err="1"/>
              <a:t>printf</a:t>
            </a:r>
            <a:r>
              <a:rPr lang="en-US"/>
              <a:t>("enter number of elements in an array\n");</a:t>
            </a:r>
          </a:p>
          <a:p>
            <a:pPr marL="0" indent="0">
              <a:buNone/>
            </a:pPr>
            <a:r>
              <a:rPr lang="en-US"/>
              <a:t>   </a:t>
            </a:r>
            <a:r>
              <a:rPr lang="en-US" err="1"/>
              <a:t>scanf</a:t>
            </a:r>
            <a:r>
              <a:rPr lang="en-US"/>
              <a:t>("%d", &amp;n);</a:t>
            </a:r>
          </a:p>
          <a:p>
            <a:pPr marL="0" indent="0">
              <a:buNone/>
            </a:pPr>
            <a:r>
              <a:rPr lang="en-US"/>
              <a:t>   </a:t>
            </a:r>
            <a:r>
              <a:rPr lang="en-US" err="1"/>
              <a:t>printf</a:t>
            </a:r>
            <a:r>
              <a:rPr lang="en-US"/>
              <a:t>("Enter the elements\n");</a:t>
            </a:r>
          </a:p>
          <a:p>
            <a:pPr marL="0" indent="0">
              <a:buNone/>
            </a:pPr>
            <a:r>
              <a:rPr lang="en-US"/>
              <a:t>   for (</a:t>
            </a:r>
            <a:r>
              <a:rPr lang="en-US" err="1"/>
              <a:t>i</a:t>
            </a:r>
            <a:r>
              <a:rPr lang="en-US"/>
              <a:t> = 0; </a:t>
            </a:r>
            <a:r>
              <a:rPr lang="en-US" err="1"/>
              <a:t>i</a:t>
            </a:r>
            <a:r>
              <a:rPr lang="en-US"/>
              <a:t> &lt; n; ++</a:t>
            </a:r>
            <a:r>
              <a:rPr lang="en-US" err="1"/>
              <a:t>i</a:t>
            </a:r>
            <a:r>
              <a:rPr lang="en-US"/>
              <a:t>)</a:t>
            </a:r>
          </a:p>
          <a:p>
            <a:pPr marL="0" indent="0">
              <a:buNone/>
            </a:pPr>
            <a:r>
              <a:rPr lang="en-US"/>
              <a:t>      </a:t>
            </a:r>
            <a:r>
              <a:rPr lang="en-US" err="1"/>
              <a:t>scanf</a:t>
            </a:r>
            <a:r>
              <a:rPr lang="en-US"/>
              <a:t>("%d", &amp;</a:t>
            </a:r>
            <a:r>
              <a:rPr lang="en-US" err="1"/>
              <a:t>num</a:t>
            </a:r>
            <a:r>
              <a:rPr lang="en-US"/>
              <a:t>[</a:t>
            </a:r>
            <a:r>
              <a:rPr lang="en-US" err="1"/>
              <a:t>i</a:t>
            </a:r>
            <a:r>
              <a:rPr lang="en-US"/>
              <a:t>]);</a:t>
            </a:r>
          </a:p>
        </p:txBody>
      </p:sp>
    </p:spTree>
    <p:extLst>
      <p:ext uri="{BB962C8B-B14F-4D97-AF65-F5344CB8AC3E}">
        <p14:creationId xmlns:p14="http://schemas.microsoft.com/office/powerpoint/2010/main" val="2117965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to sort numbers using array</a:t>
            </a:r>
          </a:p>
        </p:txBody>
      </p:sp>
      <p:sp>
        <p:nvSpPr>
          <p:cNvPr id="3" name="Content Placeholder 2"/>
          <p:cNvSpPr>
            <a:spLocks noGrp="1"/>
          </p:cNvSpPr>
          <p:nvPr>
            <p:ph idx="1"/>
          </p:nvPr>
        </p:nvSpPr>
        <p:spPr/>
        <p:txBody>
          <a:bodyPr>
            <a:normAutofit fontScale="62500" lnSpcReduction="20000"/>
          </a:bodyPr>
          <a:lstStyle/>
          <a:p>
            <a:pPr marL="0" indent="0">
              <a:buNone/>
            </a:pPr>
            <a:r>
              <a:rPr lang="en-US"/>
              <a:t>for (</a:t>
            </a:r>
            <a:r>
              <a:rPr lang="en-US" err="1"/>
              <a:t>i</a:t>
            </a:r>
            <a:r>
              <a:rPr lang="en-US"/>
              <a:t> = 0; </a:t>
            </a:r>
            <a:r>
              <a:rPr lang="en-US" err="1"/>
              <a:t>i</a:t>
            </a:r>
            <a:r>
              <a:rPr lang="en-US"/>
              <a:t> &lt; n; </a:t>
            </a:r>
            <a:r>
              <a:rPr lang="en-US" err="1"/>
              <a:t>i</a:t>
            </a:r>
            <a:r>
              <a:rPr lang="en-US"/>
              <a:t>=i+1){</a:t>
            </a:r>
          </a:p>
          <a:p>
            <a:pPr marL="0" indent="0">
              <a:buNone/>
            </a:pPr>
            <a:r>
              <a:rPr lang="en-US"/>
              <a:t>      for (j = </a:t>
            </a:r>
            <a:r>
              <a:rPr lang="en-US" err="1"/>
              <a:t>i</a:t>
            </a:r>
            <a:r>
              <a:rPr lang="en-US"/>
              <a:t> + 1; j &lt; n; j=j+1){</a:t>
            </a:r>
          </a:p>
          <a:p>
            <a:pPr marL="0" indent="0">
              <a:buNone/>
            </a:pPr>
            <a:r>
              <a:rPr lang="en-US"/>
              <a:t>         if (</a:t>
            </a:r>
            <a:r>
              <a:rPr lang="en-US" err="1"/>
              <a:t>num</a:t>
            </a:r>
            <a:r>
              <a:rPr lang="en-US"/>
              <a:t>[</a:t>
            </a:r>
            <a:r>
              <a:rPr lang="en-US" err="1"/>
              <a:t>i</a:t>
            </a:r>
            <a:r>
              <a:rPr lang="en-US"/>
              <a:t>] &gt; </a:t>
            </a:r>
            <a:r>
              <a:rPr lang="en-US" err="1"/>
              <a:t>num</a:t>
            </a:r>
            <a:r>
              <a:rPr lang="en-US"/>
              <a:t>[j]){</a:t>
            </a:r>
          </a:p>
          <a:p>
            <a:pPr marL="0" indent="0">
              <a:buNone/>
            </a:pPr>
            <a:r>
              <a:rPr lang="en-US"/>
              <a:t>            a = </a:t>
            </a:r>
            <a:r>
              <a:rPr lang="en-US" err="1"/>
              <a:t>num</a:t>
            </a:r>
            <a:r>
              <a:rPr lang="en-US"/>
              <a:t>[</a:t>
            </a:r>
            <a:r>
              <a:rPr lang="en-US" err="1"/>
              <a:t>i</a:t>
            </a:r>
            <a:r>
              <a:rPr lang="en-US"/>
              <a:t>];</a:t>
            </a:r>
          </a:p>
          <a:p>
            <a:pPr marL="0" indent="0">
              <a:buNone/>
            </a:pPr>
            <a:r>
              <a:rPr lang="en-US"/>
              <a:t>            </a:t>
            </a:r>
            <a:r>
              <a:rPr lang="en-US" err="1"/>
              <a:t>num</a:t>
            </a:r>
            <a:r>
              <a:rPr lang="en-US"/>
              <a:t>[</a:t>
            </a:r>
            <a:r>
              <a:rPr lang="en-US" err="1"/>
              <a:t>i</a:t>
            </a:r>
            <a:r>
              <a:rPr lang="en-US"/>
              <a:t>] = </a:t>
            </a:r>
            <a:r>
              <a:rPr lang="en-US" err="1"/>
              <a:t>num</a:t>
            </a:r>
            <a:r>
              <a:rPr lang="en-US"/>
              <a:t>[j];</a:t>
            </a:r>
          </a:p>
          <a:p>
            <a:pPr marL="0" indent="0">
              <a:buNone/>
            </a:pPr>
            <a:r>
              <a:rPr lang="en-US"/>
              <a:t>            </a:t>
            </a:r>
            <a:r>
              <a:rPr lang="en-US" err="1"/>
              <a:t>num</a:t>
            </a:r>
            <a:r>
              <a:rPr lang="en-US"/>
              <a:t>[j] = a;</a:t>
            </a:r>
          </a:p>
          <a:p>
            <a:pPr marL="0" indent="0">
              <a:buNone/>
            </a:pPr>
            <a:r>
              <a:rPr lang="en-US"/>
              <a:t>         }      }    }</a:t>
            </a:r>
          </a:p>
          <a:p>
            <a:pPr marL="0" indent="0">
              <a:buNone/>
            </a:pPr>
            <a:r>
              <a:rPr lang="en-US"/>
              <a:t>   </a:t>
            </a:r>
            <a:r>
              <a:rPr lang="en-US" err="1"/>
              <a:t>printf</a:t>
            </a:r>
            <a:r>
              <a:rPr lang="en-US"/>
              <a:t>("The numbers in ascending order is:\n");</a:t>
            </a:r>
          </a:p>
          <a:p>
            <a:pPr marL="0" indent="0">
              <a:buNone/>
            </a:pPr>
            <a:r>
              <a:rPr lang="en-US"/>
              <a:t>   for (</a:t>
            </a:r>
            <a:r>
              <a:rPr lang="en-US" err="1"/>
              <a:t>i</a:t>
            </a:r>
            <a:r>
              <a:rPr lang="en-US"/>
              <a:t> = 0; </a:t>
            </a:r>
            <a:r>
              <a:rPr lang="en-US" err="1"/>
              <a:t>i</a:t>
            </a:r>
            <a:r>
              <a:rPr lang="en-US"/>
              <a:t> &lt; n; ++</a:t>
            </a:r>
            <a:r>
              <a:rPr lang="en-US" err="1"/>
              <a:t>i</a:t>
            </a:r>
            <a:r>
              <a:rPr lang="en-US"/>
              <a:t>){</a:t>
            </a:r>
          </a:p>
          <a:p>
            <a:pPr marL="0" indent="0">
              <a:buNone/>
            </a:pPr>
            <a:r>
              <a:rPr lang="en-US"/>
              <a:t>      </a:t>
            </a:r>
            <a:r>
              <a:rPr lang="en-US" err="1"/>
              <a:t>printf</a:t>
            </a:r>
            <a:r>
              <a:rPr lang="en-US"/>
              <a:t>("%d\n", </a:t>
            </a:r>
            <a:r>
              <a:rPr lang="en-US" err="1"/>
              <a:t>num</a:t>
            </a:r>
            <a:r>
              <a:rPr lang="en-US"/>
              <a:t>[</a:t>
            </a:r>
            <a:r>
              <a:rPr lang="en-US" err="1"/>
              <a:t>i</a:t>
            </a:r>
            <a:r>
              <a:rPr lang="en-US"/>
              <a:t>]);</a:t>
            </a:r>
          </a:p>
          <a:p>
            <a:pPr marL="0" indent="0">
              <a:buNone/>
            </a:pPr>
            <a:r>
              <a:rPr lang="en-US"/>
              <a:t>   }</a:t>
            </a:r>
          </a:p>
          <a:p>
            <a:pPr marL="0" indent="0">
              <a:buNone/>
            </a:pPr>
            <a:r>
              <a:rPr lang="en-US"/>
              <a:t>   return 0;</a:t>
            </a:r>
          </a:p>
          <a:p>
            <a:pPr marL="0" indent="0">
              <a:buNone/>
            </a:pPr>
            <a:r>
              <a:rPr lang="en-US"/>
              <a:t>}</a:t>
            </a:r>
          </a:p>
        </p:txBody>
      </p:sp>
    </p:spTree>
    <p:extLst>
      <p:ext uri="{BB962C8B-B14F-4D97-AF65-F5344CB8AC3E}">
        <p14:creationId xmlns:p14="http://schemas.microsoft.com/office/powerpoint/2010/main" val="30312926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26128" y="1825625"/>
            <a:ext cx="7771357" cy="4351338"/>
          </a:xfrm>
          <a:prstGeom prst="rect">
            <a:avLst/>
          </a:prstGeom>
        </p:spPr>
      </p:pic>
    </p:spTree>
    <p:extLst>
      <p:ext uri="{BB962C8B-B14F-4D97-AF65-F5344CB8AC3E}">
        <p14:creationId xmlns:p14="http://schemas.microsoft.com/office/powerpoint/2010/main" val="1490801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based on Searching</a:t>
            </a:r>
          </a:p>
        </p:txBody>
      </p:sp>
      <p:sp>
        <p:nvSpPr>
          <p:cNvPr id="3" name="Content Placeholder 2"/>
          <p:cNvSpPr>
            <a:spLocks noGrp="1"/>
          </p:cNvSpPr>
          <p:nvPr>
            <p:ph idx="1"/>
          </p:nvPr>
        </p:nvSpPr>
        <p:spPr/>
        <p:txBody>
          <a:bodyPr/>
          <a:lstStyle/>
          <a:p>
            <a:pPr marL="0" indent="0">
              <a:buNone/>
            </a:pPr>
            <a:r>
              <a:rPr lang="en-US" err="1"/>
              <a:t>int</a:t>
            </a:r>
            <a:r>
              <a:rPr lang="en-US"/>
              <a:t> main() {</a:t>
            </a:r>
          </a:p>
          <a:p>
            <a:pPr marL="0" indent="0">
              <a:buNone/>
            </a:pPr>
            <a:r>
              <a:rPr lang="en-US"/>
              <a:t>  </a:t>
            </a:r>
            <a:r>
              <a:rPr lang="en-US" err="1"/>
              <a:t>int</a:t>
            </a:r>
            <a:r>
              <a:rPr lang="en-US"/>
              <a:t> a[10],</a:t>
            </a:r>
            <a:r>
              <a:rPr lang="en-US" err="1"/>
              <a:t>i,s,n</a:t>
            </a:r>
            <a:r>
              <a:rPr lang="en-US"/>
              <a:t>;</a:t>
            </a:r>
          </a:p>
          <a:p>
            <a:pPr marL="0" indent="0">
              <a:buNone/>
            </a:pPr>
            <a:r>
              <a:rPr lang="en-US" err="1"/>
              <a:t>printf</a:t>
            </a:r>
            <a:r>
              <a:rPr lang="en-US"/>
              <a:t>("</a:t>
            </a:r>
            <a:r>
              <a:rPr lang="en-US" err="1"/>
              <a:t>Pls</a:t>
            </a:r>
            <a:r>
              <a:rPr lang="en-US"/>
              <a:t> enter number of Elements : ");</a:t>
            </a:r>
          </a:p>
          <a:p>
            <a:pPr marL="0" indent="0">
              <a:buNone/>
            </a:pPr>
            <a:r>
              <a:rPr lang="en-US" err="1"/>
              <a:t>scanf</a:t>
            </a:r>
            <a:r>
              <a:rPr lang="en-US"/>
              <a:t>("%</a:t>
            </a:r>
            <a:r>
              <a:rPr lang="en-US" err="1"/>
              <a:t>d",&amp;n</a:t>
            </a:r>
            <a:r>
              <a:rPr lang="en-US"/>
              <a:t>);</a:t>
            </a:r>
          </a:p>
          <a:p>
            <a:pPr marL="0" indent="0">
              <a:buNone/>
            </a:pPr>
            <a:r>
              <a:rPr lang="en-US" err="1"/>
              <a:t>printf</a:t>
            </a:r>
            <a:r>
              <a:rPr lang="en-US"/>
              <a:t>("Please enter %d numbers:\n", n);</a:t>
            </a:r>
          </a:p>
          <a:p>
            <a:pPr marL="0" indent="0">
              <a:buNone/>
            </a:pPr>
            <a:r>
              <a:rPr lang="en-US"/>
              <a:t>for(</a:t>
            </a:r>
            <a:r>
              <a:rPr lang="en-US" err="1"/>
              <a:t>i</a:t>
            </a:r>
            <a:r>
              <a:rPr lang="en-US"/>
              <a:t>=0;i&lt;</a:t>
            </a:r>
            <a:r>
              <a:rPr lang="en-US" err="1"/>
              <a:t>n;i</a:t>
            </a:r>
            <a:r>
              <a:rPr lang="en-US"/>
              <a:t>=i+1)</a:t>
            </a:r>
          </a:p>
          <a:p>
            <a:pPr marL="0" indent="0">
              <a:buNone/>
            </a:pPr>
            <a:r>
              <a:rPr lang="en-US"/>
              <a:t>    </a:t>
            </a:r>
            <a:r>
              <a:rPr lang="en-US" err="1"/>
              <a:t>scanf</a:t>
            </a:r>
            <a:r>
              <a:rPr lang="en-US"/>
              <a:t>("%</a:t>
            </a:r>
            <a:r>
              <a:rPr lang="en-US" err="1"/>
              <a:t>d",&amp;a</a:t>
            </a:r>
            <a:r>
              <a:rPr lang="en-US"/>
              <a:t>[</a:t>
            </a:r>
            <a:r>
              <a:rPr lang="en-US" err="1"/>
              <a:t>i</a:t>
            </a:r>
            <a:r>
              <a:rPr lang="en-US"/>
              <a:t>]);</a:t>
            </a:r>
          </a:p>
        </p:txBody>
      </p:sp>
    </p:spTree>
    <p:extLst>
      <p:ext uri="{BB962C8B-B14F-4D97-AF65-F5344CB8AC3E}">
        <p14:creationId xmlns:p14="http://schemas.microsoft.com/office/powerpoint/2010/main" val="3922577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Program based on Searching</a:t>
            </a:r>
          </a:p>
        </p:txBody>
      </p:sp>
      <p:sp>
        <p:nvSpPr>
          <p:cNvPr id="3" name="Content Placeholder 2"/>
          <p:cNvSpPr>
            <a:spLocks noGrp="1"/>
          </p:cNvSpPr>
          <p:nvPr>
            <p:ph idx="1"/>
          </p:nvPr>
        </p:nvSpPr>
        <p:spPr>
          <a:xfrm>
            <a:off x="503339" y="1409350"/>
            <a:ext cx="10850461" cy="4767613"/>
          </a:xfrm>
        </p:spPr>
        <p:txBody>
          <a:bodyPr>
            <a:normAutofit fontScale="92500" lnSpcReduction="20000"/>
          </a:bodyPr>
          <a:lstStyle/>
          <a:p>
            <a:pPr marL="0" indent="0">
              <a:buNone/>
            </a:pPr>
            <a:r>
              <a:rPr lang="en-US" err="1"/>
              <a:t>printf</a:t>
            </a:r>
            <a:r>
              <a:rPr lang="en-US"/>
              <a:t>("\n </a:t>
            </a:r>
            <a:r>
              <a:rPr lang="en-US" err="1"/>
              <a:t>Pls</a:t>
            </a:r>
            <a:r>
              <a:rPr lang="en-US"/>
              <a:t> Enter number to search:");</a:t>
            </a:r>
          </a:p>
          <a:p>
            <a:pPr marL="0" indent="0">
              <a:buNone/>
            </a:pPr>
            <a:r>
              <a:rPr lang="en-US" err="1"/>
              <a:t>scanf</a:t>
            </a:r>
            <a:r>
              <a:rPr lang="en-US"/>
              <a:t>("%</a:t>
            </a:r>
            <a:r>
              <a:rPr lang="en-US" err="1"/>
              <a:t>d",&amp;s</a:t>
            </a:r>
            <a:r>
              <a:rPr lang="en-US"/>
              <a:t>);</a:t>
            </a:r>
          </a:p>
          <a:p>
            <a:pPr marL="0" indent="0">
              <a:buNone/>
            </a:pPr>
            <a:r>
              <a:rPr lang="en-US"/>
              <a:t>for(</a:t>
            </a:r>
            <a:r>
              <a:rPr lang="en-US" err="1"/>
              <a:t>i</a:t>
            </a:r>
            <a:r>
              <a:rPr lang="en-US"/>
              <a:t>=0;i&lt;</a:t>
            </a:r>
            <a:r>
              <a:rPr lang="en-US" err="1"/>
              <a:t>n;i</a:t>
            </a:r>
            <a:r>
              <a:rPr lang="en-US"/>
              <a:t>=i+1)</a:t>
            </a:r>
          </a:p>
          <a:p>
            <a:pPr marL="0" indent="0">
              <a:buNone/>
            </a:pPr>
            <a:r>
              <a:rPr lang="en-US"/>
              <a:t>if(a[</a:t>
            </a:r>
            <a:r>
              <a:rPr lang="en-US" err="1"/>
              <a:t>i</a:t>
            </a:r>
            <a:r>
              <a:rPr lang="en-US"/>
              <a:t>]==s)</a:t>
            </a:r>
          </a:p>
          <a:p>
            <a:pPr marL="0" indent="0">
              <a:buNone/>
            </a:pPr>
            <a:r>
              <a:rPr lang="en-US"/>
              <a:t>break;</a:t>
            </a:r>
          </a:p>
          <a:p>
            <a:pPr marL="0" indent="0">
              <a:buNone/>
            </a:pPr>
            <a:r>
              <a:rPr lang="en-US"/>
              <a:t>if(</a:t>
            </a:r>
            <a:r>
              <a:rPr lang="en-US" err="1"/>
              <a:t>i</a:t>
            </a:r>
            <a:r>
              <a:rPr lang="en-US"/>
              <a:t>&lt;n)</a:t>
            </a:r>
          </a:p>
          <a:p>
            <a:pPr marL="0" indent="0">
              <a:buNone/>
            </a:pPr>
            <a:r>
              <a:rPr lang="en-US" err="1"/>
              <a:t>printf</a:t>
            </a:r>
            <a:r>
              <a:rPr lang="en-US"/>
              <a:t>("Number %d is found ",a[</a:t>
            </a:r>
            <a:r>
              <a:rPr lang="en-US" err="1"/>
              <a:t>i</a:t>
            </a:r>
            <a:r>
              <a:rPr lang="en-US"/>
              <a:t>]);</a:t>
            </a:r>
          </a:p>
          <a:p>
            <a:pPr marL="0" indent="0">
              <a:buNone/>
            </a:pPr>
            <a:r>
              <a:rPr lang="en-US"/>
              <a:t>else</a:t>
            </a:r>
          </a:p>
          <a:p>
            <a:pPr marL="0" indent="0">
              <a:buNone/>
            </a:pPr>
            <a:r>
              <a:rPr lang="en-US" err="1"/>
              <a:t>printf</a:t>
            </a:r>
            <a:r>
              <a:rPr lang="en-US"/>
              <a:t>("Number %d is  not </a:t>
            </a:r>
            <a:r>
              <a:rPr lang="en-US" err="1"/>
              <a:t>found",a</a:t>
            </a:r>
            <a:r>
              <a:rPr lang="en-US"/>
              <a:t>[</a:t>
            </a:r>
            <a:r>
              <a:rPr lang="en-US" err="1"/>
              <a:t>i</a:t>
            </a:r>
            <a:r>
              <a:rPr lang="en-US"/>
              <a:t>]);</a:t>
            </a:r>
          </a:p>
          <a:p>
            <a:pPr marL="0" indent="0">
              <a:buNone/>
            </a:pPr>
            <a:r>
              <a:rPr lang="en-US"/>
              <a:t>    return 0;</a:t>
            </a:r>
          </a:p>
          <a:p>
            <a:pPr marL="0" indent="0">
              <a:buNone/>
            </a:pPr>
            <a:r>
              <a:rPr lang="en-US"/>
              <a:t>}</a:t>
            </a:r>
          </a:p>
          <a:p>
            <a:pPr marL="0" indent="0">
              <a:buNone/>
            </a:pPr>
            <a:endParaRPr lang="en-US"/>
          </a:p>
        </p:txBody>
      </p:sp>
      <p:pic>
        <p:nvPicPr>
          <p:cNvPr id="4" name="Picture 3"/>
          <p:cNvPicPr>
            <a:picLocks noChangeAspect="1"/>
          </p:cNvPicPr>
          <p:nvPr/>
        </p:nvPicPr>
        <p:blipFill>
          <a:blip r:embed="rId2"/>
          <a:stretch>
            <a:fillRect/>
          </a:stretch>
        </p:blipFill>
        <p:spPr>
          <a:xfrm>
            <a:off x="6679210" y="2014144"/>
            <a:ext cx="4991100" cy="2343150"/>
          </a:xfrm>
          <a:prstGeom prst="rect">
            <a:avLst/>
          </a:prstGeom>
        </p:spPr>
      </p:pic>
    </p:spTree>
    <p:extLst>
      <p:ext uri="{BB962C8B-B14F-4D97-AF65-F5344CB8AC3E}">
        <p14:creationId xmlns:p14="http://schemas.microsoft.com/office/powerpoint/2010/main" val="3251692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Problem based on Kirchhoff's Law</a:t>
            </a:r>
          </a:p>
        </p:txBody>
      </p:sp>
      <p:sp>
        <p:nvSpPr>
          <p:cNvPr id="3" name="Content Placeholder 2"/>
          <p:cNvSpPr>
            <a:spLocks noGrp="1"/>
          </p:cNvSpPr>
          <p:nvPr>
            <p:ph idx="1"/>
          </p:nvPr>
        </p:nvSpPr>
        <p:spPr/>
        <p:txBody>
          <a:bodyPr>
            <a:normAutofit/>
          </a:bodyPr>
          <a:lstStyle/>
          <a:p>
            <a:pPr marL="0" indent="0">
              <a:buNone/>
            </a:pPr>
            <a:r>
              <a:rPr lang="en-US"/>
              <a:t>Currents i1=2A and i2=9A are flowing into the node and currents i3=? and i4= 4A are flowing out of the node. </a:t>
            </a:r>
          </a:p>
          <a:p>
            <a:pPr marL="0" indent="0">
              <a:buNone/>
            </a:pPr>
            <a:r>
              <a:rPr lang="en-US"/>
              <a:t>Apply Kirchhoff's law of current at the given node and find out the value of i3.</a:t>
            </a:r>
          </a:p>
          <a:p>
            <a:pPr marL="0" indent="0">
              <a:buNone/>
            </a:pPr>
            <a:endParaRPr lang="en-US"/>
          </a:p>
        </p:txBody>
      </p:sp>
      <p:pic>
        <p:nvPicPr>
          <p:cNvPr id="4" name="Picture 3"/>
          <p:cNvPicPr>
            <a:picLocks noChangeAspect="1"/>
          </p:cNvPicPr>
          <p:nvPr/>
        </p:nvPicPr>
        <p:blipFill>
          <a:blip r:embed="rId2"/>
          <a:stretch>
            <a:fillRect/>
          </a:stretch>
        </p:blipFill>
        <p:spPr>
          <a:xfrm>
            <a:off x="5757163" y="3187816"/>
            <a:ext cx="4486275" cy="3242345"/>
          </a:xfrm>
          <a:prstGeom prst="rect">
            <a:avLst/>
          </a:prstGeom>
        </p:spPr>
      </p:pic>
      <p:pic>
        <p:nvPicPr>
          <p:cNvPr id="5" name="Picture 4"/>
          <p:cNvPicPr>
            <a:picLocks noChangeAspect="1"/>
          </p:cNvPicPr>
          <p:nvPr/>
        </p:nvPicPr>
        <p:blipFill>
          <a:blip r:embed="rId3"/>
          <a:stretch>
            <a:fillRect/>
          </a:stretch>
        </p:blipFill>
        <p:spPr>
          <a:xfrm>
            <a:off x="655433" y="4062107"/>
            <a:ext cx="3381375" cy="1200150"/>
          </a:xfrm>
          <a:prstGeom prst="rect">
            <a:avLst/>
          </a:prstGeom>
        </p:spPr>
      </p:pic>
    </p:spTree>
    <p:extLst>
      <p:ext uri="{BB962C8B-B14F-4D97-AF65-F5344CB8AC3E}">
        <p14:creationId xmlns:p14="http://schemas.microsoft.com/office/powerpoint/2010/main" val="886948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based on Kirchhoff's Law</a:t>
            </a:r>
          </a:p>
        </p:txBody>
      </p:sp>
      <p:sp>
        <p:nvSpPr>
          <p:cNvPr id="3" name="Content Placeholder 2"/>
          <p:cNvSpPr>
            <a:spLocks noGrp="1"/>
          </p:cNvSpPr>
          <p:nvPr>
            <p:ph idx="1"/>
          </p:nvPr>
        </p:nvSpPr>
        <p:spPr/>
        <p:txBody>
          <a:bodyPr>
            <a:normAutofit/>
          </a:bodyPr>
          <a:lstStyle/>
          <a:p>
            <a:pPr marL="0" indent="0">
              <a:buNone/>
            </a:pPr>
            <a:endParaRPr lang="en-US"/>
          </a:p>
          <a:p>
            <a:pPr marL="0" indent="0">
              <a:buNone/>
            </a:pPr>
            <a:r>
              <a:rPr lang="en-US"/>
              <a:t>Solution: </a:t>
            </a:r>
          </a:p>
          <a:p>
            <a:pPr marL="0" indent="0">
              <a:buNone/>
            </a:pPr>
            <a:r>
              <a:rPr lang="en-US"/>
              <a:t>i1+i2 = i3+i4</a:t>
            </a:r>
          </a:p>
          <a:p>
            <a:pPr marL="0" indent="0">
              <a:buNone/>
            </a:pPr>
            <a:r>
              <a:rPr lang="en-US"/>
              <a:t>Substitute the known quantities</a:t>
            </a:r>
          </a:p>
          <a:p>
            <a:pPr marL="0" indent="0">
              <a:buNone/>
            </a:pPr>
            <a:r>
              <a:rPr lang="en-US"/>
              <a:t>2+9=i3+4</a:t>
            </a:r>
          </a:p>
          <a:p>
            <a:pPr marL="0" indent="0">
              <a:buNone/>
            </a:pPr>
            <a:r>
              <a:rPr lang="en-US"/>
              <a:t>Solve for i3</a:t>
            </a:r>
          </a:p>
          <a:p>
            <a:pPr marL="0" indent="0">
              <a:buNone/>
            </a:pPr>
            <a:r>
              <a:rPr lang="en-US"/>
              <a:t>i3=7 A</a:t>
            </a:r>
          </a:p>
          <a:p>
            <a:pPr marL="0" indent="0">
              <a:buNone/>
            </a:pPr>
            <a:endParaRPr lang="en-US"/>
          </a:p>
        </p:txBody>
      </p:sp>
    </p:spTree>
    <p:extLst>
      <p:ext uri="{BB962C8B-B14F-4D97-AF65-F5344CB8AC3E}">
        <p14:creationId xmlns:p14="http://schemas.microsoft.com/office/powerpoint/2010/main" val="631808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based on Kirchhoff's Law</a:t>
            </a:r>
          </a:p>
        </p:txBody>
      </p:sp>
      <p:sp>
        <p:nvSpPr>
          <p:cNvPr id="3" name="Content Placeholder 2"/>
          <p:cNvSpPr>
            <a:spLocks noGrp="1"/>
          </p:cNvSpPr>
          <p:nvPr>
            <p:ph idx="1"/>
          </p:nvPr>
        </p:nvSpPr>
        <p:spPr/>
        <p:txBody>
          <a:bodyPr>
            <a:normAutofit fontScale="85000" lnSpcReduction="20000"/>
          </a:bodyPr>
          <a:lstStyle/>
          <a:p>
            <a:pPr marL="0" indent="0">
              <a:buNone/>
            </a:pPr>
            <a:r>
              <a:rPr lang="en-US"/>
              <a:t>#include &lt;</a:t>
            </a:r>
            <a:r>
              <a:rPr lang="en-US" err="1"/>
              <a:t>math.h</a:t>
            </a:r>
            <a:r>
              <a:rPr lang="en-US"/>
              <a:t>&gt;</a:t>
            </a:r>
          </a:p>
          <a:p>
            <a:pPr marL="0" indent="0">
              <a:buNone/>
            </a:pPr>
            <a:r>
              <a:rPr lang="en-US"/>
              <a:t>#include &lt;</a:t>
            </a:r>
            <a:r>
              <a:rPr lang="en-US" err="1"/>
              <a:t>stdio.h</a:t>
            </a:r>
            <a:r>
              <a:rPr lang="en-US"/>
              <a:t>&gt;</a:t>
            </a:r>
          </a:p>
          <a:p>
            <a:pPr marL="0" indent="0">
              <a:buNone/>
            </a:pPr>
            <a:r>
              <a:rPr lang="en-US"/>
              <a:t>#include &lt;</a:t>
            </a:r>
            <a:r>
              <a:rPr lang="en-US" err="1"/>
              <a:t>stdlib.h</a:t>
            </a:r>
            <a:r>
              <a:rPr lang="en-US"/>
              <a:t>&gt;</a:t>
            </a:r>
          </a:p>
          <a:p>
            <a:pPr marL="0" indent="0">
              <a:buNone/>
            </a:pPr>
            <a:r>
              <a:rPr lang="en-US" err="1"/>
              <a:t>int</a:t>
            </a:r>
            <a:r>
              <a:rPr lang="en-US"/>
              <a:t> main() {</a:t>
            </a:r>
          </a:p>
          <a:p>
            <a:pPr marL="0" indent="0">
              <a:buNone/>
            </a:pPr>
            <a:endParaRPr lang="en-US"/>
          </a:p>
          <a:p>
            <a:pPr marL="0" indent="0">
              <a:buNone/>
            </a:pPr>
            <a:r>
              <a:rPr lang="en-US"/>
              <a:t>  </a:t>
            </a:r>
            <a:r>
              <a:rPr lang="en-US" err="1"/>
              <a:t>int</a:t>
            </a:r>
            <a:r>
              <a:rPr lang="en-US"/>
              <a:t> </a:t>
            </a:r>
            <a:r>
              <a:rPr lang="en-US" err="1"/>
              <a:t>cur_in</a:t>
            </a:r>
            <a:r>
              <a:rPr lang="en-US"/>
              <a:t>[10];</a:t>
            </a:r>
          </a:p>
          <a:p>
            <a:pPr marL="0" indent="0">
              <a:buNone/>
            </a:pPr>
            <a:r>
              <a:rPr lang="en-US"/>
              <a:t>  </a:t>
            </a:r>
            <a:r>
              <a:rPr lang="en-US" err="1"/>
              <a:t>int</a:t>
            </a:r>
            <a:r>
              <a:rPr lang="en-US"/>
              <a:t> </a:t>
            </a:r>
            <a:r>
              <a:rPr lang="en-US" err="1"/>
              <a:t>cur_out</a:t>
            </a:r>
            <a:r>
              <a:rPr lang="en-US"/>
              <a:t>[10];</a:t>
            </a:r>
          </a:p>
          <a:p>
            <a:pPr marL="0" indent="0">
              <a:buNone/>
            </a:pPr>
            <a:r>
              <a:rPr lang="en-US"/>
              <a:t>  </a:t>
            </a:r>
            <a:r>
              <a:rPr lang="en-US" err="1"/>
              <a:t>int</a:t>
            </a:r>
            <a:r>
              <a:rPr lang="en-US"/>
              <a:t> n, n1, n2, ng1, ng2;</a:t>
            </a:r>
          </a:p>
          <a:p>
            <a:pPr marL="0" indent="0">
              <a:buNone/>
            </a:pPr>
            <a:r>
              <a:rPr lang="en-US"/>
              <a:t>  </a:t>
            </a:r>
            <a:r>
              <a:rPr lang="en-US" err="1"/>
              <a:t>int</a:t>
            </a:r>
            <a:r>
              <a:rPr lang="en-US"/>
              <a:t> </a:t>
            </a:r>
            <a:r>
              <a:rPr lang="en-US" err="1"/>
              <a:t>i</a:t>
            </a:r>
            <a:r>
              <a:rPr lang="en-US"/>
              <a:t>;</a:t>
            </a:r>
          </a:p>
          <a:p>
            <a:pPr marL="0" indent="0">
              <a:buNone/>
            </a:pPr>
            <a:r>
              <a:rPr lang="en-US"/>
              <a:t>  </a:t>
            </a:r>
            <a:r>
              <a:rPr lang="en-US" err="1"/>
              <a:t>int</a:t>
            </a:r>
            <a:r>
              <a:rPr lang="en-US"/>
              <a:t> s1=0, s2=0;</a:t>
            </a:r>
          </a:p>
          <a:p>
            <a:pPr marL="0" indent="0">
              <a:buNone/>
            </a:pPr>
            <a:r>
              <a:rPr lang="en-US"/>
              <a:t>  </a:t>
            </a:r>
            <a:r>
              <a:rPr lang="en-US" err="1"/>
              <a:t>int</a:t>
            </a:r>
            <a:r>
              <a:rPr lang="en-US"/>
              <a:t> rem;</a:t>
            </a:r>
          </a:p>
          <a:p>
            <a:pPr marL="0" indent="0">
              <a:buNone/>
            </a:pPr>
            <a:endParaRPr lang="en-US"/>
          </a:p>
        </p:txBody>
      </p:sp>
    </p:spTree>
    <p:extLst>
      <p:ext uri="{BB962C8B-B14F-4D97-AF65-F5344CB8AC3E}">
        <p14:creationId xmlns:p14="http://schemas.microsoft.com/office/powerpoint/2010/main" val="1738661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based on Kirchhoff's Law</a:t>
            </a:r>
          </a:p>
        </p:txBody>
      </p:sp>
      <p:sp>
        <p:nvSpPr>
          <p:cNvPr id="3" name="Content Placeholder 2"/>
          <p:cNvSpPr>
            <a:spLocks noGrp="1"/>
          </p:cNvSpPr>
          <p:nvPr>
            <p:ph idx="1"/>
          </p:nvPr>
        </p:nvSpPr>
        <p:spPr/>
        <p:txBody>
          <a:bodyPr>
            <a:normAutofit fontScale="85000" lnSpcReduction="20000"/>
          </a:bodyPr>
          <a:lstStyle/>
          <a:p>
            <a:pPr marL="0" indent="0">
              <a:buNone/>
            </a:pPr>
            <a:r>
              <a:rPr lang="en-US" err="1"/>
              <a:t>printf</a:t>
            </a:r>
            <a:r>
              <a:rPr lang="en-US"/>
              <a:t>("</a:t>
            </a:r>
            <a:r>
              <a:rPr lang="en-US" err="1"/>
              <a:t>Pls</a:t>
            </a:r>
            <a:r>
              <a:rPr lang="en-US"/>
              <a:t> enter total number current flowing of node: \n");</a:t>
            </a:r>
          </a:p>
          <a:p>
            <a:pPr marL="0" indent="0">
              <a:buNone/>
            </a:pPr>
            <a:r>
              <a:rPr lang="en-US"/>
              <a:t>  </a:t>
            </a:r>
            <a:r>
              <a:rPr lang="en-US" err="1"/>
              <a:t>scanf</a:t>
            </a:r>
            <a:r>
              <a:rPr lang="en-US"/>
              <a:t>(" %d", &amp;n);</a:t>
            </a:r>
          </a:p>
          <a:p>
            <a:pPr marL="0" indent="0">
              <a:buNone/>
            </a:pPr>
            <a:r>
              <a:rPr lang="en-US"/>
              <a:t>  </a:t>
            </a:r>
            <a:r>
              <a:rPr lang="en-US" err="1"/>
              <a:t>printf</a:t>
            </a:r>
            <a:r>
              <a:rPr lang="en-US"/>
              <a:t>("how many number of  currents flowing into a node: \n");</a:t>
            </a:r>
          </a:p>
          <a:p>
            <a:pPr marL="0" indent="0">
              <a:buNone/>
            </a:pPr>
            <a:r>
              <a:rPr lang="en-US"/>
              <a:t>  </a:t>
            </a:r>
            <a:r>
              <a:rPr lang="en-US" err="1"/>
              <a:t>scanf</a:t>
            </a:r>
            <a:r>
              <a:rPr lang="en-US"/>
              <a:t>(" %d", &amp;n1);</a:t>
            </a:r>
          </a:p>
          <a:p>
            <a:pPr marL="0" indent="0">
              <a:buNone/>
            </a:pPr>
            <a:r>
              <a:rPr lang="en-US"/>
              <a:t>  </a:t>
            </a:r>
            <a:r>
              <a:rPr lang="en-US" err="1"/>
              <a:t>printf</a:t>
            </a:r>
            <a:r>
              <a:rPr lang="en-US"/>
              <a:t>("How many values are given for current flowing into node: \n");</a:t>
            </a:r>
          </a:p>
          <a:p>
            <a:pPr marL="0" indent="0">
              <a:buNone/>
            </a:pPr>
            <a:r>
              <a:rPr lang="en-US"/>
              <a:t>  </a:t>
            </a:r>
            <a:r>
              <a:rPr lang="en-US" err="1"/>
              <a:t>scanf</a:t>
            </a:r>
            <a:r>
              <a:rPr lang="en-US"/>
              <a:t>(" %d", &amp;ng1);</a:t>
            </a:r>
          </a:p>
          <a:p>
            <a:pPr marL="0" indent="0">
              <a:buNone/>
            </a:pPr>
            <a:endParaRPr lang="en-US"/>
          </a:p>
          <a:p>
            <a:pPr marL="0" indent="0">
              <a:buNone/>
            </a:pPr>
            <a:r>
              <a:rPr lang="en-US"/>
              <a:t>   </a:t>
            </a:r>
            <a:r>
              <a:rPr lang="en-US" err="1"/>
              <a:t>printf</a:t>
            </a:r>
            <a:r>
              <a:rPr lang="en-US"/>
              <a:t>("how many number of  currents flowing out of a node: \n");</a:t>
            </a:r>
          </a:p>
          <a:p>
            <a:pPr marL="0" indent="0">
              <a:buNone/>
            </a:pPr>
            <a:r>
              <a:rPr lang="en-US"/>
              <a:t>  </a:t>
            </a:r>
            <a:r>
              <a:rPr lang="en-US" err="1"/>
              <a:t>scanf</a:t>
            </a:r>
            <a:r>
              <a:rPr lang="en-US"/>
              <a:t>(" %d", &amp;n2);</a:t>
            </a:r>
          </a:p>
          <a:p>
            <a:pPr marL="0" indent="0">
              <a:buNone/>
            </a:pPr>
            <a:r>
              <a:rPr lang="en-US"/>
              <a:t>   </a:t>
            </a:r>
            <a:r>
              <a:rPr lang="en-US" err="1"/>
              <a:t>printf</a:t>
            </a:r>
            <a:r>
              <a:rPr lang="en-US"/>
              <a:t>("How many values are given for current flowing out of a node: \n");</a:t>
            </a:r>
          </a:p>
          <a:p>
            <a:pPr marL="0" indent="0">
              <a:buNone/>
            </a:pPr>
            <a:r>
              <a:rPr lang="en-US"/>
              <a:t>  </a:t>
            </a:r>
            <a:r>
              <a:rPr lang="en-US" err="1"/>
              <a:t>scanf</a:t>
            </a:r>
            <a:r>
              <a:rPr lang="en-US"/>
              <a:t>(" %d", &amp;ng2);</a:t>
            </a:r>
          </a:p>
        </p:txBody>
      </p:sp>
    </p:spTree>
    <p:extLst>
      <p:ext uri="{BB962C8B-B14F-4D97-AF65-F5344CB8AC3E}">
        <p14:creationId xmlns:p14="http://schemas.microsoft.com/office/powerpoint/2010/main" val="29333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998"/>
          </a:xfrm>
        </p:spPr>
        <p:txBody>
          <a:bodyPr>
            <a:normAutofit fontScale="90000"/>
          </a:bodyPr>
          <a:lstStyle/>
          <a:p>
            <a:r>
              <a:rPr lang="en-US"/>
              <a:t>Problem based on Kirchhoff's Law</a:t>
            </a:r>
          </a:p>
        </p:txBody>
      </p:sp>
      <p:sp>
        <p:nvSpPr>
          <p:cNvPr id="3" name="Content Placeholder 2"/>
          <p:cNvSpPr>
            <a:spLocks noGrp="1"/>
          </p:cNvSpPr>
          <p:nvPr>
            <p:ph idx="1"/>
          </p:nvPr>
        </p:nvSpPr>
        <p:spPr>
          <a:xfrm>
            <a:off x="234892" y="1124126"/>
            <a:ext cx="11118908" cy="5052838"/>
          </a:xfrm>
        </p:spPr>
        <p:txBody>
          <a:bodyPr>
            <a:normAutofit fontScale="77500" lnSpcReduction="20000"/>
          </a:bodyPr>
          <a:lstStyle/>
          <a:p>
            <a:pPr marL="0" indent="0">
              <a:buNone/>
            </a:pPr>
            <a:r>
              <a:rPr lang="en-US"/>
              <a:t> if (ng1==n1)   {</a:t>
            </a:r>
          </a:p>
          <a:p>
            <a:pPr marL="0" indent="0">
              <a:buNone/>
            </a:pPr>
            <a:r>
              <a:rPr lang="en-US"/>
              <a:t>      for (</a:t>
            </a:r>
            <a:r>
              <a:rPr lang="en-US" err="1"/>
              <a:t>i</a:t>
            </a:r>
            <a:r>
              <a:rPr lang="en-US"/>
              <a:t>=0; </a:t>
            </a:r>
            <a:r>
              <a:rPr lang="en-US" err="1"/>
              <a:t>i</a:t>
            </a:r>
            <a:r>
              <a:rPr lang="en-US"/>
              <a:t>&lt;n1;i++)</a:t>
            </a:r>
          </a:p>
          <a:p>
            <a:pPr marL="0" indent="0">
              <a:buNone/>
            </a:pPr>
            <a:r>
              <a:rPr lang="en-US"/>
              <a:t>        {</a:t>
            </a:r>
          </a:p>
          <a:p>
            <a:pPr marL="0" indent="0">
              <a:buNone/>
            </a:pPr>
            <a:r>
              <a:rPr lang="en-US"/>
              <a:t>            </a:t>
            </a:r>
            <a:r>
              <a:rPr lang="en-US" err="1"/>
              <a:t>printf</a:t>
            </a:r>
            <a:r>
              <a:rPr lang="en-US"/>
              <a:t>("</a:t>
            </a:r>
            <a:r>
              <a:rPr lang="en-US" err="1"/>
              <a:t>Pls</a:t>
            </a:r>
            <a:r>
              <a:rPr lang="en-US"/>
              <a:t> enter current flowing into a node\n");</a:t>
            </a:r>
          </a:p>
          <a:p>
            <a:pPr marL="0" indent="0">
              <a:buNone/>
            </a:pPr>
            <a:r>
              <a:rPr lang="en-US"/>
              <a:t>            </a:t>
            </a:r>
            <a:r>
              <a:rPr lang="en-US" err="1"/>
              <a:t>scanf</a:t>
            </a:r>
            <a:r>
              <a:rPr lang="en-US"/>
              <a:t>("%d", &amp;</a:t>
            </a:r>
            <a:r>
              <a:rPr lang="en-US" err="1"/>
              <a:t>cur_in</a:t>
            </a:r>
            <a:r>
              <a:rPr lang="en-US"/>
              <a:t>[</a:t>
            </a:r>
            <a:r>
              <a:rPr lang="en-US" err="1"/>
              <a:t>i</a:t>
            </a:r>
            <a:r>
              <a:rPr lang="en-US"/>
              <a:t>]);</a:t>
            </a:r>
          </a:p>
          <a:p>
            <a:pPr marL="0" indent="0">
              <a:buNone/>
            </a:pPr>
            <a:r>
              <a:rPr lang="en-US"/>
              <a:t>           s1= s1+ </a:t>
            </a:r>
            <a:r>
              <a:rPr lang="en-US" err="1"/>
              <a:t>cur_in</a:t>
            </a:r>
            <a:r>
              <a:rPr lang="en-US"/>
              <a:t>[</a:t>
            </a:r>
            <a:r>
              <a:rPr lang="en-US" err="1"/>
              <a:t>i</a:t>
            </a:r>
            <a:r>
              <a:rPr lang="en-US"/>
              <a:t>];</a:t>
            </a:r>
          </a:p>
          <a:p>
            <a:pPr marL="0" indent="0">
              <a:buNone/>
            </a:pPr>
            <a:r>
              <a:rPr lang="en-US"/>
              <a:t>        }     }</a:t>
            </a:r>
          </a:p>
          <a:p>
            <a:pPr marL="0" indent="0">
              <a:buNone/>
            </a:pPr>
            <a:r>
              <a:rPr lang="en-US"/>
              <a:t>    else     {</a:t>
            </a:r>
          </a:p>
          <a:p>
            <a:pPr marL="0" indent="0">
              <a:buNone/>
            </a:pPr>
            <a:r>
              <a:rPr lang="en-US"/>
              <a:t>       for (</a:t>
            </a:r>
            <a:r>
              <a:rPr lang="en-US" err="1"/>
              <a:t>i</a:t>
            </a:r>
            <a:r>
              <a:rPr lang="en-US"/>
              <a:t>=0; </a:t>
            </a:r>
            <a:r>
              <a:rPr lang="en-US" err="1"/>
              <a:t>i</a:t>
            </a:r>
            <a:r>
              <a:rPr lang="en-US"/>
              <a:t>&lt;n1-1;i++)</a:t>
            </a:r>
          </a:p>
          <a:p>
            <a:pPr marL="0" indent="0">
              <a:buNone/>
            </a:pPr>
            <a:r>
              <a:rPr lang="en-US"/>
              <a:t>        {</a:t>
            </a:r>
          </a:p>
          <a:p>
            <a:pPr marL="0" indent="0">
              <a:buNone/>
            </a:pPr>
            <a:r>
              <a:rPr lang="en-US"/>
              <a:t>            </a:t>
            </a:r>
            <a:r>
              <a:rPr lang="en-US" err="1"/>
              <a:t>printf</a:t>
            </a:r>
            <a:r>
              <a:rPr lang="en-US"/>
              <a:t>("</a:t>
            </a:r>
            <a:r>
              <a:rPr lang="en-US" err="1"/>
              <a:t>Pls</a:t>
            </a:r>
            <a:r>
              <a:rPr lang="en-US"/>
              <a:t> enter current flowing into a node\n");</a:t>
            </a:r>
          </a:p>
          <a:p>
            <a:pPr marL="0" indent="0">
              <a:buNone/>
            </a:pPr>
            <a:r>
              <a:rPr lang="en-US"/>
              <a:t>            </a:t>
            </a:r>
            <a:r>
              <a:rPr lang="en-US" err="1"/>
              <a:t>scanf</a:t>
            </a:r>
            <a:r>
              <a:rPr lang="en-US"/>
              <a:t>("%d", &amp;</a:t>
            </a:r>
            <a:r>
              <a:rPr lang="en-US" err="1"/>
              <a:t>cur_in</a:t>
            </a:r>
            <a:r>
              <a:rPr lang="en-US"/>
              <a:t>[</a:t>
            </a:r>
            <a:r>
              <a:rPr lang="en-US" err="1"/>
              <a:t>i</a:t>
            </a:r>
            <a:r>
              <a:rPr lang="en-US"/>
              <a:t>]);</a:t>
            </a:r>
          </a:p>
          <a:p>
            <a:pPr marL="0" indent="0">
              <a:buNone/>
            </a:pPr>
            <a:r>
              <a:rPr lang="en-US"/>
              <a:t>            s1= s1+ </a:t>
            </a:r>
            <a:r>
              <a:rPr lang="en-US" err="1"/>
              <a:t>cur_in</a:t>
            </a:r>
            <a:r>
              <a:rPr lang="en-US"/>
              <a:t>[</a:t>
            </a:r>
            <a:r>
              <a:rPr lang="en-US" err="1"/>
              <a:t>i</a:t>
            </a:r>
            <a:r>
              <a:rPr lang="en-US"/>
              <a:t>];</a:t>
            </a:r>
          </a:p>
          <a:p>
            <a:pPr marL="0" indent="0">
              <a:buNone/>
            </a:pPr>
            <a:r>
              <a:rPr lang="en-US"/>
              <a:t>        }     }</a:t>
            </a:r>
          </a:p>
          <a:p>
            <a:pPr marL="0" indent="0">
              <a:buNone/>
            </a:pPr>
            <a:endParaRPr lang="en-US"/>
          </a:p>
        </p:txBody>
      </p:sp>
    </p:spTree>
    <p:extLst>
      <p:ext uri="{BB962C8B-B14F-4D97-AF65-F5344CB8AC3E}">
        <p14:creationId xmlns:p14="http://schemas.microsoft.com/office/powerpoint/2010/main" val="1627375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based on Kirchhoff's Law</a:t>
            </a:r>
          </a:p>
        </p:txBody>
      </p:sp>
      <p:sp>
        <p:nvSpPr>
          <p:cNvPr id="3" name="Content Placeholder 2"/>
          <p:cNvSpPr>
            <a:spLocks noGrp="1"/>
          </p:cNvSpPr>
          <p:nvPr>
            <p:ph idx="1"/>
          </p:nvPr>
        </p:nvSpPr>
        <p:spPr/>
        <p:txBody>
          <a:bodyPr>
            <a:normAutofit fontScale="92500" lnSpcReduction="20000"/>
          </a:bodyPr>
          <a:lstStyle/>
          <a:p>
            <a:pPr marL="0" indent="0">
              <a:buNone/>
            </a:pPr>
            <a:r>
              <a:rPr lang="en-US"/>
              <a:t>if (ng2==n2)   {</a:t>
            </a:r>
          </a:p>
          <a:p>
            <a:pPr marL="0" indent="0">
              <a:buNone/>
            </a:pPr>
            <a:r>
              <a:rPr lang="en-US"/>
              <a:t>      for (</a:t>
            </a:r>
            <a:r>
              <a:rPr lang="en-US" err="1"/>
              <a:t>i</a:t>
            </a:r>
            <a:r>
              <a:rPr lang="en-US"/>
              <a:t>=0; </a:t>
            </a:r>
            <a:r>
              <a:rPr lang="en-US" err="1"/>
              <a:t>i</a:t>
            </a:r>
            <a:r>
              <a:rPr lang="en-US"/>
              <a:t>&lt;n2;i++)         {</a:t>
            </a:r>
          </a:p>
          <a:p>
            <a:pPr marL="0" indent="0">
              <a:buNone/>
            </a:pPr>
            <a:r>
              <a:rPr lang="en-US"/>
              <a:t>            </a:t>
            </a:r>
            <a:r>
              <a:rPr lang="en-US" err="1"/>
              <a:t>printf</a:t>
            </a:r>
            <a:r>
              <a:rPr lang="en-US"/>
              <a:t>("</a:t>
            </a:r>
            <a:r>
              <a:rPr lang="en-US" err="1"/>
              <a:t>Pls</a:t>
            </a:r>
            <a:r>
              <a:rPr lang="en-US"/>
              <a:t> enter current flowing out of  a node\n");</a:t>
            </a:r>
          </a:p>
          <a:p>
            <a:pPr marL="0" indent="0">
              <a:buNone/>
            </a:pPr>
            <a:r>
              <a:rPr lang="en-US"/>
              <a:t>            </a:t>
            </a:r>
            <a:r>
              <a:rPr lang="en-US" err="1"/>
              <a:t>scanf</a:t>
            </a:r>
            <a:r>
              <a:rPr lang="en-US"/>
              <a:t>("%d", &amp;</a:t>
            </a:r>
            <a:r>
              <a:rPr lang="en-US" err="1"/>
              <a:t>cur_out</a:t>
            </a:r>
            <a:r>
              <a:rPr lang="en-US"/>
              <a:t>[</a:t>
            </a:r>
            <a:r>
              <a:rPr lang="en-US" err="1"/>
              <a:t>i</a:t>
            </a:r>
            <a:r>
              <a:rPr lang="en-US"/>
              <a:t>]);</a:t>
            </a:r>
          </a:p>
          <a:p>
            <a:pPr marL="0" indent="0">
              <a:buNone/>
            </a:pPr>
            <a:r>
              <a:rPr lang="en-US"/>
              <a:t>            s2= s2+ </a:t>
            </a:r>
            <a:r>
              <a:rPr lang="en-US" err="1"/>
              <a:t>cur_out</a:t>
            </a:r>
            <a:r>
              <a:rPr lang="en-US"/>
              <a:t>[</a:t>
            </a:r>
            <a:r>
              <a:rPr lang="en-US" err="1"/>
              <a:t>i</a:t>
            </a:r>
            <a:r>
              <a:rPr lang="en-US"/>
              <a:t>];         }     }</a:t>
            </a:r>
          </a:p>
          <a:p>
            <a:pPr marL="0" indent="0">
              <a:buNone/>
            </a:pPr>
            <a:r>
              <a:rPr lang="en-US"/>
              <a:t>    else     {</a:t>
            </a:r>
          </a:p>
          <a:p>
            <a:pPr marL="0" indent="0">
              <a:buNone/>
            </a:pPr>
            <a:r>
              <a:rPr lang="en-US"/>
              <a:t>       for (</a:t>
            </a:r>
            <a:r>
              <a:rPr lang="en-US" err="1"/>
              <a:t>i</a:t>
            </a:r>
            <a:r>
              <a:rPr lang="en-US"/>
              <a:t>=0; </a:t>
            </a:r>
            <a:r>
              <a:rPr lang="en-US" err="1"/>
              <a:t>i</a:t>
            </a:r>
            <a:r>
              <a:rPr lang="en-US"/>
              <a:t>&lt;n2-1;i++)         {</a:t>
            </a:r>
          </a:p>
          <a:p>
            <a:pPr marL="0" indent="0">
              <a:buNone/>
            </a:pPr>
            <a:r>
              <a:rPr lang="en-US"/>
              <a:t>            </a:t>
            </a:r>
            <a:r>
              <a:rPr lang="en-US" err="1"/>
              <a:t>printf</a:t>
            </a:r>
            <a:r>
              <a:rPr lang="en-US"/>
              <a:t>("</a:t>
            </a:r>
            <a:r>
              <a:rPr lang="en-US" err="1"/>
              <a:t>Pls</a:t>
            </a:r>
            <a:r>
              <a:rPr lang="en-US"/>
              <a:t> enter current flowing into a node\n");</a:t>
            </a:r>
          </a:p>
          <a:p>
            <a:pPr marL="0" indent="0">
              <a:buNone/>
            </a:pPr>
            <a:r>
              <a:rPr lang="en-US"/>
              <a:t>            </a:t>
            </a:r>
            <a:r>
              <a:rPr lang="en-US" err="1"/>
              <a:t>scanf</a:t>
            </a:r>
            <a:r>
              <a:rPr lang="en-US"/>
              <a:t>("%d", &amp;</a:t>
            </a:r>
            <a:r>
              <a:rPr lang="en-US" err="1"/>
              <a:t>cur_out</a:t>
            </a:r>
            <a:r>
              <a:rPr lang="en-US"/>
              <a:t>[</a:t>
            </a:r>
            <a:r>
              <a:rPr lang="en-US" err="1"/>
              <a:t>i</a:t>
            </a:r>
            <a:r>
              <a:rPr lang="en-US"/>
              <a:t>]);</a:t>
            </a:r>
          </a:p>
          <a:p>
            <a:pPr marL="0" indent="0">
              <a:buNone/>
            </a:pPr>
            <a:r>
              <a:rPr lang="en-US"/>
              <a:t>             s2= s2+ </a:t>
            </a:r>
            <a:r>
              <a:rPr lang="en-US" err="1"/>
              <a:t>cur_out</a:t>
            </a:r>
            <a:r>
              <a:rPr lang="en-US"/>
              <a:t>[</a:t>
            </a:r>
            <a:r>
              <a:rPr lang="en-US" err="1"/>
              <a:t>i</a:t>
            </a:r>
            <a:r>
              <a:rPr lang="en-US"/>
              <a:t>];         }     }</a:t>
            </a:r>
          </a:p>
        </p:txBody>
      </p:sp>
    </p:spTree>
    <p:extLst>
      <p:ext uri="{BB962C8B-B14F-4D97-AF65-F5344CB8AC3E}">
        <p14:creationId xmlns:p14="http://schemas.microsoft.com/office/powerpoint/2010/main" val="3412413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based on Kirchhoff's Law</a:t>
            </a:r>
          </a:p>
        </p:txBody>
      </p:sp>
      <p:sp>
        <p:nvSpPr>
          <p:cNvPr id="3" name="Content Placeholder 2"/>
          <p:cNvSpPr>
            <a:spLocks noGrp="1"/>
          </p:cNvSpPr>
          <p:nvPr>
            <p:ph idx="1"/>
          </p:nvPr>
        </p:nvSpPr>
        <p:spPr/>
        <p:txBody>
          <a:bodyPr>
            <a:normAutofit/>
          </a:bodyPr>
          <a:lstStyle/>
          <a:p>
            <a:pPr marL="0" indent="0">
              <a:buNone/>
            </a:pPr>
            <a:r>
              <a:rPr lang="en-US"/>
              <a:t>rem = abs(s1-s2);</a:t>
            </a:r>
          </a:p>
          <a:p>
            <a:pPr marL="0" indent="0">
              <a:buNone/>
            </a:pPr>
            <a:r>
              <a:rPr lang="en-US"/>
              <a:t> </a:t>
            </a:r>
            <a:r>
              <a:rPr lang="en-US" err="1"/>
              <a:t>printf</a:t>
            </a:r>
            <a:r>
              <a:rPr lang="en-US"/>
              <a:t>("Remaining </a:t>
            </a:r>
            <a:r>
              <a:rPr lang="en-US" err="1"/>
              <a:t>val</a:t>
            </a:r>
            <a:r>
              <a:rPr lang="en-US"/>
              <a:t> of current is %</a:t>
            </a:r>
            <a:r>
              <a:rPr lang="en-US" err="1"/>
              <a:t>d",rem</a:t>
            </a:r>
            <a:r>
              <a:rPr lang="en-US"/>
              <a:t> );</a:t>
            </a:r>
          </a:p>
          <a:p>
            <a:pPr marL="0" indent="0">
              <a:buNone/>
            </a:pPr>
            <a:r>
              <a:rPr lang="en-US"/>
              <a:t>    return 0;</a:t>
            </a:r>
          </a:p>
          <a:p>
            <a:pPr marL="0" indent="0">
              <a:buNone/>
            </a:pPr>
            <a:r>
              <a:rPr lang="en-US"/>
              <a:t>}</a:t>
            </a:r>
          </a:p>
          <a:p>
            <a:pPr marL="0" indent="0">
              <a:buNone/>
            </a:pPr>
            <a:endParaRPr lang="en-US"/>
          </a:p>
        </p:txBody>
      </p:sp>
    </p:spTree>
    <p:extLst>
      <p:ext uri="{BB962C8B-B14F-4D97-AF65-F5344CB8AC3E}">
        <p14:creationId xmlns:p14="http://schemas.microsoft.com/office/powerpoint/2010/main" val="340674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97622" y="2005806"/>
            <a:ext cx="8713103" cy="3990975"/>
          </a:xfrm>
          <a:prstGeom prst="rect">
            <a:avLst/>
          </a:prstGeom>
        </p:spPr>
      </p:pic>
      <p:sp>
        <p:nvSpPr>
          <p:cNvPr id="2" name="TextBox 1">
            <a:extLst>
              <a:ext uri="{FF2B5EF4-FFF2-40B4-BE49-F238E27FC236}">
                <a16:creationId xmlns:a16="http://schemas.microsoft.com/office/drawing/2014/main" id="{6571F699-6541-5C37-B6CD-DE454604DD39}"/>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427792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9560C3516471F44810DD24F0C42148E" ma:contentTypeVersion="2" ma:contentTypeDescription="Create a new document." ma:contentTypeScope="" ma:versionID="24fe522123b3a322f8b1c3062ee35d5a">
  <xsd:schema xmlns:xsd="http://www.w3.org/2001/XMLSchema" xmlns:xs="http://www.w3.org/2001/XMLSchema" xmlns:p="http://schemas.microsoft.com/office/2006/metadata/properties" xmlns:ns2="b4284549-3b77-42f0-9bd8-21963f31e472" targetNamespace="http://schemas.microsoft.com/office/2006/metadata/properties" ma:root="true" ma:fieldsID="e8f0dbdc55a03e5e5387593e2fa67f1b" ns2:_="">
    <xsd:import namespace="b4284549-3b77-42f0-9bd8-21963f31e47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84549-3b77-42f0-9bd8-21963f31e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43DD7F-CBE1-4D3F-933D-B36C44B0E804}">
  <ds:schemaRefs>
    <ds:schemaRef ds:uri="http://schemas.microsoft.com/sharepoint/v3/contenttype/forms"/>
  </ds:schemaRefs>
</ds:datastoreItem>
</file>

<file path=customXml/itemProps2.xml><?xml version="1.0" encoding="utf-8"?>
<ds:datastoreItem xmlns:ds="http://schemas.openxmlformats.org/officeDocument/2006/customXml" ds:itemID="{74D3973F-8330-42FC-B922-1D058C08BB14}">
  <ds:schemaRefs>
    <ds:schemaRef ds:uri="b4284549-3b77-42f0-9bd8-21963f31e4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DC12CEB-6F99-45C1-880B-EAEF3485332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54</Slides>
  <Notes>0</Notes>
  <HiddenSlides>0</HiddenSlide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Array</vt:lpstr>
      <vt:lpstr>Array</vt:lpstr>
      <vt:lpstr>Array</vt:lpstr>
      <vt:lpstr>Array</vt:lpstr>
      <vt:lpstr>Array</vt:lpstr>
      <vt:lpstr>Array </vt:lpstr>
      <vt:lpstr>Array </vt:lpstr>
      <vt:lpstr>Array</vt:lpstr>
      <vt:lpstr>Array</vt:lpstr>
      <vt:lpstr>Array</vt:lpstr>
      <vt:lpstr>Array</vt:lpstr>
      <vt:lpstr>Strings</vt:lpstr>
      <vt:lpstr>Strings</vt:lpstr>
      <vt:lpstr>Manipulating Strings </vt:lpstr>
      <vt:lpstr>Manipulating Strings </vt:lpstr>
      <vt:lpstr>Multidimensional Arrays  </vt:lpstr>
      <vt:lpstr>Multidimensional Arrays</vt:lpstr>
      <vt:lpstr>Multidimensional Arrays</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Arrays of Strings</vt:lpstr>
      <vt:lpstr>Arrays of Strings</vt:lpstr>
      <vt:lpstr>String Functions</vt:lpstr>
      <vt:lpstr>String Functions</vt:lpstr>
      <vt:lpstr>String Functions</vt:lpstr>
      <vt:lpstr>String Functions</vt:lpstr>
      <vt:lpstr>Write a string  program that will copy one string to another</vt:lpstr>
      <vt:lpstr>Write a string  program that will copy one string to another</vt:lpstr>
      <vt:lpstr>Write a program that will add two strings</vt:lpstr>
      <vt:lpstr>Write a program that will add two strings</vt:lpstr>
      <vt:lpstr>Write a program that will compare two strings.</vt:lpstr>
      <vt:lpstr>Write a program that will compare two strings.</vt:lpstr>
      <vt:lpstr>Program to find root of a quadratic equation</vt:lpstr>
      <vt:lpstr>Program to find root of a quadratic equation</vt:lpstr>
      <vt:lpstr>Program to find root of a quadratic equation</vt:lpstr>
      <vt:lpstr>Program to sort numbers using array</vt:lpstr>
      <vt:lpstr>Program to sort numbers using array</vt:lpstr>
      <vt:lpstr>PowerPoint Presentation</vt:lpstr>
      <vt:lpstr>Program based on Searching</vt:lpstr>
      <vt:lpstr>Program based on Searching</vt:lpstr>
      <vt:lpstr>Problem based on Kirchhoff's Law</vt:lpstr>
      <vt:lpstr>Problem based on Kirchhoff's Law</vt:lpstr>
      <vt:lpstr>Problem based on Kirchhoff's Law</vt:lpstr>
      <vt:lpstr>Problem based on Kirchhoff's Law</vt:lpstr>
      <vt:lpstr>Problem based on Kirchhoff's Law</vt:lpstr>
      <vt:lpstr>Problem based on Kirchhoff's Law</vt:lpstr>
      <vt:lpstr>Problem based on Kirchhoff's Law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revision>1</cp:revision>
  <dcterms:created xsi:type="dcterms:W3CDTF">2022-04-27T09:45:24Z</dcterms:created>
  <dcterms:modified xsi:type="dcterms:W3CDTF">2022-07-22T02:01:22Z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0x01010099560C3516471F44810DD24F0C42148E</vt:lpwstr>
  </property>
</Properties>
</file>