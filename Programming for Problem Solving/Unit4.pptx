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4"/>
  </p:notesMasterIdLst>
  <p:sldIdLst>
    <p:sldId id="282" r:id="rId5"/>
    <p:sldId id="283" r:id="rId6"/>
    <p:sldId id="284" r:id="rId7"/>
    <p:sldId id="285" r:id="rId8"/>
    <p:sldId id="286" r:id="rId9"/>
    <p:sldId id="307"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8" r:id="rId26"/>
    <p:sldId id="350" r:id="rId27"/>
    <p:sldId id="310" r:id="rId28"/>
    <p:sldId id="309" r:id="rId29"/>
    <p:sldId id="302" r:id="rId30"/>
    <p:sldId id="303" r:id="rId31"/>
    <p:sldId id="257" r:id="rId32"/>
    <p:sldId id="258" r:id="rId33"/>
    <p:sldId id="259" r:id="rId34"/>
    <p:sldId id="260" r:id="rId35"/>
    <p:sldId id="261" r:id="rId36"/>
    <p:sldId id="262" r:id="rId37"/>
    <p:sldId id="268" r:id="rId38"/>
    <p:sldId id="266" r:id="rId39"/>
    <p:sldId id="264" r:id="rId40"/>
    <p:sldId id="265" r:id="rId41"/>
    <p:sldId id="269" r:id="rId42"/>
    <p:sldId id="275" r:id="rId43"/>
    <p:sldId id="276" r:id="rId44"/>
    <p:sldId id="277" r:id="rId45"/>
    <p:sldId id="278" r:id="rId46"/>
    <p:sldId id="279" r:id="rId47"/>
    <p:sldId id="280" r:id="rId48"/>
    <p:sldId id="281" r:id="rId49"/>
    <p:sldId id="274" r:id="rId50"/>
    <p:sldId id="271" r:id="rId51"/>
    <p:sldId id="272" r:id="rId52"/>
    <p:sldId id="333" r:id="rId53"/>
    <p:sldId id="334" r:id="rId54"/>
    <p:sldId id="335" r:id="rId55"/>
    <p:sldId id="336" r:id="rId56"/>
    <p:sldId id="337" r:id="rId57"/>
    <p:sldId id="338" r:id="rId58"/>
    <p:sldId id="339" r:id="rId59"/>
    <p:sldId id="340" r:id="rId60"/>
    <p:sldId id="341" r:id="rId61"/>
    <p:sldId id="342" r:id="rId62"/>
    <p:sldId id="343" r:id="rId63"/>
    <p:sldId id="344" r:id="rId64"/>
    <p:sldId id="345" r:id="rId65"/>
    <p:sldId id="346" r:id="rId66"/>
    <p:sldId id="347" r:id="rId67"/>
    <p:sldId id="348" r:id="rId68"/>
    <p:sldId id="349" r:id="rId69"/>
    <p:sldId id="270" r:id="rId70"/>
    <p:sldId id="311" r:id="rId71"/>
    <p:sldId id="324" r:id="rId72"/>
    <p:sldId id="325" r:id="rId73"/>
    <p:sldId id="326" r:id="rId74"/>
    <p:sldId id="327" r:id="rId75"/>
    <p:sldId id="328" r:id="rId76"/>
    <p:sldId id="329" r:id="rId77"/>
    <p:sldId id="330" r:id="rId78"/>
    <p:sldId id="331" r:id="rId79"/>
    <p:sldId id="332" r:id="rId80"/>
    <p:sldId id="323" r:id="rId81"/>
    <p:sldId id="316" r:id="rId82"/>
    <p:sldId id="317" r:id="rId83"/>
    <p:sldId id="318" r:id="rId84"/>
    <p:sldId id="319" r:id="rId85"/>
    <p:sldId id="321" r:id="rId86"/>
    <p:sldId id="320" r:id="rId87"/>
    <p:sldId id="322" r:id="rId88"/>
    <p:sldId id="315" r:id="rId89"/>
    <p:sldId id="313" r:id="rId90"/>
    <p:sldId id="314" r:id="rId91"/>
    <p:sldId id="312" r:id="rId92"/>
    <p:sldId id="304"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00368B-FAA4-ABF4-91A0-278EDCE8374F}" v="1" dt="2022-07-12T10:40:39.979"/>
    <p1510:client id="{2A6E5014-2F48-4784-8402-9A958C7EFD1B}" v="103" dt="2022-07-21T17:27:34.158"/>
    <p1510:client id="{3083E0F8-2F16-4227-9E1A-1707DA37D56B}" v="1" dt="2022-07-21T14:11:13.764"/>
    <p1510:client id="{3BA7AD79-3175-45B9-B541-4549A65EF64D}" v="38" dt="2022-07-21T22:12:41.598"/>
    <p1510:client id="{456E9AD7-10A5-4C55-B9B3-510001DB93AC}" v="59" dt="2022-07-21T19:32:34.989"/>
    <p1510:client id="{4B091516-002C-4B44-B621-478BA0ADB59E}" v="151" dt="2022-07-21T22:09:26.107"/>
    <p1510:client id="{4DC65155-3621-4747-8E5C-6D9CF4B4640C}" v="1" dt="2022-07-04T04:09:34.387"/>
    <p1510:client id="{59398B51-3E63-46E5-B879-8F76FF2AC63A}" v="3" dt="2022-07-21T17:24:49.224"/>
    <p1510:client id="{74B4E715-FA7E-44DF-8A11-88D322BD88A9}" v="4" dt="2022-07-12T01:45:46.870"/>
    <p1510:client id="{75517669-4FA7-45B7-A1ED-6689BB51CA12}" v="65" dt="2022-07-21T17:28:18.796"/>
    <p1510:client id="{A0A13E60-DB8F-4D52-9DA9-D972B617A2AE}" v="1" dt="2022-07-22T02:07:34.600"/>
    <p1510:client id="{A559B6AE-BBBD-413D-B6B2-F2D13AD1B9E8}" v="77" dt="2022-07-21T22:11:16.009"/>
    <p1510:client id="{A693662D-8E4E-431F-B7D0-97B23316F71D}" v="3" dt="2022-07-21T14:19:47.747"/>
    <p1510:client id="{AF1097AE-1D7E-4F0C-987F-DBA81C05685F}" v="89" dt="2022-07-21T22:08:43.845"/>
    <p1510:client id="{B2104E69-15B4-44A9-8724-F60D089B0FE6}" v="1" dt="2022-07-04T16:56:34.411"/>
    <p1510:client id="{C1F4CAE6-9B07-4382-A2E8-25738518571D}" v="2" dt="2022-07-03T07:05:50.781"/>
    <p1510:client id="{C42AA19C-CB52-494C-A4AA-64E77BD4C3A0}" v="1" dt="2022-07-16T13:34:21.181"/>
    <p1510:client id="{C90D6B6B-B20C-4D36-A95B-C2A50FBCFD2D}" v="41" dt="2022-07-21T21:54:48.780"/>
    <p1510:client id="{E689A2EE-0227-4532-ABF7-B55AE0E75001}" v="4" dt="2022-07-10T18:41:27.271"/>
    <p1510:client id="{F0C11686-5439-44EE-B29A-DB3AD28A55AC}" v="13" dt="2022-07-22T02:14:48.219"/>
    <p1510:client id="{FF4AF635-D691-4758-8D12-864043DF9904}" v="2" dt="2022-07-21T14:38:52.2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notesMaster" Target="notesMasters/notesMaster1.xml"/><Relationship Id="rId9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EEK KRISHNA(BTECH10105.21@bitmesra.ac.in)" userId="S::btech10105.21@bitmesra.ac.in::30784f16-851a-46b3-a8d1-ebd50e0731c8" providerId="AD" clId="Web-{3BA7AD79-3175-45B9-B541-4549A65EF64D}"/>
    <pc:docChg chg="modSld">
      <pc:chgData name="PRATEEK KRISHNA(BTECH10105.21@bitmesra.ac.in)" userId="S::btech10105.21@bitmesra.ac.in::30784f16-851a-46b3-a8d1-ebd50e0731c8" providerId="AD" clId="Web-{3BA7AD79-3175-45B9-B541-4549A65EF64D}" dt="2022-07-21T22:12:41.598" v="39" actId="20577"/>
      <pc:docMkLst>
        <pc:docMk/>
      </pc:docMkLst>
      <pc:sldChg chg="modSp">
        <pc:chgData name="PRATEEK KRISHNA(BTECH10105.21@bitmesra.ac.in)" userId="S::btech10105.21@bitmesra.ac.in::30784f16-851a-46b3-a8d1-ebd50e0731c8" providerId="AD" clId="Web-{3BA7AD79-3175-45B9-B541-4549A65EF64D}" dt="2022-07-21T22:12:41.598" v="39" actId="20577"/>
        <pc:sldMkLst>
          <pc:docMk/>
          <pc:sldMk cId="4225543300" sldId="287"/>
        </pc:sldMkLst>
        <pc:spChg chg="mod">
          <ac:chgData name="PRATEEK KRISHNA(BTECH10105.21@bitmesra.ac.in)" userId="S::btech10105.21@bitmesra.ac.in::30784f16-851a-46b3-a8d1-ebd50e0731c8" providerId="AD" clId="Web-{3BA7AD79-3175-45B9-B541-4549A65EF64D}" dt="2022-07-21T22:12:41.598" v="39" actId="20577"/>
          <ac:spMkLst>
            <pc:docMk/>
            <pc:sldMk cId="4225543300" sldId="287"/>
            <ac:spMk id="2" creationId="{00000000-0000-0000-0000-000000000000}"/>
          </ac:spMkLst>
        </pc:spChg>
      </pc:sldChg>
    </pc:docChg>
  </pc:docChgLst>
  <pc:docChgLst>
    <pc:chgData name="RHYTHM RHYTHM(BTECH10121.21@bitmesra.ac.in)" userId="S::btech10121.21@bitmesra.ac.in::711192da-04b7-4957-a0ea-a273d6d28b27" providerId="AD" clId="Web-{FF4AF635-D691-4758-8D12-864043DF9904}"/>
    <pc:docChg chg="sldOrd">
      <pc:chgData name="RHYTHM RHYTHM(BTECH10121.21@bitmesra.ac.in)" userId="S::btech10121.21@bitmesra.ac.in::711192da-04b7-4957-a0ea-a273d6d28b27" providerId="AD" clId="Web-{FF4AF635-D691-4758-8D12-864043DF9904}" dt="2022-07-21T14:38:52.260" v="1"/>
      <pc:docMkLst>
        <pc:docMk/>
      </pc:docMkLst>
      <pc:sldChg chg="ord">
        <pc:chgData name="RHYTHM RHYTHM(BTECH10121.21@bitmesra.ac.in)" userId="S::btech10121.21@bitmesra.ac.in::711192da-04b7-4957-a0ea-a273d6d28b27" providerId="AD" clId="Web-{FF4AF635-D691-4758-8D12-864043DF9904}" dt="2022-07-21T14:38:52.260" v="1"/>
        <pc:sldMkLst>
          <pc:docMk/>
          <pc:sldMk cId="728830825" sldId="298"/>
        </pc:sldMkLst>
      </pc:sldChg>
    </pc:docChg>
  </pc:docChgLst>
  <pc:docChgLst>
    <pc:chgData name="PRANTESH SINHA(BTECH10396.21@bitmesra.ac.in)" userId="S::btech10396.21@bitmesra.ac.in::77243324-2d65-4898-ba03-472a6252d308" providerId="AD" clId="Web-{74B4E715-FA7E-44DF-8A11-88D322BD88A9}"/>
    <pc:docChg chg="modSld">
      <pc:chgData name="PRANTESH SINHA(BTECH10396.21@bitmesra.ac.in)" userId="S::btech10396.21@bitmesra.ac.in::77243324-2d65-4898-ba03-472a6252d308" providerId="AD" clId="Web-{74B4E715-FA7E-44DF-8A11-88D322BD88A9}" dt="2022-07-12T01:45:46.870" v="4" actId="20577"/>
      <pc:docMkLst>
        <pc:docMk/>
      </pc:docMkLst>
      <pc:sldChg chg="modSp">
        <pc:chgData name="PRANTESH SINHA(BTECH10396.21@bitmesra.ac.in)" userId="S::btech10396.21@bitmesra.ac.in::77243324-2d65-4898-ba03-472a6252d308" providerId="AD" clId="Web-{74B4E715-FA7E-44DF-8A11-88D322BD88A9}" dt="2022-07-12T01:45:46.870" v="4" actId="20577"/>
        <pc:sldMkLst>
          <pc:docMk/>
          <pc:sldMk cId="4206926540" sldId="272"/>
        </pc:sldMkLst>
        <pc:spChg chg="mod">
          <ac:chgData name="PRANTESH SINHA(BTECH10396.21@bitmesra.ac.in)" userId="S::btech10396.21@bitmesra.ac.in::77243324-2d65-4898-ba03-472a6252d308" providerId="AD" clId="Web-{74B4E715-FA7E-44DF-8A11-88D322BD88A9}" dt="2022-07-12T01:45:46.870" v="4" actId="20577"/>
          <ac:spMkLst>
            <pc:docMk/>
            <pc:sldMk cId="4206926540" sldId="272"/>
            <ac:spMk id="6" creationId="{00000000-0000-0000-0000-000000000000}"/>
          </ac:spMkLst>
        </pc:spChg>
      </pc:sldChg>
    </pc:docChg>
  </pc:docChgLst>
  <pc:docChgLst>
    <pc:chgData name="HARSH RAJ(BTECH10094.21@bitmesra.ac.in)" userId="S::btech10094.21@bitmesra.ac.in::b5851f9f-9fe9-4022-a2a6-b5b5ce8be4c3" providerId="AD" clId="Web-{3083E0F8-2F16-4227-9E1A-1707DA37D56B}"/>
    <pc:docChg chg="modSld">
      <pc:chgData name="HARSH RAJ(BTECH10094.21@bitmesra.ac.in)" userId="S::btech10094.21@bitmesra.ac.in::b5851f9f-9fe9-4022-a2a6-b5b5ce8be4c3" providerId="AD" clId="Web-{3083E0F8-2F16-4227-9E1A-1707DA37D56B}" dt="2022-07-21T14:11:13.764" v="0"/>
      <pc:docMkLst>
        <pc:docMk/>
      </pc:docMkLst>
      <pc:sldChg chg="addSp">
        <pc:chgData name="HARSH RAJ(BTECH10094.21@bitmesra.ac.in)" userId="S::btech10094.21@bitmesra.ac.in::b5851f9f-9fe9-4022-a2a6-b5b5ce8be4c3" providerId="AD" clId="Web-{3083E0F8-2F16-4227-9E1A-1707DA37D56B}" dt="2022-07-21T14:11:13.764" v="0"/>
        <pc:sldMkLst>
          <pc:docMk/>
          <pc:sldMk cId="728830825" sldId="298"/>
        </pc:sldMkLst>
        <pc:spChg chg="add">
          <ac:chgData name="HARSH RAJ(BTECH10094.21@bitmesra.ac.in)" userId="S::btech10094.21@bitmesra.ac.in::b5851f9f-9fe9-4022-a2a6-b5b5ce8be4c3" providerId="AD" clId="Web-{3083E0F8-2F16-4227-9E1A-1707DA37D56B}" dt="2022-07-21T14:11:13.764" v="0"/>
          <ac:spMkLst>
            <pc:docMk/>
            <pc:sldMk cId="728830825" sldId="298"/>
            <ac:spMk id="6" creationId="{6323B9AE-6FEB-A096-63A0-5333FA299FF2}"/>
          </ac:spMkLst>
        </pc:spChg>
      </pc:sldChg>
    </pc:docChg>
  </pc:docChgLst>
  <pc:docChgLst>
    <pc:chgData name="TANISH KUMAR BARANWAL(BTECH10074.21@bitmesra.ac.in)" userId="S::btech10074.21@bitmesra.ac.in::32813535-aa9d-4425-b598-e2c62746309f" providerId="AD" clId="Web-{4B091516-002C-4B44-B621-478BA0ADB59E}"/>
    <pc:docChg chg="modSld">
      <pc:chgData name="TANISH KUMAR BARANWAL(BTECH10074.21@bitmesra.ac.in)" userId="S::btech10074.21@bitmesra.ac.in::32813535-aa9d-4425-b598-e2c62746309f" providerId="AD" clId="Web-{4B091516-002C-4B44-B621-478BA0ADB59E}" dt="2022-07-21T22:09:26.107" v="151" actId="20577"/>
      <pc:docMkLst>
        <pc:docMk/>
      </pc:docMkLst>
      <pc:sldChg chg="modSp">
        <pc:chgData name="TANISH KUMAR BARANWAL(BTECH10074.21@bitmesra.ac.in)" userId="S::btech10074.21@bitmesra.ac.in::32813535-aa9d-4425-b598-e2c62746309f" providerId="AD" clId="Web-{4B091516-002C-4B44-B621-478BA0ADB59E}" dt="2022-07-21T22:09:26.107" v="151" actId="20577"/>
        <pc:sldMkLst>
          <pc:docMk/>
          <pc:sldMk cId="1958902954" sldId="268"/>
        </pc:sldMkLst>
        <pc:spChg chg="mod">
          <ac:chgData name="TANISH KUMAR BARANWAL(BTECH10074.21@bitmesra.ac.in)" userId="S::btech10074.21@bitmesra.ac.in::32813535-aa9d-4425-b598-e2c62746309f" providerId="AD" clId="Web-{4B091516-002C-4B44-B621-478BA0ADB59E}" dt="2022-07-21T22:09:26.107" v="151" actId="20577"/>
          <ac:spMkLst>
            <pc:docMk/>
            <pc:sldMk cId="1958902954" sldId="268"/>
            <ac:spMk id="2054" creationId="{00000000-0000-0000-0000-000000000000}"/>
          </ac:spMkLst>
        </pc:spChg>
      </pc:sldChg>
      <pc:sldChg chg="modSp">
        <pc:chgData name="TANISH KUMAR BARANWAL(BTECH10074.21@bitmesra.ac.in)" userId="S::btech10074.21@bitmesra.ac.in::32813535-aa9d-4425-b598-e2c62746309f" providerId="AD" clId="Web-{4B091516-002C-4B44-B621-478BA0ADB59E}" dt="2022-07-21T22:07:57.668" v="95" actId="20577"/>
        <pc:sldMkLst>
          <pc:docMk/>
          <pc:sldMk cId="4225543300" sldId="287"/>
        </pc:sldMkLst>
        <pc:spChg chg="mod">
          <ac:chgData name="TANISH KUMAR BARANWAL(BTECH10074.21@bitmesra.ac.in)" userId="S::btech10074.21@bitmesra.ac.in::32813535-aa9d-4425-b598-e2c62746309f" providerId="AD" clId="Web-{4B091516-002C-4B44-B621-478BA0ADB59E}" dt="2022-07-21T22:07:57.668" v="95" actId="20577"/>
          <ac:spMkLst>
            <pc:docMk/>
            <pc:sldMk cId="4225543300" sldId="287"/>
            <ac:spMk id="3" creationId="{00000000-0000-0000-0000-000000000000}"/>
          </ac:spMkLst>
        </pc:spChg>
      </pc:sldChg>
    </pc:docChg>
  </pc:docChgLst>
  <pc:docChgLst>
    <pc:chgData name="ACHYUT SINGH(BTECH10095.21@bitmesra.ac.in)" userId="S::btech10095.21@bitmesra.ac.in::776288b4-265e-4fbc-a78e-82a5597dd2c9" providerId="AD" clId="Web-{4DC65155-3621-4747-8E5C-6D9CF4B4640C}"/>
    <pc:docChg chg="modSld">
      <pc:chgData name="ACHYUT SINGH(BTECH10095.21@bitmesra.ac.in)" userId="S::btech10095.21@bitmesra.ac.in::776288b4-265e-4fbc-a78e-82a5597dd2c9" providerId="AD" clId="Web-{4DC65155-3621-4747-8E5C-6D9CF4B4640C}" dt="2022-07-04T04:09:34.387" v="0" actId="1076"/>
      <pc:docMkLst>
        <pc:docMk/>
      </pc:docMkLst>
      <pc:sldChg chg="modSp">
        <pc:chgData name="ACHYUT SINGH(BTECH10095.21@bitmesra.ac.in)" userId="S::btech10095.21@bitmesra.ac.in::776288b4-265e-4fbc-a78e-82a5597dd2c9" providerId="AD" clId="Web-{4DC65155-3621-4747-8E5C-6D9CF4B4640C}" dt="2022-07-04T04:09:34.387" v="0" actId="1076"/>
        <pc:sldMkLst>
          <pc:docMk/>
          <pc:sldMk cId="2196483269" sldId="283"/>
        </pc:sldMkLst>
        <pc:spChg chg="mod">
          <ac:chgData name="ACHYUT SINGH(BTECH10095.21@bitmesra.ac.in)" userId="S::btech10095.21@bitmesra.ac.in::776288b4-265e-4fbc-a78e-82a5597dd2c9" providerId="AD" clId="Web-{4DC65155-3621-4747-8E5C-6D9CF4B4640C}" dt="2022-07-04T04:09:34.387" v="0" actId="1076"/>
          <ac:spMkLst>
            <pc:docMk/>
            <pc:sldMk cId="2196483269" sldId="283"/>
            <ac:spMk id="3" creationId="{00000000-0000-0000-0000-000000000000}"/>
          </ac:spMkLst>
        </pc:spChg>
      </pc:sldChg>
    </pc:docChg>
  </pc:docChgLst>
  <pc:docChgLst>
    <pc:chgData name="DIVJOT SINGH(BTECH10115.21@bitmesra.ac.in)" userId="S::btech10115.21@bitmesra.ac.in::65017790-e5d6-4ab5-8500-3d9e597d107a" providerId="AD" clId="Web-{A559B6AE-BBBD-413D-B6B2-F2D13AD1B9E8}"/>
    <pc:docChg chg="modSld">
      <pc:chgData name="DIVJOT SINGH(BTECH10115.21@bitmesra.ac.in)" userId="S::btech10115.21@bitmesra.ac.in::65017790-e5d6-4ab5-8500-3d9e597d107a" providerId="AD" clId="Web-{A559B6AE-BBBD-413D-B6B2-F2D13AD1B9E8}" dt="2022-07-21T22:11:16.009" v="55" actId="20577"/>
      <pc:docMkLst>
        <pc:docMk/>
      </pc:docMkLst>
      <pc:sldChg chg="modSp">
        <pc:chgData name="DIVJOT SINGH(BTECH10115.21@bitmesra.ac.in)" userId="S::btech10115.21@bitmesra.ac.in::65017790-e5d6-4ab5-8500-3d9e597d107a" providerId="AD" clId="Web-{A559B6AE-BBBD-413D-B6B2-F2D13AD1B9E8}" dt="2022-07-21T22:11:16.009" v="55" actId="20577"/>
        <pc:sldMkLst>
          <pc:docMk/>
          <pc:sldMk cId="1958902954" sldId="268"/>
        </pc:sldMkLst>
        <pc:spChg chg="mod">
          <ac:chgData name="DIVJOT SINGH(BTECH10115.21@bitmesra.ac.in)" userId="S::btech10115.21@bitmesra.ac.in::65017790-e5d6-4ab5-8500-3d9e597d107a" providerId="AD" clId="Web-{A559B6AE-BBBD-413D-B6B2-F2D13AD1B9E8}" dt="2022-07-21T22:10:33.461" v="20" actId="20577"/>
          <ac:spMkLst>
            <pc:docMk/>
            <pc:sldMk cId="1958902954" sldId="268"/>
            <ac:spMk id="2" creationId="{7062DFE0-A2B6-C8D4-E9D3-793A6B99A4FC}"/>
          </ac:spMkLst>
        </pc:spChg>
        <pc:spChg chg="mod">
          <ac:chgData name="DIVJOT SINGH(BTECH10115.21@bitmesra.ac.in)" userId="S::btech10115.21@bitmesra.ac.in::65017790-e5d6-4ab5-8500-3d9e597d107a" providerId="AD" clId="Web-{A559B6AE-BBBD-413D-B6B2-F2D13AD1B9E8}" dt="2022-07-21T22:11:16.009" v="55" actId="20577"/>
          <ac:spMkLst>
            <pc:docMk/>
            <pc:sldMk cId="1958902954" sldId="268"/>
            <ac:spMk id="2054" creationId="{00000000-0000-0000-0000-000000000000}"/>
          </ac:spMkLst>
        </pc:spChg>
      </pc:sldChg>
    </pc:docChg>
  </pc:docChgLst>
  <pc:docChgLst>
    <pc:chgData name="ARPIT SINGH (BTECH10008.21@bitmesra.ac.in)" userId="S::btech10008.21@bitmesra.ac.in::88611915-c69e-4c33-bbc1-7f62f1c91c73" providerId="AD" clId="Web-{AF1097AE-1D7E-4F0C-987F-DBA81C05685F}"/>
    <pc:docChg chg="modSld">
      <pc:chgData name="ARPIT SINGH (BTECH10008.21@bitmesra.ac.in)" userId="S::btech10008.21@bitmesra.ac.in::88611915-c69e-4c33-bbc1-7f62f1c91c73" providerId="AD" clId="Web-{AF1097AE-1D7E-4F0C-987F-DBA81C05685F}" dt="2022-07-21T22:08:43.299" v="84" actId="20577"/>
      <pc:docMkLst>
        <pc:docMk/>
      </pc:docMkLst>
      <pc:sldChg chg="modSp">
        <pc:chgData name="ARPIT SINGH (BTECH10008.21@bitmesra.ac.in)" userId="S::btech10008.21@bitmesra.ac.in::88611915-c69e-4c33-bbc1-7f62f1c91c73" providerId="AD" clId="Web-{AF1097AE-1D7E-4F0C-987F-DBA81C05685F}" dt="2022-07-21T22:08:43.299" v="84" actId="20577"/>
        <pc:sldMkLst>
          <pc:docMk/>
          <pc:sldMk cId="4225543300" sldId="287"/>
        </pc:sldMkLst>
        <pc:spChg chg="mod">
          <ac:chgData name="ARPIT SINGH (BTECH10008.21@bitmesra.ac.in)" userId="S::btech10008.21@bitmesra.ac.in::88611915-c69e-4c33-bbc1-7f62f1c91c73" providerId="AD" clId="Web-{AF1097AE-1D7E-4F0C-987F-DBA81C05685F}" dt="2022-07-21T22:06:46.061" v="75" actId="20577"/>
          <ac:spMkLst>
            <pc:docMk/>
            <pc:sldMk cId="4225543300" sldId="287"/>
            <ac:spMk id="2" creationId="{00000000-0000-0000-0000-000000000000}"/>
          </ac:spMkLst>
        </pc:spChg>
        <pc:spChg chg="mod">
          <ac:chgData name="ARPIT SINGH (BTECH10008.21@bitmesra.ac.in)" userId="S::btech10008.21@bitmesra.ac.in::88611915-c69e-4c33-bbc1-7f62f1c91c73" providerId="AD" clId="Web-{AF1097AE-1D7E-4F0C-987F-DBA81C05685F}" dt="2022-07-21T22:08:43.299" v="84" actId="20577"/>
          <ac:spMkLst>
            <pc:docMk/>
            <pc:sldMk cId="4225543300" sldId="287"/>
            <ac:spMk id="3" creationId="{00000000-0000-0000-0000-000000000000}"/>
          </ac:spMkLst>
        </pc:spChg>
      </pc:sldChg>
    </pc:docChg>
  </pc:docChgLst>
  <pc:docChgLst>
    <pc:chgData name="VIBHUTI NARAYAN SINGH(BTECH10501.21@bitmesra.ac.in)" userId="S::btech10501.21@bitmesra.ac.in::682831d0-c3ac-4394-b7d7-ffb4e7a0f80e" providerId="AD" clId="Web-{59398B51-3E63-46E5-B879-8F76FF2AC63A}"/>
    <pc:docChg chg="modSld">
      <pc:chgData name="VIBHUTI NARAYAN SINGH(BTECH10501.21@bitmesra.ac.in)" userId="S::btech10501.21@bitmesra.ac.in::682831d0-c3ac-4394-b7d7-ffb4e7a0f80e" providerId="AD" clId="Web-{59398B51-3E63-46E5-B879-8F76FF2AC63A}" dt="2022-07-21T17:24:49.224" v="2" actId="20577"/>
      <pc:docMkLst>
        <pc:docMk/>
      </pc:docMkLst>
      <pc:sldChg chg="modSp">
        <pc:chgData name="VIBHUTI NARAYAN SINGH(BTECH10501.21@bitmesra.ac.in)" userId="S::btech10501.21@bitmesra.ac.in::682831d0-c3ac-4394-b7d7-ffb4e7a0f80e" providerId="AD" clId="Web-{59398B51-3E63-46E5-B879-8F76FF2AC63A}" dt="2022-07-21T17:24:49.224" v="2" actId="20577"/>
        <pc:sldMkLst>
          <pc:docMk/>
          <pc:sldMk cId="1251252299" sldId="306"/>
        </pc:sldMkLst>
        <pc:spChg chg="mod">
          <ac:chgData name="VIBHUTI NARAYAN SINGH(BTECH10501.21@bitmesra.ac.in)" userId="S::btech10501.21@bitmesra.ac.in::682831d0-c3ac-4394-b7d7-ffb4e7a0f80e" providerId="AD" clId="Web-{59398B51-3E63-46E5-B879-8F76FF2AC63A}" dt="2022-07-21T17:24:49.224" v="2" actId="20577"/>
          <ac:spMkLst>
            <pc:docMk/>
            <pc:sldMk cId="1251252299" sldId="306"/>
            <ac:spMk id="2" creationId="{00000000-0000-0000-0000-000000000000}"/>
          </ac:spMkLst>
        </pc:spChg>
      </pc:sldChg>
    </pc:docChg>
  </pc:docChgLst>
  <pc:docChgLst>
    <pc:chgData name="GADDE ANURAG SREEVASTAV(BTECH10576.21@bitmesra.ac.in)" userId="S::btech10576.21@bitmesra.ac.in::ff8b274c-3e33-4a31-9163-1ed1f1c387ca" providerId="AD" clId="Web-{0E00368B-FAA4-ABF4-91A0-278EDCE8374F}"/>
    <pc:docChg chg="modSld">
      <pc:chgData name="GADDE ANURAG SREEVASTAV(BTECH10576.21@bitmesra.ac.in)" userId="S::btech10576.21@bitmesra.ac.in::ff8b274c-3e33-4a31-9163-1ed1f1c387ca" providerId="AD" clId="Web-{0E00368B-FAA4-ABF4-91A0-278EDCE8374F}" dt="2022-07-12T10:40:39.979" v="0"/>
      <pc:docMkLst>
        <pc:docMk/>
      </pc:docMkLst>
      <pc:sldChg chg="addSp">
        <pc:chgData name="GADDE ANURAG SREEVASTAV(BTECH10576.21@bitmesra.ac.in)" userId="S::btech10576.21@bitmesra.ac.in::ff8b274c-3e33-4a31-9163-1ed1f1c387ca" providerId="AD" clId="Web-{0E00368B-FAA4-ABF4-91A0-278EDCE8374F}" dt="2022-07-12T10:40:39.979" v="0"/>
        <pc:sldMkLst>
          <pc:docMk/>
          <pc:sldMk cId="2895725423" sldId="279"/>
        </pc:sldMkLst>
        <pc:spChg chg="add">
          <ac:chgData name="GADDE ANURAG SREEVASTAV(BTECH10576.21@bitmesra.ac.in)" userId="S::btech10576.21@bitmesra.ac.in::ff8b274c-3e33-4a31-9163-1ed1f1c387ca" providerId="AD" clId="Web-{0E00368B-FAA4-ABF4-91A0-278EDCE8374F}" dt="2022-07-12T10:40:39.979" v="0"/>
          <ac:spMkLst>
            <pc:docMk/>
            <pc:sldMk cId="2895725423" sldId="279"/>
            <ac:spMk id="4" creationId="{103F6D81-1D8C-9874-B959-C28BF93D3ADD}"/>
          </ac:spMkLst>
        </pc:spChg>
      </pc:sldChg>
    </pc:docChg>
  </pc:docChgLst>
  <pc:docChgLst>
    <pc:chgData name="SUMIT AGARWAL(BTECH10067.21@bitmesra.ac.in)" userId="S::btech10067.21@bitmesra.ac.in::276f6ef2-67bb-402b-9abb-9f4eea953946" providerId="AD" clId="Web-{A0A13E60-DB8F-4D52-9DA9-D972B617A2AE}"/>
    <pc:docChg chg="delSld">
      <pc:chgData name="SUMIT AGARWAL(BTECH10067.21@bitmesra.ac.in)" userId="S::btech10067.21@bitmesra.ac.in::276f6ef2-67bb-402b-9abb-9f4eea953946" providerId="AD" clId="Web-{A0A13E60-DB8F-4D52-9DA9-D972B617A2AE}" dt="2022-07-22T02:07:34.600" v="0"/>
      <pc:docMkLst>
        <pc:docMk/>
      </pc:docMkLst>
      <pc:sldChg chg="del">
        <pc:chgData name="SUMIT AGARWAL(BTECH10067.21@bitmesra.ac.in)" userId="S::btech10067.21@bitmesra.ac.in::276f6ef2-67bb-402b-9abb-9f4eea953946" providerId="AD" clId="Web-{A0A13E60-DB8F-4D52-9DA9-D972B617A2AE}" dt="2022-07-22T02:07:34.600" v="0"/>
        <pc:sldMkLst>
          <pc:docMk/>
          <pc:sldMk cId="1251252299" sldId="306"/>
        </pc:sldMkLst>
      </pc:sldChg>
    </pc:docChg>
  </pc:docChgLst>
  <pc:docChgLst>
    <pc:chgData name="SOUMYADITYA SAHA(BTECH10099.21@bitmesra.ac.in)" userId="S::btech10099.21@bitmesra.ac.in::5e9c4661-3e85-4891-8c07-44555748f763" providerId="AD" clId="Web-{456E9AD7-10A5-4C55-B9B3-510001DB93AC}"/>
    <pc:docChg chg="modSld">
      <pc:chgData name="SOUMYADITYA SAHA(BTECH10099.21@bitmesra.ac.in)" userId="S::btech10099.21@bitmesra.ac.in::5e9c4661-3e85-4891-8c07-44555748f763" providerId="AD" clId="Web-{456E9AD7-10A5-4C55-B9B3-510001DB93AC}" dt="2022-07-21T19:32:34.989" v="58" actId="20577"/>
      <pc:docMkLst>
        <pc:docMk/>
      </pc:docMkLst>
      <pc:sldChg chg="modSp">
        <pc:chgData name="SOUMYADITYA SAHA(BTECH10099.21@bitmesra.ac.in)" userId="S::btech10099.21@bitmesra.ac.in::5e9c4661-3e85-4891-8c07-44555748f763" providerId="AD" clId="Web-{456E9AD7-10A5-4C55-B9B3-510001DB93AC}" dt="2022-07-21T19:32:34.989" v="58" actId="20577"/>
        <pc:sldMkLst>
          <pc:docMk/>
          <pc:sldMk cId="2895725423" sldId="279"/>
        </pc:sldMkLst>
        <pc:spChg chg="mod">
          <ac:chgData name="SOUMYADITYA SAHA(BTECH10099.21@bitmesra.ac.in)" userId="S::btech10099.21@bitmesra.ac.in::5e9c4661-3e85-4891-8c07-44555748f763" providerId="AD" clId="Web-{456E9AD7-10A5-4C55-B9B3-510001DB93AC}" dt="2022-07-21T19:32:34.989" v="58" actId="20577"/>
          <ac:spMkLst>
            <pc:docMk/>
            <pc:sldMk cId="2895725423" sldId="279"/>
            <ac:spMk id="3" creationId="{00000000-0000-0000-0000-000000000000}"/>
          </ac:spMkLst>
        </pc:spChg>
      </pc:sldChg>
    </pc:docChg>
  </pc:docChgLst>
  <pc:docChgLst>
    <pc:chgData name="VIBHUTI NARAYAN SINGH(BTECH10501.21@bitmesra.ac.in)" userId="S::btech10501.21@bitmesra.ac.in::682831d0-c3ac-4394-b7d7-ffb4e7a0f80e" providerId="AD" clId="Web-{2A6E5014-2F48-4784-8402-9A958C7EFD1B}"/>
    <pc:docChg chg="modSld">
      <pc:chgData name="VIBHUTI NARAYAN SINGH(BTECH10501.21@bitmesra.ac.in)" userId="S::btech10501.21@bitmesra.ac.in::682831d0-c3ac-4394-b7d7-ffb4e7a0f80e" providerId="AD" clId="Web-{2A6E5014-2F48-4784-8402-9A958C7EFD1B}" dt="2022-07-21T17:27:26.986" v="98"/>
      <pc:docMkLst>
        <pc:docMk/>
      </pc:docMkLst>
      <pc:sldChg chg="addSp delSp modSp">
        <pc:chgData name="VIBHUTI NARAYAN SINGH(BTECH10501.21@bitmesra.ac.in)" userId="S::btech10501.21@bitmesra.ac.in::682831d0-c3ac-4394-b7d7-ffb4e7a0f80e" providerId="AD" clId="Web-{2A6E5014-2F48-4784-8402-9A958C7EFD1B}" dt="2022-07-21T17:27:26.986" v="98"/>
        <pc:sldMkLst>
          <pc:docMk/>
          <pc:sldMk cId="1251252299" sldId="306"/>
        </pc:sldMkLst>
        <pc:spChg chg="mod">
          <ac:chgData name="VIBHUTI NARAYAN SINGH(BTECH10501.21@bitmesra.ac.in)" userId="S::btech10501.21@bitmesra.ac.in::682831d0-c3ac-4394-b7d7-ffb4e7a0f80e" providerId="AD" clId="Web-{2A6E5014-2F48-4784-8402-9A958C7EFD1B}" dt="2022-07-21T17:25:54.735" v="37" actId="20577"/>
          <ac:spMkLst>
            <pc:docMk/>
            <pc:sldMk cId="1251252299" sldId="306"/>
            <ac:spMk id="2" creationId="{00000000-0000-0000-0000-000000000000}"/>
          </ac:spMkLst>
        </pc:spChg>
        <pc:spChg chg="mod">
          <ac:chgData name="VIBHUTI NARAYAN SINGH(BTECH10501.21@bitmesra.ac.in)" userId="S::btech10501.21@bitmesra.ac.in::682831d0-c3ac-4394-b7d7-ffb4e7a0f80e" providerId="AD" clId="Web-{2A6E5014-2F48-4784-8402-9A958C7EFD1B}" dt="2022-07-21T17:27:15.658" v="94" actId="20577"/>
          <ac:spMkLst>
            <pc:docMk/>
            <pc:sldMk cId="1251252299" sldId="306"/>
            <ac:spMk id="3" creationId="{00000000-0000-0000-0000-000000000000}"/>
          </ac:spMkLst>
        </pc:spChg>
        <pc:spChg chg="add del">
          <ac:chgData name="VIBHUTI NARAYAN SINGH(BTECH10501.21@bitmesra.ac.in)" userId="S::btech10501.21@bitmesra.ac.in::682831d0-c3ac-4394-b7d7-ffb4e7a0f80e" providerId="AD" clId="Web-{2A6E5014-2F48-4784-8402-9A958C7EFD1B}" dt="2022-07-21T17:27:26.986" v="98"/>
          <ac:spMkLst>
            <pc:docMk/>
            <pc:sldMk cId="1251252299" sldId="306"/>
            <ac:spMk id="4" creationId="{7C4223F6-E5ED-9FF7-83F8-86A2BEB928E5}"/>
          </ac:spMkLst>
        </pc:spChg>
        <pc:spChg chg="add del">
          <ac:chgData name="VIBHUTI NARAYAN SINGH(BTECH10501.21@bitmesra.ac.in)" userId="S::btech10501.21@bitmesra.ac.in::682831d0-c3ac-4394-b7d7-ffb4e7a0f80e" providerId="AD" clId="Web-{2A6E5014-2F48-4784-8402-9A958C7EFD1B}" dt="2022-07-21T17:27:26.408" v="97"/>
          <ac:spMkLst>
            <pc:docMk/>
            <pc:sldMk cId="1251252299" sldId="306"/>
            <ac:spMk id="5" creationId="{6917C92C-BA6C-2A2D-755B-8C38927F3ED8}"/>
          </ac:spMkLst>
        </pc:spChg>
        <pc:spChg chg="add del">
          <ac:chgData name="VIBHUTI NARAYAN SINGH(BTECH10501.21@bitmesra.ac.in)" userId="S::btech10501.21@bitmesra.ac.in::682831d0-c3ac-4394-b7d7-ffb4e7a0f80e" providerId="AD" clId="Web-{2A6E5014-2F48-4784-8402-9A958C7EFD1B}" dt="2022-07-21T17:27:25.830" v="96"/>
          <ac:spMkLst>
            <pc:docMk/>
            <pc:sldMk cId="1251252299" sldId="306"/>
            <ac:spMk id="6" creationId="{0AEEFBB9-BD5C-3B78-ABA2-84CB6E5990DD}"/>
          </ac:spMkLst>
        </pc:spChg>
      </pc:sldChg>
    </pc:docChg>
  </pc:docChgLst>
  <pc:docChgLst>
    <pc:chgData name="RISHAV RAJ(BTECH10087.21@bitmesra.ac.in)" userId="S::btech10087.21@bitmesra.ac.in::1f93d754-2fbc-4193-89e9-fa5346f46968" providerId="AD" clId="Web-{C1F4CAE6-9B07-4382-A2E8-25738518571D}"/>
    <pc:docChg chg="delSld modSld">
      <pc:chgData name="RISHAV RAJ(BTECH10087.21@bitmesra.ac.in)" userId="S::btech10087.21@bitmesra.ac.in::1f93d754-2fbc-4193-89e9-fa5346f46968" providerId="AD" clId="Web-{C1F4CAE6-9B07-4382-A2E8-25738518571D}" dt="2022-07-03T07:05:50.781" v="1"/>
      <pc:docMkLst>
        <pc:docMk/>
      </pc:docMkLst>
      <pc:sldChg chg="del">
        <pc:chgData name="RISHAV RAJ(BTECH10087.21@bitmesra.ac.in)" userId="S::btech10087.21@bitmesra.ac.in::1f93d754-2fbc-4193-89e9-fa5346f46968" providerId="AD" clId="Web-{C1F4CAE6-9B07-4382-A2E8-25738518571D}" dt="2022-07-03T07:05:50.781" v="1"/>
        <pc:sldMkLst>
          <pc:docMk/>
          <pc:sldMk cId="1898949169" sldId="267"/>
        </pc:sldMkLst>
      </pc:sldChg>
      <pc:sldChg chg="addSp">
        <pc:chgData name="RISHAV RAJ(BTECH10087.21@bitmesra.ac.in)" userId="S::btech10087.21@bitmesra.ac.in::1f93d754-2fbc-4193-89e9-fa5346f46968" providerId="AD" clId="Web-{C1F4CAE6-9B07-4382-A2E8-25738518571D}" dt="2022-07-03T06:53:52.744" v="0"/>
        <pc:sldMkLst>
          <pc:docMk/>
          <pc:sldMk cId="3635230024" sldId="310"/>
        </pc:sldMkLst>
        <pc:spChg chg="add">
          <ac:chgData name="RISHAV RAJ(BTECH10087.21@bitmesra.ac.in)" userId="S::btech10087.21@bitmesra.ac.in::1f93d754-2fbc-4193-89e9-fa5346f46968" providerId="AD" clId="Web-{C1F4CAE6-9B07-4382-A2E8-25738518571D}" dt="2022-07-03T06:53:52.744" v="0"/>
          <ac:spMkLst>
            <pc:docMk/>
            <pc:sldMk cId="3635230024" sldId="310"/>
            <ac:spMk id="4" creationId="{483D4C86-7D3B-B655-8872-3B2E377AF7D8}"/>
          </ac:spMkLst>
        </pc:spChg>
      </pc:sldChg>
    </pc:docChg>
  </pc:docChgLst>
  <pc:docChgLst>
    <pc:chgData name="DIVJOT SINGH(BTECH10115.21@bitmesra.ac.in)" userId="S::btech10115.21@bitmesra.ac.in::65017790-e5d6-4ab5-8500-3d9e597d107a" providerId="AD" clId="Web-{C42AA19C-CB52-494C-A4AA-64E77BD4C3A0}"/>
    <pc:docChg chg="addSld">
      <pc:chgData name="DIVJOT SINGH(BTECH10115.21@bitmesra.ac.in)" userId="S::btech10115.21@bitmesra.ac.in::65017790-e5d6-4ab5-8500-3d9e597d107a" providerId="AD" clId="Web-{C42AA19C-CB52-494C-A4AA-64E77BD4C3A0}" dt="2022-07-16T13:34:21.181" v="0"/>
      <pc:docMkLst>
        <pc:docMk/>
      </pc:docMkLst>
      <pc:sldChg chg="new">
        <pc:chgData name="DIVJOT SINGH(BTECH10115.21@bitmesra.ac.in)" userId="S::btech10115.21@bitmesra.ac.in::65017790-e5d6-4ab5-8500-3d9e597d107a" providerId="AD" clId="Web-{C42AA19C-CB52-494C-A4AA-64E77BD4C3A0}" dt="2022-07-16T13:34:21.181" v="0"/>
        <pc:sldMkLst>
          <pc:docMk/>
          <pc:sldMk cId="2442221633" sldId="350"/>
        </pc:sldMkLst>
      </pc:sldChg>
    </pc:docChg>
  </pc:docChgLst>
  <pc:docChgLst>
    <pc:chgData name="ANISH KUMAR SINGH(BTECH10076.21@bitmesra.ac.in)" userId="S::btech10076.21@bitmesra.ac.in::2e013991-8e12-4250-a9cd-7bec41f27776" providerId="AD" clId="Web-{C90D6B6B-B20C-4D36-A95B-C2A50FBCFD2D}"/>
    <pc:docChg chg="modSld">
      <pc:chgData name="ANISH KUMAR SINGH(BTECH10076.21@bitmesra.ac.in)" userId="S::btech10076.21@bitmesra.ac.in::2e013991-8e12-4250-a9cd-7bec41f27776" providerId="AD" clId="Web-{C90D6B6B-B20C-4D36-A95B-C2A50FBCFD2D}" dt="2022-07-21T21:54:47.155" v="36" actId="20577"/>
      <pc:docMkLst>
        <pc:docMk/>
      </pc:docMkLst>
      <pc:sldChg chg="modSp">
        <pc:chgData name="ANISH KUMAR SINGH(BTECH10076.21@bitmesra.ac.in)" userId="S::btech10076.21@bitmesra.ac.in::2e013991-8e12-4250-a9cd-7bec41f27776" providerId="AD" clId="Web-{C90D6B6B-B20C-4D36-A95B-C2A50FBCFD2D}" dt="2022-07-21T21:54:47.155" v="36" actId="20577"/>
        <pc:sldMkLst>
          <pc:docMk/>
          <pc:sldMk cId="1764402197" sldId="286"/>
        </pc:sldMkLst>
        <pc:spChg chg="mod">
          <ac:chgData name="ANISH KUMAR SINGH(BTECH10076.21@bitmesra.ac.in)" userId="S::btech10076.21@bitmesra.ac.in::2e013991-8e12-4250-a9cd-7bec41f27776" providerId="AD" clId="Web-{C90D6B6B-B20C-4D36-A95B-C2A50FBCFD2D}" dt="2022-07-21T21:54:47.155" v="36" actId="20577"/>
          <ac:spMkLst>
            <pc:docMk/>
            <pc:sldMk cId="1764402197" sldId="286"/>
            <ac:spMk id="2" creationId="{00000000-0000-0000-0000-000000000000}"/>
          </ac:spMkLst>
        </pc:spChg>
      </pc:sldChg>
    </pc:docChg>
  </pc:docChgLst>
  <pc:docChgLst>
    <pc:chgData name="RAGHUNANDAN GUPTA(BTECH10021.21@bitmesra.ac.in)" userId="S::btech10021.21@bitmesra.ac.in::356602b6-4f1d-413c-8e2d-4dab3878389d" providerId="AD" clId="Web-{F0C11686-5439-44EE-B29A-DB3AD28A55AC}"/>
    <pc:docChg chg="modSld">
      <pc:chgData name="RAGHUNANDAN GUPTA(BTECH10021.21@bitmesra.ac.in)" userId="S::btech10021.21@bitmesra.ac.in::356602b6-4f1d-413c-8e2d-4dab3878389d" providerId="AD" clId="Web-{F0C11686-5439-44EE-B29A-DB3AD28A55AC}" dt="2022-07-22T02:14:48.219" v="14" actId="20577"/>
      <pc:docMkLst>
        <pc:docMk/>
      </pc:docMkLst>
      <pc:sldChg chg="modSp">
        <pc:chgData name="RAGHUNANDAN GUPTA(BTECH10021.21@bitmesra.ac.in)" userId="S::btech10021.21@bitmesra.ac.in::356602b6-4f1d-413c-8e2d-4dab3878389d" providerId="AD" clId="Web-{F0C11686-5439-44EE-B29A-DB3AD28A55AC}" dt="2022-07-22T02:14:48.219" v="14" actId="20577"/>
        <pc:sldMkLst>
          <pc:docMk/>
          <pc:sldMk cId="809537530" sldId="282"/>
        </pc:sldMkLst>
        <pc:spChg chg="mod">
          <ac:chgData name="RAGHUNANDAN GUPTA(BTECH10021.21@bitmesra.ac.in)" userId="S::btech10021.21@bitmesra.ac.in::356602b6-4f1d-413c-8e2d-4dab3878389d" providerId="AD" clId="Web-{F0C11686-5439-44EE-B29A-DB3AD28A55AC}" dt="2022-07-22T02:14:48.219" v="14" actId="20577"/>
          <ac:spMkLst>
            <pc:docMk/>
            <pc:sldMk cId="809537530" sldId="282"/>
            <ac:spMk id="3" creationId="{00000000-0000-0000-0000-000000000000}"/>
          </ac:spMkLst>
        </pc:spChg>
      </pc:sldChg>
    </pc:docChg>
  </pc:docChgLst>
  <pc:docChgLst>
    <pc:chgData name="PRATEEK KUMAR KHANDELWAL(BTECH10264.21@bitmesra.ac.in)" userId="S::btech10264.21@bitmesra.ac.in::1fc38dc6-29b2-49cf-9dcd-77f0f1d11899" providerId="AD" clId="Web-{B2104E69-15B4-44A9-8724-F60D089B0FE6}"/>
    <pc:docChg chg="modSld">
      <pc:chgData name="PRATEEK KUMAR KHANDELWAL(BTECH10264.21@bitmesra.ac.in)" userId="S::btech10264.21@bitmesra.ac.in::1fc38dc6-29b2-49cf-9dcd-77f0f1d11899" providerId="AD" clId="Web-{B2104E69-15B4-44A9-8724-F60D089B0FE6}" dt="2022-07-04T16:56:34.411" v="0"/>
      <pc:docMkLst>
        <pc:docMk/>
      </pc:docMkLst>
      <pc:sldChg chg="addSp">
        <pc:chgData name="PRATEEK KUMAR KHANDELWAL(BTECH10264.21@bitmesra.ac.in)" userId="S::btech10264.21@bitmesra.ac.in::1fc38dc6-29b2-49cf-9dcd-77f0f1d11899" providerId="AD" clId="Web-{B2104E69-15B4-44A9-8724-F60D089B0FE6}" dt="2022-07-04T16:56:34.411" v="0"/>
        <pc:sldMkLst>
          <pc:docMk/>
          <pc:sldMk cId="1958902954" sldId="268"/>
        </pc:sldMkLst>
        <pc:spChg chg="add">
          <ac:chgData name="PRATEEK KUMAR KHANDELWAL(BTECH10264.21@bitmesra.ac.in)" userId="S::btech10264.21@bitmesra.ac.in::1fc38dc6-29b2-49cf-9dcd-77f0f1d11899" providerId="AD" clId="Web-{B2104E69-15B4-44A9-8724-F60D089B0FE6}" dt="2022-07-04T16:56:34.411" v="0"/>
          <ac:spMkLst>
            <pc:docMk/>
            <pc:sldMk cId="1958902954" sldId="268"/>
            <ac:spMk id="2" creationId="{7062DFE0-A2B6-C8D4-E9D3-793A6B99A4FC}"/>
          </ac:spMkLst>
        </pc:spChg>
      </pc:sldChg>
    </pc:docChg>
  </pc:docChgLst>
  <pc:docChgLst>
    <pc:chgData name="NIKET KUMAR(BTECH10393.21@bitmesra.ac.in)" userId="S::btech10393.21@bitmesra.ac.in::2d72962e-ecf0-452d-b0c6-3717551e0571" providerId="AD" clId="Web-{A693662D-8E4E-431F-B7D0-97B23316F71D}"/>
    <pc:docChg chg="modSld">
      <pc:chgData name="NIKET KUMAR(BTECH10393.21@bitmesra.ac.in)" userId="S::btech10393.21@bitmesra.ac.in::2d72962e-ecf0-452d-b0c6-3717551e0571" providerId="AD" clId="Web-{A693662D-8E4E-431F-B7D0-97B23316F71D}" dt="2022-07-21T14:19:47.747" v="2" actId="20577"/>
      <pc:docMkLst>
        <pc:docMk/>
      </pc:docMkLst>
      <pc:sldChg chg="modSp">
        <pc:chgData name="NIKET KUMAR(BTECH10393.21@bitmesra.ac.in)" userId="S::btech10393.21@bitmesra.ac.in::2d72962e-ecf0-452d-b0c6-3717551e0571" providerId="AD" clId="Web-{A693662D-8E4E-431F-B7D0-97B23316F71D}" dt="2022-07-21T14:19:47.747" v="2" actId="20577"/>
        <pc:sldMkLst>
          <pc:docMk/>
          <pc:sldMk cId="1251252299" sldId="306"/>
        </pc:sldMkLst>
        <pc:spChg chg="mod">
          <ac:chgData name="NIKET KUMAR(BTECH10393.21@bitmesra.ac.in)" userId="S::btech10393.21@bitmesra.ac.in::2d72962e-ecf0-452d-b0c6-3717551e0571" providerId="AD" clId="Web-{A693662D-8E4E-431F-B7D0-97B23316F71D}" dt="2022-07-21T14:19:47.747" v="2" actId="20577"/>
          <ac:spMkLst>
            <pc:docMk/>
            <pc:sldMk cId="1251252299" sldId="306"/>
            <ac:spMk id="3" creationId="{00000000-0000-0000-0000-000000000000}"/>
          </ac:spMkLst>
        </pc:spChg>
      </pc:sldChg>
    </pc:docChg>
  </pc:docChgLst>
  <pc:docChgLst>
    <pc:chgData name="AGRAWAL ADITYA SHAILESH(BTECH10537.21@bitmesra.ac.in)" userId="S::btech10537.21@bitmesra.ac.in::60435923-3a37-422d-a500-ab92df04bff1" providerId="AD" clId="Web-{E689A2EE-0227-4532-ABF7-B55AE0E75001}"/>
    <pc:docChg chg="modSld">
      <pc:chgData name="AGRAWAL ADITYA SHAILESH(BTECH10537.21@bitmesra.ac.in)" userId="S::btech10537.21@bitmesra.ac.in::60435923-3a37-422d-a500-ab92df04bff1" providerId="AD" clId="Web-{E689A2EE-0227-4532-ABF7-B55AE0E75001}" dt="2022-07-10T18:41:27.271" v="3" actId="20577"/>
      <pc:docMkLst>
        <pc:docMk/>
      </pc:docMkLst>
      <pc:sldChg chg="modSp">
        <pc:chgData name="AGRAWAL ADITYA SHAILESH(BTECH10537.21@bitmesra.ac.in)" userId="S::btech10537.21@bitmesra.ac.in::60435923-3a37-422d-a500-ab92df04bff1" providerId="AD" clId="Web-{E689A2EE-0227-4532-ABF7-B55AE0E75001}" dt="2022-07-10T18:41:27.271" v="3" actId="20577"/>
        <pc:sldMkLst>
          <pc:docMk/>
          <pc:sldMk cId="2704163825" sldId="274"/>
        </pc:sldMkLst>
        <pc:spChg chg="mod">
          <ac:chgData name="AGRAWAL ADITYA SHAILESH(BTECH10537.21@bitmesra.ac.in)" userId="S::btech10537.21@bitmesra.ac.in::60435923-3a37-422d-a500-ab92df04bff1" providerId="AD" clId="Web-{E689A2EE-0227-4532-ABF7-B55AE0E75001}" dt="2022-07-10T18:41:27.271" v="3" actId="20577"/>
          <ac:spMkLst>
            <pc:docMk/>
            <pc:sldMk cId="2704163825" sldId="274"/>
            <ac:spMk id="5" creationId="{00000000-0000-0000-0000-000000000000}"/>
          </ac:spMkLst>
        </pc:spChg>
      </pc:sldChg>
    </pc:docChg>
  </pc:docChgLst>
  <pc:docChgLst>
    <pc:chgData name="AGRAWAL ADITYA SHAILESH(BTECH10537.21@bitmesra.ac.in)" userId="S::btech10537.21@bitmesra.ac.in::60435923-3a37-422d-a500-ab92df04bff1" providerId="AD" clId="Web-{75517669-4FA7-45B7-A1ED-6689BB51CA12}"/>
    <pc:docChg chg="delSld modSld">
      <pc:chgData name="AGRAWAL ADITYA SHAILESH(BTECH10537.21@bitmesra.ac.in)" userId="S::btech10537.21@bitmesra.ac.in::60435923-3a37-422d-a500-ab92df04bff1" providerId="AD" clId="Web-{75517669-4FA7-45B7-A1ED-6689BB51CA12}" dt="2022-07-21T17:28:16.062" v="58" actId="20577"/>
      <pc:docMkLst>
        <pc:docMk/>
      </pc:docMkLst>
      <pc:sldChg chg="modSp">
        <pc:chgData name="AGRAWAL ADITYA SHAILESH(BTECH10537.21@bitmesra.ac.in)" userId="S::btech10537.21@bitmesra.ac.in::60435923-3a37-422d-a500-ab92df04bff1" providerId="AD" clId="Web-{75517669-4FA7-45B7-A1ED-6689BB51CA12}" dt="2022-07-21T17:28:16.062" v="58" actId="20577"/>
        <pc:sldMkLst>
          <pc:docMk/>
          <pc:sldMk cId="4273016462" sldId="293"/>
        </pc:sldMkLst>
        <pc:spChg chg="mod">
          <ac:chgData name="AGRAWAL ADITYA SHAILESH(BTECH10537.21@bitmesra.ac.in)" userId="S::btech10537.21@bitmesra.ac.in::60435923-3a37-422d-a500-ab92df04bff1" providerId="AD" clId="Web-{75517669-4FA7-45B7-A1ED-6689BB51CA12}" dt="2022-07-21T17:28:16.062" v="58" actId="20577"/>
          <ac:spMkLst>
            <pc:docMk/>
            <pc:sldMk cId="4273016462" sldId="293"/>
            <ac:spMk id="3" creationId="{00000000-0000-0000-0000-000000000000}"/>
          </ac:spMkLst>
        </pc:spChg>
      </pc:sldChg>
      <pc:sldChg chg="del">
        <pc:chgData name="AGRAWAL ADITYA SHAILESH(BTECH10537.21@bitmesra.ac.in)" userId="S::btech10537.21@bitmesra.ac.in::60435923-3a37-422d-a500-ab92df04bff1" providerId="AD" clId="Web-{75517669-4FA7-45B7-A1ED-6689BB51CA12}" dt="2022-07-21T17:24:28.773" v="0"/>
        <pc:sldMkLst>
          <pc:docMk/>
          <pc:sldMk cId="2630331422" sldId="305"/>
        </pc:sldMkLst>
      </pc:sldChg>
      <pc:sldChg chg="modSp">
        <pc:chgData name="AGRAWAL ADITYA SHAILESH(BTECH10537.21@bitmesra.ac.in)" userId="S::btech10537.21@bitmesra.ac.in::60435923-3a37-422d-a500-ab92df04bff1" providerId="AD" clId="Web-{75517669-4FA7-45B7-A1ED-6689BB51CA12}" dt="2022-07-21T17:27:16.857" v="39" actId="20577"/>
        <pc:sldMkLst>
          <pc:docMk/>
          <pc:sldMk cId="1251252299" sldId="306"/>
        </pc:sldMkLst>
        <pc:spChg chg="mod">
          <ac:chgData name="AGRAWAL ADITYA SHAILESH(BTECH10537.21@bitmesra.ac.in)" userId="S::btech10537.21@bitmesra.ac.in::60435923-3a37-422d-a500-ab92df04bff1" providerId="AD" clId="Web-{75517669-4FA7-45B7-A1ED-6689BB51CA12}" dt="2022-07-21T17:27:10.464" v="34" actId="20577"/>
          <ac:spMkLst>
            <pc:docMk/>
            <pc:sldMk cId="1251252299" sldId="306"/>
            <ac:spMk id="2" creationId="{00000000-0000-0000-0000-000000000000}"/>
          </ac:spMkLst>
        </pc:spChg>
        <pc:spChg chg="mod">
          <ac:chgData name="AGRAWAL ADITYA SHAILESH(BTECH10537.21@bitmesra.ac.in)" userId="S::btech10537.21@bitmesra.ac.in::60435923-3a37-422d-a500-ab92df04bff1" providerId="AD" clId="Web-{75517669-4FA7-45B7-A1ED-6689BB51CA12}" dt="2022-07-21T17:27:16.857" v="39" actId="20577"/>
          <ac:spMkLst>
            <pc:docMk/>
            <pc:sldMk cId="1251252299" sldId="306"/>
            <ac:spMk id="3" creationId="{00000000-0000-0000-0000-000000000000}"/>
          </ac:spMkLst>
        </pc:spChg>
      </pc:sld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B006E7-3C0A-41BF-998D-02E50625B434}" type="datetimeFigureOut">
              <a:rPr lang="en-US" smtClean="0"/>
              <a:t>7/21/2022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61E07-AD01-447A-B92C-ED324F999224}" type="slidenum">
              <a:rPr lang="en-US" smtClean="0"/>
              <a:t>‹#›</a:t>
            </a:fld>
            <a:endParaRPr lang="en-US"/>
          </a:p>
        </p:txBody>
      </p:sp>
    </p:spTree>
    <p:extLst>
      <p:ext uri="{BB962C8B-B14F-4D97-AF65-F5344CB8AC3E}">
        <p14:creationId xmlns:p14="http://schemas.microsoft.com/office/powerpoint/2010/main" val="2417958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861E07-AD01-447A-B92C-ED324F999224}" type="slidenum">
              <a:rPr lang="en-US" smtClean="0"/>
              <a:t>2</a:t>
            </a:fld>
            <a:endParaRPr lang="en-US"/>
          </a:p>
        </p:txBody>
      </p:sp>
    </p:spTree>
    <p:extLst>
      <p:ext uri="{BB962C8B-B14F-4D97-AF65-F5344CB8AC3E}">
        <p14:creationId xmlns:p14="http://schemas.microsoft.com/office/powerpoint/2010/main" val="4132456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861E07-AD01-447A-B92C-ED324F999224}" type="slidenum">
              <a:rPr lang="en-US" smtClean="0"/>
              <a:t>3</a:t>
            </a:fld>
            <a:endParaRPr lang="en-US"/>
          </a:p>
        </p:txBody>
      </p:sp>
    </p:spTree>
    <p:extLst>
      <p:ext uri="{BB962C8B-B14F-4D97-AF65-F5344CB8AC3E}">
        <p14:creationId xmlns:p14="http://schemas.microsoft.com/office/powerpoint/2010/main" val="2604351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861E07-AD01-447A-B92C-ED324F999224}" type="slidenum">
              <a:rPr lang="en-US" smtClean="0"/>
              <a:t>4</a:t>
            </a:fld>
            <a:endParaRPr lang="en-US"/>
          </a:p>
        </p:txBody>
      </p:sp>
    </p:spTree>
    <p:extLst>
      <p:ext uri="{BB962C8B-B14F-4D97-AF65-F5344CB8AC3E}">
        <p14:creationId xmlns:p14="http://schemas.microsoft.com/office/powerpoint/2010/main" val="1824284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861E07-AD01-447A-B92C-ED324F999224}" type="slidenum">
              <a:rPr lang="en-US" smtClean="0"/>
              <a:t>5</a:t>
            </a:fld>
            <a:endParaRPr lang="en-US"/>
          </a:p>
        </p:txBody>
      </p:sp>
    </p:spTree>
    <p:extLst>
      <p:ext uri="{BB962C8B-B14F-4D97-AF65-F5344CB8AC3E}">
        <p14:creationId xmlns:p14="http://schemas.microsoft.com/office/powerpoint/2010/main" val="1362466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861E07-AD01-447A-B92C-ED324F999224}" type="slidenum">
              <a:rPr lang="en-US" smtClean="0"/>
              <a:t>7</a:t>
            </a:fld>
            <a:endParaRPr lang="en-US"/>
          </a:p>
        </p:txBody>
      </p:sp>
    </p:spTree>
    <p:extLst>
      <p:ext uri="{BB962C8B-B14F-4D97-AF65-F5344CB8AC3E}">
        <p14:creationId xmlns:p14="http://schemas.microsoft.com/office/powerpoint/2010/main" val="2823763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861E07-AD01-447A-B92C-ED324F999224}" type="slidenum">
              <a:rPr lang="en-US" smtClean="0"/>
              <a:t>8</a:t>
            </a:fld>
            <a:endParaRPr lang="en-US"/>
          </a:p>
        </p:txBody>
      </p:sp>
    </p:spTree>
    <p:extLst>
      <p:ext uri="{BB962C8B-B14F-4D97-AF65-F5344CB8AC3E}">
        <p14:creationId xmlns:p14="http://schemas.microsoft.com/office/powerpoint/2010/main" val="3008855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861E07-AD01-447A-B92C-ED324F999224}" type="slidenum">
              <a:rPr lang="en-US" smtClean="0"/>
              <a:t>9</a:t>
            </a:fld>
            <a:endParaRPr lang="en-US"/>
          </a:p>
        </p:txBody>
      </p:sp>
    </p:spTree>
    <p:extLst>
      <p:ext uri="{BB962C8B-B14F-4D97-AF65-F5344CB8AC3E}">
        <p14:creationId xmlns:p14="http://schemas.microsoft.com/office/powerpoint/2010/main" val="2297096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861E07-AD01-447A-B92C-ED324F999224}" type="slidenum">
              <a:rPr lang="en-US" smtClean="0"/>
              <a:t>10</a:t>
            </a:fld>
            <a:endParaRPr lang="en-US"/>
          </a:p>
        </p:txBody>
      </p:sp>
    </p:spTree>
    <p:extLst>
      <p:ext uri="{BB962C8B-B14F-4D97-AF65-F5344CB8AC3E}">
        <p14:creationId xmlns:p14="http://schemas.microsoft.com/office/powerpoint/2010/main" val="3876799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43A4D89-2000-441D-8A96-D1A1C01A5AE3}"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1763527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3A4D89-2000-441D-8A96-D1A1C01A5AE3}"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3203871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3A4D89-2000-441D-8A96-D1A1C01A5AE3}"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3776379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3A4D89-2000-441D-8A96-D1A1C01A5AE3}"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3238923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3A4D89-2000-441D-8A96-D1A1C01A5AE3}" type="datetimeFigureOut">
              <a:rPr lang="en-US" smtClean="0"/>
              <a:t>7/21/2022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794033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3A4D89-2000-441D-8A96-D1A1C01A5AE3}" type="datetimeFigureOut">
              <a:rPr lang="en-US" smtClean="0"/>
              <a:t>7/21/2022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3753999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3A4D89-2000-441D-8A96-D1A1C01A5AE3}" type="datetimeFigureOut">
              <a:rPr lang="en-US" smtClean="0"/>
              <a:t>7/21/2022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4275596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3A4D89-2000-441D-8A96-D1A1C01A5AE3}"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2956514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3A4D89-2000-441D-8A96-D1A1C01A5AE3}"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1799940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3A4D89-2000-441D-8A96-D1A1C01A5AE3}"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405976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3A4D89-2000-441D-8A96-D1A1C01A5AE3}"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821293-81AB-4607-A507-21AB154CB5B4}" type="slidenum">
              <a:rPr lang="en-US" smtClean="0"/>
              <a:t>‹#›</a:t>
            </a:fld>
            <a:endParaRPr lang="en-US"/>
          </a:p>
        </p:txBody>
      </p:sp>
    </p:spTree>
    <p:extLst>
      <p:ext uri="{BB962C8B-B14F-4D97-AF65-F5344CB8AC3E}">
        <p14:creationId xmlns:p14="http://schemas.microsoft.com/office/powerpoint/2010/main" val="3796507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3A4D89-2000-441D-8A96-D1A1C01A5AE3}" type="datetimeFigureOut">
              <a:rPr lang="en-US" smtClean="0"/>
              <a:t>7/21/2022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821293-81AB-4607-A507-21AB154CB5B4}" type="slidenum">
              <a:rPr lang="en-US" smtClean="0"/>
              <a:t>‹#›</a:t>
            </a:fld>
            <a:endParaRPr lang="en-US"/>
          </a:p>
        </p:txBody>
      </p:sp>
    </p:spTree>
    <p:extLst>
      <p:ext uri="{BB962C8B-B14F-4D97-AF65-F5344CB8AC3E}">
        <p14:creationId xmlns:p14="http://schemas.microsoft.com/office/powerpoint/2010/main" val="593924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User Defined Functions</a:t>
            </a:r>
            <a:br>
              <a:rPr lang="en-US"/>
            </a:br>
            <a:endParaRPr lang="en-US"/>
          </a:p>
        </p:txBody>
      </p:sp>
      <p:sp>
        <p:nvSpPr>
          <p:cNvPr id="3" name="Content Placeholder 2"/>
          <p:cNvSpPr>
            <a:spLocks noGrp="1"/>
          </p:cNvSpPr>
          <p:nvPr>
            <p:ph idx="1"/>
          </p:nvPr>
        </p:nvSpPr>
        <p:spPr>
          <a:xfrm>
            <a:off x="838200" y="1400961"/>
            <a:ext cx="10515600" cy="4776002"/>
          </a:xfrm>
        </p:spPr>
        <p:txBody>
          <a:bodyPr vert="horz" lIns="91440" tIns="45720" rIns="91440" bIns="45720" rtlCol="0" anchor="t">
            <a:normAutofit lnSpcReduction="10000"/>
          </a:bodyPr>
          <a:lstStyle/>
          <a:p>
            <a:pPr marL="0" indent="0" algn="just">
              <a:buNone/>
            </a:pPr>
            <a:r>
              <a:rPr lang="en-GB"/>
              <a:t>Functions are essentially just groups of statements that are to be executed as a unit in a given order and that can be referenced by a unique name. </a:t>
            </a:r>
          </a:p>
          <a:p>
            <a:pPr marL="0" indent="0" algn="just">
              <a:buNone/>
            </a:pPr>
            <a:r>
              <a:rPr lang="en-GB"/>
              <a:t>The only way to execute these statements is by invoking them or calling them using the function’s name.</a:t>
            </a:r>
            <a:endParaRPr lang="en-GB">
              <a:cs typeface="Calibri"/>
            </a:endParaRPr>
          </a:p>
          <a:p>
            <a:pPr marL="0" indent="0" algn="just">
              <a:buNone/>
            </a:pPr>
            <a:r>
              <a:rPr lang="en-GB"/>
              <a:t>Traditional program design methodology typically involves a </a:t>
            </a:r>
            <a:r>
              <a:rPr lang="en-GB" b="1" i="1"/>
              <a:t>top-down</a:t>
            </a:r>
            <a:r>
              <a:rPr lang="en-GB"/>
              <a:t> or structured approach to developing software solutions. </a:t>
            </a:r>
            <a:endParaRPr lang="en-GB">
              <a:cs typeface="Calibri"/>
            </a:endParaRPr>
          </a:p>
          <a:p>
            <a:pPr marL="0" indent="0" algn="just">
              <a:buNone/>
            </a:pPr>
            <a:r>
              <a:rPr lang="en-GB"/>
              <a:t>The main task is first divided into a number simpler sub-tasks.</a:t>
            </a:r>
            <a:endParaRPr lang="en-GB">
              <a:cs typeface="Calibri"/>
            </a:endParaRPr>
          </a:p>
          <a:p>
            <a:pPr marL="0" indent="0" algn="just">
              <a:buNone/>
            </a:pPr>
            <a:r>
              <a:rPr lang="en-GB"/>
              <a:t> If these sub-tasks are still too complex they are subdivided further into simpler sub-tasks, and so on until the sub-tasks become simple enough to be programmed easily.</a:t>
            </a:r>
            <a:endParaRPr lang="en-US"/>
          </a:p>
          <a:p>
            <a:pPr marL="0" indent="0" algn="just">
              <a:buNone/>
            </a:pPr>
            <a:endParaRPr lang="en-US">
              <a:cs typeface="Calibri"/>
            </a:endParaRPr>
          </a:p>
          <a:p>
            <a:pPr marL="0" indent="0">
              <a:buNone/>
            </a:pPr>
            <a:endParaRPr lang="en-US"/>
          </a:p>
        </p:txBody>
      </p:sp>
    </p:spTree>
    <p:extLst>
      <p:ext uri="{BB962C8B-B14F-4D97-AF65-F5344CB8AC3E}">
        <p14:creationId xmlns:p14="http://schemas.microsoft.com/office/powerpoint/2010/main" val="809537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User Defined Functions</a:t>
            </a:r>
            <a:br>
              <a:rPr lang="en-US"/>
            </a:br>
            <a:endParaRPr lang="en-US"/>
          </a:p>
        </p:txBody>
      </p:sp>
      <p:sp>
        <p:nvSpPr>
          <p:cNvPr id="3" name="Content Placeholder 2"/>
          <p:cNvSpPr>
            <a:spLocks noGrp="1"/>
          </p:cNvSpPr>
          <p:nvPr>
            <p:ph idx="1"/>
          </p:nvPr>
        </p:nvSpPr>
        <p:spPr>
          <a:xfrm>
            <a:off x="838200" y="1408359"/>
            <a:ext cx="10515600" cy="4776002"/>
          </a:xfrm>
        </p:spPr>
        <p:txBody>
          <a:bodyPr>
            <a:normAutofit lnSpcReduction="10000"/>
          </a:bodyPr>
          <a:lstStyle/>
          <a:p>
            <a:pPr marL="0" indent="0">
              <a:buNone/>
            </a:pPr>
            <a:r>
              <a:rPr lang="en-GB"/>
              <a:t>We have already seen many C functions such as main( ) , </a:t>
            </a:r>
            <a:r>
              <a:rPr lang="en-GB" err="1"/>
              <a:t>printf</a:t>
            </a:r>
            <a:r>
              <a:rPr lang="en-GB"/>
              <a:t>(), etc. the common trait they share being the braces that indicate they are C functions.</a:t>
            </a:r>
          </a:p>
          <a:p>
            <a:pPr marL="0" indent="0">
              <a:buNone/>
            </a:pPr>
            <a:r>
              <a:rPr lang="en-US"/>
              <a:t>	Syntax : 	</a:t>
            </a:r>
            <a:r>
              <a:rPr lang="en-US" err="1"/>
              <a:t>return_type</a:t>
            </a:r>
            <a:r>
              <a:rPr lang="en-US"/>
              <a:t> </a:t>
            </a:r>
            <a:r>
              <a:rPr lang="en-US" err="1"/>
              <a:t>function_name</a:t>
            </a:r>
            <a:r>
              <a:rPr lang="en-US"/>
              <a:t> (  </a:t>
            </a:r>
            <a:r>
              <a:rPr lang="en-US" err="1"/>
              <a:t>parameter_list</a:t>
            </a:r>
            <a:r>
              <a:rPr lang="en-US"/>
              <a:t> )</a:t>
            </a:r>
          </a:p>
          <a:p>
            <a:pPr marL="0" indent="0">
              <a:buNone/>
            </a:pPr>
            <a:r>
              <a:rPr lang="en-US"/>
              <a:t>			{</a:t>
            </a:r>
          </a:p>
          <a:p>
            <a:pPr marL="0" indent="0">
              <a:buNone/>
            </a:pPr>
            <a:r>
              <a:rPr lang="en-US"/>
              <a:t>			body of function ;</a:t>
            </a:r>
          </a:p>
          <a:p>
            <a:pPr marL="0" indent="0">
              <a:buNone/>
            </a:pPr>
            <a:r>
              <a:rPr lang="en-US"/>
              <a:t>			}</a:t>
            </a:r>
          </a:p>
          <a:p>
            <a:pPr marL="0" indent="0">
              <a:buNone/>
            </a:pPr>
            <a:r>
              <a:rPr lang="en-US"/>
              <a:t>	</a:t>
            </a:r>
          </a:p>
          <a:p>
            <a:pPr marL="0" indent="0">
              <a:buNone/>
            </a:pPr>
            <a:r>
              <a:rPr lang="en-US"/>
              <a:t>	The above is termed the function definition in C.</a:t>
            </a:r>
          </a:p>
          <a:p>
            <a:pPr marL="0" indent="0">
              <a:buNone/>
            </a:pPr>
            <a:r>
              <a:rPr lang="en-US"/>
              <a:t>	</a:t>
            </a:r>
          </a:p>
          <a:p>
            <a:pPr marL="0" indent="0">
              <a:buNone/>
            </a:pPr>
            <a:endParaRPr lang="en-US"/>
          </a:p>
        </p:txBody>
      </p:sp>
    </p:spTree>
    <p:extLst>
      <p:ext uri="{BB962C8B-B14F-4D97-AF65-F5344CB8AC3E}">
        <p14:creationId xmlns:p14="http://schemas.microsoft.com/office/powerpoint/2010/main" val="2196483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User Defined Functions</a:t>
            </a:r>
            <a:br>
              <a:rPr lang="en-US"/>
            </a:br>
            <a:endParaRPr lang="en-US"/>
          </a:p>
        </p:txBody>
      </p:sp>
      <p:sp>
        <p:nvSpPr>
          <p:cNvPr id="3" name="Content Placeholder 2"/>
          <p:cNvSpPr>
            <a:spLocks noGrp="1"/>
          </p:cNvSpPr>
          <p:nvPr>
            <p:ph idx="1"/>
          </p:nvPr>
        </p:nvSpPr>
        <p:spPr>
          <a:xfrm>
            <a:off x="838200" y="1400961"/>
            <a:ext cx="10515600" cy="4776002"/>
          </a:xfrm>
        </p:spPr>
        <p:txBody>
          <a:bodyPr>
            <a:normAutofit/>
          </a:bodyPr>
          <a:lstStyle/>
          <a:p>
            <a:pPr marL="0" indent="0">
              <a:buNone/>
            </a:pPr>
            <a:r>
              <a:rPr lang="en-US"/>
              <a:t>	Many functions will produce a result or return some information to the point at which it is called. </a:t>
            </a:r>
          </a:p>
          <a:p>
            <a:pPr marL="0" indent="0">
              <a:buNone/>
            </a:pPr>
            <a:r>
              <a:rPr lang="en-US"/>
              <a:t>These functions specify the type of this quantity via the </a:t>
            </a:r>
            <a:r>
              <a:rPr lang="en-US" err="1"/>
              <a:t>return_type</a:t>
            </a:r>
            <a:r>
              <a:rPr lang="en-US"/>
              <a:t> section of the function definition. </a:t>
            </a:r>
          </a:p>
          <a:p>
            <a:pPr marL="0" indent="0">
              <a:buNone/>
            </a:pPr>
            <a:r>
              <a:rPr lang="en-US"/>
              <a:t>If the return type is void it indicates the function returns nothing.</a:t>
            </a:r>
          </a:p>
          <a:p>
            <a:pPr marL="0" indent="0">
              <a:buNone/>
            </a:pPr>
            <a:r>
              <a:rPr lang="en-US"/>
              <a:t>The </a:t>
            </a:r>
            <a:r>
              <a:rPr lang="en-US" err="1"/>
              <a:t>function_name</a:t>
            </a:r>
            <a:r>
              <a:rPr lang="en-US"/>
              <a:t> may be any valid C identifier and must be unique in a particular program. </a:t>
            </a:r>
          </a:p>
          <a:p>
            <a:pPr marL="0" indent="0">
              <a:buNone/>
            </a:pPr>
            <a:r>
              <a:rPr lang="en-US"/>
              <a:t>	</a:t>
            </a:r>
          </a:p>
        </p:txBody>
      </p:sp>
    </p:spTree>
    <p:extLst>
      <p:ext uri="{BB962C8B-B14F-4D97-AF65-F5344CB8AC3E}">
        <p14:creationId xmlns:p14="http://schemas.microsoft.com/office/powerpoint/2010/main" val="1627876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User Defined Functions</a:t>
            </a:r>
            <a:br>
              <a:rPr lang="en-US"/>
            </a:br>
            <a:endParaRPr lang="en-US"/>
          </a:p>
        </p:txBody>
      </p:sp>
      <p:sp>
        <p:nvSpPr>
          <p:cNvPr id="3" name="Content Placeholder 2"/>
          <p:cNvSpPr>
            <a:spLocks noGrp="1"/>
          </p:cNvSpPr>
          <p:nvPr>
            <p:ph idx="1"/>
          </p:nvPr>
        </p:nvSpPr>
        <p:spPr>
          <a:xfrm>
            <a:off x="838200" y="1400961"/>
            <a:ext cx="10515600" cy="4776002"/>
          </a:xfrm>
        </p:spPr>
        <p:txBody>
          <a:bodyPr>
            <a:normAutofit/>
          </a:bodyPr>
          <a:lstStyle/>
          <a:p>
            <a:pPr marL="0" indent="0">
              <a:buNone/>
            </a:pPr>
            <a:r>
              <a:rPr lang="en-US"/>
              <a:t>	If a function requires information from the point in the program from which it is called this may be passed to it by means of the </a:t>
            </a:r>
            <a:r>
              <a:rPr lang="en-US" err="1"/>
              <a:t>parameter_list</a:t>
            </a:r>
            <a:r>
              <a:rPr lang="en-US"/>
              <a:t>. </a:t>
            </a:r>
          </a:p>
          <a:p>
            <a:pPr marL="0" indent="0">
              <a:buNone/>
            </a:pPr>
            <a:r>
              <a:rPr lang="en-US"/>
              <a:t>The parameter list must identify the names and types of all of the parameters to the function individually. </a:t>
            </a:r>
          </a:p>
          <a:p>
            <a:pPr marL="0" indent="0">
              <a:buNone/>
            </a:pPr>
            <a:r>
              <a:rPr lang="en-US"/>
              <a:t>If the function takes no parameters the braces can be left empty or use the keyword void to indicate that situation more clearly.</a:t>
            </a:r>
          </a:p>
          <a:p>
            <a:pPr marL="0" indent="0">
              <a:buNone/>
            </a:pPr>
            <a:r>
              <a:rPr lang="en-US"/>
              <a:t>	</a:t>
            </a:r>
          </a:p>
        </p:txBody>
      </p:sp>
    </p:spTree>
    <p:extLst>
      <p:ext uri="{BB962C8B-B14F-4D97-AF65-F5344CB8AC3E}">
        <p14:creationId xmlns:p14="http://schemas.microsoft.com/office/powerpoint/2010/main" val="3245897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666" y="170392"/>
            <a:ext cx="10515600" cy="1325563"/>
          </a:xfrm>
        </p:spPr>
        <p:txBody>
          <a:bodyPr/>
          <a:lstStyle/>
          <a:p>
            <a:pPr hangingPunct="0"/>
            <a:r>
              <a:rPr lang="en-GB" b="1"/>
              <a:t>Function Prototype ( declaration) </a:t>
            </a:r>
            <a:br>
              <a:rPr lang="en-GB" b="1">
                <a:cs typeface="Calibri Light"/>
              </a:rPr>
            </a:br>
            <a:endParaRPr lang="en-GB" b="1">
              <a:cs typeface="Calibri Light"/>
            </a:endParaRPr>
          </a:p>
        </p:txBody>
      </p:sp>
      <p:sp>
        <p:nvSpPr>
          <p:cNvPr id="3" name="Content Placeholder 2"/>
          <p:cNvSpPr>
            <a:spLocks noGrp="1"/>
          </p:cNvSpPr>
          <p:nvPr>
            <p:ph idx="1"/>
          </p:nvPr>
        </p:nvSpPr>
        <p:spPr>
          <a:xfrm>
            <a:off x="369116" y="1400961"/>
            <a:ext cx="10984684" cy="4776002"/>
          </a:xfrm>
        </p:spPr>
        <p:txBody>
          <a:bodyPr>
            <a:normAutofit lnSpcReduction="10000"/>
          </a:bodyPr>
          <a:lstStyle/>
          <a:p>
            <a:pPr marL="0" indent="0" algn="just">
              <a:buNone/>
            </a:pPr>
            <a:r>
              <a:rPr lang="en-US"/>
              <a:t>When writing programs in C it is normal practice to write the main() function first and to position all user functions after it or indeed in another file. </a:t>
            </a:r>
          </a:p>
          <a:p>
            <a:pPr marL="0" indent="0" algn="just">
              <a:buNone/>
            </a:pPr>
            <a:r>
              <a:rPr lang="en-US"/>
              <a:t>Thus if a user function is called directly in main() the compiler will not know anything about it at this point i.e. if it takes parameters etc. </a:t>
            </a:r>
          </a:p>
          <a:p>
            <a:pPr marL="0" indent="0" algn="just">
              <a:buNone/>
            </a:pPr>
            <a:r>
              <a:rPr lang="en-US"/>
              <a:t>This means we need to give the compiler this information by providing a function prototype or declaration before the function is called.</a:t>
            </a:r>
          </a:p>
          <a:p>
            <a:pPr marL="0" indent="0" algn="just">
              <a:buNone/>
            </a:pPr>
            <a:r>
              <a:rPr lang="en-US"/>
              <a:t>Syntax : 	</a:t>
            </a:r>
            <a:r>
              <a:rPr lang="en-US" b="1" err="1"/>
              <a:t>type_spec</a:t>
            </a:r>
            <a:r>
              <a:rPr lang="en-US" b="1"/>
              <a:t>    </a:t>
            </a:r>
            <a:r>
              <a:rPr lang="en-US" b="1" err="1"/>
              <a:t>function_name</a:t>
            </a:r>
            <a:r>
              <a:rPr lang="en-US" b="1"/>
              <a:t>( type_par1, type_par2, etc. ) ;</a:t>
            </a:r>
            <a:endParaRPr lang="en-US"/>
          </a:p>
          <a:p>
            <a:pPr marL="0" indent="0" algn="just">
              <a:buNone/>
            </a:pPr>
            <a:r>
              <a:rPr lang="en-US"/>
              <a:t>	This declaration simply informs the compiler what type the function returns and what type and how many parameters it takes. Names may or may not be given to the parameters at this time.</a:t>
            </a:r>
          </a:p>
          <a:p>
            <a:pPr marL="0" indent="0">
              <a:buNone/>
            </a:pPr>
            <a:endParaRPr lang="en-US"/>
          </a:p>
        </p:txBody>
      </p:sp>
    </p:spTree>
    <p:extLst>
      <p:ext uri="{BB962C8B-B14F-4D97-AF65-F5344CB8AC3E}">
        <p14:creationId xmlns:p14="http://schemas.microsoft.com/office/powerpoint/2010/main" val="1764402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Sum of Two Numbers Programs</a:t>
            </a:r>
          </a:p>
        </p:txBody>
      </p:sp>
      <p:sp>
        <p:nvSpPr>
          <p:cNvPr id="3" name="Content Placeholder 2"/>
          <p:cNvSpPr>
            <a:spLocks noGrp="1"/>
          </p:cNvSpPr>
          <p:nvPr>
            <p:ph idx="1"/>
          </p:nvPr>
        </p:nvSpPr>
        <p:spPr>
          <a:xfrm>
            <a:off x="838200" y="1291905"/>
            <a:ext cx="10515600" cy="4885058"/>
          </a:xfrm>
        </p:spPr>
        <p:txBody>
          <a:bodyPr>
            <a:normAutofit fontScale="85000" lnSpcReduction="20000"/>
          </a:bodyPr>
          <a:lstStyle/>
          <a:p>
            <a:pPr marL="0" indent="0">
              <a:buNone/>
            </a:pPr>
            <a:r>
              <a:rPr lang="en-US"/>
              <a:t>#include&lt;</a:t>
            </a:r>
            <a:r>
              <a:rPr lang="en-US" err="1"/>
              <a:t>stdio.h</a:t>
            </a:r>
            <a:r>
              <a:rPr lang="en-US"/>
              <a:t>&gt;</a:t>
            </a:r>
          </a:p>
          <a:p>
            <a:pPr marL="0" indent="0">
              <a:buNone/>
            </a:pPr>
            <a:r>
              <a:rPr lang="en-US" err="1"/>
              <a:t>int</a:t>
            </a:r>
            <a:r>
              <a:rPr lang="en-US"/>
              <a:t>	sum	 (</a:t>
            </a:r>
            <a:r>
              <a:rPr lang="en-US" err="1"/>
              <a:t>int</a:t>
            </a:r>
            <a:r>
              <a:rPr lang="en-US"/>
              <a:t> a, </a:t>
            </a:r>
            <a:r>
              <a:rPr lang="en-US" err="1"/>
              <a:t>int</a:t>
            </a:r>
            <a:r>
              <a:rPr lang="en-US"/>
              <a:t> b)</a:t>
            </a:r>
          </a:p>
          <a:p>
            <a:pPr marL="0" indent="0">
              <a:buNone/>
            </a:pPr>
            <a:r>
              <a:rPr lang="en-US"/>
              <a:t>{</a:t>
            </a:r>
          </a:p>
          <a:p>
            <a:pPr marL="0" indent="0">
              <a:buNone/>
            </a:pPr>
            <a:r>
              <a:rPr lang="en-US"/>
              <a:t>	return </a:t>
            </a:r>
            <a:r>
              <a:rPr lang="en-US" err="1"/>
              <a:t>a+b</a:t>
            </a:r>
            <a:r>
              <a:rPr lang="en-US"/>
              <a:t>;</a:t>
            </a:r>
          </a:p>
          <a:p>
            <a:pPr marL="0" indent="0">
              <a:buNone/>
            </a:pPr>
            <a:r>
              <a:rPr lang="en-US"/>
              <a:t>}</a:t>
            </a:r>
          </a:p>
          <a:p>
            <a:pPr marL="0" indent="0">
              <a:buNone/>
            </a:pPr>
            <a:endParaRPr lang="en-US"/>
          </a:p>
          <a:p>
            <a:pPr marL="0" indent="0">
              <a:buNone/>
            </a:pPr>
            <a:r>
              <a:rPr lang="en-US" err="1"/>
              <a:t>int</a:t>
            </a:r>
            <a:r>
              <a:rPr lang="en-US"/>
              <a:t> main()</a:t>
            </a:r>
          </a:p>
          <a:p>
            <a:pPr marL="0" indent="0">
              <a:buNone/>
            </a:pPr>
            <a:r>
              <a:rPr lang="en-US"/>
              <a:t>{</a:t>
            </a:r>
          </a:p>
          <a:p>
            <a:pPr marL="0" indent="0">
              <a:buNone/>
            </a:pPr>
            <a:r>
              <a:rPr lang="en-US" err="1"/>
              <a:t>int</a:t>
            </a:r>
            <a:r>
              <a:rPr lang="en-US"/>
              <a:t> result;</a:t>
            </a:r>
          </a:p>
          <a:p>
            <a:pPr marL="0" indent="0">
              <a:buNone/>
            </a:pPr>
            <a:r>
              <a:rPr lang="en-US"/>
              <a:t>result = sum(10,20);   // function call</a:t>
            </a:r>
          </a:p>
          <a:p>
            <a:pPr marL="0" indent="0">
              <a:buNone/>
            </a:pPr>
            <a:r>
              <a:rPr lang="en-US" err="1"/>
              <a:t>printf</a:t>
            </a:r>
            <a:r>
              <a:rPr lang="en-US"/>
              <a:t>(“%</a:t>
            </a:r>
            <a:r>
              <a:rPr lang="en-US" err="1"/>
              <a:t>d”,result</a:t>
            </a:r>
            <a:r>
              <a:rPr lang="en-US"/>
              <a:t>);</a:t>
            </a:r>
          </a:p>
          <a:p>
            <a:pPr marL="0" indent="0">
              <a:buNone/>
            </a:pPr>
            <a:r>
              <a:rPr lang="en-US"/>
              <a:t>Return 0;}</a:t>
            </a:r>
          </a:p>
        </p:txBody>
      </p:sp>
    </p:spTree>
    <p:extLst>
      <p:ext uri="{BB962C8B-B14F-4D97-AF65-F5344CB8AC3E}">
        <p14:creationId xmlns:p14="http://schemas.microsoft.com/office/powerpoint/2010/main" val="3462877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hangingPunct="0"/>
            <a:r>
              <a:rPr lang="en-GB" b="1"/>
              <a:t>FUNCTION PROTOTYPE ( declaration)</a:t>
            </a:r>
            <a:br>
              <a:rPr lang="en-GB" b="1">
                <a:cs typeface="Calibri Light"/>
              </a:rPr>
            </a:br>
            <a:endParaRPr lang="en-US" b="1"/>
          </a:p>
        </p:txBody>
      </p:sp>
      <p:sp>
        <p:nvSpPr>
          <p:cNvPr id="3" name="Content Placeholder 2"/>
          <p:cNvSpPr>
            <a:spLocks noGrp="1"/>
          </p:cNvSpPr>
          <p:nvPr>
            <p:ph idx="1"/>
          </p:nvPr>
        </p:nvSpPr>
        <p:spPr>
          <a:xfrm>
            <a:off x="369116" y="1400961"/>
            <a:ext cx="10984684" cy="4776002"/>
          </a:xfrm>
        </p:spPr>
        <p:txBody>
          <a:bodyPr vert="horz" lIns="91440" tIns="45720" rIns="91440" bIns="45720" rtlCol="0" anchor="t">
            <a:normAutofit fontScale="92500" lnSpcReduction="20000"/>
          </a:bodyPr>
          <a:lstStyle/>
          <a:p>
            <a:pPr marL="0" indent="0">
              <a:buNone/>
            </a:pPr>
            <a:r>
              <a:rPr lang="en-US"/>
              <a:t>For Example :- A more complicated “Hello World” program.</a:t>
            </a:r>
          </a:p>
          <a:p>
            <a:pPr marL="0" indent="0">
              <a:buNone/>
            </a:pPr>
            <a:r>
              <a:rPr lang="en-US"/>
              <a:t>		#include &lt;</a:t>
            </a:r>
            <a:r>
              <a:rPr lang="en-US" err="1"/>
              <a:t>stdio.h</a:t>
            </a:r>
            <a:r>
              <a:rPr lang="en-US"/>
              <a:t>&gt;		/* standard I/O function prototypes */</a:t>
            </a:r>
            <a:endParaRPr lang="en-US">
              <a:cs typeface="Calibri"/>
            </a:endParaRPr>
          </a:p>
          <a:p>
            <a:pPr marL="0" indent="0">
              <a:buNone/>
            </a:pPr>
            <a:r>
              <a:rPr lang="en-US"/>
              <a:t>			</a:t>
            </a:r>
            <a:r>
              <a:rPr lang="en-US" b="1">
                <a:solidFill>
                  <a:srgbClr val="FF0000"/>
                </a:solidFill>
              </a:rPr>
              <a:t>void hello( void ) ;</a:t>
            </a:r>
            <a:r>
              <a:rPr lang="en-US"/>
              <a:t>		/* prototype  */</a:t>
            </a:r>
            <a:endParaRPr lang="en-US">
              <a:cs typeface="Calibri"/>
            </a:endParaRPr>
          </a:p>
          <a:p>
            <a:pPr marL="0" indent="0">
              <a:buNone/>
            </a:pPr>
            <a:r>
              <a:rPr lang="en-US"/>
              <a:t>			void main( void )</a:t>
            </a:r>
            <a:endParaRPr lang="en-US">
              <a:cs typeface="Calibri"/>
            </a:endParaRPr>
          </a:p>
          <a:p>
            <a:pPr marL="0" indent="0">
              <a:buNone/>
            </a:pPr>
            <a:r>
              <a:rPr lang="en-US"/>
              <a:t>			{</a:t>
            </a:r>
            <a:endParaRPr lang="en-US">
              <a:cs typeface="Calibri"/>
            </a:endParaRPr>
          </a:p>
          <a:p>
            <a:pPr marL="0" indent="0">
              <a:buNone/>
            </a:pPr>
            <a:r>
              <a:rPr lang="en-US"/>
              <a:t>			</a:t>
            </a:r>
            <a:r>
              <a:rPr lang="en-US" b="1">
                <a:solidFill>
                  <a:srgbClr val="0070C0"/>
                </a:solidFill>
              </a:rPr>
              <a:t>hello () ;</a:t>
            </a:r>
            <a:r>
              <a:rPr lang="en-US"/>
              <a:t>			//  function call</a:t>
            </a:r>
            <a:endParaRPr lang="en-US">
              <a:cs typeface="Calibri"/>
            </a:endParaRPr>
          </a:p>
          <a:p>
            <a:pPr marL="0" indent="0">
              <a:buNone/>
            </a:pPr>
            <a:r>
              <a:rPr lang="en-US"/>
              <a:t>			}</a:t>
            </a:r>
            <a:endParaRPr lang="en-US">
              <a:cs typeface="Calibri"/>
            </a:endParaRPr>
          </a:p>
          <a:p>
            <a:pPr marL="0" indent="0">
              <a:buNone/>
            </a:pPr>
            <a:r>
              <a:rPr lang="en-US"/>
              <a:t>			</a:t>
            </a:r>
            <a:r>
              <a:rPr lang="en-US" b="1">
                <a:solidFill>
                  <a:srgbClr val="00B050"/>
                </a:solidFill>
              </a:rPr>
              <a:t>void hello ( )       // function definition </a:t>
            </a:r>
          </a:p>
          <a:p>
            <a:pPr marL="0" indent="0">
              <a:buNone/>
            </a:pPr>
            <a:r>
              <a:rPr lang="en-US" b="1">
                <a:solidFill>
                  <a:srgbClr val="00B050"/>
                </a:solidFill>
              </a:rPr>
              <a:t>			{</a:t>
            </a:r>
            <a:endParaRPr lang="en-US" b="1">
              <a:solidFill>
                <a:srgbClr val="00B050"/>
              </a:solidFill>
              <a:cs typeface="Calibri" panose="020F0502020204030204"/>
            </a:endParaRPr>
          </a:p>
          <a:p>
            <a:pPr marL="0" indent="0">
              <a:buNone/>
            </a:pPr>
            <a:r>
              <a:rPr lang="en-US" b="1">
                <a:solidFill>
                  <a:srgbClr val="00B050"/>
                </a:solidFill>
              </a:rPr>
              <a:t>			</a:t>
            </a:r>
            <a:r>
              <a:rPr lang="en-US" b="1" err="1">
                <a:solidFill>
                  <a:srgbClr val="00B050"/>
                </a:solidFill>
              </a:rPr>
              <a:t>printf</a:t>
            </a:r>
            <a:r>
              <a:rPr lang="en-US" b="1">
                <a:solidFill>
                  <a:srgbClr val="00B050"/>
                </a:solidFill>
              </a:rPr>
              <a:t> ( "Hello World \n" ) ; </a:t>
            </a:r>
            <a:endParaRPr lang="en-US" b="1">
              <a:solidFill>
                <a:srgbClr val="00B050"/>
              </a:solidFill>
              <a:cs typeface="Calibri"/>
            </a:endParaRPr>
          </a:p>
          <a:p>
            <a:pPr marL="0" indent="0">
              <a:buNone/>
            </a:pPr>
            <a:r>
              <a:rPr lang="en-US" b="1">
                <a:solidFill>
                  <a:srgbClr val="00B050"/>
                </a:solidFill>
              </a:rPr>
              <a:t>			}</a:t>
            </a:r>
            <a:endParaRPr lang="en-US" b="1">
              <a:solidFill>
                <a:srgbClr val="00B050"/>
              </a:solidFill>
              <a:cs typeface="Calibri"/>
            </a:endParaRPr>
          </a:p>
          <a:p>
            <a:pPr marL="0" indent="0">
              <a:buNone/>
            </a:pPr>
            <a:endParaRPr lang="en-US" b="1">
              <a:solidFill>
                <a:srgbClr val="00B050"/>
              </a:solidFill>
              <a:cs typeface="Calibri"/>
            </a:endParaRPr>
          </a:p>
          <a:p>
            <a:pPr marL="0" indent="0">
              <a:buNone/>
            </a:pPr>
            <a:endParaRPr lang="en-US">
              <a:cs typeface="Calibri" panose="020F0502020204030204"/>
            </a:endParaRPr>
          </a:p>
        </p:txBody>
      </p:sp>
    </p:spTree>
    <p:extLst>
      <p:ext uri="{BB962C8B-B14F-4D97-AF65-F5344CB8AC3E}">
        <p14:creationId xmlns:p14="http://schemas.microsoft.com/office/powerpoint/2010/main" val="4225543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Function Definition  &amp; Local Variables</a:t>
            </a:r>
            <a:endParaRPr lang="en-US" b="1"/>
          </a:p>
        </p:txBody>
      </p:sp>
      <p:sp>
        <p:nvSpPr>
          <p:cNvPr id="3" name="Content Placeholder 2"/>
          <p:cNvSpPr>
            <a:spLocks noGrp="1"/>
          </p:cNvSpPr>
          <p:nvPr>
            <p:ph idx="1"/>
          </p:nvPr>
        </p:nvSpPr>
        <p:spPr>
          <a:xfrm>
            <a:off x="369116" y="1400961"/>
            <a:ext cx="10984684" cy="4776002"/>
          </a:xfrm>
        </p:spPr>
        <p:txBody>
          <a:bodyPr>
            <a:normAutofit fontScale="92500" lnSpcReduction="20000"/>
          </a:bodyPr>
          <a:lstStyle/>
          <a:p>
            <a:pPr marL="0" indent="0">
              <a:buNone/>
            </a:pPr>
            <a:r>
              <a:rPr lang="en-GB"/>
              <a:t>A function definition actually defines what the function does and is essentially a discrete block of code which cannot be accessed by any statement in any other function except by formally calling the function.  Thus any variables declared and used in a function are private or local to that function and cannot be accessed by any other function.</a:t>
            </a:r>
            <a:endParaRPr lang="en-US"/>
          </a:p>
          <a:p>
            <a:pPr marL="0" indent="0">
              <a:buNone/>
            </a:pPr>
            <a:r>
              <a:rPr lang="en-US"/>
              <a:t>For Example :-</a:t>
            </a:r>
          </a:p>
          <a:p>
            <a:pPr marL="0" indent="0">
              <a:buNone/>
            </a:pPr>
            <a:r>
              <a:rPr lang="en-US"/>
              <a:t>			#include &lt;</a:t>
            </a:r>
            <a:r>
              <a:rPr lang="en-US" err="1"/>
              <a:t>stdio.h</a:t>
            </a:r>
            <a:r>
              <a:rPr lang="en-US"/>
              <a:t>&gt;</a:t>
            </a:r>
          </a:p>
          <a:p>
            <a:pPr marL="0" indent="0">
              <a:buNone/>
            </a:pPr>
            <a:r>
              <a:rPr lang="en-US"/>
              <a:t>			void hello( void ) ;</a:t>
            </a:r>
          </a:p>
          <a:p>
            <a:pPr marL="0" indent="0">
              <a:buNone/>
            </a:pPr>
            <a:r>
              <a:rPr lang="en-US"/>
              <a:t>			void main(  )</a:t>
            </a:r>
          </a:p>
          <a:p>
            <a:pPr marL="0" indent="0">
              <a:buNone/>
            </a:pPr>
            <a:r>
              <a:rPr lang="en-US"/>
              <a:t>			{</a:t>
            </a:r>
          </a:p>
          <a:p>
            <a:pPr marL="0" indent="0">
              <a:buNone/>
            </a:pPr>
            <a:r>
              <a:rPr lang="en-US"/>
              <a:t>			hello () ;</a:t>
            </a:r>
          </a:p>
          <a:p>
            <a:pPr marL="0" indent="0">
              <a:buNone/>
            </a:pPr>
            <a:r>
              <a:rPr lang="en-US"/>
              <a:t>			}</a:t>
            </a:r>
          </a:p>
        </p:txBody>
      </p:sp>
    </p:spTree>
    <p:extLst>
      <p:ext uri="{BB962C8B-B14F-4D97-AF65-F5344CB8AC3E}">
        <p14:creationId xmlns:p14="http://schemas.microsoft.com/office/powerpoint/2010/main" val="2777828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Function Definition  &amp; Local Variables</a:t>
            </a:r>
            <a:endParaRPr lang="en-US" b="1"/>
          </a:p>
        </p:txBody>
      </p:sp>
      <p:sp>
        <p:nvSpPr>
          <p:cNvPr id="3" name="Content Placeholder 2"/>
          <p:cNvSpPr>
            <a:spLocks noGrp="1"/>
          </p:cNvSpPr>
          <p:nvPr>
            <p:ph idx="1"/>
          </p:nvPr>
        </p:nvSpPr>
        <p:spPr>
          <a:xfrm>
            <a:off x="369116" y="1400961"/>
            <a:ext cx="10984684" cy="4776002"/>
          </a:xfrm>
        </p:spPr>
        <p:txBody>
          <a:bodyPr>
            <a:normAutofit/>
          </a:bodyPr>
          <a:lstStyle/>
          <a:p>
            <a:pPr marL="0" indent="0">
              <a:buNone/>
            </a:pPr>
            <a:r>
              <a:rPr lang="en-US"/>
              <a:t>			void  hello ( ) </a:t>
            </a:r>
          </a:p>
          <a:p>
            <a:pPr marL="0" indent="0">
              <a:buNone/>
            </a:pPr>
            <a:r>
              <a:rPr lang="en-US"/>
              <a:t>			{</a:t>
            </a:r>
          </a:p>
          <a:p>
            <a:pPr marL="0" indent="0">
              <a:buNone/>
            </a:pPr>
            <a:r>
              <a:rPr lang="en-US"/>
              <a:t>			</a:t>
            </a:r>
            <a:r>
              <a:rPr lang="en-US" err="1"/>
              <a:t>int</a:t>
            </a:r>
            <a:r>
              <a:rPr lang="en-US"/>
              <a:t> </a:t>
            </a:r>
            <a:r>
              <a:rPr lang="en-US" err="1"/>
              <a:t>i</a:t>
            </a:r>
            <a:r>
              <a:rPr lang="en-US"/>
              <a:t> ;		/*  local  or automatic variable  */</a:t>
            </a:r>
          </a:p>
          <a:p>
            <a:pPr marL="0" indent="0">
              <a:buNone/>
            </a:pPr>
            <a:r>
              <a:rPr lang="en-US"/>
              <a:t>			for ( </a:t>
            </a:r>
            <a:r>
              <a:rPr lang="en-US" err="1"/>
              <a:t>i</a:t>
            </a:r>
            <a:r>
              <a:rPr lang="en-US"/>
              <a:t>=0; </a:t>
            </a:r>
            <a:r>
              <a:rPr lang="en-US" err="1"/>
              <a:t>i</a:t>
            </a:r>
            <a:r>
              <a:rPr lang="en-US"/>
              <a:t>&lt;10; </a:t>
            </a:r>
            <a:r>
              <a:rPr lang="en-US" err="1"/>
              <a:t>i</a:t>
            </a:r>
            <a:r>
              <a:rPr lang="en-US"/>
              <a:t>++ )</a:t>
            </a:r>
          </a:p>
          <a:p>
            <a:pPr marL="0" indent="0">
              <a:buNone/>
            </a:pPr>
            <a:r>
              <a:rPr lang="en-US"/>
              <a:t>				</a:t>
            </a:r>
            <a:r>
              <a:rPr lang="en-US" err="1"/>
              <a:t>printf</a:t>
            </a:r>
            <a:r>
              <a:rPr lang="en-US"/>
              <a:t>( "Hello World \n" );	</a:t>
            </a:r>
          </a:p>
          <a:p>
            <a:pPr marL="0" indent="0">
              <a:buNone/>
            </a:pPr>
            <a:r>
              <a:rPr lang="en-US"/>
              <a:t>			}</a:t>
            </a:r>
          </a:p>
          <a:p>
            <a:pPr marL="0" indent="0">
              <a:buNone/>
            </a:pPr>
            <a:r>
              <a:rPr lang="en-GB"/>
              <a:t>The variable </a:t>
            </a:r>
            <a:r>
              <a:rPr lang="en-GB" err="1"/>
              <a:t>i</a:t>
            </a:r>
            <a:r>
              <a:rPr lang="en-GB"/>
              <a:t> in the hello() function is private to the hello function i.e. it can only be accessed by code in the hello() function.</a:t>
            </a:r>
            <a:endParaRPr lang="en-US"/>
          </a:p>
          <a:p>
            <a:pPr marL="0" indent="0">
              <a:buNone/>
            </a:pPr>
            <a:endParaRPr lang="en-US"/>
          </a:p>
        </p:txBody>
      </p:sp>
    </p:spTree>
    <p:extLst>
      <p:ext uri="{BB962C8B-B14F-4D97-AF65-F5344CB8AC3E}">
        <p14:creationId xmlns:p14="http://schemas.microsoft.com/office/powerpoint/2010/main" val="3692821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Function Definition  &amp; Local Variables</a:t>
            </a:r>
            <a:endParaRPr lang="en-US" b="1"/>
          </a:p>
        </p:txBody>
      </p:sp>
      <p:sp>
        <p:nvSpPr>
          <p:cNvPr id="3" name="Content Placeholder 2"/>
          <p:cNvSpPr>
            <a:spLocks noGrp="1"/>
          </p:cNvSpPr>
          <p:nvPr>
            <p:ph idx="1"/>
          </p:nvPr>
        </p:nvSpPr>
        <p:spPr>
          <a:xfrm>
            <a:off x="369116" y="1400961"/>
            <a:ext cx="10984684" cy="4776002"/>
          </a:xfrm>
        </p:spPr>
        <p:txBody>
          <a:bodyPr>
            <a:normAutofit/>
          </a:bodyPr>
          <a:lstStyle/>
          <a:p>
            <a:pPr marL="0" indent="0">
              <a:buNone/>
            </a:pPr>
            <a:r>
              <a:rPr lang="en-US"/>
              <a:t>Local variables are classed as automatic variables because each time a function is called the variable is automatically created </a:t>
            </a:r>
          </a:p>
          <a:p>
            <a:pPr marL="0" indent="0">
              <a:buNone/>
            </a:pPr>
            <a:r>
              <a:rPr lang="en-US"/>
              <a:t>and is destroyed when the function returns control to the calling function. </a:t>
            </a:r>
          </a:p>
          <a:p>
            <a:pPr marL="0" indent="0">
              <a:buNone/>
            </a:pPr>
            <a:r>
              <a:rPr lang="en-US"/>
              <a:t>By created we mean that memory is set aside to store the variable’s value and by destroyed we mean that the memory required is released. </a:t>
            </a:r>
          </a:p>
          <a:p>
            <a:pPr marL="0" indent="0">
              <a:buNone/>
            </a:pPr>
            <a:r>
              <a:rPr lang="en-US"/>
              <a:t>Thus a local variable cannot hold a value between consecutive calls to the function</a:t>
            </a:r>
          </a:p>
        </p:txBody>
      </p:sp>
    </p:spTree>
    <p:extLst>
      <p:ext uri="{BB962C8B-B14F-4D97-AF65-F5344CB8AC3E}">
        <p14:creationId xmlns:p14="http://schemas.microsoft.com/office/powerpoint/2010/main" val="3140363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Static Local Variables</a:t>
            </a:r>
            <a:br>
              <a:rPr lang="en-US" b="1" i="1"/>
            </a:br>
            <a:endParaRPr lang="en-US"/>
          </a:p>
        </p:txBody>
      </p:sp>
      <p:sp>
        <p:nvSpPr>
          <p:cNvPr id="3" name="Content Placeholder 2"/>
          <p:cNvSpPr>
            <a:spLocks noGrp="1"/>
          </p:cNvSpPr>
          <p:nvPr>
            <p:ph idx="1"/>
          </p:nvPr>
        </p:nvSpPr>
        <p:spPr>
          <a:xfrm>
            <a:off x="838200" y="1006679"/>
            <a:ext cx="10515600" cy="5170284"/>
          </a:xfrm>
        </p:spPr>
        <p:txBody>
          <a:bodyPr>
            <a:normAutofit fontScale="70000" lnSpcReduction="20000"/>
          </a:bodyPr>
          <a:lstStyle/>
          <a:p>
            <a:pPr marL="0" indent="0">
              <a:buNone/>
            </a:pPr>
            <a:r>
              <a:rPr lang="en-US"/>
              <a:t>The keyword static can be used to force a  local  variable to retain its value between function calls.</a:t>
            </a:r>
          </a:p>
          <a:p>
            <a:pPr marL="0" indent="0">
              <a:buNone/>
            </a:pPr>
            <a:r>
              <a:rPr lang="en-US"/>
              <a:t>			#include &lt;</a:t>
            </a:r>
            <a:r>
              <a:rPr lang="en-US" err="1"/>
              <a:t>stdio.h</a:t>
            </a:r>
            <a:r>
              <a:rPr lang="en-US"/>
              <a:t>&gt;</a:t>
            </a:r>
          </a:p>
          <a:p>
            <a:pPr marL="0" indent="0">
              <a:buNone/>
            </a:pPr>
            <a:r>
              <a:rPr lang="en-US"/>
              <a:t>			void hello( void ) ;</a:t>
            </a:r>
          </a:p>
          <a:p>
            <a:pPr marL="0" indent="0">
              <a:buNone/>
            </a:pPr>
            <a:r>
              <a:rPr lang="en-US"/>
              <a:t>			void main () </a:t>
            </a:r>
          </a:p>
          <a:p>
            <a:pPr marL="0" indent="0">
              <a:buNone/>
            </a:pPr>
            <a:r>
              <a:rPr lang="en-US"/>
              <a:t>			{</a:t>
            </a:r>
          </a:p>
          <a:p>
            <a:pPr marL="0" indent="0">
              <a:buNone/>
            </a:pPr>
            <a:r>
              <a:rPr lang="en-US"/>
              <a:t>			</a:t>
            </a:r>
            <a:r>
              <a:rPr lang="en-US" err="1"/>
              <a:t>int</a:t>
            </a:r>
            <a:r>
              <a:rPr lang="en-US"/>
              <a:t> </a:t>
            </a:r>
            <a:r>
              <a:rPr lang="en-US" err="1"/>
              <a:t>i</a:t>
            </a:r>
            <a:r>
              <a:rPr lang="en-US"/>
              <a:t> ;</a:t>
            </a:r>
          </a:p>
          <a:p>
            <a:pPr marL="0" indent="0">
              <a:buNone/>
            </a:pPr>
            <a:r>
              <a:rPr lang="en-US"/>
              <a:t>			for ( </a:t>
            </a:r>
            <a:r>
              <a:rPr lang="en-US" err="1"/>
              <a:t>i</a:t>
            </a:r>
            <a:r>
              <a:rPr lang="en-US"/>
              <a:t> = 0; </a:t>
            </a:r>
            <a:r>
              <a:rPr lang="en-US" err="1"/>
              <a:t>i</a:t>
            </a:r>
            <a:r>
              <a:rPr lang="en-US"/>
              <a:t> &lt; 10; </a:t>
            </a:r>
            <a:r>
              <a:rPr lang="en-US" err="1"/>
              <a:t>i</a:t>
            </a:r>
            <a:r>
              <a:rPr lang="en-US"/>
              <a:t>++ )</a:t>
            </a:r>
          </a:p>
          <a:p>
            <a:pPr marL="0" indent="0">
              <a:buNone/>
            </a:pPr>
            <a:r>
              <a:rPr lang="en-US"/>
              <a:t>				hello ( ) ;</a:t>
            </a:r>
          </a:p>
          <a:p>
            <a:pPr marL="0" indent="0">
              <a:buNone/>
            </a:pPr>
            <a:r>
              <a:rPr lang="en-US"/>
              <a:t>			}</a:t>
            </a:r>
          </a:p>
          <a:p>
            <a:pPr marL="0" indent="0">
              <a:buNone/>
            </a:pPr>
            <a:r>
              <a:rPr lang="en-US"/>
              <a:t>			void hello( )</a:t>
            </a:r>
          </a:p>
          <a:p>
            <a:pPr marL="0" indent="0">
              <a:buNone/>
            </a:pPr>
            <a:r>
              <a:rPr lang="en-US"/>
              <a:t>			{</a:t>
            </a:r>
          </a:p>
          <a:p>
            <a:pPr marL="0" indent="0">
              <a:buNone/>
            </a:pPr>
            <a:r>
              <a:rPr lang="en-US"/>
              <a:t>			static </a:t>
            </a:r>
            <a:r>
              <a:rPr lang="en-US" err="1"/>
              <a:t>int</a:t>
            </a:r>
            <a:r>
              <a:rPr lang="en-US"/>
              <a:t> </a:t>
            </a:r>
            <a:r>
              <a:rPr lang="en-US" err="1"/>
              <a:t>i</a:t>
            </a:r>
            <a:r>
              <a:rPr lang="en-US"/>
              <a:t> = 1 ;</a:t>
            </a:r>
          </a:p>
          <a:p>
            <a:pPr marL="0" indent="0">
              <a:buNone/>
            </a:pPr>
            <a:r>
              <a:rPr lang="en-US"/>
              <a:t>			</a:t>
            </a:r>
            <a:r>
              <a:rPr lang="en-US" err="1"/>
              <a:t>printf</a:t>
            </a:r>
            <a:r>
              <a:rPr lang="en-US"/>
              <a:t>( "Hello World call number %d\n", </a:t>
            </a:r>
            <a:r>
              <a:rPr lang="en-US" err="1"/>
              <a:t>i</a:t>
            </a:r>
            <a:r>
              <a:rPr lang="en-US"/>
              <a:t> ++ );</a:t>
            </a:r>
          </a:p>
          <a:p>
            <a:pPr marL="0" indent="0">
              <a:buNone/>
            </a:pPr>
            <a:r>
              <a:rPr lang="en-US"/>
              <a:t>			}</a:t>
            </a:r>
          </a:p>
        </p:txBody>
      </p:sp>
    </p:spTree>
    <p:extLst>
      <p:ext uri="{BB962C8B-B14F-4D97-AF65-F5344CB8AC3E}">
        <p14:creationId xmlns:p14="http://schemas.microsoft.com/office/powerpoint/2010/main" val="820084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Static Local Variables</a:t>
            </a:r>
            <a:br>
              <a:rPr lang="en-US" b="1" i="1"/>
            </a:br>
            <a:endParaRPr lang="en-US"/>
          </a:p>
        </p:txBody>
      </p:sp>
      <p:sp>
        <p:nvSpPr>
          <p:cNvPr id="3" name="Content Placeholder 2"/>
          <p:cNvSpPr>
            <a:spLocks noGrp="1"/>
          </p:cNvSpPr>
          <p:nvPr>
            <p:ph idx="1"/>
          </p:nvPr>
        </p:nvSpPr>
        <p:spPr>
          <a:xfrm>
            <a:off x="838200" y="1006679"/>
            <a:ext cx="10515600" cy="5170284"/>
          </a:xfrm>
        </p:spPr>
        <p:txBody>
          <a:bodyPr>
            <a:normAutofit/>
          </a:bodyPr>
          <a:lstStyle/>
          <a:p>
            <a:pPr hangingPunct="0"/>
            <a:r>
              <a:rPr lang="en-GB"/>
              <a:t>The static </a:t>
            </a:r>
            <a:r>
              <a:rPr lang="en-GB" err="1"/>
              <a:t>int</a:t>
            </a:r>
            <a:r>
              <a:rPr lang="en-GB"/>
              <a:t> </a:t>
            </a:r>
            <a:r>
              <a:rPr lang="en-GB" err="1"/>
              <a:t>i</a:t>
            </a:r>
            <a:r>
              <a:rPr lang="en-GB"/>
              <a:t> is created and initialised to 1 when the function is first called and only then. The variable retains its last value during subsequent calls to the function and is only destroyed when the program terminates.</a:t>
            </a:r>
            <a:endParaRPr lang="en-US"/>
          </a:p>
          <a:p>
            <a:pPr hangingPunct="0"/>
            <a:r>
              <a:rPr lang="en-GB"/>
              <a:t> </a:t>
            </a:r>
            <a:endParaRPr lang="en-US"/>
          </a:p>
          <a:p>
            <a:pPr marL="0" indent="0">
              <a:buNone/>
            </a:pPr>
            <a:endParaRPr lang="en-US"/>
          </a:p>
        </p:txBody>
      </p:sp>
      <p:pic>
        <p:nvPicPr>
          <p:cNvPr id="4" name="Picture 3"/>
          <p:cNvPicPr>
            <a:picLocks noChangeAspect="1"/>
          </p:cNvPicPr>
          <p:nvPr/>
        </p:nvPicPr>
        <p:blipFill>
          <a:blip r:embed="rId2"/>
          <a:stretch>
            <a:fillRect/>
          </a:stretch>
        </p:blipFill>
        <p:spPr>
          <a:xfrm>
            <a:off x="1702965" y="2962318"/>
            <a:ext cx="6409189" cy="2826086"/>
          </a:xfrm>
          <a:prstGeom prst="rect">
            <a:avLst/>
          </a:prstGeom>
        </p:spPr>
      </p:pic>
    </p:spTree>
    <p:extLst>
      <p:ext uri="{BB962C8B-B14F-4D97-AF65-F5344CB8AC3E}">
        <p14:creationId xmlns:p14="http://schemas.microsoft.com/office/powerpoint/2010/main" val="267770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1554"/>
          </a:xfrm>
        </p:spPr>
        <p:txBody>
          <a:bodyPr>
            <a:normAutofit fontScale="90000"/>
          </a:bodyPr>
          <a:lstStyle/>
          <a:p>
            <a:pPr hangingPunct="0"/>
            <a:r>
              <a:rPr lang="en-GB" b="1"/>
              <a:t>Returning a Value </a:t>
            </a:r>
            <a:endParaRPr lang="en-US" b="1"/>
          </a:p>
        </p:txBody>
      </p:sp>
      <p:sp>
        <p:nvSpPr>
          <p:cNvPr id="3" name="Content Placeholder 2"/>
          <p:cNvSpPr>
            <a:spLocks noGrp="1"/>
          </p:cNvSpPr>
          <p:nvPr>
            <p:ph idx="1"/>
          </p:nvPr>
        </p:nvSpPr>
        <p:spPr>
          <a:xfrm>
            <a:off x="838200" y="1006679"/>
            <a:ext cx="10515600" cy="5170284"/>
          </a:xfrm>
        </p:spPr>
        <p:txBody>
          <a:bodyPr vert="horz" lIns="91440" tIns="45720" rIns="91440" bIns="45720" rtlCol="0" anchor="t">
            <a:normAutofit/>
          </a:bodyPr>
          <a:lstStyle/>
          <a:p>
            <a:pPr marL="0" indent="0">
              <a:buNone/>
            </a:pPr>
            <a:r>
              <a:rPr lang="en-US"/>
              <a:t>The return statement is used to return a value to the calling function if necessary. 	</a:t>
            </a:r>
          </a:p>
          <a:p>
            <a:pPr marL="0" indent="0">
              <a:buNone/>
            </a:pPr>
            <a:r>
              <a:rPr lang="en-US"/>
              <a:t>	Syntax :	</a:t>
            </a:r>
            <a:r>
              <a:rPr lang="en-US" b="1"/>
              <a:t>return expression ;</a:t>
            </a:r>
            <a:endParaRPr lang="en-US" b="1">
              <a:cs typeface="Calibri"/>
            </a:endParaRPr>
          </a:p>
          <a:p>
            <a:pPr marL="0" indent="0">
              <a:buNone/>
            </a:pPr>
            <a:r>
              <a:rPr lang="en-US"/>
              <a:t>	If a function has a return type of type void the expression section can be omitted completely or indeed the whole return statement can be omitted and the closing curly brace of the function will cause execution to return appropriately to the calling function.</a:t>
            </a:r>
            <a:endParaRPr lang="en-US">
              <a:cs typeface="Calibri"/>
            </a:endParaRPr>
          </a:p>
          <a:p>
            <a:pPr marL="0" indent="0">
              <a:buNone/>
            </a:pPr>
            <a:endParaRPr lang="en-US"/>
          </a:p>
        </p:txBody>
      </p:sp>
    </p:spTree>
    <p:extLst>
      <p:ext uri="{BB962C8B-B14F-4D97-AF65-F5344CB8AC3E}">
        <p14:creationId xmlns:p14="http://schemas.microsoft.com/office/powerpoint/2010/main" val="4273016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1554"/>
          </a:xfrm>
        </p:spPr>
        <p:txBody>
          <a:bodyPr>
            <a:normAutofit fontScale="90000"/>
          </a:bodyPr>
          <a:lstStyle/>
          <a:p>
            <a:pPr hangingPunct="0"/>
            <a:r>
              <a:rPr lang="en-GB" b="1"/>
              <a:t>Returning a Value </a:t>
            </a:r>
            <a:endParaRPr lang="en-US" b="1"/>
          </a:p>
        </p:txBody>
      </p:sp>
      <p:sp>
        <p:nvSpPr>
          <p:cNvPr id="3" name="Content Placeholder 2"/>
          <p:cNvSpPr>
            <a:spLocks noGrp="1"/>
          </p:cNvSpPr>
          <p:nvPr>
            <p:ph idx="1"/>
          </p:nvPr>
        </p:nvSpPr>
        <p:spPr>
          <a:xfrm>
            <a:off x="838200" y="1006679"/>
            <a:ext cx="10515600" cy="5170284"/>
          </a:xfrm>
        </p:spPr>
        <p:txBody>
          <a:bodyPr>
            <a:normAutofit/>
          </a:bodyPr>
          <a:lstStyle/>
          <a:p>
            <a:pPr marL="0" indent="0" algn="just">
              <a:buNone/>
            </a:pPr>
            <a:r>
              <a:rPr lang="en-US"/>
              <a:t>	When the main() function returns a value, it returns it to the operating system. </a:t>
            </a:r>
          </a:p>
          <a:p>
            <a:pPr marL="0" indent="0" algn="just">
              <a:buNone/>
            </a:pPr>
            <a:r>
              <a:rPr lang="en-US"/>
              <a:t>Zero is commonly returned to indicate successful normal termination of a program to the operating system and other values could be used to indicate abnormal termination of the program. This value may be used in batch processing or in debugging the program.</a:t>
            </a:r>
          </a:p>
        </p:txBody>
      </p:sp>
    </p:spTree>
    <p:extLst>
      <p:ext uri="{BB962C8B-B14F-4D97-AF65-F5344CB8AC3E}">
        <p14:creationId xmlns:p14="http://schemas.microsoft.com/office/powerpoint/2010/main" val="2652239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Function Arguments </a:t>
            </a:r>
            <a:br>
              <a:rPr lang="en-US" b="1"/>
            </a:br>
            <a:endParaRPr lang="en-US"/>
          </a:p>
        </p:txBody>
      </p:sp>
      <p:sp>
        <p:nvSpPr>
          <p:cNvPr id="3" name="Content Placeholder 2"/>
          <p:cNvSpPr>
            <a:spLocks noGrp="1"/>
          </p:cNvSpPr>
          <p:nvPr>
            <p:ph idx="1"/>
          </p:nvPr>
        </p:nvSpPr>
        <p:spPr>
          <a:xfrm>
            <a:off x="838200" y="1224792"/>
            <a:ext cx="10515600" cy="5360565"/>
          </a:xfrm>
        </p:spPr>
        <p:txBody>
          <a:bodyPr>
            <a:normAutofit/>
          </a:bodyPr>
          <a:lstStyle/>
          <a:p>
            <a:pPr marL="0" indent="0">
              <a:buNone/>
            </a:pPr>
            <a:r>
              <a:rPr lang="en-US"/>
              <a:t>	The types of all function arguments should be declared in the function prototype as well as in the function definition.</a:t>
            </a:r>
          </a:p>
          <a:p>
            <a:pPr marL="0" indent="0">
              <a:buNone/>
            </a:pPr>
            <a:r>
              <a:rPr lang="en-US"/>
              <a:t>	In C arguments are passed to functions using the call-by-value scheme. </a:t>
            </a:r>
          </a:p>
          <a:p>
            <a:pPr marL="0" indent="0">
              <a:buNone/>
            </a:pPr>
            <a:r>
              <a:rPr lang="en-US"/>
              <a:t>This means that the compiler copies the value of the argument passed by the calling function into the formal parameter list of the called function. </a:t>
            </a:r>
          </a:p>
          <a:p>
            <a:pPr marL="0" indent="0">
              <a:buNone/>
            </a:pPr>
            <a:r>
              <a:rPr lang="en-US"/>
              <a:t>Thus if we change the values of the formal parameters within the called function we will have no effect on the calling arguments.</a:t>
            </a:r>
          </a:p>
          <a:p>
            <a:pPr marL="0" indent="0">
              <a:buNone/>
            </a:pPr>
            <a:r>
              <a:rPr lang="en-US"/>
              <a:t> The formal parameters of a function are thus local variables of the function and are created upon entry and destroyed on exit.</a:t>
            </a:r>
          </a:p>
          <a:p>
            <a:pPr marL="0" indent="0">
              <a:buNone/>
            </a:pPr>
            <a:endParaRPr lang="en-US"/>
          </a:p>
        </p:txBody>
      </p:sp>
    </p:spTree>
    <p:extLst>
      <p:ext uri="{BB962C8B-B14F-4D97-AF65-F5344CB8AC3E}">
        <p14:creationId xmlns:p14="http://schemas.microsoft.com/office/powerpoint/2010/main" val="714823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Function Arguments </a:t>
            </a:r>
            <a:br>
              <a:rPr lang="en-US" b="1"/>
            </a:br>
            <a:endParaRPr lang="en-US"/>
          </a:p>
        </p:txBody>
      </p:sp>
      <p:sp>
        <p:nvSpPr>
          <p:cNvPr id="3" name="Content Placeholder 2"/>
          <p:cNvSpPr>
            <a:spLocks noGrp="1"/>
          </p:cNvSpPr>
          <p:nvPr>
            <p:ph idx="1"/>
          </p:nvPr>
        </p:nvSpPr>
        <p:spPr>
          <a:xfrm>
            <a:off x="838200" y="1224793"/>
            <a:ext cx="10515600" cy="4952170"/>
          </a:xfrm>
        </p:spPr>
        <p:txBody>
          <a:bodyPr>
            <a:normAutofit lnSpcReduction="10000"/>
          </a:bodyPr>
          <a:lstStyle/>
          <a:p>
            <a:pPr marL="0" indent="0">
              <a:buNone/>
            </a:pPr>
            <a:r>
              <a:rPr lang="en-US"/>
              <a:t>	For Example :-  Program to add two numbers.</a:t>
            </a:r>
          </a:p>
          <a:p>
            <a:pPr marL="0" indent="0">
              <a:buNone/>
            </a:pPr>
            <a:r>
              <a:rPr lang="en-US"/>
              <a:t>		#include  &lt;</a:t>
            </a:r>
            <a:r>
              <a:rPr lang="en-US" err="1"/>
              <a:t>stdio.h</a:t>
            </a:r>
            <a:r>
              <a:rPr lang="en-US"/>
              <a:t>&gt;</a:t>
            </a:r>
          </a:p>
          <a:p>
            <a:pPr marL="0" indent="0">
              <a:buNone/>
            </a:pPr>
            <a:r>
              <a:rPr lang="en-US"/>
              <a:t>	</a:t>
            </a:r>
            <a:r>
              <a:rPr lang="en-US" err="1"/>
              <a:t>int</a:t>
            </a:r>
            <a:r>
              <a:rPr lang="en-US"/>
              <a:t> add( </a:t>
            </a:r>
            <a:r>
              <a:rPr lang="en-US" err="1"/>
              <a:t>int</a:t>
            </a:r>
            <a:r>
              <a:rPr lang="en-US"/>
              <a:t>, </a:t>
            </a:r>
            <a:r>
              <a:rPr lang="en-US" err="1"/>
              <a:t>int</a:t>
            </a:r>
            <a:r>
              <a:rPr lang="en-US"/>
              <a:t> ) ;	/* prototype -- need to indicate types only  */</a:t>
            </a:r>
          </a:p>
          <a:p>
            <a:pPr marL="0" indent="0">
              <a:buNone/>
            </a:pPr>
            <a:r>
              <a:rPr lang="en-US"/>
              <a:t>		void main ( ) </a:t>
            </a:r>
          </a:p>
          <a:p>
            <a:pPr marL="0" indent="0">
              <a:buNone/>
            </a:pPr>
            <a:r>
              <a:rPr lang="en-US"/>
              <a:t>		{</a:t>
            </a:r>
          </a:p>
          <a:p>
            <a:pPr marL="0" indent="0">
              <a:buNone/>
            </a:pPr>
            <a:r>
              <a:rPr lang="en-US"/>
              <a:t>		</a:t>
            </a:r>
            <a:r>
              <a:rPr lang="en-US" err="1"/>
              <a:t>int</a:t>
            </a:r>
            <a:r>
              <a:rPr lang="en-US"/>
              <a:t> x, y ;</a:t>
            </a:r>
          </a:p>
          <a:p>
            <a:pPr marL="0" indent="0">
              <a:buNone/>
            </a:pPr>
            <a:r>
              <a:rPr lang="en-US"/>
              <a:t>		puts ( "Enter two integers ") ;</a:t>
            </a:r>
          </a:p>
          <a:p>
            <a:pPr marL="0" indent="0">
              <a:buNone/>
            </a:pPr>
            <a:r>
              <a:rPr lang="en-US"/>
              <a:t>		</a:t>
            </a:r>
            <a:r>
              <a:rPr lang="en-US" err="1"/>
              <a:t>scanf</a:t>
            </a:r>
            <a:r>
              <a:rPr lang="en-US"/>
              <a:t>( "%d %d", &amp;x, &amp;y) ;</a:t>
            </a:r>
          </a:p>
          <a:p>
            <a:pPr marL="0" indent="0">
              <a:buNone/>
            </a:pPr>
            <a:r>
              <a:rPr lang="en-US"/>
              <a:t>		</a:t>
            </a:r>
            <a:r>
              <a:rPr lang="en-US" err="1"/>
              <a:t>printf</a:t>
            </a:r>
            <a:r>
              <a:rPr lang="en-US"/>
              <a:t>( "%d + %d = %d\n" , x, y, add(</a:t>
            </a:r>
            <a:r>
              <a:rPr lang="en-US" err="1"/>
              <a:t>x,y</a:t>
            </a:r>
            <a:r>
              <a:rPr lang="en-US"/>
              <a:t>) ) ;</a:t>
            </a:r>
          </a:p>
          <a:p>
            <a:pPr marL="0" indent="0">
              <a:buNone/>
            </a:pPr>
            <a:r>
              <a:rPr lang="en-US"/>
              <a:t>		}</a:t>
            </a:r>
          </a:p>
        </p:txBody>
      </p:sp>
    </p:spTree>
    <p:extLst>
      <p:ext uri="{BB962C8B-B14F-4D97-AF65-F5344CB8AC3E}">
        <p14:creationId xmlns:p14="http://schemas.microsoft.com/office/powerpoint/2010/main" val="3633209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Function Arguments </a:t>
            </a:r>
            <a:br>
              <a:rPr lang="en-US" b="1"/>
            </a:br>
            <a:endParaRPr lang="en-US"/>
          </a:p>
        </p:txBody>
      </p:sp>
      <p:sp>
        <p:nvSpPr>
          <p:cNvPr id="3" name="Content Placeholder 2"/>
          <p:cNvSpPr>
            <a:spLocks noGrp="1"/>
          </p:cNvSpPr>
          <p:nvPr>
            <p:ph idx="1"/>
          </p:nvPr>
        </p:nvSpPr>
        <p:spPr>
          <a:xfrm>
            <a:off x="838200" y="1224793"/>
            <a:ext cx="10515600" cy="4952170"/>
          </a:xfrm>
        </p:spPr>
        <p:txBody>
          <a:bodyPr>
            <a:normAutofit/>
          </a:bodyPr>
          <a:lstStyle/>
          <a:p>
            <a:pPr marL="0" indent="0">
              <a:buNone/>
            </a:pPr>
            <a:r>
              <a:rPr lang="en-US"/>
              <a:t>	</a:t>
            </a:r>
            <a:r>
              <a:rPr lang="en-US" err="1"/>
              <a:t>int</a:t>
            </a:r>
            <a:r>
              <a:rPr lang="en-US"/>
              <a:t> add ( </a:t>
            </a:r>
            <a:r>
              <a:rPr lang="en-US" err="1"/>
              <a:t>int</a:t>
            </a:r>
            <a:r>
              <a:rPr lang="en-US"/>
              <a:t> a, </a:t>
            </a:r>
            <a:r>
              <a:rPr lang="en-US" err="1"/>
              <a:t>int</a:t>
            </a:r>
            <a:r>
              <a:rPr lang="en-US"/>
              <a:t> b ) </a:t>
            </a:r>
          </a:p>
          <a:p>
            <a:pPr marL="0" indent="0">
              <a:buNone/>
            </a:pPr>
            <a:r>
              <a:rPr lang="en-US"/>
              <a:t>		{</a:t>
            </a:r>
          </a:p>
          <a:p>
            <a:pPr marL="0" indent="0">
              <a:buNone/>
            </a:pPr>
            <a:r>
              <a:rPr lang="en-US"/>
              <a:t>		</a:t>
            </a:r>
            <a:r>
              <a:rPr lang="en-US" err="1"/>
              <a:t>int</a:t>
            </a:r>
            <a:r>
              <a:rPr lang="en-US"/>
              <a:t> result ;</a:t>
            </a:r>
          </a:p>
          <a:p>
            <a:pPr marL="0" indent="0">
              <a:buNone/>
            </a:pPr>
            <a:r>
              <a:rPr lang="en-US"/>
              <a:t>		result = a + b ;</a:t>
            </a:r>
          </a:p>
          <a:p>
            <a:pPr marL="0" indent="0">
              <a:buNone/>
            </a:pPr>
            <a:r>
              <a:rPr lang="en-US"/>
              <a:t>		return result ;			</a:t>
            </a:r>
          </a:p>
          <a:p>
            <a:pPr marL="0" indent="0">
              <a:buNone/>
            </a:pPr>
            <a:r>
              <a:rPr lang="en-US"/>
              <a:t>		}</a:t>
            </a:r>
          </a:p>
          <a:p>
            <a:pPr marL="0" indent="0">
              <a:buNone/>
            </a:pPr>
            <a:r>
              <a:rPr lang="en-US"/>
              <a:t>	The add() function here has three local variables, the two formal parameters and the variable result. </a:t>
            </a:r>
          </a:p>
        </p:txBody>
      </p:sp>
    </p:spTree>
    <p:extLst>
      <p:ext uri="{BB962C8B-B14F-4D97-AF65-F5344CB8AC3E}">
        <p14:creationId xmlns:p14="http://schemas.microsoft.com/office/powerpoint/2010/main" val="1167146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Function Arguments </a:t>
            </a:r>
            <a:br>
              <a:rPr lang="en-US" b="1"/>
            </a:br>
            <a:endParaRPr lang="en-US"/>
          </a:p>
        </p:txBody>
      </p:sp>
      <p:sp>
        <p:nvSpPr>
          <p:cNvPr id="3" name="Content Placeholder 2"/>
          <p:cNvSpPr>
            <a:spLocks noGrp="1"/>
          </p:cNvSpPr>
          <p:nvPr>
            <p:ph idx="1"/>
          </p:nvPr>
        </p:nvSpPr>
        <p:spPr>
          <a:xfrm>
            <a:off x="838200" y="1224793"/>
            <a:ext cx="10515600" cy="4952170"/>
          </a:xfrm>
        </p:spPr>
        <p:txBody>
          <a:bodyPr>
            <a:normAutofit/>
          </a:bodyPr>
          <a:lstStyle/>
          <a:p>
            <a:pPr marL="0" indent="0">
              <a:buNone/>
            </a:pPr>
            <a:r>
              <a:rPr lang="en-US"/>
              <a:t>	</a:t>
            </a:r>
          </a:p>
        </p:txBody>
      </p:sp>
      <p:pic>
        <p:nvPicPr>
          <p:cNvPr id="4" name="Picture 3"/>
          <p:cNvPicPr>
            <a:picLocks noChangeAspect="1"/>
          </p:cNvPicPr>
          <p:nvPr/>
        </p:nvPicPr>
        <p:blipFill>
          <a:blip r:embed="rId2"/>
          <a:stretch>
            <a:fillRect/>
          </a:stretch>
        </p:blipFill>
        <p:spPr>
          <a:xfrm>
            <a:off x="1428226" y="3484970"/>
            <a:ext cx="6248400" cy="2085975"/>
          </a:xfrm>
          <a:prstGeom prst="rect">
            <a:avLst/>
          </a:prstGeom>
        </p:spPr>
      </p:pic>
      <p:sp>
        <p:nvSpPr>
          <p:cNvPr id="5" name="TextBox 4"/>
          <p:cNvSpPr txBox="1"/>
          <p:nvPr/>
        </p:nvSpPr>
        <p:spPr>
          <a:xfrm>
            <a:off x="838201" y="1484851"/>
            <a:ext cx="10629550" cy="1200329"/>
          </a:xfrm>
          <a:prstGeom prst="rect">
            <a:avLst/>
          </a:prstGeom>
          <a:noFill/>
        </p:spPr>
        <p:txBody>
          <a:bodyPr wrap="square" rtlCol="0">
            <a:spAutoFit/>
          </a:bodyPr>
          <a:lstStyle/>
          <a:p>
            <a:r>
              <a:rPr lang="en-US" b="1"/>
              <a:t>There is no connection between the calling arguments, x and y, and the formal parameters, a and b, other than that the formal parameters are </a:t>
            </a:r>
            <a:r>
              <a:rPr lang="en-US" b="1" err="1"/>
              <a:t>initialised</a:t>
            </a:r>
            <a:r>
              <a:rPr lang="en-US" b="1"/>
              <a:t> with the values in the calling arguments when the function is invoked. </a:t>
            </a:r>
          </a:p>
          <a:p>
            <a:endParaRPr lang="en-US"/>
          </a:p>
        </p:txBody>
      </p:sp>
      <p:sp>
        <p:nvSpPr>
          <p:cNvPr id="6" name="TextBox 5">
            <a:extLst>
              <a:ext uri="{FF2B5EF4-FFF2-40B4-BE49-F238E27FC236}">
                <a16:creationId xmlns:a16="http://schemas.microsoft.com/office/drawing/2014/main" id="{6323B9AE-6FEB-A096-63A0-5333FA299FF2}"/>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728830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For Example :-  Program that </a:t>
            </a:r>
            <a:r>
              <a:rPr lang="en-GB" u="sng"/>
              <a:t>attempts</a:t>
            </a:r>
            <a:r>
              <a:rPr lang="en-GB"/>
              <a:t> to swap the values of two numbers.</a:t>
            </a:r>
            <a:br>
              <a:rPr lang="en-US"/>
            </a:br>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a:t>#include &lt;</a:t>
            </a:r>
            <a:r>
              <a:rPr lang="en-US" err="1"/>
              <a:t>stdio.h</a:t>
            </a:r>
            <a:r>
              <a:rPr lang="en-US"/>
              <a:t>&gt;</a:t>
            </a:r>
          </a:p>
          <a:p>
            <a:pPr marL="0" indent="0">
              <a:buNone/>
            </a:pPr>
            <a:r>
              <a:rPr lang="en-US"/>
              <a:t>		void swap( </a:t>
            </a:r>
            <a:r>
              <a:rPr lang="en-US" err="1"/>
              <a:t>int</a:t>
            </a:r>
            <a:r>
              <a:rPr lang="en-US"/>
              <a:t>, </a:t>
            </a:r>
            <a:r>
              <a:rPr lang="en-US" err="1"/>
              <a:t>int</a:t>
            </a:r>
            <a:r>
              <a:rPr lang="en-US"/>
              <a:t> ) ;</a:t>
            </a:r>
          </a:p>
          <a:p>
            <a:pPr marL="0" indent="0">
              <a:buNone/>
            </a:pPr>
            <a:r>
              <a:rPr lang="en-US"/>
              <a:t>		void main( )</a:t>
            </a:r>
          </a:p>
          <a:p>
            <a:pPr marL="0" indent="0">
              <a:buNone/>
            </a:pPr>
            <a:r>
              <a:rPr lang="en-US"/>
              <a:t>		{</a:t>
            </a:r>
          </a:p>
          <a:p>
            <a:pPr marL="0" indent="0">
              <a:buNone/>
            </a:pPr>
            <a:r>
              <a:rPr lang="en-US"/>
              <a:t>		</a:t>
            </a:r>
            <a:r>
              <a:rPr lang="en-US" err="1"/>
              <a:t>int</a:t>
            </a:r>
            <a:r>
              <a:rPr lang="en-US"/>
              <a:t> a, b ;</a:t>
            </a:r>
          </a:p>
          <a:p>
            <a:pPr marL="0" indent="0">
              <a:buNone/>
            </a:pPr>
            <a:r>
              <a:rPr lang="en-US"/>
              <a:t>		</a:t>
            </a:r>
            <a:r>
              <a:rPr lang="en-US" err="1"/>
              <a:t>printf</a:t>
            </a:r>
            <a:r>
              <a:rPr lang="en-US"/>
              <a:t>( "Enter two numbers" ) ;</a:t>
            </a:r>
          </a:p>
          <a:p>
            <a:pPr marL="0" indent="0">
              <a:buNone/>
            </a:pPr>
            <a:r>
              <a:rPr lang="en-US"/>
              <a:t>		</a:t>
            </a:r>
            <a:r>
              <a:rPr lang="en-US" err="1"/>
              <a:t>scanf</a:t>
            </a:r>
            <a:r>
              <a:rPr lang="en-US"/>
              <a:t>( " %d %d ", &amp;a, &amp;b ) ;</a:t>
            </a:r>
          </a:p>
          <a:p>
            <a:pPr marL="0" indent="0">
              <a:buNone/>
            </a:pPr>
            <a:r>
              <a:rPr lang="en-US"/>
              <a:t>		</a:t>
            </a:r>
            <a:r>
              <a:rPr lang="en-US" err="1"/>
              <a:t>printf</a:t>
            </a:r>
            <a:r>
              <a:rPr lang="en-US"/>
              <a:t>( "a = %d ;  b = %d \n", a, b ) ;</a:t>
            </a:r>
          </a:p>
          <a:p>
            <a:pPr marL="0" indent="0">
              <a:buNone/>
            </a:pPr>
            <a:r>
              <a:rPr lang="en-US"/>
              <a:t>		swap( a, b ) ;</a:t>
            </a:r>
          </a:p>
          <a:p>
            <a:pPr marL="0" indent="0">
              <a:buNone/>
            </a:pPr>
            <a:r>
              <a:rPr lang="en-US"/>
              <a:t>		</a:t>
            </a:r>
            <a:r>
              <a:rPr lang="en-US" err="1"/>
              <a:t>printf</a:t>
            </a:r>
            <a:r>
              <a:rPr lang="en-US"/>
              <a:t>( "a = %d ;  b = %d \n", a, b ) ;</a:t>
            </a:r>
          </a:p>
          <a:p>
            <a:pPr marL="0" indent="0">
              <a:buNone/>
            </a:pPr>
            <a:r>
              <a:rPr lang="en-US"/>
              <a:t>		}</a:t>
            </a:r>
          </a:p>
        </p:txBody>
      </p:sp>
    </p:spTree>
    <p:extLst>
      <p:ext uri="{BB962C8B-B14F-4D97-AF65-F5344CB8AC3E}">
        <p14:creationId xmlns:p14="http://schemas.microsoft.com/office/powerpoint/2010/main" val="460110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For Example :-  Program that </a:t>
            </a:r>
            <a:r>
              <a:rPr lang="en-GB" u="sng"/>
              <a:t>attempts</a:t>
            </a:r>
            <a:r>
              <a:rPr lang="en-GB"/>
              <a:t> to swap the values of two numbers.</a:t>
            </a:r>
            <a:br>
              <a:rPr lang="en-US"/>
            </a:br>
            <a:endParaRPr lang="en-US"/>
          </a:p>
        </p:txBody>
      </p:sp>
      <p:sp>
        <p:nvSpPr>
          <p:cNvPr id="3" name="Content Placeholder 2"/>
          <p:cNvSpPr>
            <a:spLocks noGrp="1"/>
          </p:cNvSpPr>
          <p:nvPr>
            <p:ph idx="1"/>
          </p:nvPr>
        </p:nvSpPr>
        <p:spPr/>
        <p:txBody>
          <a:bodyPr>
            <a:normAutofit fontScale="92500"/>
          </a:bodyPr>
          <a:lstStyle/>
          <a:p>
            <a:pPr marL="0" indent="0">
              <a:buNone/>
            </a:pPr>
            <a:r>
              <a:rPr lang="en-US"/>
              <a:t>void swap ( </a:t>
            </a:r>
            <a:r>
              <a:rPr lang="en-US" err="1"/>
              <a:t>int</a:t>
            </a:r>
            <a:r>
              <a:rPr lang="en-US"/>
              <a:t> , </a:t>
            </a:r>
            <a:r>
              <a:rPr lang="en-US" err="1"/>
              <a:t>int</a:t>
            </a:r>
            <a:r>
              <a:rPr lang="en-US"/>
              <a:t> ) 	//   This is original form of </a:t>
            </a:r>
            <a:r>
              <a:rPr lang="en-US" err="1"/>
              <a:t>declarator</a:t>
            </a:r>
            <a:r>
              <a:rPr lang="en-US"/>
              <a:t> which you </a:t>
            </a:r>
          </a:p>
          <a:p>
            <a:pPr marL="0" indent="0">
              <a:buNone/>
            </a:pPr>
            <a:r>
              <a:rPr lang="en-US"/>
              <a:t>	</a:t>
            </a:r>
            <a:r>
              <a:rPr lang="en-US" err="1"/>
              <a:t>int</a:t>
            </a:r>
            <a:r>
              <a:rPr lang="en-US"/>
              <a:t> num1, num2 ;			//   may see in older texts and code </a:t>
            </a:r>
          </a:p>
          <a:p>
            <a:pPr marL="0" indent="0">
              <a:buNone/>
            </a:pPr>
            <a:r>
              <a:rPr lang="en-US"/>
              <a:t>		{</a:t>
            </a:r>
          </a:p>
          <a:p>
            <a:pPr marL="0" indent="0">
              <a:buNone/>
            </a:pPr>
            <a:r>
              <a:rPr lang="en-US"/>
              <a:t>		</a:t>
            </a:r>
            <a:r>
              <a:rPr lang="en-US" err="1"/>
              <a:t>int</a:t>
            </a:r>
            <a:r>
              <a:rPr lang="en-US"/>
              <a:t> temp ;</a:t>
            </a:r>
          </a:p>
          <a:p>
            <a:pPr marL="0" indent="0">
              <a:buNone/>
            </a:pPr>
            <a:r>
              <a:rPr lang="en-US"/>
              <a:t>		temp = num2 ;</a:t>
            </a:r>
          </a:p>
          <a:p>
            <a:pPr marL="0" indent="0">
              <a:buNone/>
            </a:pPr>
            <a:r>
              <a:rPr lang="en-US"/>
              <a:t>		num2 = num1 ;</a:t>
            </a:r>
          </a:p>
          <a:p>
            <a:pPr marL="0" indent="0">
              <a:buNone/>
            </a:pPr>
            <a:r>
              <a:rPr lang="en-US"/>
              <a:t>		num1 = temp ;</a:t>
            </a:r>
          </a:p>
          <a:p>
            <a:pPr marL="0" indent="0">
              <a:buNone/>
            </a:pPr>
            <a:r>
              <a:rPr lang="en-US"/>
              <a:t>		}</a:t>
            </a:r>
          </a:p>
          <a:p>
            <a:pPr marL="0" indent="0">
              <a:buNone/>
            </a:pPr>
            <a:endParaRPr lang="en-US"/>
          </a:p>
        </p:txBody>
      </p:sp>
    </p:spTree>
    <p:extLst>
      <p:ext uri="{BB962C8B-B14F-4D97-AF65-F5344CB8AC3E}">
        <p14:creationId xmlns:p14="http://schemas.microsoft.com/office/powerpoint/2010/main" val="1681166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For Example :-  Program that </a:t>
            </a:r>
            <a:r>
              <a:rPr lang="en-GB" u="sng"/>
              <a:t>attempts</a:t>
            </a:r>
            <a:r>
              <a:rPr lang="en-GB"/>
              <a:t> to swap the values of two numbers.</a:t>
            </a:r>
            <a:br>
              <a:rPr lang="en-US"/>
            </a:br>
            <a:endParaRPr lang="en-US"/>
          </a:p>
        </p:txBody>
      </p:sp>
      <p:sp>
        <p:nvSpPr>
          <p:cNvPr id="3" name="Content Placeholder 2"/>
          <p:cNvSpPr>
            <a:spLocks noGrp="1"/>
          </p:cNvSpPr>
          <p:nvPr>
            <p:ph idx="1"/>
          </p:nvPr>
        </p:nvSpPr>
        <p:spPr>
          <a:xfrm>
            <a:off x="570451" y="1568741"/>
            <a:ext cx="10783349" cy="4608222"/>
          </a:xfrm>
        </p:spPr>
        <p:txBody>
          <a:bodyPr>
            <a:normAutofit lnSpcReduction="10000"/>
          </a:bodyPr>
          <a:lstStyle/>
          <a:p>
            <a:pPr marL="0" indent="0">
              <a:buNone/>
            </a:pPr>
            <a:r>
              <a:rPr lang="en-US"/>
              <a:t>Since C uses call by value to pass parameters what we have actually done in this program is to swap the values of the formal parameters but we have not changed the values in main(). </a:t>
            </a:r>
          </a:p>
          <a:p>
            <a:pPr marL="0" indent="0">
              <a:buNone/>
            </a:pPr>
            <a:r>
              <a:rPr lang="en-US"/>
              <a:t>Also since we can only return one value via the return statement we must find some other means to alter the values in the calling function.</a:t>
            </a:r>
          </a:p>
          <a:p>
            <a:pPr marL="0" indent="0">
              <a:buNone/>
            </a:pPr>
            <a:r>
              <a:rPr lang="en-US"/>
              <a:t>	The solution is to use call by reference where the addresses of the calling arguments are passed to the function  parameter list and the parameters are pointers which we will encounter later on. </a:t>
            </a:r>
          </a:p>
          <a:p>
            <a:pPr marL="0" indent="0">
              <a:buNone/>
            </a:pPr>
            <a:r>
              <a:rPr lang="en-US"/>
              <a:t>For example when we use the </a:t>
            </a:r>
            <a:r>
              <a:rPr lang="en-US" err="1"/>
              <a:t>scanf</a:t>
            </a:r>
            <a:r>
              <a:rPr lang="en-US"/>
              <a:t>() standard library function to read values from the keyboard we use the &amp; operator to give the address of the variables into which we want the values placed.</a:t>
            </a:r>
          </a:p>
          <a:p>
            <a:pPr marL="0" indent="0">
              <a:buNone/>
            </a:pPr>
            <a:endParaRPr lang="en-US"/>
          </a:p>
        </p:txBody>
      </p:sp>
    </p:spTree>
    <p:extLst>
      <p:ext uri="{BB962C8B-B14F-4D97-AF65-F5344CB8AC3E}">
        <p14:creationId xmlns:p14="http://schemas.microsoft.com/office/powerpoint/2010/main" val="3458413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Largest Among three numbers using function</a:t>
            </a:r>
          </a:p>
        </p:txBody>
      </p:sp>
      <p:sp>
        <p:nvSpPr>
          <p:cNvPr id="3" name="Content Placeholder 2"/>
          <p:cNvSpPr>
            <a:spLocks noGrp="1"/>
          </p:cNvSpPr>
          <p:nvPr>
            <p:ph idx="1"/>
          </p:nvPr>
        </p:nvSpPr>
        <p:spPr/>
        <p:txBody>
          <a:bodyPr>
            <a:normAutofit fontScale="55000" lnSpcReduction="20000"/>
          </a:bodyPr>
          <a:lstStyle/>
          <a:p>
            <a:pPr marL="0" indent="0">
              <a:buNone/>
            </a:pPr>
            <a:r>
              <a:rPr lang="en-US"/>
              <a:t>#include &lt;</a:t>
            </a:r>
            <a:r>
              <a:rPr lang="en-US" err="1"/>
              <a:t>stdio.h</a:t>
            </a:r>
            <a:r>
              <a:rPr lang="en-US"/>
              <a:t>&gt;</a:t>
            </a:r>
          </a:p>
          <a:p>
            <a:pPr marL="0" indent="0">
              <a:buNone/>
            </a:pPr>
            <a:r>
              <a:rPr lang="en-US"/>
              <a:t>#include &lt;</a:t>
            </a:r>
            <a:r>
              <a:rPr lang="en-US" err="1"/>
              <a:t>stdlib.h</a:t>
            </a:r>
            <a:r>
              <a:rPr lang="en-US"/>
              <a:t>&gt;</a:t>
            </a:r>
          </a:p>
          <a:p>
            <a:pPr marL="0" indent="0">
              <a:buNone/>
            </a:pPr>
            <a:endParaRPr lang="en-US"/>
          </a:p>
          <a:p>
            <a:pPr marL="0" indent="0">
              <a:buNone/>
            </a:pPr>
            <a:r>
              <a:rPr lang="en-US" err="1"/>
              <a:t>int</a:t>
            </a:r>
            <a:r>
              <a:rPr lang="en-US"/>
              <a:t> </a:t>
            </a:r>
            <a:r>
              <a:rPr lang="en-US" err="1"/>
              <a:t>max_num</a:t>
            </a:r>
            <a:r>
              <a:rPr lang="en-US"/>
              <a:t>(</a:t>
            </a:r>
            <a:r>
              <a:rPr lang="en-US" err="1"/>
              <a:t>int</a:t>
            </a:r>
            <a:r>
              <a:rPr lang="en-US"/>
              <a:t> a, </a:t>
            </a:r>
            <a:r>
              <a:rPr lang="en-US" err="1"/>
              <a:t>int</a:t>
            </a:r>
            <a:r>
              <a:rPr lang="en-US"/>
              <a:t> b)</a:t>
            </a:r>
          </a:p>
          <a:p>
            <a:pPr marL="0" indent="0">
              <a:buNone/>
            </a:pPr>
            <a:r>
              <a:rPr lang="en-US"/>
              <a:t>{</a:t>
            </a:r>
          </a:p>
          <a:p>
            <a:pPr marL="0" indent="0">
              <a:buNone/>
            </a:pPr>
            <a:endParaRPr lang="en-US"/>
          </a:p>
          <a:p>
            <a:pPr marL="0" indent="0">
              <a:buNone/>
            </a:pPr>
            <a:r>
              <a:rPr lang="en-US"/>
              <a:t>    return a&gt;</a:t>
            </a:r>
            <a:r>
              <a:rPr lang="en-US" err="1"/>
              <a:t>b?a:b</a:t>
            </a:r>
            <a:r>
              <a:rPr lang="en-US"/>
              <a:t>;</a:t>
            </a:r>
          </a:p>
          <a:p>
            <a:pPr marL="0" indent="0">
              <a:buNone/>
            </a:pPr>
            <a:r>
              <a:rPr lang="en-US"/>
              <a:t>}</a:t>
            </a:r>
          </a:p>
          <a:p>
            <a:pPr marL="0" indent="0">
              <a:buNone/>
            </a:pPr>
            <a:endParaRPr lang="en-US"/>
          </a:p>
          <a:p>
            <a:pPr marL="0" indent="0">
              <a:buNone/>
            </a:pPr>
            <a:r>
              <a:rPr lang="en-US" err="1"/>
              <a:t>int</a:t>
            </a:r>
            <a:r>
              <a:rPr lang="en-US"/>
              <a:t> main(void)</a:t>
            </a:r>
          </a:p>
          <a:p>
            <a:pPr marL="0" indent="0">
              <a:buNone/>
            </a:pPr>
            <a:r>
              <a:rPr lang="en-US"/>
              <a:t>{</a:t>
            </a:r>
          </a:p>
          <a:p>
            <a:pPr marL="0" indent="0">
              <a:buNone/>
            </a:pPr>
            <a:r>
              <a:rPr lang="en-US"/>
              <a:t>    </a:t>
            </a:r>
            <a:r>
              <a:rPr lang="en-US" err="1"/>
              <a:t>int</a:t>
            </a:r>
            <a:r>
              <a:rPr lang="en-US"/>
              <a:t> num1 =20;</a:t>
            </a:r>
          </a:p>
          <a:p>
            <a:pPr marL="0" indent="0">
              <a:buNone/>
            </a:pPr>
            <a:r>
              <a:rPr lang="en-US"/>
              <a:t>    </a:t>
            </a:r>
            <a:r>
              <a:rPr lang="en-US" err="1"/>
              <a:t>int</a:t>
            </a:r>
            <a:r>
              <a:rPr lang="en-US"/>
              <a:t> num2 =40;</a:t>
            </a:r>
          </a:p>
          <a:p>
            <a:pPr marL="0" indent="0">
              <a:buNone/>
            </a:pPr>
            <a:r>
              <a:rPr lang="en-US"/>
              <a:t>    </a:t>
            </a:r>
            <a:r>
              <a:rPr lang="en-US" err="1"/>
              <a:t>int</a:t>
            </a:r>
            <a:r>
              <a:rPr lang="en-US"/>
              <a:t> num3=10;</a:t>
            </a:r>
          </a:p>
          <a:p>
            <a:pPr marL="0" indent="0">
              <a:buNone/>
            </a:pPr>
            <a:r>
              <a:rPr lang="en-US"/>
              <a:t>   </a:t>
            </a:r>
          </a:p>
        </p:txBody>
      </p:sp>
    </p:spTree>
    <p:extLst>
      <p:ext uri="{BB962C8B-B14F-4D97-AF65-F5344CB8AC3E}">
        <p14:creationId xmlns:p14="http://schemas.microsoft.com/office/powerpoint/2010/main" val="2940763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1946F-CD21-6CE7-A6F5-B355CE3296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C27557-6429-E239-3172-387C041C8A5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42221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Largest Among three numbers using function</a:t>
            </a:r>
          </a:p>
        </p:txBody>
      </p:sp>
      <p:sp>
        <p:nvSpPr>
          <p:cNvPr id="3" name="Content Placeholder 2"/>
          <p:cNvSpPr>
            <a:spLocks noGrp="1"/>
          </p:cNvSpPr>
          <p:nvPr>
            <p:ph idx="1"/>
          </p:nvPr>
        </p:nvSpPr>
        <p:spPr>
          <a:xfrm>
            <a:off x="654341" y="1825625"/>
            <a:ext cx="11132191" cy="4351338"/>
          </a:xfrm>
        </p:spPr>
        <p:txBody>
          <a:bodyPr>
            <a:normAutofit lnSpcReduction="10000"/>
          </a:bodyPr>
          <a:lstStyle/>
          <a:p>
            <a:pPr marL="0" indent="0">
              <a:buNone/>
            </a:pPr>
            <a:endParaRPr lang="en-US"/>
          </a:p>
          <a:p>
            <a:pPr marL="0" indent="0">
              <a:buNone/>
            </a:pPr>
            <a:r>
              <a:rPr lang="en-US" err="1"/>
              <a:t>int</a:t>
            </a:r>
            <a:r>
              <a:rPr lang="en-US"/>
              <a:t>  c= </a:t>
            </a:r>
            <a:r>
              <a:rPr lang="en-US" err="1"/>
              <a:t>max_num</a:t>
            </a:r>
            <a:r>
              <a:rPr lang="en-US"/>
              <a:t>(num1, num2);</a:t>
            </a:r>
          </a:p>
          <a:p>
            <a:pPr marL="0" indent="0">
              <a:buNone/>
            </a:pPr>
            <a:r>
              <a:rPr lang="en-US"/>
              <a:t>    </a:t>
            </a:r>
            <a:r>
              <a:rPr lang="en-US" err="1"/>
              <a:t>int</a:t>
            </a:r>
            <a:r>
              <a:rPr lang="en-US"/>
              <a:t> d= </a:t>
            </a:r>
            <a:r>
              <a:rPr lang="en-US" err="1"/>
              <a:t>max_num</a:t>
            </a:r>
            <a:r>
              <a:rPr lang="en-US"/>
              <a:t>(c,num3);</a:t>
            </a:r>
          </a:p>
          <a:p>
            <a:pPr marL="0" indent="0">
              <a:buNone/>
            </a:pPr>
            <a:endParaRPr lang="en-US"/>
          </a:p>
          <a:p>
            <a:pPr marL="0" indent="0">
              <a:buNone/>
            </a:pPr>
            <a:r>
              <a:rPr lang="en-US"/>
              <a:t> </a:t>
            </a:r>
            <a:r>
              <a:rPr lang="en-US" err="1"/>
              <a:t>printf</a:t>
            </a:r>
            <a:r>
              <a:rPr lang="en-US"/>
              <a:t>(" Numbers are %4d %4d %4d\n",num1, num2, num3);</a:t>
            </a:r>
          </a:p>
          <a:p>
            <a:pPr marL="0" indent="0">
              <a:buNone/>
            </a:pPr>
            <a:r>
              <a:rPr lang="en-US"/>
              <a:t>    </a:t>
            </a:r>
            <a:r>
              <a:rPr lang="en-US" err="1"/>
              <a:t>printf</a:t>
            </a:r>
            <a:r>
              <a:rPr lang="en-US"/>
              <a:t>("Largest number is %d\</a:t>
            </a:r>
            <a:r>
              <a:rPr lang="en-US" err="1"/>
              <a:t>n",d</a:t>
            </a:r>
            <a:r>
              <a:rPr lang="en-US"/>
              <a:t>);</a:t>
            </a:r>
          </a:p>
          <a:p>
            <a:pPr marL="0" indent="0">
              <a:buNone/>
            </a:pPr>
            <a:endParaRPr lang="en-US"/>
          </a:p>
          <a:p>
            <a:pPr marL="0" indent="0">
              <a:buNone/>
            </a:pPr>
            <a:r>
              <a:rPr lang="en-US"/>
              <a:t>    return 0;</a:t>
            </a:r>
          </a:p>
          <a:p>
            <a:pPr marL="0" indent="0">
              <a:buNone/>
            </a:pPr>
            <a:r>
              <a:rPr lang="en-US"/>
              <a:t>}</a:t>
            </a:r>
          </a:p>
        </p:txBody>
      </p:sp>
      <p:sp>
        <p:nvSpPr>
          <p:cNvPr id="4" name="TextBox 3">
            <a:extLst>
              <a:ext uri="{FF2B5EF4-FFF2-40B4-BE49-F238E27FC236}">
                <a16:creationId xmlns:a16="http://schemas.microsoft.com/office/drawing/2014/main" id="{483D4C86-7D3B-B655-8872-3B2E377AF7D8}"/>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3635230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Largest Among three numbers using function</a:t>
            </a:r>
          </a:p>
        </p:txBody>
      </p:sp>
      <p:pic>
        <p:nvPicPr>
          <p:cNvPr id="4" name="Content Placeholder 3"/>
          <p:cNvPicPr>
            <a:picLocks noGrp="1" noChangeAspect="1"/>
          </p:cNvPicPr>
          <p:nvPr>
            <p:ph idx="1"/>
          </p:nvPr>
        </p:nvPicPr>
        <p:blipFill>
          <a:blip r:embed="rId2"/>
          <a:stretch>
            <a:fillRect/>
          </a:stretch>
        </p:blipFill>
        <p:spPr>
          <a:xfrm>
            <a:off x="2734812" y="3690814"/>
            <a:ext cx="4975676" cy="704850"/>
          </a:xfrm>
          <a:prstGeom prst="rect">
            <a:avLst/>
          </a:prstGeom>
        </p:spPr>
      </p:pic>
    </p:spTree>
    <p:extLst>
      <p:ext uri="{BB962C8B-B14F-4D97-AF65-F5344CB8AC3E}">
        <p14:creationId xmlns:p14="http://schemas.microsoft.com/office/powerpoint/2010/main" val="2059606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Recursion</a:t>
            </a:r>
            <a:br>
              <a:rPr lang="en-US" b="1"/>
            </a:br>
            <a:endParaRPr lang="en-US"/>
          </a:p>
        </p:txBody>
      </p:sp>
      <p:sp>
        <p:nvSpPr>
          <p:cNvPr id="3" name="Content Placeholder 2"/>
          <p:cNvSpPr>
            <a:spLocks noGrp="1"/>
          </p:cNvSpPr>
          <p:nvPr>
            <p:ph idx="1"/>
          </p:nvPr>
        </p:nvSpPr>
        <p:spPr/>
        <p:txBody>
          <a:bodyPr/>
          <a:lstStyle/>
          <a:p>
            <a:pPr marL="0" indent="0">
              <a:buNone/>
            </a:pPr>
            <a:r>
              <a:rPr lang="en-US"/>
              <a:t>A recursive function is a function that calls itself either directly or indirectly through another function. </a:t>
            </a:r>
          </a:p>
          <a:p>
            <a:pPr marL="0" indent="0">
              <a:buNone/>
            </a:pPr>
            <a:r>
              <a:rPr lang="en-US"/>
              <a:t>	Recursive function calling is often the simplest method to encode specific types of situations where the operation to be encoded can be eventually simplified into a series of more basic operations of the same type as the original complex operation. </a:t>
            </a:r>
          </a:p>
          <a:p>
            <a:pPr marL="0" indent="0">
              <a:buNone/>
            </a:pPr>
            <a:r>
              <a:rPr lang="en-US"/>
              <a:t>	This is especially true of certain types of mathematical functions. For example to evaluate the factorial of a number, n</a:t>
            </a:r>
          </a:p>
          <a:p>
            <a:pPr marL="0" indent="0">
              <a:buNone/>
            </a:pPr>
            <a:r>
              <a:rPr lang="en-US"/>
              <a:t>				n! = n * n-1 * n-2 * ...  * 3 * 2 * 1.</a:t>
            </a:r>
          </a:p>
          <a:p>
            <a:pPr marL="0" indent="0">
              <a:buNone/>
            </a:pPr>
            <a:endParaRPr lang="en-US"/>
          </a:p>
        </p:txBody>
      </p:sp>
    </p:spTree>
    <p:extLst>
      <p:ext uri="{BB962C8B-B14F-4D97-AF65-F5344CB8AC3E}">
        <p14:creationId xmlns:p14="http://schemas.microsoft.com/office/powerpoint/2010/main" val="917034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Recursion</a:t>
            </a:r>
            <a:br>
              <a:rPr lang="en-US" b="1"/>
            </a:br>
            <a:endParaRPr lang="en-US"/>
          </a:p>
        </p:txBody>
      </p:sp>
      <p:sp>
        <p:nvSpPr>
          <p:cNvPr id="3" name="Content Placeholder 2"/>
          <p:cNvSpPr>
            <a:spLocks noGrp="1"/>
          </p:cNvSpPr>
          <p:nvPr>
            <p:ph idx="1"/>
          </p:nvPr>
        </p:nvSpPr>
        <p:spPr/>
        <p:txBody>
          <a:bodyPr/>
          <a:lstStyle/>
          <a:p>
            <a:pPr hangingPunct="0"/>
            <a:r>
              <a:rPr lang="en-GB"/>
              <a:t>We can simplify this operation into </a:t>
            </a:r>
            <a:endParaRPr lang="en-US"/>
          </a:p>
          <a:p>
            <a:pPr hangingPunct="0"/>
            <a:r>
              <a:rPr lang="en-GB"/>
              <a:t>		n! =  n * (n-1)!</a:t>
            </a:r>
            <a:endParaRPr lang="en-US"/>
          </a:p>
          <a:p>
            <a:pPr hangingPunct="0"/>
            <a:r>
              <a:rPr lang="en-GB"/>
              <a:t>where the original problem has been reduced in complexity slightly. We continue this process until we get the problem down to a task that may be solved directly, in this case as far as evaluating the factorial of 1 which is simply 1. </a:t>
            </a:r>
            <a:endParaRPr lang="en-US"/>
          </a:p>
          <a:p>
            <a:pPr marL="0" indent="0">
              <a:buNone/>
            </a:pPr>
            <a:r>
              <a:rPr lang="en-GB"/>
              <a:t>So a recursive function to evaluate the factorial of a number will simply keep calling itself until the argument is 1. </a:t>
            </a:r>
            <a:endParaRPr lang="en-US"/>
          </a:p>
        </p:txBody>
      </p:sp>
    </p:spTree>
    <p:extLst>
      <p:ext uri="{BB962C8B-B14F-4D97-AF65-F5344CB8AC3E}">
        <p14:creationId xmlns:p14="http://schemas.microsoft.com/office/powerpoint/2010/main" val="320782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Factorial of a number</a:t>
            </a:r>
          </a:p>
        </p:txBody>
      </p:sp>
      <p:sp>
        <p:nvSpPr>
          <p:cNvPr id="3" name="Content Placeholder 2"/>
          <p:cNvSpPr>
            <a:spLocks noGrp="1"/>
          </p:cNvSpPr>
          <p:nvPr>
            <p:ph idx="1"/>
          </p:nvPr>
        </p:nvSpPr>
        <p:spPr/>
        <p:txBody>
          <a:bodyPr>
            <a:normAutofit lnSpcReduction="10000"/>
          </a:bodyPr>
          <a:lstStyle/>
          <a:p>
            <a:pPr marL="0" indent="0">
              <a:buNone/>
            </a:pPr>
            <a:r>
              <a:rPr lang="en-US"/>
              <a:t>#include &lt;</a:t>
            </a:r>
            <a:r>
              <a:rPr lang="en-US" err="1"/>
              <a:t>stdio.h</a:t>
            </a:r>
            <a:r>
              <a:rPr lang="en-US"/>
              <a:t>&gt;</a:t>
            </a:r>
          </a:p>
          <a:p>
            <a:pPr marL="0" indent="0">
              <a:buNone/>
            </a:pPr>
            <a:r>
              <a:rPr lang="en-US"/>
              <a:t>#include &lt;</a:t>
            </a:r>
            <a:r>
              <a:rPr lang="en-US" err="1"/>
              <a:t>stdlib.h</a:t>
            </a:r>
            <a:r>
              <a:rPr lang="en-US"/>
              <a:t>&gt;</a:t>
            </a:r>
          </a:p>
          <a:p>
            <a:pPr marL="0" indent="0">
              <a:buNone/>
            </a:pPr>
            <a:r>
              <a:rPr lang="en-US" err="1"/>
              <a:t>int</a:t>
            </a:r>
            <a:r>
              <a:rPr lang="en-US"/>
              <a:t> fact(</a:t>
            </a:r>
            <a:r>
              <a:rPr lang="en-US" err="1"/>
              <a:t>int</a:t>
            </a:r>
            <a:r>
              <a:rPr lang="en-US"/>
              <a:t> n)</a:t>
            </a:r>
          </a:p>
          <a:p>
            <a:pPr marL="0" indent="0">
              <a:buNone/>
            </a:pPr>
            <a:r>
              <a:rPr lang="en-US"/>
              <a:t>{</a:t>
            </a:r>
          </a:p>
          <a:p>
            <a:pPr marL="0" indent="0">
              <a:buNone/>
            </a:pPr>
            <a:r>
              <a:rPr lang="en-US"/>
              <a:t>    if (n==0|| n==1)</a:t>
            </a:r>
          </a:p>
          <a:p>
            <a:pPr marL="0" indent="0">
              <a:buNone/>
            </a:pPr>
            <a:r>
              <a:rPr lang="en-US"/>
              <a:t>        return 1;</a:t>
            </a:r>
          </a:p>
          <a:p>
            <a:pPr marL="0" indent="0">
              <a:buNone/>
            </a:pPr>
            <a:r>
              <a:rPr lang="en-US"/>
              <a:t>    else return n*fact(n-1);</a:t>
            </a:r>
          </a:p>
          <a:p>
            <a:pPr marL="0" indent="0">
              <a:buNone/>
            </a:pPr>
            <a:endParaRPr lang="en-US"/>
          </a:p>
          <a:p>
            <a:pPr marL="0" indent="0">
              <a:buNone/>
            </a:pPr>
            <a:r>
              <a:rPr lang="en-US"/>
              <a:t>}</a:t>
            </a:r>
          </a:p>
        </p:txBody>
      </p:sp>
    </p:spTree>
    <p:extLst>
      <p:ext uri="{BB962C8B-B14F-4D97-AF65-F5344CB8AC3E}">
        <p14:creationId xmlns:p14="http://schemas.microsoft.com/office/powerpoint/2010/main" val="3136399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Factorial of a number</a:t>
            </a:r>
          </a:p>
        </p:txBody>
      </p:sp>
      <p:sp>
        <p:nvSpPr>
          <p:cNvPr id="3" name="Content Placeholder 2"/>
          <p:cNvSpPr>
            <a:spLocks noGrp="1"/>
          </p:cNvSpPr>
          <p:nvPr>
            <p:ph idx="1"/>
          </p:nvPr>
        </p:nvSpPr>
        <p:spPr/>
        <p:txBody>
          <a:bodyPr>
            <a:normAutofit fontScale="92500" lnSpcReduction="20000"/>
          </a:bodyPr>
          <a:lstStyle/>
          <a:p>
            <a:pPr marL="0" indent="0">
              <a:buNone/>
            </a:pPr>
            <a:r>
              <a:rPr lang="en-US" err="1"/>
              <a:t>int</a:t>
            </a:r>
            <a:r>
              <a:rPr lang="en-US"/>
              <a:t> main()</a:t>
            </a:r>
          </a:p>
          <a:p>
            <a:pPr marL="0" indent="0">
              <a:buNone/>
            </a:pPr>
            <a:r>
              <a:rPr lang="en-US"/>
              <a:t>{</a:t>
            </a:r>
          </a:p>
          <a:p>
            <a:pPr marL="0" indent="0">
              <a:buNone/>
            </a:pPr>
            <a:r>
              <a:rPr lang="en-US"/>
              <a:t>    </a:t>
            </a:r>
            <a:r>
              <a:rPr lang="en-US" err="1"/>
              <a:t>int</a:t>
            </a:r>
            <a:r>
              <a:rPr lang="en-US"/>
              <a:t> res;</a:t>
            </a:r>
          </a:p>
          <a:p>
            <a:pPr marL="0" indent="0">
              <a:buNone/>
            </a:pPr>
            <a:r>
              <a:rPr lang="en-US"/>
              <a:t>   </a:t>
            </a:r>
            <a:r>
              <a:rPr lang="en-US" err="1"/>
              <a:t>int</a:t>
            </a:r>
            <a:r>
              <a:rPr lang="en-US"/>
              <a:t> </a:t>
            </a:r>
            <a:r>
              <a:rPr lang="en-US" err="1"/>
              <a:t>num</a:t>
            </a:r>
            <a:r>
              <a:rPr lang="en-US"/>
              <a:t>;</a:t>
            </a:r>
          </a:p>
          <a:p>
            <a:pPr marL="0" indent="0">
              <a:buNone/>
            </a:pPr>
            <a:r>
              <a:rPr lang="en-US"/>
              <a:t>   </a:t>
            </a:r>
            <a:r>
              <a:rPr lang="en-US" err="1"/>
              <a:t>printf</a:t>
            </a:r>
            <a:r>
              <a:rPr lang="en-US"/>
              <a:t>("</a:t>
            </a:r>
            <a:r>
              <a:rPr lang="en-US" err="1"/>
              <a:t>Pls</a:t>
            </a:r>
            <a:r>
              <a:rPr lang="en-US"/>
              <a:t> enter a number\n");</a:t>
            </a:r>
          </a:p>
          <a:p>
            <a:pPr marL="0" indent="0">
              <a:buNone/>
            </a:pPr>
            <a:r>
              <a:rPr lang="en-US"/>
              <a:t>   </a:t>
            </a:r>
            <a:r>
              <a:rPr lang="en-US" err="1"/>
              <a:t>scanf</a:t>
            </a:r>
            <a:r>
              <a:rPr lang="en-US"/>
              <a:t>("%d", &amp;</a:t>
            </a:r>
            <a:r>
              <a:rPr lang="en-US" err="1"/>
              <a:t>num</a:t>
            </a:r>
            <a:r>
              <a:rPr lang="en-US"/>
              <a:t>);</a:t>
            </a:r>
          </a:p>
          <a:p>
            <a:pPr marL="0" indent="0">
              <a:buNone/>
            </a:pPr>
            <a:r>
              <a:rPr lang="en-US"/>
              <a:t>   if (</a:t>
            </a:r>
            <a:r>
              <a:rPr lang="en-US" err="1"/>
              <a:t>num</a:t>
            </a:r>
            <a:r>
              <a:rPr lang="en-US"/>
              <a:t>&lt;0)</a:t>
            </a:r>
          </a:p>
          <a:p>
            <a:pPr marL="0" indent="0">
              <a:buNone/>
            </a:pPr>
            <a:r>
              <a:rPr lang="en-US"/>
              <a:t>   {</a:t>
            </a:r>
          </a:p>
          <a:p>
            <a:pPr marL="0" indent="0">
              <a:buNone/>
            </a:pPr>
            <a:r>
              <a:rPr lang="en-US"/>
              <a:t>       </a:t>
            </a:r>
            <a:r>
              <a:rPr lang="en-US" err="1"/>
              <a:t>printf</a:t>
            </a:r>
            <a:r>
              <a:rPr lang="en-US"/>
              <a:t>("</a:t>
            </a:r>
            <a:r>
              <a:rPr lang="en-US" err="1"/>
              <a:t>Pls</a:t>
            </a:r>
            <a:r>
              <a:rPr lang="en-US"/>
              <a:t> enter positive number\n");</a:t>
            </a:r>
          </a:p>
          <a:p>
            <a:pPr marL="0" indent="0">
              <a:buNone/>
            </a:pPr>
            <a:r>
              <a:rPr lang="en-US"/>
              <a:t>   }</a:t>
            </a:r>
          </a:p>
        </p:txBody>
      </p:sp>
    </p:spTree>
    <p:extLst>
      <p:ext uri="{BB962C8B-B14F-4D97-AF65-F5344CB8AC3E}">
        <p14:creationId xmlns:p14="http://schemas.microsoft.com/office/powerpoint/2010/main" val="518337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Factorial of a number</a:t>
            </a:r>
          </a:p>
        </p:txBody>
      </p:sp>
      <p:sp>
        <p:nvSpPr>
          <p:cNvPr id="3" name="Content Placeholder 2"/>
          <p:cNvSpPr>
            <a:spLocks noGrp="1"/>
          </p:cNvSpPr>
          <p:nvPr>
            <p:ph idx="1"/>
          </p:nvPr>
        </p:nvSpPr>
        <p:spPr/>
        <p:txBody>
          <a:bodyPr>
            <a:normAutofit lnSpcReduction="10000"/>
          </a:bodyPr>
          <a:lstStyle/>
          <a:p>
            <a:pPr marL="0" indent="0">
              <a:buNone/>
            </a:pPr>
            <a:r>
              <a:rPr lang="en-US"/>
              <a:t> else</a:t>
            </a:r>
          </a:p>
          <a:p>
            <a:pPr marL="0" indent="0">
              <a:buNone/>
            </a:pPr>
            <a:r>
              <a:rPr lang="en-US"/>
              <a:t>   {</a:t>
            </a:r>
          </a:p>
          <a:p>
            <a:pPr marL="0" indent="0">
              <a:buNone/>
            </a:pPr>
            <a:endParaRPr lang="en-US"/>
          </a:p>
          <a:p>
            <a:pPr marL="0" indent="0">
              <a:buNone/>
            </a:pPr>
            <a:r>
              <a:rPr lang="en-US"/>
              <a:t>      res= fact(</a:t>
            </a:r>
            <a:r>
              <a:rPr lang="en-US" err="1"/>
              <a:t>num</a:t>
            </a:r>
            <a:r>
              <a:rPr lang="en-US"/>
              <a:t>);</a:t>
            </a:r>
          </a:p>
          <a:p>
            <a:pPr marL="0" indent="0">
              <a:buNone/>
            </a:pPr>
            <a:r>
              <a:rPr lang="en-US"/>
              <a:t>   </a:t>
            </a:r>
            <a:r>
              <a:rPr lang="en-US" err="1"/>
              <a:t>printf</a:t>
            </a:r>
            <a:r>
              <a:rPr lang="en-US"/>
              <a:t>("\</a:t>
            </a:r>
            <a:r>
              <a:rPr lang="en-US" err="1"/>
              <a:t>nFactorial</a:t>
            </a:r>
            <a:r>
              <a:rPr lang="en-US"/>
              <a:t> of a number is %d\</a:t>
            </a:r>
            <a:r>
              <a:rPr lang="en-US" err="1"/>
              <a:t>n",res</a:t>
            </a:r>
            <a:r>
              <a:rPr lang="en-US"/>
              <a:t>);</a:t>
            </a:r>
          </a:p>
          <a:p>
            <a:pPr marL="0" indent="0">
              <a:buNone/>
            </a:pPr>
            <a:r>
              <a:rPr lang="en-US"/>
              <a:t>   }</a:t>
            </a:r>
          </a:p>
          <a:p>
            <a:pPr marL="0" indent="0">
              <a:buNone/>
            </a:pPr>
            <a:endParaRPr lang="en-US"/>
          </a:p>
          <a:p>
            <a:pPr marL="0" indent="0">
              <a:buNone/>
            </a:pPr>
            <a:r>
              <a:rPr lang="en-US"/>
              <a:t>    return 0;</a:t>
            </a:r>
          </a:p>
          <a:p>
            <a:pPr marL="0" indent="0">
              <a:buNone/>
            </a:pPr>
            <a:r>
              <a:rPr lang="en-US"/>
              <a:t>}</a:t>
            </a:r>
          </a:p>
        </p:txBody>
      </p:sp>
    </p:spTree>
    <p:extLst>
      <p:ext uri="{BB962C8B-B14F-4D97-AF65-F5344CB8AC3E}">
        <p14:creationId xmlns:p14="http://schemas.microsoft.com/office/powerpoint/2010/main" val="2068369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Fibonacci Numbers</a:t>
            </a:r>
          </a:p>
        </p:txBody>
      </p:sp>
      <p:pic>
        <p:nvPicPr>
          <p:cNvPr id="4" name="Content Placeholder 3"/>
          <p:cNvPicPr>
            <a:picLocks noGrp="1"/>
          </p:cNvPicPr>
          <p:nvPr>
            <p:ph idx="1"/>
          </p:nvPr>
        </p:nvPicPr>
        <p:blipFill>
          <a:blip r:embed="rId2"/>
          <a:stretch>
            <a:fillRect/>
          </a:stretch>
        </p:blipFill>
        <p:spPr>
          <a:xfrm>
            <a:off x="838200" y="2085870"/>
            <a:ext cx="10515600" cy="3830847"/>
          </a:xfrm>
          <a:prstGeom prst="rect">
            <a:avLst/>
          </a:prstGeom>
        </p:spPr>
      </p:pic>
    </p:spTree>
    <p:extLst>
      <p:ext uri="{BB962C8B-B14F-4D97-AF65-F5344CB8AC3E}">
        <p14:creationId xmlns:p14="http://schemas.microsoft.com/office/powerpoint/2010/main" val="3605205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Fibonacci Numbers</a:t>
            </a:r>
          </a:p>
        </p:txBody>
      </p:sp>
      <p:sp>
        <p:nvSpPr>
          <p:cNvPr id="3" name="Content Placeholder 2"/>
          <p:cNvSpPr>
            <a:spLocks noGrp="1"/>
          </p:cNvSpPr>
          <p:nvPr>
            <p:ph idx="1"/>
          </p:nvPr>
        </p:nvSpPr>
        <p:spPr/>
        <p:txBody>
          <a:bodyPr/>
          <a:lstStyle/>
          <a:p>
            <a:pPr marL="0" indent="0">
              <a:buNone/>
            </a:pPr>
            <a:r>
              <a:rPr lang="en-US" err="1"/>
              <a:t>int</a:t>
            </a:r>
            <a:r>
              <a:rPr lang="en-US"/>
              <a:t> main()</a:t>
            </a:r>
          </a:p>
          <a:p>
            <a:pPr marL="0" indent="0">
              <a:buNone/>
            </a:pPr>
            <a:r>
              <a:rPr lang="en-US"/>
              <a:t>{</a:t>
            </a:r>
          </a:p>
          <a:p>
            <a:pPr marL="0" indent="0">
              <a:buNone/>
            </a:pPr>
            <a:r>
              <a:rPr lang="en-US"/>
              <a:t>    </a:t>
            </a:r>
            <a:r>
              <a:rPr lang="en-US" err="1"/>
              <a:t>int</a:t>
            </a:r>
            <a:r>
              <a:rPr lang="en-US"/>
              <a:t> </a:t>
            </a:r>
            <a:r>
              <a:rPr lang="en-US" err="1"/>
              <a:t>i,j,k,m,n</a:t>
            </a:r>
            <a:r>
              <a:rPr lang="en-US"/>
              <a:t>;</a:t>
            </a:r>
          </a:p>
          <a:p>
            <a:pPr marL="0" indent="0">
              <a:buNone/>
            </a:pPr>
            <a:r>
              <a:rPr lang="en-US"/>
              <a:t>    j=1,k=1;</a:t>
            </a:r>
          </a:p>
          <a:p>
            <a:pPr marL="0" indent="0">
              <a:buNone/>
            </a:pPr>
            <a:r>
              <a:rPr lang="en-US"/>
              <a:t>    </a:t>
            </a:r>
            <a:r>
              <a:rPr lang="en-US" err="1"/>
              <a:t>printf</a:t>
            </a:r>
            <a:r>
              <a:rPr lang="en-US"/>
              <a:t>("ENTER THE NUMBER OF TERMS TO PRINT:\n");</a:t>
            </a:r>
          </a:p>
          <a:p>
            <a:pPr marL="0" indent="0">
              <a:buNone/>
            </a:pPr>
            <a:r>
              <a:rPr lang="en-US"/>
              <a:t>    </a:t>
            </a:r>
            <a:r>
              <a:rPr lang="en-US" err="1"/>
              <a:t>scanf</a:t>
            </a:r>
            <a:r>
              <a:rPr lang="en-US"/>
              <a:t>("%</a:t>
            </a:r>
            <a:r>
              <a:rPr lang="en-US" err="1"/>
              <a:t>d",&amp;n</a:t>
            </a:r>
            <a:r>
              <a:rPr lang="en-US"/>
              <a:t>);</a:t>
            </a:r>
          </a:p>
          <a:p>
            <a:pPr marL="0" indent="0">
              <a:buNone/>
            </a:pPr>
            <a:r>
              <a:rPr lang="en-US"/>
              <a:t>    </a:t>
            </a:r>
            <a:r>
              <a:rPr lang="en-US" err="1"/>
              <a:t>printf</a:t>
            </a:r>
            <a:r>
              <a:rPr lang="en-US"/>
              <a:t>("%d\</a:t>
            </a:r>
            <a:r>
              <a:rPr lang="en-US" err="1"/>
              <a:t>t",j</a:t>
            </a:r>
            <a:r>
              <a:rPr lang="en-US"/>
              <a:t>);</a:t>
            </a:r>
          </a:p>
          <a:p>
            <a:pPr marL="0" indent="0">
              <a:buNone/>
            </a:pPr>
            <a:r>
              <a:rPr lang="en-US"/>
              <a:t>    </a:t>
            </a:r>
            <a:r>
              <a:rPr lang="en-US" err="1"/>
              <a:t>printf</a:t>
            </a:r>
            <a:r>
              <a:rPr lang="en-US"/>
              <a:t>("%d\</a:t>
            </a:r>
            <a:r>
              <a:rPr lang="en-US" err="1"/>
              <a:t>t",k</a:t>
            </a:r>
            <a:r>
              <a:rPr lang="en-US"/>
              <a:t>);</a:t>
            </a:r>
          </a:p>
        </p:txBody>
      </p:sp>
    </p:spTree>
    <p:extLst>
      <p:ext uri="{BB962C8B-B14F-4D97-AF65-F5344CB8AC3E}">
        <p14:creationId xmlns:p14="http://schemas.microsoft.com/office/powerpoint/2010/main" val="134208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Fibonacci Numbers</a:t>
            </a:r>
          </a:p>
        </p:txBody>
      </p:sp>
      <p:sp>
        <p:nvSpPr>
          <p:cNvPr id="3" name="Content Placeholder 2"/>
          <p:cNvSpPr>
            <a:spLocks noGrp="1"/>
          </p:cNvSpPr>
          <p:nvPr>
            <p:ph idx="1"/>
          </p:nvPr>
        </p:nvSpPr>
        <p:spPr/>
        <p:txBody>
          <a:bodyPr>
            <a:normAutofit fontScale="92500" lnSpcReduction="20000"/>
          </a:bodyPr>
          <a:lstStyle/>
          <a:p>
            <a:pPr marL="0" indent="0">
              <a:buNone/>
            </a:pPr>
            <a:r>
              <a:rPr lang="en-US"/>
              <a:t> for(</a:t>
            </a:r>
            <a:r>
              <a:rPr lang="en-US" err="1"/>
              <a:t>i</a:t>
            </a:r>
            <a:r>
              <a:rPr lang="en-US"/>
              <a:t>=0;i&lt;n-2;i++)</a:t>
            </a:r>
          </a:p>
          <a:p>
            <a:pPr marL="0" indent="0">
              <a:buNone/>
            </a:pPr>
            <a:r>
              <a:rPr lang="en-US"/>
              <a:t>    {</a:t>
            </a:r>
          </a:p>
          <a:p>
            <a:pPr marL="0" indent="0">
              <a:buNone/>
            </a:pPr>
            <a:r>
              <a:rPr lang="en-US"/>
              <a:t>        m=k;</a:t>
            </a:r>
          </a:p>
          <a:p>
            <a:pPr marL="0" indent="0">
              <a:buNone/>
            </a:pPr>
            <a:r>
              <a:rPr lang="en-US"/>
              <a:t>        k=</a:t>
            </a:r>
            <a:r>
              <a:rPr lang="en-US" err="1"/>
              <a:t>k+j</a:t>
            </a:r>
            <a:r>
              <a:rPr lang="en-US"/>
              <a:t>;</a:t>
            </a:r>
          </a:p>
          <a:p>
            <a:pPr marL="0" indent="0">
              <a:buNone/>
            </a:pPr>
            <a:r>
              <a:rPr lang="en-US"/>
              <a:t>        j=m;</a:t>
            </a:r>
          </a:p>
          <a:p>
            <a:pPr marL="0" indent="0">
              <a:buNone/>
            </a:pPr>
            <a:r>
              <a:rPr lang="en-US"/>
              <a:t>        </a:t>
            </a:r>
            <a:r>
              <a:rPr lang="en-US" err="1"/>
              <a:t>printf</a:t>
            </a:r>
            <a:r>
              <a:rPr lang="en-US"/>
              <a:t>("%d\</a:t>
            </a:r>
            <a:r>
              <a:rPr lang="en-US" err="1"/>
              <a:t>t",k</a:t>
            </a:r>
            <a:r>
              <a:rPr lang="en-US"/>
              <a:t>);</a:t>
            </a:r>
          </a:p>
          <a:p>
            <a:pPr marL="0" indent="0">
              <a:buNone/>
            </a:pPr>
            <a:r>
              <a:rPr lang="en-US"/>
              <a:t>    }</a:t>
            </a:r>
          </a:p>
          <a:p>
            <a:pPr marL="0" indent="0">
              <a:buNone/>
            </a:pPr>
            <a:endParaRPr lang="en-US"/>
          </a:p>
          <a:p>
            <a:pPr marL="0" indent="0">
              <a:buNone/>
            </a:pPr>
            <a:r>
              <a:rPr lang="en-US"/>
              <a:t>    return 0;</a:t>
            </a:r>
          </a:p>
          <a:p>
            <a:pPr marL="0" indent="0">
              <a:buNone/>
            </a:pPr>
            <a:r>
              <a:rPr lang="en-US"/>
              <a:t>}</a:t>
            </a:r>
          </a:p>
        </p:txBody>
      </p:sp>
    </p:spTree>
    <p:extLst>
      <p:ext uri="{BB962C8B-B14F-4D97-AF65-F5344CB8AC3E}">
        <p14:creationId xmlns:p14="http://schemas.microsoft.com/office/powerpoint/2010/main" val="13162779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B97354-5A67-4E48-B8AE-1F221AFCE00B}" type="slidenum">
              <a:rPr lang="zh-CN" altLang="en-US">
                <a:solidFill>
                  <a:srgbClr val="898989"/>
                </a:solidFill>
                <a:latin typeface="Calibri" panose="020F0502020204030204" pitchFamily="34" charset="0"/>
              </a:rPr>
              <a:pPr eaLnBrk="1" hangingPunct="1"/>
              <a:t>34</a:t>
            </a:fld>
            <a:endParaRPr lang="en-US" altLang="zh-CN">
              <a:solidFill>
                <a:srgbClr val="898989"/>
              </a:solidFill>
              <a:latin typeface="Calibri" panose="020F0502020204030204" pitchFamily="34" charset="0"/>
            </a:endParaRPr>
          </a:p>
        </p:txBody>
      </p:sp>
      <p:pic>
        <p:nvPicPr>
          <p:cNvPr id="2053" name="Picture 3" descr="G:\Documents\UCSD\Winter 10\CSE 20\a(4n) copy.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4800600"/>
            <a:ext cx="25146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4" name="Title 1"/>
          <p:cNvSpPr>
            <a:spLocks noGrp="1"/>
          </p:cNvSpPr>
          <p:nvPr>
            <p:ph type="title"/>
          </p:nvPr>
        </p:nvSpPr>
        <p:spPr>
          <a:xfrm>
            <a:off x="1981200" y="274638"/>
            <a:ext cx="8229600" cy="1020762"/>
          </a:xfrm>
        </p:spPr>
        <p:txBody>
          <a:bodyPr>
            <a:normAutofit/>
          </a:bodyPr>
          <a:lstStyle/>
          <a:p>
            <a:endParaRPr lang="en-US" altLang="zh-CN">
              <a:ea typeface="等线 Light"/>
              <a:cs typeface="Calibri Light"/>
            </a:endParaRPr>
          </a:p>
        </p:txBody>
      </p:sp>
      <p:sp>
        <p:nvSpPr>
          <p:cNvPr id="2055" name="Content Placeholder 2"/>
          <p:cNvSpPr>
            <a:spLocks noGrp="1"/>
          </p:cNvSpPr>
          <p:nvPr>
            <p:ph idx="1"/>
          </p:nvPr>
        </p:nvSpPr>
        <p:spPr>
          <a:xfrm>
            <a:off x="1981200" y="1371600"/>
            <a:ext cx="8458200" cy="4267200"/>
          </a:xfrm>
        </p:spPr>
        <p:txBody>
          <a:bodyPr>
            <a:normAutofit lnSpcReduction="10000"/>
          </a:bodyPr>
          <a:lstStyle/>
          <a:p>
            <a:pPr eaLnBrk="1" hangingPunct="1">
              <a:lnSpc>
                <a:spcPct val="80000"/>
              </a:lnSpc>
            </a:pPr>
            <a:r>
              <a:rPr lang="en-US" altLang="zh-CN" sz="2700"/>
              <a:t>(0,0) (0,1) (0,2) (0,3) (0,4) (0,5) (0,6) (0,7)</a:t>
            </a:r>
          </a:p>
          <a:p>
            <a:pPr eaLnBrk="1" hangingPunct="1">
              <a:lnSpc>
                <a:spcPct val="80000"/>
              </a:lnSpc>
              <a:buFont typeface="Arial" panose="020B0604020202020204" pitchFamily="34" charset="0"/>
              <a:buNone/>
            </a:pPr>
            <a:r>
              <a:rPr lang="en-US" altLang="zh-CN" sz="2700"/>
              <a:t>       1        2	 3      4	      5	  6        7       8           A(0,n)=n+1</a:t>
            </a:r>
          </a:p>
          <a:p>
            <a:pPr eaLnBrk="1" hangingPunct="1">
              <a:lnSpc>
                <a:spcPct val="80000"/>
              </a:lnSpc>
            </a:pPr>
            <a:r>
              <a:rPr lang="en-US" altLang="zh-CN" sz="2700"/>
              <a:t>(1,0) (1,1) (1,2) (1,3) (1,4) (1,5) (1,6) (1,7)</a:t>
            </a:r>
          </a:p>
          <a:p>
            <a:pPr eaLnBrk="1" hangingPunct="1">
              <a:lnSpc>
                <a:spcPct val="80000"/>
              </a:lnSpc>
              <a:buFont typeface="Arial" panose="020B0604020202020204" pitchFamily="34" charset="0"/>
              <a:buNone/>
            </a:pPr>
            <a:r>
              <a:rPr lang="en-US" altLang="zh-CN" sz="2700"/>
              <a:t>        2	   3	4       5	      6	  7	8      9           A(1,n)=n+2</a:t>
            </a:r>
          </a:p>
          <a:p>
            <a:pPr eaLnBrk="1" hangingPunct="1">
              <a:lnSpc>
                <a:spcPct val="80000"/>
              </a:lnSpc>
            </a:pPr>
            <a:r>
              <a:rPr lang="en-US" altLang="zh-CN" sz="2700"/>
              <a:t>(2,0) (2,1) (2,2) (2,3) (2,4)(2,5)</a:t>
            </a:r>
          </a:p>
          <a:p>
            <a:pPr eaLnBrk="1" hangingPunct="1">
              <a:lnSpc>
                <a:spcPct val="80000"/>
              </a:lnSpc>
              <a:buFont typeface="Arial" panose="020B0604020202020204" pitchFamily="34" charset="0"/>
              <a:buNone/>
            </a:pPr>
            <a:r>
              <a:rPr lang="en-US" altLang="zh-CN" sz="2700"/>
              <a:t>	  3	     5	  7     9       11   13		         A(2,n)=2n+3</a:t>
            </a:r>
          </a:p>
          <a:p>
            <a:pPr eaLnBrk="1" hangingPunct="1">
              <a:lnSpc>
                <a:spcPct val="80000"/>
              </a:lnSpc>
            </a:pPr>
            <a:r>
              <a:rPr lang="en-US" altLang="zh-CN" sz="2700"/>
              <a:t>(3,0) (3,1) (3,2)				</a:t>
            </a:r>
          </a:p>
          <a:p>
            <a:pPr eaLnBrk="1" hangingPunct="1">
              <a:lnSpc>
                <a:spcPct val="80000"/>
              </a:lnSpc>
              <a:buFont typeface="Arial" panose="020B0604020202020204" pitchFamily="34" charset="0"/>
              <a:buNone/>
            </a:pPr>
            <a:r>
              <a:rPr lang="en-US" altLang="zh-CN" sz="2700"/>
              <a:t>	  5	   13	29				 A(3,n)=</a:t>
            </a:r>
          </a:p>
          <a:p>
            <a:pPr eaLnBrk="1" hangingPunct="1">
              <a:lnSpc>
                <a:spcPct val="80000"/>
              </a:lnSpc>
            </a:pPr>
            <a:r>
              <a:rPr lang="en-US" altLang="zh-CN" sz="2700"/>
              <a:t>(4,0)(4,1)					</a:t>
            </a:r>
          </a:p>
          <a:p>
            <a:pPr eaLnBrk="1" hangingPunct="1">
              <a:lnSpc>
                <a:spcPct val="80000"/>
              </a:lnSpc>
              <a:buFont typeface="Arial" panose="020B0604020202020204" pitchFamily="34" charset="0"/>
              <a:buNone/>
            </a:pPr>
            <a:r>
              <a:rPr lang="en-US" altLang="zh-CN" sz="2700"/>
              <a:t>	 13	 65533</a:t>
            </a:r>
          </a:p>
        </p:txBody>
      </p:sp>
      <p:graphicFrame>
        <p:nvGraphicFramePr>
          <p:cNvPr id="2050" name="Object 2"/>
          <p:cNvGraphicFramePr>
            <a:graphicFrameLocks noChangeAspect="1"/>
          </p:cNvGraphicFramePr>
          <p:nvPr/>
        </p:nvGraphicFramePr>
        <p:xfrm>
          <a:off x="2798763" y="5913438"/>
          <a:ext cx="6672262" cy="715962"/>
        </p:xfrm>
        <a:graphic>
          <a:graphicData uri="http://schemas.openxmlformats.org/presentationml/2006/ole">
            <mc:AlternateContent xmlns:mc="http://schemas.openxmlformats.org/markup-compatibility/2006">
              <mc:Choice xmlns:v="urn:schemas-microsoft-com:vml" Requires="v">
                <p:oleObj spid="_x0000_s56321" name="Equation" r:id="rId4" imgW="2603160" imgH="279360" progId="Equation.3">
                  <p:embed/>
                </p:oleObj>
              </mc:Choice>
              <mc:Fallback>
                <p:oleObj name="Equation" r:id="rId4" imgW="2603160" imgH="279360" progId="Equation.3">
                  <p:embed/>
                  <p:pic>
                    <p:nvPicPr>
                      <p:cNvPr id="205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8763" y="5913438"/>
                        <a:ext cx="6672262" cy="715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7"/>
          <p:cNvGraphicFramePr>
            <a:graphicFrameLocks noChangeAspect="1"/>
          </p:cNvGraphicFramePr>
          <p:nvPr/>
        </p:nvGraphicFramePr>
        <p:xfrm>
          <a:off x="8686800" y="4114800"/>
          <a:ext cx="1409700" cy="577850"/>
        </p:xfrm>
        <a:graphic>
          <a:graphicData uri="http://schemas.openxmlformats.org/presentationml/2006/ole">
            <mc:AlternateContent xmlns:mc="http://schemas.openxmlformats.org/markup-compatibility/2006">
              <mc:Choice xmlns:v="urn:schemas-microsoft-com:vml" Requires="v">
                <p:oleObj spid="_x0000_s56322" name="Equation" r:id="rId6" imgW="495000" imgH="203040" progId="Equation.3">
                  <p:embed/>
                </p:oleObj>
              </mc:Choice>
              <mc:Fallback>
                <p:oleObj name="Equation" r:id="rId6" imgW="495000" imgH="203040" progId="Equation.3">
                  <p:embed/>
                  <p:pic>
                    <p:nvPicPr>
                      <p:cNvPr id="2051"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86800" y="4114800"/>
                        <a:ext cx="1409700"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a:extLst>
              <a:ext uri="{FF2B5EF4-FFF2-40B4-BE49-F238E27FC236}">
                <a16:creationId xmlns:a16="http://schemas.microsoft.com/office/drawing/2014/main" id="{7062DFE0-A2B6-C8D4-E9D3-793A6B99A4FC}"/>
              </a:ext>
            </a:extLst>
          </p:cNvPr>
          <p:cNvSpPr txBox="1"/>
          <p:nvPr/>
        </p:nvSpPr>
        <p:spPr>
          <a:xfrm>
            <a:off x="4724400" y="3200400"/>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cs typeface="Calibri"/>
            </a:endParaRPr>
          </a:p>
          <a:p>
            <a:pPr algn="l"/>
            <a:endParaRPr lang="en-US">
              <a:cs typeface="Calibri"/>
            </a:endParaRPr>
          </a:p>
        </p:txBody>
      </p:sp>
    </p:spTree>
    <p:extLst>
      <p:ext uri="{BB962C8B-B14F-4D97-AF65-F5344CB8AC3E}">
        <p14:creationId xmlns:p14="http://schemas.microsoft.com/office/powerpoint/2010/main" val="1958902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Ackermann Problem</a:t>
            </a:r>
            <a:endParaRPr lang="en-US"/>
          </a:p>
        </p:txBody>
      </p:sp>
      <p:sp>
        <p:nvSpPr>
          <p:cNvPr id="3" name="Content Placeholder 2"/>
          <p:cNvSpPr>
            <a:spLocks noGrp="1"/>
          </p:cNvSpPr>
          <p:nvPr>
            <p:ph idx="1"/>
          </p:nvPr>
        </p:nvSpPr>
        <p:spPr>
          <a:xfrm>
            <a:off x="838200" y="1825625"/>
            <a:ext cx="10595994" cy="4351338"/>
          </a:xfrm>
        </p:spPr>
        <p:txBody>
          <a:bodyPr>
            <a:normAutofit fontScale="55000" lnSpcReduction="20000"/>
          </a:bodyPr>
          <a:lstStyle/>
          <a:p>
            <a:pPr marL="0" indent="0">
              <a:buNone/>
            </a:pPr>
            <a:r>
              <a:rPr lang="en-US"/>
              <a:t>#include &lt;</a:t>
            </a:r>
            <a:r>
              <a:rPr lang="en-US" err="1"/>
              <a:t>stdio.h</a:t>
            </a:r>
            <a:r>
              <a:rPr lang="en-US"/>
              <a:t>&gt;</a:t>
            </a:r>
          </a:p>
          <a:p>
            <a:pPr marL="0" indent="0">
              <a:buNone/>
            </a:pPr>
            <a:r>
              <a:rPr lang="en-US"/>
              <a:t>#include &lt;</a:t>
            </a:r>
            <a:r>
              <a:rPr lang="en-US" err="1"/>
              <a:t>stdlib.h</a:t>
            </a:r>
            <a:r>
              <a:rPr lang="en-US"/>
              <a:t>&gt;</a:t>
            </a:r>
          </a:p>
          <a:p>
            <a:pPr marL="0" indent="0">
              <a:buNone/>
            </a:pPr>
            <a:endParaRPr lang="en-US"/>
          </a:p>
          <a:p>
            <a:pPr marL="0" indent="0">
              <a:buNone/>
            </a:pPr>
            <a:r>
              <a:rPr lang="en-US" err="1"/>
              <a:t>int</a:t>
            </a:r>
            <a:r>
              <a:rPr lang="en-US"/>
              <a:t> </a:t>
            </a:r>
            <a:r>
              <a:rPr lang="en-US" err="1"/>
              <a:t>ack</a:t>
            </a:r>
            <a:r>
              <a:rPr lang="en-US"/>
              <a:t>(</a:t>
            </a:r>
            <a:r>
              <a:rPr lang="en-US" err="1"/>
              <a:t>int</a:t>
            </a:r>
            <a:r>
              <a:rPr lang="en-US"/>
              <a:t> m, </a:t>
            </a:r>
            <a:r>
              <a:rPr lang="en-US" err="1"/>
              <a:t>int</a:t>
            </a:r>
            <a:r>
              <a:rPr lang="en-US"/>
              <a:t> n)</a:t>
            </a:r>
          </a:p>
          <a:p>
            <a:pPr marL="0" indent="0">
              <a:buNone/>
            </a:pPr>
            <a:r>
              <a:rPr lang="en-US"/>
              <a:t>{</a:t>
            </a:r>
          </a:p>
          <a:p>
            <a:pPr marL="0" indent="0">
              <a:buNone/>
            </a:pPr>
            <a:r>
              <a:rPr lang="en-US"/>
              <a:t>    if (m == 0){</a:t>
            </a:r>
          </a:p>
          <a:p>
            <a:pPr marL="0" indent="0">
              <a:buNone/>
            </a:pPr>
            <a:r>
              <a:rPr lang="en-US"/>
              <a:t>        return n + 1;</a:t>
            </a:r>
          </a:p>
          <a:p>
            <a:pPr marL="0" indent="0">
              <a:buNone/>
            </a:pPr>
            <a:r>
              <a:rPr lang="en-US"/>
              <a:t>    }</a:t>
            </a:r>
          </a:p>
          <a:p>
            <a:pPr marL="0" indent="0">
              <a:buNone/>
            </a:pPr>
            <a:r>
              <a:rPr lang="en-US"/>
              <a:t>    else if((m &gt; 0) &amp;&amp; (n == 0)){</a:t>
            </a:r>
          </a:p>
          <a:p>
            <a:pPr marL="0" indent="0">
              <a:buNone/>
            </a:pPr>
            <a:r>
              <a:rPr lang="en-US"/>
              <a:t>        return </a:t>
            </a:r>
            <a:r>
              <a:rPr lang="en-US" err="1"/>
              <a:t>ack</a:t>
            </a:r>
            <a:r>
              <a:rPr lang="en-US"/>
              <a:t>(m - 1, 1);</a:t>
            </a:r>
          </a:p>
          <a:p>
            <a:pPr marL="0" indent="0">
              <a:buNone/>
            </a:pPr>
            <a:r>
              <a:rPr lang="en-US"/>
              <a:t>    }</a:t>
            </a:r>
          </a:p>
          <a:p>
            <a:pPr marL="0" indent="0">
              <a:buNone/>
            </a:pPr>
            <a:r>
              <a:rPr lang="en-US"/>
              <a:t>    else if((m &gt; 0) &amp;&amp; (n &gt; 0)){</a:t>
            </a:r>
          </a:p>
          <a:p>
            <a:pPr marL="0" indent="0">
              <a:buNone/>
            </a:pPr>
            <a:r>
              <a:rPr lang="en-US"/>
              <a:t>        return </a:t>
            </a:r>
            <a:r>
              <a:rPr lang="en-US" err="1"/>
              <a:t>ack</a:t>
            </a:r>
            <a:r>
              <a:rPr lang="en-US"/>
              <a:t>(m - 1, </a:t>
            </a:r>
            <a:r>
              <a:rPr lang="en-US" err="1"/>
              <a:t>ack</a:t>
            </a:r>
            <a:r>
              <a:rPr lang="en-US"/>
              <a:t>(m, n - 1));</a:t>
            </a:r>
          </a:p>
          <a:p>
            <a:pPr marL="0" indent="0">
              <a:buNone/>
            </a:pPr>
            <a:r>
              <a:rPr lang="en-US"/>
              <a:t>    }</a:t>
            </a:r>
          </a:p>
          <a:p>
            <a:pPr marL="0" indent="0">
              <a:buNone/>
            </a:pPr>
            <a:r>
              <a:rPr lang="en-US"/>
              <a:t>}</a:t>
            </a:r>
          </a:p>
          <a:p>
            <a:pPr marL="0" indent="0">
              <a:buNone/>
            </a:pPr>
            <a:endParaRPr lang="en-US"/>
          </a:p>
        </p:txBody>
      </p:sp>
    </p:spTree>
    <p:extLst>
      <p:ext uri="{BB962C8B-B14F-4D97-AF65-F5344CB8AC3E}">
        <p14:creationId xmlns:p14="http://schemas.microsoft.com/office/powerpoint/2010/main" val="3546693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Ackermann Problem</a:t>
            </a:r>
          </a:p>
        </p:txBody>
      </p:sp>
      <p:sp>
        <p:nvSpPr>
          <p:cNvPr id="3" name="Content Placeholder 2"/>
          <p:cNvSpPr>
            <a:spLocks noGrp="1"/>
          </p:cNvSpPr>
          <p:nvPr>
            <p:ph idx="1"/>
          </p:nvPr>
        </p:nvSpPr>
        <p:spPr/>
        <p:txBody>
          <a:bodyPr/>
          <a:lstStyle/>
          <a:p>
            <a:pPr marL="0" indent="0">
              <a:buNone/>
            </a:pPr>
            <a:r>
              <a:rPr lang="en-US" err="1"/>
              <a:t>int</a:t>
            </a:r>
            <a:r>
              <a:rPr lang="en-US"/>
              <a:t> main()</a:t>
            </a:r>
          </a:p>
          <a:p>
            <a:pPr marL="0" indent="0">
              <a:buNone/>
            </a:pPr>
            <a:r>
              <a:rPr lang="en-US"/>
              <a:t>{</a:t>
            </a:r>
          </a:p>
          <a:p>
            <a:pPr marL="0" indent="0">
              <a:buNone/>
            </a:pPr>
            <a:r>
              <a:rPr lang="en-US"/>
              <a:t>    </a:t>
            </a:r>
            <a:r>
              <a:rPr lang="en-US" err="1"/>
              <a:t>int</a:t>
            </a:r>
            <a:r>
              <a:rPr lang="en-US"/>
              <a:t> res;</a:t>
            </a:r>
          </a:p>
          <a:p>
            <a:pPr marL="0" indent="0">
              <a:buNone/>
            </a:pPr>
            <a:r>
              <a:rPr lang="en-US"/>
              <a:t>    res = </a:t>
            </a:r>
            <a:r>
              <a:rPr lang="en-US" err="1"/>
              <a:t>ack</a:t>
            </a:r>
            <a:r>
              <a:rPr lang="en-US"/>
              <a:t>(1, 2);</a:t>
            </a:r>
          </a:p>
          <a:p>
            <a:pPr marL="0" indent="0">
              <a:buNone/>
            </a:pPr>
            <a:r>
              <a:rPr lang="en-US"/>
              <a:t>    </a:t>
            </a:r>
            <a:r>
              <a:rPr lang="en-US" err="1"/>
              <a:t>printf</a:t>
            </a:r>
            <a:r>
              <a:rPr lang="en-US"/>
              <a:t>("%d ", res);</a:t>
            </a:r>
          </a:p>
          <a:p>
            <a:pPr marL="0" indent="0">
              <a:buNone/>
            </a:pPr>
            <a:r>
              <a:rPr lang="en-US"/>
              <a:t>    return 0;</a:t>
            </a:r>
          </a:p>
          <a:p>
            <a:pPr marL="0" indent="0">
              <a:buNone/>
            </a:pPr>
            <a:r>
              <a:rPr lang="en-US"/>
              <a:t>}</a:t>
            </a:r>
          </a:p>
          <a:p>
            <a:pPr marL="0" indent="0">
              <a:buNone/>
            </a:pPr>
            <a:endParaRPr lang="en-US"/>
          </a:p>
        </p:txBody>
      </p:sp>
    </p:spTree>
    <p:extLst>
      <p:ext uri="{BB962C8B-B14F-4D97-AF65-F5344CB8AC3E}">
        <p14:creationId xmlns:p14="http://schemas.microsoft.com/office/powerpoint/2010/main" val="16358200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Ackermann Problem</a:t>
            </a:r>
          </a:p>
        </p:txBody>
      </p:sp>
      <p:pic>
        <p:nvPicPr>
          <p:cNvPr id="4" name="Content Placeholder 3"/>
          <p:cNvPicPr>
            <a:picLocks noGrp="1" noChangeAspect="1"/>
          </p:cNvPicPr>
          <p:nvPr>
            <p:ph idx="1"/>
          </p:nvPr>
        </p:nvPicPr>
        <p:blipFill>
          <a:blip r:embed="rId2"/>
          <a:stretch>
            <a:fillRect/>
          </a:stretch>
        </p:blipFill>
        <p:spPr>
          <a:xfrm>
            <a:off x="2947987" y="3582194"/>
            <a:ext cx="6296025" cy="838200"/>
          </a:xfrm>
          <a:prstGeom prst="rect">
            <a:avLst/>
          </a:prstGeom>
        </p:spPr>
      </p:pic>
    </p:spTree>
    <p:extLst>
      <p:ext uri="{BB962C8B-B14F-4D97-AF65-F5344CB8AC3E}">
        <p14:creationId xmlns:p14="http://schemas.microsoft.com/office/powerpoint/2010/main" val="1640371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pic>
        <p:nvPicPr>
          <p:cNvPr id="8" name="Content Placeholder 7"/>
          <p:cNvPicPr>
            <a:picLocks noGrp="1" noChangeAspect="1"/>
          </p:cNvPicPr>
          <p:nvPr>
            <p:ph idx="1"/>
          </p:nvPr>
        </p:nvPicPr>
        <p:blipFill>
          <a:blip r:embed="rId2"/>
          <a:stretch>
            <a:fillRect/>
          </a:stretch>
        </p:blipFill>
        <p:spPr>
          <a:xfrm>
            <a:off x="654341" y="1333850"/>
            <a:ext cx="10821798" cy="4843113"/>
          </a:xfrm>
          <a:prstGeom prst="rect">
            <a:avLst/>
          </a:prstGeom>
        </p:spPr>
      </p:pic>
    </p:spTree>
    <p:extLst>
      <p:ext uri="{BB962C8B-B14F-4D97-AF65-F5344CB8AC3E}">
        <p14:creationId xmlns:p14="http://schemas.microsoft.com/office/powerpoint/2010/main" val="2358323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pic>
        <p:nvPicPr>
          <p:cNvPr id="5" name="Content Placeholder 4"/>
          <p:cNvPicPr>
            <a:picLocks noGrp="1" noChangeAspect="1"/>
          </p:cNvPicPr>
          <p:nvPr>
            <p:ph idx="1"/>
          </p:nvPr>
        </p:nvPicPr>
        <p:blipFill>
          <a:blip r:embed="rId2"/>
          <a:stretch>
            <a:fillRect/>
          </a:stretch>
        </p:blipFill>
        <p:spPr>
          <a:xfrm>
            <a:off x="1116344" y="1825625"/>
            <a:ext cx="9959312" cy="4351338"/>
          </a:xfrm>
          <a:prstGeom prst="rect">
            <a:avLst/>
          </a:prstGeom>
        </p:spPr>
      </p:pic>
    </p:spTree>
    <p:extLst>
      <p:ext uri="{BB962C8B-B14F-4D97-AF65-F5344CB8AC3E}">
        <p14:creationId xmlns:p14="http://schemas.microsoft.com/office/powerpoint/2010/main" val="617029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pic>
        <p:nvPicPr>
          <p:cNvPr id="4" name="Content Placeholder 3"/>
          <p:cNvPicPr>
            <a:picLocks noGrp="1" noChangeAspect="1"/>
          </p:cNvPicPr>
          <p:nvPr>
            <p:ph idx="1"/>
          </p:nvPr>
        </p:nvPicPr>
        <p:blipFill>
          <a:blip r:embed="rId2"/>
          <a:stretch>
            <a:fillRect/>
          </a:stretch>
        </p:blipFill>
        <p:spPr>
          <a:xfrm>
            <a:off x="906011" y="1107347"/>
            <a:ext cx="9773174" cy="5069616"/>
          </a:xfrm>
          <a:prstGeom prst="rect">
            <a:avLst/>
          </a:prstGeom>
        </p:spPr>
      </p:pic>
    </p:spTree>
    <p:extLst>
      <p:ext uri="{BB962C8B-B14F-4D97-AF65-F5344CB8AC3E}">
        <p14:creationId xmlns:p14="http://schemas.microsoft.com/office/powerpoint/2010/main" val="11139743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pic>
        <p:nvPicPr>
          <p:cNvPr id="5" name="Content Placeholder 4"/>
          <p:cNvPicPr>
            <a:picLocks noGrp="1" noChangeAspect="1"/>
          </p:cNvPicPr>
          <p:nvPr>
            <p:ph idx="1"/>
          </p:nvPr>
        </p:nvPicPr>
        <p:blipFill>
          <a:blip r:embed="rId2"/>
          <a:stretch>
            <a:fillRect/>
          </a:stretch>
        </p:blipFill>
        <p:spPr>
          <a:xfrm>
            <a:off x="1309528" y="1825625"/>
            <a:ext cx="9572943" cy="4351338"/>
          </a:xfrm>
          <a:prstGeom prst="rect">
            <a:avLst/>
          </a:prstGeom>
        </p:spPr>
      </p:pic>
    </p:spTree>
    <p:extLst>
      <p:ext uri="{BB962C8B-B14F-4D97-AF65-F5344CB8AC3E}">
        <p14:creationId xmlns:p14="http://schemas.microsoft.com/office/powerpoint/2010/main" val="25934102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pic>
        <p:nvPicPr>
          <p:cNvPr id="4" name="Content Placeholder 3"/>
          <p:cNvPicPr>
            <a:picLocks noGrp="1" noChangeAspect="1"/>
          </p:cNvPicPr>
          <p:nvPr>
            <p:ph idx="1"/>
          </p:nvPr>
        </p:nvPicPr>
        <p:blipFill>
          <a:blip r:embed="rId2"/>
          <a:stretch>
            <a:fillRect/>
          </a:stretch>
        </p:blipFill>
        <p:spPr>
          <a:xfrm>
            <a:off x="838200" y="2158069"/>
            <a:ext cx="10515600" cy="3686450"/>
          </a:xfrm>
          <a:prstGeom prst="rect">
            <a:avLst/>
          </a:prstGeom>
        </p:spPr>
      </p:pic>
    </p:spTree>
    <p:extLst>
      <p:ext uri="{BB962C8B-B14F-4D97-AF65-F5344CB8AC3E}">
        <p14:creationId xmlns:p14="http://schemas.microsoft.com/office/powerpoint/2010/main" val="1240272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sp>
        <p:nvSpPr>
          <p:cNvPr id="3" name="Content Placeholder 2"/>
          <p:cNvSpPr>
            <a:spLocks noGrp="1"/>
          </p:cNvSpPr>
          <p:nvPr>
            <p:ph idx="1"/>
          </p:nvPr>
        </p:nvSpPr>
        <p:spPr/>
        <p:txBody>
          <a:bodyPr vert="horz" lIns="91440" tIns="45720" rIns="91440" bIns="45720" rtlCol="0" anchor="t">
            <a:normAutofit fontScale="92500" lnSpcReduction="20000"/>
          </a:bodyPr>
          <a:lstStyle/>
          <a:p>
            <a:pPr marL="0" indent="0">
              <a:buNone/>
            </a:pPr>
            <a:r>
              <a:rPr lang="en-US"/>
              <a:t>QUICK(A,N,BEG,LOC)</a:t>
            </a:r>
          </a:p>
          <a:p>
            <a:pPr marL="0" indent="0">
              <a:buNone/>
            </a:pPr>
            <a:r>
              <a:rPr lang="en-US"/>
              <a:t>Here A is an array with N elements. Parameter BEG and END contain the boundary values of the </a:t>
            </a:r>
            <a:r>
              <a:rPr lang="en-US" err="1"/>
              <a:t>sublist</a:t>
            </a:r>
            <a:r>
              <a:rPr lang="en-US"/>
              <a:t> of A to which this procedure applies. </a:t>
            </a:r>
            <a:r>
              <a:rPr lang="en-US" err="1"/>
              <a:t>Loc</a:t>
            </a:r>
            <a:r>
              <a:rPr lang="en-US"/>
              <a:t> keeps track of the position of the first element A[BEG] of the </a:t>
            </a:r>
            <a:r>
              <a:rPr lang="en-US" err="1"/>
              <a:t>sublist</a:t>
            </a:r>
            <a:r>
              <a:rPr lang="en-US"/>
              <a:t> during the procedure. The local variable LEFT and Right will contain the boundary values of the list of elements that have not been scanned.</a:t>
            </a:r>
          </a:p>
          <a:p>
            <a:pPr marL="0" indent="0">
              <a:buNone/>
            </a:pPr>
            <a:r>
              <a:rPr lang="en-US"/>
              <a:t>1	     LEFT = BEG, RIGHT = END and LOC = BEG</a:t>
            </a:r>
          </a:p>
          <a:p>
            <a:pPr marL="0" indent="0">
              <a:buNone/>
            </a:pPr>
            <a:r>
              <a:rPr lang="en-US"/>
              <a:t>2	[Scan from right to left]</a:t>
            </a:r>
          </a:p>
          <a:p>
            <a:pPr marL="0" indent="0">
              <a:buNone/>
            </a:pPr>
            <a:r>
              <a:rPr lang="en-US"/>
              <a:t>(a)	Repeat while A[LOC]  ≤ A[RIGHT] and LOC ≠ RIGHT</a:t>
            </a:r>
          </a:p>
          <a:p>
            <a:pPr marL="0" indent="0">
              <a:buNone/>
            </a:pPr>
            <a:r>
              <a:rPr lang="en-US"/>
              <a:t>		RIGHT = RIGHT -1</a:t>
            </a:r>
          </a:p>
          <a:p>
            <a:pPr marL="0" indent="0">
              <a:buNone/>
            </a:pPr>
            <a:r>
              <a:rPr lang="en-US"/>
              <a:t>		[END OF LOOP]</a:t>
            </a:r>
          </a:p>
          <a:p>
            <a:pPr marL="0" indent="0">
              <a:buNone/>
            </a:pPr>
            <a:r>
              <a:rPr lang="en-US"/>
              <a:t>	(B)	IF LOC = RIGHT then : Return </a:t>
            </a:r>
            <a:endParaRPr lang="en-US">
              <a:cs typeface="Calibri"/>
            </a:endParaRPr>
          </a:p>
        </p:txBody>
      </p:sp>
      <p:sp>
        <p:nvSpPr>
          <p:cNvPr id="4" name="TextBox 3">
            <a:extLst>
              <a:ext uri="{FF2B5EF4-FFF2-40B4-BE49-F238E27FC236}">
                <a16:creationId xmlns:a16="http://schemas.microsoft.com/office/drawing/2014/main" id="{103F6D81-1D8C-9874-B959-C28BF93D3ADD}"/>
              </a:ext>
            </a:extLst>
          </p:cNvPr>
          <p:cNvSpPr txBox="1"/>
          <p:nvPr/>
        </p:nvSpPr>
        <p:spPr>
          <a:xfrm>
            <a:off x="4724400" y="32003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28957254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sp>
        <p:nvSpPr>
          <p:cNvPr id="3" name="Content Placeholder 2"/>
          <p:cNvSpPr>
            <a:spLocks noGrp="1"/>
          </p:cNvSpPr>
          <p:nvPr>
            <p:ph idx="1"/>
          </p:nvPr>
        </p:nvSpPr>
        <p:spPr/>
        <p:txBody>
          <a:bodyPr>
            <a:normAutofit/>
          </a:bodyPr>
          <a:lstStyle/>
          <a:p>
            <a:pPr marL="0" indent="0">
              <a:buNone/>
            </a:pPr>
            <a:r>
              <a:rPr lang="en-US"/>
              <a:t>(C )	IF A[LOC] &gt; A[RIGHT] THEN :</a:t>
            </a:r>
          </a:p>
          <a:p>
            <a:pPr marL="0" indent="0">
              <a:buNone/>
            </a:pPr>
            <a:r>
              <a:rPr lang="en-US"/>
              <a:t>		(</a:t>
            </a:r>
            <a:r>
              <a:rPr lang="en-US" err="1"/>
              <a:t>i</a:t>
            </a:r>
            <a:r>
              <a:rPr lang="en-US"/>
              <a:t>)	 [INTERCHANGE A[LOC] AND A[RIGHT]]</a:t>
            </a:r>
          </a:p>
          <a:p>
            <a:pPr marL="0" indent="0">
              <a:buNone/>
            </a:pPr>
            <a:r>
              <a:rPr lang="en-US"/>
              <a:t>			TEMP = A[LOC]</a:t>
            </a:r>
          </a:p>
          <a:p>
            <a:pPr marL="0" indent="0">
              <a:buNone/>
            </a:pPr>
            <a:r>
              <a:rPr lang="en-US"/>
              <a:t>			A[LOC] = A[RIGHT]</a:t>
            </a:r>
          </a:p>
          <a:p>
            <a:pPr marL="0" indent="0">
              <a:buNone/>
            </a:pPr>
            <a:r>
              <a:rPr lang="en-US"/>
              <a:t>			A[RIGHT] = TEMP.</a:t>
            </a:r>
          </a:p>
          <a:p>
            <a:pPr marL="0" indent="0">
              <a:buNone/>
            </a:pPr>
            <a:r>
              <a:rPr lang="en-US"/>
              <a:t>(ii)	LOC = RIGHT</a:t>
            </a:r>
          </a:p>
          <a:p>
            <a:pPr marL="0" indent="0">
              <a:buNone/>
            </a:pPr>
            <a:r>
              <a:rPr lang="en-US"/>
              <a:t>(iii)	GO TO STEP 3.</a:t>
            </a:r>
          </a:p>
          <a:p>
            <a:pPr marL="0" indent="0">
              <a:buNone/>
            </a:pPr>
            <a:r>
              <a:rPr lang="en-US"/>
              <a:t>[End OF IF STRUCTURE]</a:t>
            </a:r>
          </a:p>
        </p:txBody>
      </p:sp>
    </p:spTree>
    <p:extLst>
      <p:ext uri="{BB962C8B-B14F-4D97-AF65-F5344CB8AC3E}">
        <p14:creationId xmlns:p14="http://schemas.microsoft.com/office/powerpoint/2010/main" val="39618107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sp>
        <p:nvSpPr>
          <p:cNvPr id="3" name="Content Placeholder 2"/>
          <p:cNvSpPr>
            <a:spLocks noGrp="1"/>
          </p:cNvSpPr>
          <p:nvPr>
            <p:ph idx="1"/>
          </p:nvPr>
        </p:nvSpPr>
        <p:spPr>
          <a:xfrm>
            <a:off x="838200" y="1132514"/>
            <a:ext cx="10515600" cy="5044449"/>
          </a:xfrm>
        </p:spPr>
        <p:txBody>
          <a:bodyPr>
            <a:normAutofit fontScale="92500" lnSpcReduction="20000"/>
          </a:bodyPr>
          <a:lstStyle/>
          <a:p>
            <a:pPr marL="0" indent="0">
              <a:buNone/>
            </a:pPr>
            <a:r>
              <a:rPr lang="en-US"/>
              <a:t>3.	[ SCAN FROM LEFT TO RIGHT]</a:t>
            </a:r>
          </a:p>
          <a:p>
            <a:pPr marL="0" indent="0">
              <a:buNone/>
            </a:pPr>
            <a:r>
              <a:rPr lang="en-US"/>
              <a:t>(A)	   REPEAT WHILE A[LEFT] ≤ A[LOC] AND LEFT ≠ LOC:</a:t>
            </a:r>
          </a:p>
          <a:p>
            <a:pPr marL="0" indent="0">
              <a:buNone/>
            </a:pPr>
            <a:r>
              <a:rPr lang="en-US"/>
              <a:t>LEFT = LEFT +1</a:t>
            </a:r>
          </a:p>
          <a:p>
            <a:pPr marL="0" indent="0">
              <a:buNone/>
            </a:pPr>
            <a:r>
              <a:rPr lang="en-US"/>
              <a:t>	    (B)	IF LOC = LEFT then : Return</a:t>
            </a:r>
          </a:p>
          <a:p>
            <a:pPr marL="0" indent="0">
              <a:buNone/>
            </a:pPr>
            <a:r>
              <a:rPr lang="en-US"/>
              <a:t> 	(C )	IF A[LEFT] &gt; A[LOC] THEN :</a:t>
            </a:r>
          </a:p>
          <a:p>
            <a:pPr marL="0" indent="0">
              <a:buNone/>
            </a:pPr>
            <a:r>
              <a:rPr lang="en-US"/>
              <a:t>		(</a:t>
            </a:r>
            <a:r>
              <a:rPr lang="en-US" err="1"/>
              <a:t>i</a:t>
            </a:r>
            <a:r>
              <a:rPr lang="en-US"/>
              <a:t>)	 [INTERCHANGE A[LEFT] AND A[LOC]]</a:t>
            </a:r>
          </a:p>
          <a:p>
            <a:pPr marL="0" indent="0">
              <a:buNone/>
            </a:pPr>
            <a:r>
              <a:rPr lang="en-US"/>
              <a:t>			TEMP = A[LOC]</a:t>
            </a:r>
          </a:p>
          <a:p>
            <a:pPr marL="0" indent="0">
              <a:buNone/>
            </a:pPr>
            <a:r>
              <a:rPr lang="en-US"/>
              <a:t>			A[LOC] = A[LEFT]</a:t>
            </a:r>
          </a:p>
          <a:p>
            <a:pPr marL="0" indent="0">
              <a:buNone/>
            </a:pPr>
            <a:r>
              <a:rPr lang="en-US"/>
              <a:t>			A[LEFT] = TEMP.</a:t>
            </a:r>
          </a:p>
          <a:p>
            <a:pPr marL="0" indent="0">
              <a:buNone/>
            </a:pPr>
            <a:r>
              <a:rPr lang="en-US"/>
              <a:t>(ii)	LOC = LEFT</a:t>
            </a:r>
          </a:p>
          <a:p>
            <a:pPr marL="0" indent="0">
              <a:buNone/>
            </a:pPr>
            <a:r>
              <a:rPr lang="en-US"/>
              <a:t>(iii)	GO TO STEP </a:t>
            </a:r>
          </a:p>
          <a:p>
            <a:pPr marL="0" indent="0">
              <a:buNone/>
            </a:pPr>
            <a:r>
              <a:rPr lang="en-US"/>
              <a:t>[END OF IF STRUCTURE].</a:t>
            </a:r>
          </a:p>
        </p:txBody>
      </p:sp>
    </p:spTree>
    <p:extLst>
      <p:ext uri="{BB962C8B-B14F-4D97-AF65-F5344CB8AC3E}">
        <p14:creationId xmlns:p14="http://schemas.microsoft.com/office/powerpoint/2010/main" val="15187934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sp>
        <p:nvSpPr>
          <p:cNvPr id="5" name="Content Placeholder 4"/>
          <p:cNvSpPr>
            <a:spLocks noGrp="1"/>
          </p:cNvSpPr>
          <p:nvPr>
            <p:ph idx="1"/>
          </p:nvPr>
        </p:nvSpPr>
        <p:spPr/>
        <p:txBody>
          <a:bodyPr vert="horz" lIns="91440" tIns="45720" rIns="91440" bIns="45720" rtlCol="0" anchor="t">
            <a:normAutofit fontScale="55000" lnSpcReduction="20000"/>
          </a:bodyPr>
          <a:lstStyle/>
          <a:p>
            <a:pPr marL="0" indent="0">
              <a:buNone/>
            </a:pPr>
            <a:r>
              <a:rPr lang="en-US"/>
              <a:t>#include &lt;</a:t>
            </a:r>
            <a:r>
              <a:rPr lang="en-US" err="1"/>
              <a:t>stdio.h</a:t>
            </a:r>
            <a:r>
              <a:rPr lang="en-US"/>
              <a:t>&gt;</a:t>
            </a:r>
          </a:p>
          <a:p>
            <a:pPr marL="0" indent="0">
              <a:buNone/>
            </a:pPr>
            <a:r>
              <a:rPr lang="en-US"/>
              <a:t>void quicksort (int [], int, int);</a:t>
            </a:r>
            <a:endParaRPr lang="en-US">
              <a:cs typeface="Calibri"/>
            </a:endParaRPr>
          </a:p>
          <a:p>
            <a:pPr marL="0" indent="0">
              <a:buNone/>
            </a:pPr>
            <a:r>
              <a:rPr lang="en-US"/>
              <a:t>int main()</a:t>
            </a:r>
            <a:endParaRPr lang="en-US">
              <a:cs typeface="Calibri"/>
            </a:endParaRPr>
          </a:p>
          <a:p>
            <a:pPr marL="0" indent="0">
              <a:buNone/>
            </a:pPr>
            <a:r>
              <a:rPr lang="en-US"/>
              <a:t>{</a:t>
            </a:r>
            <a:endParaRPr lang="en-US">
              <a:cs typeface="Calibri"/>
            </a:endParaRPr>
          </a:p>
          <a:p>
            <a:pPr marL="0" indent="0">
              <a:buNone/>
            </a:pPr>
            <a:r>
              <a:rPr lang="en-US"/>
              <a:t>    int a[20];</a:t>
            </a:r>
            <a:endParaRPr lang="en-US">
              <a:cs typeface="Calibri"/>
            </a:endParaRPr>
          </a:p>
          <a:p>
            <a:pPr marL="0" indent="0">
              <a:buNone/>
            </a:pPr>
            <a:r>
              <a:rPr lang="en-US"/>
              <a:t>    int n, </a:t>
            </a:r>
            <a:r>
              <a:rPr lang="en-US" err="1"/>
              <a:t>i</a:t>
            </a:r>
            <a:r>
              <a:rPr lang="en-US"/>
              <a:t>;</a:t>
            </a:r>
            <a:endParaRPr lang="en-US">
              <a:cs typeface="Calibri"/>
            </a:endParaRPr>
          </a:p>
          <a:p>
            <a:pPr marL="0" indent="0">
              <a:buNone/>
            </a:pPr>
            <a:r>
              <a:rPr lang="en-US"/>
              <a:t>    </a:t>
            </a:r>
            <a:r>
              <a:rPr lang="en-US" err="1"/>
              <a:t>printf</a:t>
            </a:r>
            <a:r>
              <a:rPr lang="en-US"/>
              <a:t>("Enter The Number Of Elements To Sort: ");</a:t>
            </a:r>
            <a:endParaRPr lang="en-US">
              <a:cs typeface="Calibri"/>
            </a:endParaRPr>
          </a:p>
          <a:p>
            <a:pPr marL="0" indent="0">
              <a:buNone/>
            </a:pPr>
            <a:r>
              <a:rPr lang="en-US"/>
              <a:t>    </a:t>
            </a:r>
            <a:r>
              <a:rPr lang="en-US" err="1"/>
              <a:t>scanf</a:t>
            </a:r>
            <a:r>
              <a:rPr lang="en-US"/>
              <a:t>("%d", &amp;n);</a:t>
            </a:r>
            <a:endParaRPr lang="en-US">
              <a:cs typeface="Calibri"/>
            </a:endParaRPr>
          </a:p>
          <a:p>
            <a:pPr marL="0" indent="0">
              <a:buNone/>
            </a:pPr>
            <a:r>
              <a:rPr lang="en-US"/>
              <a:t>    </a:t>
            </a:r>
            <a:r>
              <a:rPr lang="en-US" err="1"/>
              <a:t>printf</a:t>
            </a:r>
            <a:r>
              <a:rPr lang="en-US"/>
              <a:t>("\</a:t>
            </a:r>
            <a:r>
              <a:rPr lang="en-US" err="1"/>
              <a:t>nEnter</a:t>
            </a:r>
            <a:r>
              <a:rPr lang="en-US"/>
              <a:t> The Elements To Sort: \n");</a:t>
            </a:r>
            <a:endParaRPr lang="en-US">
              <a:cs typeface="Calibri"/>
            </a:endParaRPr>
          </a:p>
          <a:p>
            <a:pPr marL="0" indent="0">
              <a:buNone/>
            </a:pPr>
            <a:r>
              <a:rPr lang="en-US"/>
              <a:t>    for (</a:t>
            </a:r>
            <a:r>
              <a:rPr lang="en-US" err="1"/>
              <a:t>i</a:t>
            </a:r>
            <a:r>
              <a:rPr lang="en-US"/>
              <a:t> = 0; </a:t>
            </a:r>
            <a:r>
              <a:rPr lang="en-US" err="1"/>
              <a:t>i</a:t>
            </a:r>
            <a:r>
              <a:rPr lang="en-US"/>
              <a:t> &lt; n; </a:t>
            </a:r>
            <a:r>
              <a:rPr lang="en-US" err="1"/>
              <a:t>i</a:t>
            </a:r>
            <a:r>
              <a:rPr lang="en-US"/>
              <a:t>++)</a:t>
            </a:r>
            <a:endParaRPr lang="en-US">
              <a:cs typeface="Calibri"/>
            </a:endParaRPr>
          </a:p>
          <a:p>
            <a:pPr marL="0" indent="0">
              <a:buNone/>
            </a:pPr>
            <a:r>
              <a:rPr lang="en-US"/>
              <a:t>    {</a:t>
            </a:r>
            <a:endParaRPr lang="en-US">
              <a:cs typeface="Calibri"/>
            </a:endParaRPr>
          </a:p>
          <a:p>
            <a:pPr marL="0" indent="0">
              <a:buNone/>
            </a:pPr>
            <a:r>
              <a:rPr lang="en-US"/>
              <a:t>         </a:t>
            </a:r>
            <a:r>
              <a:rPr lang="en-US" err="1"/>
              <a:t>printf</a:t>
            </a:r>
            <a:r>
              <a:rPr lang="en-US"/>
              <a:t>("\</a:t>
            </a:r>
            <a:r>
              <a:rPr lang="en-US" err="1"/>
              <a:t>nEnter</a:t>
            </a:r>
            <a:r>
              <a:rPr lang="en-US"/>
              <a:t> The Element: ");</a:t>
            </a:r>
            <a:endParaRPr lang="en-US">
              <a:cs typeface="Calibri"/>
            </a:endParaRPr>
          </a:p>
          <a:p>
            <a:pPr marL="0" indent="0">
              <a:buNone/>
            </a:pPr>
            <a:r>
              <a:rPr lang="en-US"/>
              <a:t>        </a:t>
            </a:r>
            <a:r>
              <a:rPr lang="en-US" err="1"/>
              <a:t>scanf</a:t>
            </a:r>
            <a:r>
              <a:rPr lang="en-US"/>
              <a:t>("%d", &amp;a[</a:t>
            </a:r>
            <a:r>
              <a:rPr lang="en-US" err="1"/>
              <a:t>i</a:t>
            </a:r>
            <a:r>
              <a:rPr lang="en-US"/>
              <a:t>]);</a:t>
            </a:r>
            <a:endParaRPr lang="en-US">
              <a:cs typeface="Calibri"/>
            </a:endParaRPr>
          </a:p>
          <a:p>
            <a:pPr marL="0" indent="0">
              <a:buNone/>
            </a:pPr>
            <a:r>
              <a:rPr lang="en-US"/>
              <a:t>    }</a:t>
            </a:r>
            <a:endParaRPr lang="en-US">
              <a:cs typeface="Calibri"/>
            </a:endParaRPr>
          </a:p>
        </p:txBody>
      </p:sp>
    </p:spTree>
    <p:extLst>
      <p:ext uri="{BB962C8B-B14F-4D97-AF65-F5344CB8AC3E}">
        <p14:creationId xmlns:p14="http://schemas.microsoft.com/office/powerpoint/2010/main" val="27041638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sp>
        <p:nvSpPr>
          <p:cNvPr id="5" name="Content Placeholder 4"/>
          <p:cNvSpPr>
            <a:spLocks noGrp="1"/>
          </p:cNvSpPr>
          <p:nvPr>
            <p:ph idx="1"/>
          </p:nvPr>
        </p:nvSpPr>
        <p:spPr/>
        <p:txBody>
          <a:bodyPr>
            <a:normAutofit fontScale="62500" lnSpcReduction="20000"/>
          </a:bodyPr>
          <a:lstStyle/>
          <a:p>
            <a:pPr marL="0" indent="0">
              <a:buNone/>
            </a:pPr>
            <a:r>
              <a:rPr lang="pt-BR"/>
              <a:t>quicksort(a, 0, n - 1);</a:t>
            </a:r>
          </a:p>
          <a:p>
            <a:pPr marL="0" indent="0">
              <a:buNone/>
            </a:pPr>
            <a:endParaRPr lang="pt-BR"/>
          </a:p>
          <a:p>
            <a:pPr marL="0" indent="0">
              <a:buNone/>
            </a:pPr>
            <a:r>
              <a:rPr lang="pt-BR"/>
              <a:t>    printf("\n Implemented Quick Sort: \n\n");</a:t>
            </a:r>
          </a:p>
          <a:p>
            <a:pPr marL="0" indent="0">
              <a:buNone/>
            </a:pPr>
            <a:endParaRPr lang="pt-BR"/>
          </a:p>
          <a:p>
            <a:pPr marL="0" indent="0">
              <a:buNone/>
            </a:pPr>
            <a:r>
              <a:rPr lang="pt-BR"/>
              <a:t>    for (i = 0; i &lt; n; i++)</a:t>
            </a:r>
          </a:p>
          <a:p>
            <a:pPr marL="0" indent="0">
              <a:buNone/>
            </a:pPr>
            <a:r>
              <a:rPr lang="pt-BR"/>
              <a:t>    {</a:t>
            </a:r>
          </a:p>
          <a:p>
            <a:pPr marL="0" indent="0">
              <a:buNone/>
            </a:pPr>
            <a:r>
              <a:rPr lang="pt-BR"/>
              <a:t>        printf("%d  ", a[i]);</a:t>
            </a:r>
          </a:p>
          <a:p>
            <a:pPr marL="0" indent="0">
              <a:buNone/>
            </a:pPr>
            <a:r>
              <a:rPr lang="pt-BR"/>
              <a:t>    }</a:t>
            </a:r>
          </a:p>
          <a:p>
            <a:pPr marL="0" indent="0">
              <a:buNone/>
            </a:pPr>
            <a:endParaRPr lang="pt-BR"/>
          </a:p>
          <a:p>
            <a:pPr marL="0" indent="0">
              <a:buNone/>
            </a:pPr>
            <a:r>
              <a:rPr lang="pt-BR"/>
              <a:t>    printf("\n");</a:t>
            </a:r>
          </a:p>
          <a:p>
            <a:pPr marL="0" indent="0">
              <a:buNone/>
            </a:pPr>
            <a:endParaRPr lang="pt-BR"/>
          </a:p>
          <a:p>
            <a:pPr marL="0" indent="0">
              <a:buNone/>
            </a:pPr>
            <a:r>
              <a:rPr lang="pt-BR"/>
              <a:t>    return 0;</a:t>
            </a:r>
          </a:p>
          <a:p>
            <a:pPr marL="0" indent="0">
              <a:buNone/>
            </a:pPr>
            <a:r>
              <a:rPr lang="pt-BR"/>
              <a:t>}</a:t>
            </a:r>
            <a:endParaRPr lang="en-US"/>
          </a:p>
        </p:txBody>
      </p:sp>
    </p:spTree>
    <p:extLst>
      <p:ext uri="{BB962C8B-B14F-4D97-AF65-F5344CB8AC3E}">
        <p14:creationId xmlns:p14="http://schemas.microsoft.com/office/powerpoint/2010/main" val="1064211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sp>
        <p:nvSpPr>
          <p:cNvPr id="5" name="Content Placeholder 4"/>
          <p:cNvSpPr>
            <a:spLocks noGrp="1"/>
          </p:cNvSpPr>
          <p:nvPr>
            <p:ph idx="1"/>
          </p:nvPr>
        </p:nvSpPr>
        <p:spPr>
          <a:xfrm>
            <a:off x="285226" y="1266738"/>
            <a:ext cx="3716323" cy="4910225"/>
          </a:xfrm>
        </p:spPr>
        <p:txBody>
          <a:bodyPr>
            <a:normAutofit fontScale="55000" lnSpcReduction="20000"/>
          </a:bodyPr>
          <a:lstStyle/>
          <a:p>
            <a:pPr marL="0" indent="0">
              <a:buNone/>
            </a:pPr>
            <a:r>
              <a:rPr lang="en-US"/>
              <a:t>void quicksort(</a:t>
            </a:r>
            <a:r>
              <a:rPr lang="en-US" err="1"/>
              <a:t>int</a:t>
            </a:r>
            <a:r>
              <a:rPr lang="en-US"/>
              <a:t> a[], </a:t>
            </a:r>
            <a:r>
              <a:rPr lang="en-US" err="1"/>
              <a:t>int</a:t>
            </a:r>
            <a:r>
              <a:rPr lang="en-US"/>
              <a:t> beg, </a:t>
            </a:r>
            <a:r>
              <a:rPr lang="en-US" err="1"/>
              <a:t>int</a:t>
            </a:r>
            <a:r>
              <a:rPr lang="en-US"/>
              <a:t> end)</a:t>
            </a:r>
          </a:p>
          <a:p>
            <a:pPr marL="0" indent="0">
              <a:buNone/>
            </a:pPr>
            <a:r>
              <a:rPr lang="en-US"/>
              <a:t>{</a:t>
            </a:r>
          </a:p>
          <a:p>
            <a:pPr marL="0" indent="0">
              <a:buNone/>
            </a:pPr>
            <a:r>
              <a:rPr lang="en-US"/>
              <a:t>    </a:t>
            </a:r>
            <a:r>
              <a:rPr lang="en-US" err="1"/>
              <a:t>int</a:t>
            </a:r>
            <a:r>
              <a:rPr lang="en-US"/>
              <a:t> </a:t>
            </a:r>
            <a:r>
              <a:rPr lang="en-US" err="1"/>
              <a:t>loc</a:t>
            </a:r>
            <a:r>
              <a:rPr lang="en-US"/>
              <a:t>, </a:t>
            </a:r>
            <a:r>
              <a:rPr lang="en-US" err="1"/>
              <a:t>i</a:t>
            </a:r>
            <a:r>
              <a:rPr lang="en-US"/>
              <a:t>, j, temp;</a:t>
            </a:r>
          </a:p>
          <a:p>
            <a:pPr marL="0" indent="0">
              <a:buNone/>
            </a:pPr>
            <a:r>
              <a:rPr lang="en-US"/>
              <a:t>    if (beg &lt; end)</a:t>
            </a:r>
          </a:p>
          <a:p>
            <a:pPr marL="0" indent="0">
              <a:buNone/>
            </a:pPr>
            <a:r>
              <a:rPr lang="en-US"/>
              <a:t>    {         </a:t>
            </a:r>
            <a:r>
              <a:rPr lang="en-US" err="1"/>
              <a:t>loc</a:t>
            </a:r>
            <a:r>
              <a:rPr lang="en-US"/>
              <a:t> = beg;</a:t>
            </a:r>
          </a:p>
          <a:p>
            <a:pPr marL="0" indent="0">
              <a:buNone/>
            </a:pPr>
            <a:r>
              <a:rPr lang="en-US"/>
              <a:t>        </a:t>
            </a:r>
            <a:r>
              <a:rPr lang="en-US" err="1"/>
              <a:t>i</a:t>
            </a:r>
            <a:r>
              <a:rPr lang="en-US"/>
              <a:t> = beg;</a:t>
            </a:r>
          </a:p>
          <a:p>
            <a:pPr marL="0" indent="0">
              <a:buNone/>
            </a:pPr>
            <a:r>
              <a:rPr lang="en-US"/>
              <a:t>        j = end;</a:t>
            </a:r>
          </a:p>
          <a:p>
            <a:pPr marL="0" indent="0">
              <a:buNone/>
            </a:pPr>
            <a:r>
              <a:rPr lang="en-US"/>
              <a:t>        while (</a:t>
            </a:r>
            <a:r>
              <a:rPr lang="en-US" err="1"/>
              <a:t>i</a:t>
            </a:r>
            <a:r>
              <a:rPr lang="en-US"/>
              <a:t> &lt; j)</a:t>
            </a:r>
          </a:p>
          <a:p>
            <a:pPr marL="0" indent="0">
              <a:buNone/>
            </a:pPr>
            <a:r>
              <a:rPr lang="en-US"/>
              <a:t>        {</a:t>
            </a:r>
          </a:p>
          <a:p>
            <a:pPr marL="0" indent="0">
              <a:buNone/>
            </a:pPr>
            <a:r>
              <a:rPr lang="en-US"/>
              <a:t>             while (a[j] &gt; a[</a:t>
            </a:r>
            <a:r>
              <a:rPr lang="en-US" err="1"/>
              <a:t>loc</a:t>
            </a:r>
            <a:r>
              <a:rPr lang="en-US"/>
              <a:t>] &amp;&amp; j &gt;= beg)</a:t>
            </a:r>
          </a:p>
          <a:p>
            <a:pPr marL="0" indent="0">
              <a:buNone/>
            </a:pPr>
            <a:r>
              <a:rPr lang="en-US"/>
              <a:t>            {                 j--;</a:t>
            </a:r>
          </a:p>
          <a:p>
            <a:pPr marL="0" indent="0">
              <a:buNone/>
            </a:pPr>
            <a:r>
              <a:rPr lang="en-US"/>
              <a:t>            }</a:t>
            </a:r>
          </a:p>
          <a:p>
            <a:pPr marL="0" indent="0">
              <a:buNone/>
            </a:pPr>
            <a:r>
              <a:rPr lang="en-US"/>
              <a:t>            while (a[</a:t>
            </a:r>
            <a:r>
              <a:rPr lang="en-US" err="1"/>
              <a:t>i</a:t>
            </a:r>
            <a:r>
              <a:rPr lang="en-US"/>
              <a:t>] &lt;= a[</a:t>
            </a:r>
            <a:r>
              <a:rPr lang="en-US" err="1"/>
              <a:t>loc</a:t>
            </a:r>
            <a:r>
              <a:rPr lang="en-US"/>
              <a:t>] &amp;&amp; </a:t>
            </a:r>
            <a:r>
              <a:rPr lang="en-US" err="1"/>
              <a:t>i</a:t>
            </a:r>
            <a:r>
              <a:rPr lang="en-US"/>
              <a:t> &lt;= end)</a:t>
            </a:r>
          </a:p>
          <a:p>
            <a:pPr marL="0" indent="0">
              <a:buNone/>
            </a:pPr>
            <a:r>
              <a:rPr lang="en-US"/>
              <a:t>            {                   </a:t>
            </a:r>
            <a:r>
              <a:rPr lang="en-US" err="1"/>
              <a:t>i</a:t>
            </a:r>
            <a:r>
              <a:rPr lang="en-US"/>
              <a:t>++;</a:t>
            </a:r>
          </a:p>
          <a:p>
            <a:pPr marL="0" indent="0">
              <a:buNone/>
            </a:pPr>
            <a:r>
              <a:rPr lang="en-US"/>
              <a:t>            }</a:t>
            </a:r>
          </a:p>
          <a:p>
            <a:pPr marL="0" indent="0">
              <a:buNone/>
            </a:pPr>
            <a:endParaRPr lang="en-US"/>
          </a:p>
        </p:txBody>
      </p:sp>
      <p:sp>
        <p:nvSpPr>
          <p:cNvPr id="6" name="TextBox 5"/>
          <p:cNvSpPr txBox="1"/>
          <p:nvPr/>
        </p:nvSpPr>
        <p:spPr>
          <a:xfrm>
            <a:off x="5847126" y="1489466"/>
            <a:ext cx="5654180" cy="4247317"/>
          </a:xfrm>
          <a:prstGeom prst="rect">
            <a:avLst/>
          </a:prstGeom>
          <a:noFill/>
        </p:spPr>
        <p:txBody>
          <a:bodyPr wrap="square" lIns="91440" tIns="45720" rIns="91440" bIns="45720" rtlCol="0" anchor="t">
            <a:spAutoFit/>
          </a:bodyPr>
          <a:lstStyle/>
          <a:p>
            <a:r>
              <a:rPr lang="en-US">
                <a:ea typeface="+mn-lt"/>
                <a:cs typeface="+mn-lt"/>
              </a:rPr>
              <a:t> if (</a:t>
            </a:r>
            <a:r>
              <a:rPr lang="en-US" err="1">
                <a:ea typeface="+mn-lt"/>
                <a:cs typeface="+mn-lt"/>
              </a:rPr>
              <a:t>i</a:t>
            </a:r>
            <a:r>
              <a:rPr lang="en-US">
                <a:ea typeface="+mn-lt"/>
                <a:cs typeface="+mn-lt"/>
              </a:rPr>
              <a:t> &lt; j)</a:t>
            </a:r>
            <a:endParaRPr lang="en-US"/>
          </a:p>
          <a:p>
            <a:r>
              <a:rPr lang="en-US">
                <a:ea typeface="+mn-lt"/>
                <a:cs typeface="+mn-lt"/>
              </a:rPr>
              <a:t>            {</a:t>
            </a:r>
            <a:endParaRPr lang="en-US"/>
          </a:p>
          <a:p>
            <a:r>
              <a:rPr lang="en-US">
                <a:ea typeface="+mn-lt"/>
                <a:cs typeface="+mn-lt"/>
              </a:rPr>
              <a:t>                temp = a[</a:t>
            </a:r>
            <a:r>
              <a:rPr lang="en-US" err="1">
                <a:ea typeface="+mn-lt"/>
                <a:cs typeface="+mn-lt"/>
              </a:rPr>
              <a:t>i</a:t>
            </a:r>
            <a:r>
              <a:rPr lang="en-US">
                <a:ea typeface="+mn-lt"/>
                <a:cs typeface="+mn-lt"/>
              </a:rPr>
              <a:t>];</a:t>
            </a:r>
            <a:endParaRPr lang="en-US"/>
          </a:p>
          <a:p>
            <a:r>
              <a:rPr lang="en-US">
                <a:ea typeface="+mn-lt"/>
                <a:cs typeface="+mn-lt"/>
              </a:rPr>
              <a:t>                a[</a:t>
            </a:r>
            <a:r>
              <a:rPr lang="en-US" err="1">
                <a:ea typeface="+mn-lt"/>
                <a:cs typeface="+mn-lt"/>
              </a:rPr>
              <a:t>i</a:t>
            </a:r>
            <a:r>
              <a:rPr lang="en-US">
                <a:ea typeface="+mn-lt"/>
                <a:cs typeface="+mn-lt"/>
              </a:rPr>
              <a:t>] = a[j];</a:t>
            </a:r>
            <a:endParaRPr lang="en-US"/>
          </a:p>
          <a:p>
            <a:r>
              <a:rPr lang="en-US">
                <a:ea typeface="+mn-lt"/>
                <a:cs typeface="+mn-lt"/>
              </a:rPr>
              <a:t>                a[j] = temp;</a:t>
            </a:r>
            <a:endParaRPr lang="en-US"/>
          </a:p>
          <a:p>
            <a:r>
              <a:rPr lang="en-US">
                <a:ea typeface="+mn-lt"/>
                <a:cs typeface="+mn-lt"/>
              </a:rPr>
              <a:t>            }</a:t>
            </a:r>
            <a:endParaRPr lang="en-US"/>
          </a:p>
          <a:p>
            <a:r>
              <a:rPr lang="en-US">
                <a:ea typeface="+mn-lt"/>
                <a:cs typeface="+mn-lt"/>
              </a:rPr>
              <a:t>        }</a:t>
            </a:r>
            <a:endParaRPr lang="en-US"/>
          </a:p>
          <a:p>
            <a:r>
              <a:rPr lang="en-US">
                <a:ea typeface="+mn-lt"/>
                <a:cs typeface="+mn-lt"/>
              </a:rPr>
              <a:t>temp = a[j];</a:t>
            </a:r>
            <a:endParaRPr lang="en-US"/>
          </a:p>
          <a:p>
            <a:r>
              <a:rPr lang="en-US">
                <a:ea typeface="+mn-lt"/>
                <a:cs typeface="+mn-lt"/>
              </a:rPr>
              <a:t>        a[j] = a[loc];</a:t>
            </a:r>
            <a:endParaRPr lang="en-US"/>
          </a:p>
          <a:p>
            <a:r>
              <a:rPr lang="en-US">
                <a:ea typeface="+mn-lt"/>
                <a:cs typeface="+mn-lt"/>
              </a:rPr>
              <a:t>        a[loc] = temp;</a:t>
            </a:r>
            <a:endParaRPr lang="en-US"/>
          </a:p>
          <a:p>
            <a:r>
              <a:rPr lang="en-US">
                <a:ea typeface="+mn-lt"/>
                <a:cs typeface="+mn-lt"/>
              </a:rPr>
              <a:t>        quicksort(a, beg, j - 1);</a:t>
            </a:r>
            <a:endParaRPr lang="en-US"/>
          </a:p>
          <a:p>
            <a:r>
              <a:rPr lang="en-US">
                <a:ea typeface="+mn-lt"/>
                <a:cs typeface="+mn-lt"/>
              </a:rPr>
              <a:t>        quicksort(a, j + 1, end);</a:t>
            </a:r>
            <a:endParaRPr lang="en-US"/>
          </a:p>
          <a:p>
            <a:r>
              <a:rPr lang="en-US">
                <a:ea typeface="+mn-lt"/>
                <a:cs typeface="+mn-lt"/>
              </a:rPr>
              <a:t>    }</a:t>
            </a:r>
            <a:endParaRPr lang="en-US"/>
          </a:p>
          <a:p>
            <a:r>
              <a:rPr lang="en-US">
                <a:ea typeface="+mn-lt"/>
                <a:cs typeface="+mn-lt"/>
              </a:rPr>
              <a:t>}</a:t>
            </a:r>
            <a:endParaRPr lang="en-US"/>
          </a:p>
          <a:p>
            <a:endParaRPr lang="en-US"/>
          </a:p>
        </p:txBody>
      </p:sp>
    </p:spTree>
    <p:extLst>
      <p:ext uri="{BB962C8B-B14F-4D97-AF65-F5344CB8AC3E}">
        <p14:creationId xmlns:p14="http://schemas.microsoft.com/office/powerpoint/2010/main" val="42069265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26990" y="679508"/>
            <a:ext cx="9738019" cy="5497455"/>
          </a:xfrm>
          <a:prstGeom prst="rect">
            <a:avLst/>
          </a:prstGeom>
        </p:spPr>
      </p:pic>
    </p:spTree>
    <p:extLst>
      <p:ext uri="{BB962C8B-B14F-4D97-AF65-F5344CB8AC3E}">
        <p14:creationId xmlns:p14="http://schemas.microsoft.com/office/powerpoint/2010/main" val="23850067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729842" y="805343"/>
            <a:ext cx="10074277" cy="5371620"/>
          </a:xfrm>
          <a:prstGeom prst="rect">
            <a:avLst/>
          </a:prstGeom>
        </p:spPr>
      </p:pic>
    </p:spTree>
    <p:extLst>
      <p:ext uri="{BB962C8B-B14F-4D97-AF65-F5344CB8AC3E}">
        <p14:creationId xmlns:p14="http://schemas.microsoft.com/office/powerpoint/2010/main" val="3163656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47288" y="394283"/>
            <a:ext cx="10118402" cy="5782680"/>
          </a:xfrm>
          <a:prstGeom prst="rect">
            <a:avLst/>
          </a:prstGeom>
        </p:spPr>
      </p:pic>
    </p:spTree>
    <p:extLst>
      <p:ext uri="{BB962C8B-B14F-4D97-AF65-F5344CB8AC3E}">
        <p14:creationId xmlns:p14="http://schemas.microsoft.com/office/powerpoint/2010/main" val="41987918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838200" y="1442906"/>
            <a:ext cx="10515600" cy="4057820"/>
          </a:xfrm>
          <a:prstGeom prst="rect">
            <a:avLst/>
          </a:prstGeom>
        </p:spPr>
      </p:pic>
    </p:spTree>
    <p:extLst>
      <p:ext uri="{BB962C8B-B14F-4D97-AF65-F5344CB8AC3E}">
        <p14:creationId xmlns:p14="http://schemas.microsoft.com/office/powerpoint/2010/main" val="8628471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21453" y="620785"/>
            <a:ext cx="9826766" cy="5556178"/>
          </a:xfrm>
          <a:prstGeom prst="rect">
            <a:avLst/>
          </a:prstGeom>
        </p:spPr>
      </p:pic>
    </p:spTree>
    <p:extLst>
      <p:ext uri="{BB962C8B-B14F-4D97-AF65-F5344CB8AC3E}">
        <p14:creationId xmlns:p14="http://schemas.microsoft.com/office/powerpoint/2010/main" val="15545913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907555" y="1149292"/>
            <a:ext cx="10376889" cy="5027671"/>
          </a:xfrm>
          <a:prstGeom prst="rect">
            <a:avLst/>
          </a:prstGeom>
        </p:spPr>
      </p:pic>
    </p:spTree>
    <p:extLst>
      <p:ext uri="{BB962C8B-B14F-4D97-AF65-F5344CB8AC3E}">
        <p14:creationId xmlns:p14="http://schemas.microsoft.com/office/powerpoint/2010/main" val="15189865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13064" y="1166070"/>
            <a:ext cx="9978771" cy="5010893"/>
          </a:xfrm>
          <a:prstGeom prst="rect">
            <a:avLst/>
          </a:prstGeom>
        </p:spPr>
      </p:pic>
    </p:spTree>
    <p:extLst>
      <p:ext uri="{BB962C8B-B14F-4D97-AF65-F5344CB8AC3E}">
        <p14:creationId xmlns:p14="http://schemas.microsoft.com/office/powerpoint/2010/main" val="29194604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461394" y="973123"/>
            <a:ext cx="10484983" cy="5203840"/>
          </a:xfrm>
          <a:prstGeom prst="rect">
            <a:avLst/>
          </a:prstGeom>
        </p:spPr>
      </p:pic>
    </p:spTree>
    <p:extLst>
      <p:ext uri="{BB962C8B-B14F-4D97-AF65-F5344CB8AC3E}">
        <p14:creationId xmlns:p14="http://schemas.microsoft.com/office/powerpoint/2010/main" val="23611937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46621" y="1157681"/>
            <a:ext cx="10396218" cy="5019282"/>
          </a:xfrm>
          <a:prstGeom prst="rect">
            <a:avLst/>
          </a:prstGeom>
        </p:spPr>
      </p:pic>
    </p:spTree>
    <p:extLst>
      <p:ext uri="{BB962C8B-B14F-4D97-AF65-F5344CB8AC3E}">
        <p14:creationId xmlns:p14="http://schemas.microsoft.com/office/powerpoint/2010/main" val="34284830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838200" y="2805574"/>
            <a:ext cx="10515600" cy="2391440"/>
          </a:xfrm>
          <a:prstGeom prst="rect">
            <a:avLst/>
          </a:prstGeom>
        </p:spPr>
      </p:pic>
    </p:spTree>
    <p:extLst>
      <p:ext uri="{BB962C8B-B14F-4D97-AF65-F5344CB8AC3E}">
        <p14:creationId xmlns:p14="http://schemas.microsoft.com/office/powerpoint/2010/main" val="1326293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79801" y="1825625"/>
            <a:ext cx="7373923" cy="4351338"/>
          </a:xfrm>
          <a:prstGeom prst="rect">
            <a:avLst/>
          </a:prstGeom>
        </p:spPr>
      </p:pic>
    </p:spTree>
    <p:extLst>
      <p:ext uri="{BB962C8B-B14F-4D97-AF65-F5344CB8AC3E}">
        <p14:creationId xmlns:p14="http://schemas.microsoft.com/office/powerpoint/2010/main" val="10359018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1828801" y="1825625"/>
            <a:ext cx="6656684" cy="4351338"/>
          </a:xfrm>
          <a:prstGeom prst="rect">
            <a:avLst/>
          </a:prstGeom>
        </p:spPr>
      </p:pic>
    </p:spTree>
    <p:extLst>
      <p:ext uri="{BB962C8B-B14F-4D97-AF65-F5344CB8AC3E}">
        <p14:creationId xmlns:p14="http://schemas.microsoft.com/office/powerpoint/2010/main" val="13111375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46914" y="1825625"/>
            <a:ext cx="7239699" cy="4351338"/>
          </a:xfrm>
          <a:prstGeom prst="rect">
            <a:avLst/>
          </a:prstGeom>
        </p:spPr>
      </p:pic>
    </p:spTree>
    <p:extLst>
      <p:ext uri="{BB962C8B-B14F-4D97-AF65-F5344CB8AC3E}">
        <p14:creationId xmlns:p14="http://schemas.microsoft.com/office/powerpoint/2010/main" val="6870874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2743199" y="1825625"/>
            <a:ext cx="6274965" cy="4351338"/>
          </a:xfrm>
          <a:prstGeom prst="rect">
            <a:avLst/>
          </a:prstGeom>
        </p:spPr>
      </p:pic>
    </p:spTree>
    <p:extLst>
      <p:ext uri="{BB962C8B-B14F-4D97-AF65-F5344CB8AC3E}">
        <p14:creationId xmlns:p14="http://schemas.microsoft.com/office/powerpoint/2010/main" val="995744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46915" y="1825625"/>
            <a:ext cx="6440202" cy="4351338"/>
          </a:xfrm>
          <a:prstGeom prst="rect">
            <a:avLst/>
          </a:prstGeom>
        </p:spPr>
      </p:pic>
    </p:spTree>
    <p:extLst>
      <p:ext uri="{BB962C8B-B14F-4D97-AF65-F5344CB8AC3E}">
        <p14:creationId xmlns:p14="http://schemas.microsoft.com/office/powerpoint/2010/main" val="5341413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2315361" y="1825625"/>
            <a:ext cx="7122254" cy="4351338"/>
          </a:xfrm>
          <a:prstGeom prst="rect">
            <a:avLst/>
          </a:prstGeom>
        </p:spPr>
      </p:pic>
    </p:spTree>
    <p:extLst>
      <p:ext uri="{BB962C8B-B14F-4D97-AF65-F5344CB8AC3E}">
        <p14:creationId xmlns:p14="http://schemas.microsoft.com/office/powerpoint/2010/main" val="37849396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2095294"/>
            <a:ext cx="10515600" cy="3812000"/>
          </a:xfrm>
          <a:prstGeom prst="rect">
            <a:avLst/>
          </a:prstGeom>
        </p:spPr>
      </p:pic>
    </p:spTree>
    <p:extLst>
      <p:ext uri="{BB962C8B-B14F-4D97-AF65-F5344CB8AC3E}">
        <p14:creationId xmlns:p14="http://schemas.microsoft.com/office/powerpoint/2010/main" val="4287063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Quick Sort Algorithm</a:t>
            </a:r>
            <a:br>
              <a:rPr lang="en-US"/>
            </a:br>
            <a:endParaRPr lang="en-US"/>
          </a:p>
        </p:txBody>
      </p:sp>
      <p:pic>
        <p:nvPicPr>
          <p:cNvPr id="4" name="Content Placeholder 3"/>
          <p:cNvPicPr>
            <a:picLocks noGrp="1" noChangeAspect="1"/>
          </p:cNvPicPr>
          <p:nvPr>
            <p:ph idx="1"/>
          </p:nvPr>
        </p:nvPicPr>
        <p:blipFill>
          <a:blip r:embed="rId2"/>
          <a:stretch>
            <a:fillRect/>
          </a:stretch>
        </p:blipFill>
        <p:spPr>
          <a:xfrm>
            <a:off x="838200" y="1825625"/>
            <a:ext cx="10201711" cy="4351338"/>
          </a:xfrm>
          <a:prstGeom prst="rect">
            <a:avLst/>
          </a:prstGeom>
        </p:spPr>
      </p:pic>
    </p:spTree>
    <p:extLst>
      <p:ext uri="{BB962C8B-B14F-4D97-AF65-F5344CB8AC3E}">
        <p14:creationId xmlns:p14="http://schemas.microsoft.com/office/powerpoint/2010/main" val="12853480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5" name="Content Placeholder 4"/>
          <p:cNvPicPr>
            <a:picLocks noGrp="1" noChangeAspect="1"/>
          </p:cNvPicPr>
          <p:nvPr>
            <p:ph idx="1"/>
          </p:nvPr>
        </p:nvPicPr>
        <p:blipFill>
          <a:blip r:embed="rId2"/>
          <a:stretch>
            <a:fillRect/>
          </a:stretch>
        </p:blipFill>
        <p:spPr>
          <a:xfrm>
            <a:off x="838200" y="1825625"/>
            <a:ext cx="9800049" cy="4351338"/>
          </a:xfrm>
          <a:prstGeom prst="rect">
            <a:avLst/>
          </a:prstGeom>
        </p:spPr>
      </p:pic>
    </p:spTree>
    <p:extLst>
      <p:ext uri="{BB962C8B-B14F-4D97-AF65-F5344CB8AC3E}">
        <p14:creationId xmlns:p14="http://schemas.microsoft.com/office/powerpoint/2010/main" val="11081326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4" name="Content Placeholder 3"/>
          <p:cNvPicPr>
            <a:picLocks noGrp="1" noChangeAspect="1"/>
          </p:cNvPicPr>
          <p:nvPr>
            <p:ph idx="1"/>
          </p:nvPr>
        </p:nvPicPr>
        <p:blipFill>
          <a:blip r:embed="rId2"/>
          <a:stretch>
            <a:fillRect/>
          </a:stretch>
        </p:blipFill>
        <p:spPr>
          <a:xfrm>
            <a:off x="234192" y="3682767"/>
            <a:ext cx="10515600" cy="2676088"/>
          </a:xfrm>
          <a:prstGeom prst="rect">
            <a:avLst/>
          </a:prstGeom>
        </p:spPr>
      </p:pic>
      <p:pic>
        <p:nvPicPr>
          <p:cNvPr id="6" name="Picture 5"/>
          <p:cNvPicPr>
            <a:picLocks noChangeAspect="1"/>
          </p:cNvPicPr>
          <p:nvPr/>
        </p:nvPicPr>
        <p:blipFill>
          <a:blip r:embed="rId3"/>
          <a:stretch>
            <a:fillRect/>
          </a:stretch>
        </p:blipFill>
        <p:spPr>
          <a:xfrm>
            <a:off x="119892" y="1581194"/>
            <a:ext cx="10744200" cy="1514475"/>
          </a:xfrm>
          <a:prstGeom prst="rect">
            <a:avLst/>
          </a:prstGeom>
        </p:spPr>
      </p:pic>
    </p:spTree>
    <p:extLst>
      <p:ext uri="{BB962C8B-B14F-4D97-AF65-F5344CB8AC3E}">
        <p14:creationId xmlns:p14="http://schemas.microsoft.com/office/powerpoint/2010/main" val="33966171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6" name="Picture 5"/>
          <p:cNvPicPr>
            <a:picLocks noChangeAspect="1"/>
          </p:cNvPicPr>
          <p:nvPr/>
        </p:nvPicPr>
        <p:blipFill>
          <a:blip r:embed="rId2"/>
          <a:stretch>
            <a:fillRect/>
          </a:stretch>
        </p:blipFill>
        <p:spPr>
          <a:xfrm>
            <a:off x="119892" y="1581194"/>
            <a:ext cx="10744200" cy="1514475"/>
          </a:xfrm>
          <a:prstGeom prst="rect">
            <a:avLst/>
          </a:prstGeom>
        </p:spPr>
      </p:pic>
      <p:pic>
        <p:nvPicPr>
          <p:cNvPr id="5" name="Content Placeholder 4"/>
          <p:cNvPicPr>
            <a:picLocks noGrp="1" noChangeAspect="1"/>
          </p:cNvPicPr>
          <p:nvPr>
            <p:ph idx="1"/>
          </p:nvPr>
        </p:nvPicPr>
        <p:blipFill>
          <a:blip r:embed="rId3"/>
          <a:stretch>
            <a:fillRect/>
          </a:stretch>
        </p:blipFill>
        <p:spPr>
          <a:xfrm>
            <a:off x="712365" y="3854736"/>
            <a:ext cx="10515600" cy="1652132"/>
          </a:xfrm>
          <a:prstGeom prst="rect">
            <a:avLst/>
          </a:prstGeom>
        </p:spPr>
      </p:pic>
    </p:spTree>
    <p:extLst>
      <p:ext uri="{BB962C8B-B14F-4D97-AF65-F5344CB8AC3E}">
        <p14:creationId xmlns:p14="http://schemas.microsoft.com/office/powerpoint/2010/main" val="23439121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6" name="Picture 5"/>
          <p:cNvPicPr>
            <a:picLocks noChangeAspect="1"/>
          </p:cNvPicPr>
          <p:nvPr/>
        </p:nvPicPr>
        <p:blipFill>
          <a:blip r:embed="rId2"/>
          <a:stretch>
            <a:fillRect/>
          </a:stretch>
        </p:blipFill>
        <p:spPr>
          <a:xfrm>
            <a:off x="119892" y="1581194"/>
            <a:ext cx="10744200" cy="1514475"/>
          </a:xfrm>
          <a:prstGeom prst="rect">
            <a:avLst/>
          </a:prstGeom>
        </p:spPr>
      </p:pic>
      <p:pic>
        <p:nvPicPr>
          <p:cNvPr id="4" name="Content Placeholder 3"/>
          <p:cNvPicPr>
            <a:picLocks noGrp="1" noChangeAspect="1"/>
          </p:cNvPicPr>
          <p:nvPr>
            <p:ph idx="1"/>
          </p:nvPr>
        </p:nvPicPr>
        <p:blipFill>
          <a:blip r:embed="rId3"/>
          <a:stretch>
            <a:fillRect/>
          </a:stretch>
        </p:blipFill>
        <p:spPr>
          <a:xfrm>
            <a:off x="593346" y="3095669"/>
            <a:ext cx="10515600" cy="2804589"/>
          </a:xfrm>
          <a:prstGeom prst="rect">
            <a:avLst/>
          </a:prstGeom>
        </p:spPr>
      </p:pic>
    </p:spTree>
    <p:extLst>
      <p:ext uri="{BB962C8B-B14F-4D97-AF65-F5344CB8AC3E}">
        <p14:creationId xmlns:p14="http://schemas.microsoft.com/office/powerpoint/2010/main" val="32716943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6" name="Picture 5"/>
          <p:cNvPicPr>
            <a:picLocks noChangeAspect="1"/>
          </p:cNvPicPr>
          <p:nvPr/>
        </p:nvPicPr>
        <p:blipFill>
          <a:blip r:embed="rId2"/>
          <a:stretch>
            <a:fillRect/>
          </a:stretch>
        </p:blipFill>
        <p:spPr>
          <a:xfrm>
            <a:off x="145059" y="1308683"/>
            <a:ext cx="10744200" cy="1384183"/>
          </a:xfrm>
          <a:prstGeom prst="rect">
            <a:avLst/>
          </a:prstGeom>
        </p:spPr>
      </p:pic>
      <p:pic>
        <p:nvPicPr>
          <p:cNvPr id="5" name="Content Placeholder 4"/>
          <p:cNvPicPr>
            <a:picLocks noGrp="1" noChangeAspect="1"/>
          </p:cNvPicPr>
          <p:nvPr>
            <p:ph idx="1"/>
          </p:nvPr>
        </p:nvPicPr>
        <p:blipFill>
          <a:blip r:embed="rId3"/>
          <a:stretch>
            <a:fillRect/>
          </a:stretch>
        </p:blipFill>
        <p:spPr>
          <a:xfrm>
            <a:off x="259359" y="2692866"/>
            <a:ext cx="10515600" cy="3758268"/>
          </a:xfrm>
          <a:prstGeom prst="rect">
            <a:avLst/>
          </a:prstGeom>
        </p:spPr>
      </p:pic>
    </p:spTree>
    <p:extLst>
      <p:ext uri="{BB962C8B-B14F-4D97-AF65-F5344CB8AC3E}">
        <p14:creationId xmlns:p14="http://schemas.microsoft.com/office/powerpoint/2010/main" val="7371876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6" name="Picture 5"/>
          <p:cNvPicPr>
            <a:picLocks noChangeAspect="1"/>
          </p:cNvPicPr>
          <p:nvPr/>
        </p:nvPicPr>
        <p:blipFill>
          <a:blip r:embed="rId2"/>
          <a:stretch>
            <a:fillRect/>
          </a:stretch>
        </p:blipFill>
        <p:spPr>
          <a:xfrm>
            <a:off x="145059" y="1308683"/>
            <a:ext cx="10744200" cy="1384183"/>
          </a:xfrm>
          <a:prstGeom prst="rect">
            <a:avLst/>
          </a:prstGeom>
        </p:spPr>
      </p:pic>
      <p:pic>
        <p:nvPicPr>
          <p:cNvPr id="4" name="Content Placeholder 3"/>
          <p:cNvPicPr>
            <a:picLocks noGrp="1" noChangeAspect="1"/>
          </p:cNvPicPr>
          <p:nvPr>
            <p:ph idx="1"/>
          </p:nvPr>
        </p:nvPicPr>
        <p:blipFill>
          <a:blip r:embed="rId3"/>
          <a:stretch>
            <a:fillRect/>
          </a:stretch>
        </p:blipFill>
        <p:spPr>
          <a:xfrm>
            <a:off x="838200" y="2871606"/>
            <a:ext cx="10515600" cy="2958743"/>
          </a:xfrm>
          <a:prstGeom prst="rect">
            <a:avLst/>
          </a:prstGeom>
        </p:spPr>
      </p:pic>
    </p:spTree>
    <p:extLst>
      <p:ext uri="{BB962C8B-B14F-4D97-AF65-F5344CB8AC3E}">
        <p14:creationId xmlns:p14="http://schemas.microsoft.com/office/powerpoint/2010/main" val="10738233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6" name="Picture 5"/>
          <p:cNvPicPr>
            <a:picLocks noChangeAspect="1"/>
          </p:cNvPicPr>
          <p:nvPr/>
        </p:nvPicPr>
        <p:blipFill>
          <a:blip r:embed="rId2"/>
          <a:stretch>
            <a:fillRect/>
          </a:stretch>
        </p:blipFill>
        <p:spPr>
          <a:xfrm>
            <a:off x="145059" y="1308683"/>
            <a:ext cx="10744200" cy="1384183"/>
          </a:xfrm>
          <a:prstGeom prst="rect">
            <a:avLst/>
          </a:prstGeom>
        </p:spPr>
      </p:pic>
      <p:pic>
        <p:nvPicPr>
          <p:cNvPr id="5" name="Content Placeholder 4"/>
          <p:cNvPicPr>
            <a:picLocks noGrp="1" noChangeAspect="1"/>
          </p:cNvPicPr>
          <p:nvPr>
            <p:ph idx="1"/>
          </p:nvPr>
        </p:nvPicPr>
        <p:blipFill>
          <a:blip r:embed="rId3"/>
          <a:stretch>
            <a:fillRect/>
          </a:stretch>
        </p:blipFill>
        <p:spPr>
          <a:xfrm>
            <a:off x="729143" y="2887786"/>
            <a:ext cx="10515600" cy="3116250"/>
          </a:xfrm>
          <a:prstGeom prst="rect">
            <a:avLst/>
          </a:prstGeom>
        </p:spPr>
      </p:pic>
    </p:spTree>
    <p:extLst>
      <p:ext uri="{BB962C8B-B14F-4D97-AF65-F5344CB8AC3E}">
        <p14:creationId xmlns:p14="http://schemas.microsoft.com/office/powerpoint/2010/main" val="26469814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6" name="Picture 5"/>
          <p:cNvPicPr>
            <a:picLocks noChangeAspect="1"/>
          </p:cNvPicPr>
          <p:nvPr/>
        </p:nvPicPr>
        <p:blipFill>
          <a:blip r:embed="rId2"/>
          <a:stretch>
            <a:fillRect/>
          </a:stretch>
        </p:blipFill>
        <p:spPr>
          <a:xfrm>
            <a:off x="145059" y="1308683"/>
            <a:ext cx="10744200" cy="1384183"/>
          </a:xfrm>
          <a:prstGeom prst="rect">
            <a:avLst/>
          </a:prstGeom>
        </p:spPr>
      </p:pic>
      <p:pic>
        <p:nvPicPr>
          <p:cNvPr id="4" name="Content Placeholder 3"/>
          <p:cNvPicPr>
            <a:picLocks noGrp="1" noChangeAspect="1"/>
          </p:cNvPicPr>
          <p:nvPr>
            <p:ph idx="1"/>
          </p:nvPr>
        </p:nvPicPr>
        <p:blipFill>
          <a:blip r:embed="rId3"/>
          <a:stretch>
            <a:fillRect/>
          </a:stretch>
        </p:blipFill>
        <p:spPr>
          <a:xfrm>
            <a:off x="838200" y="3221599"/>
            <a:ext cx="10515600" cy="1861396"/>
          </a:xfrm>
          <a:prstGeom prst="rect">
            <a:avLst/>
          </a:prstGeom>
        </p:spPr>
      </p:pic>
    </p:spTree>
    <p:extLst>
      <p:ext uri="{BB962C8B-B14F-4D97-AF65-F5344CB8AC3E}">
        <p14:creationId xmlns:p14="http://schemas.microsoft.com/office/powerpoint/2010/main" val="39137745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45253" y="92280"/>
            <a:ext cx="10515600" cy="2424418"/>
          </a:xfrm>
          <a:prstGeom prst="rect">
            <a:avLst/>
          </a:prstGeom>
        </p:spPr>
      </p:pic>
      <p:pic>
        <p:nvPicPr>
          <p:cNvPr id="3" name="Picture 2"/>
          <p:cNvPicPr>
            <a:picLocks noChangeAspect="1"/>
          </p:cNvPicPr>
          <p:nvPr/>
        </p:nvPicPr>
        <p:blipFill>
          <a:blip r:embed="rId3"/>
          <a:stretch>
            <a:fillRect/>
          </a:stretch>
        </p:blipFill>
        <p:spPr>
          <a:xfrm>
            <a:off x="391312" y="2399251"/>
            <a:ext cx="10769541" cy="4277250"/>
          </a:xfrm>
          <a:prstGeom prst="rect">
            <a:avLst/>
          </a:prstGeom>
        </p:spPr>
      </p:pic>
    </p:spTree>
    <p:extLst>
      <p:ext uri="{BB962C8B-B14F-4D97-AF65-F5344CB8AC3E}">
        <p14:creationId xmlns:p14="http://schemas.microsoft.com/office/powerpoint/2010/main" val="10280204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6" name="Picture 5"/>
          <p:cNvPicPr>
            <a:picLocks noChangeAspect="1"/>
          </p:cNvPicPr>
          <p:nvPr/>
        </p:nvPicPr>
        <p:blipFill>
          <a:blip r:embed="rId2"/>
          <a:stretch>
            <a:fillRect/>
          </a:stretch>
        </p:blipFill>
        <p:spPr>
          <a:xfrm>
            <a:off x="145059" y="1308683"/>
            <a:ext cx="10744200" cy="1384183"/>
          </a:xfrm>
          <a:prstGeom prst="rect">
            <a:avLst/>
          </a:prstGeom>
        </p:spPr>
      </p:pic>
      <p:pic>
        <p:nvPicPr>
          <p:cNvPr id="5" name="Content Placeholder 4"/>
          <p:cNvPicPr>
            <a:picLocks noGrp="1" noChangeAspect="1"/>
          </p:cNvPicPr>
          <p:nvPr>
            <p:ph idx="1"/>
          </p:nvPr>
        </p:nvPicPr>
        <p:blipFill>
          <a:blip r:embed="rId3"/>
          <a:stretch>
            <a:fillRect/>
          </a:stretch>
        </p:blipFill>
        <p:spPr>
          <a:xfrm>
            <a:off x="650934" y="3307935"/>
            <a:ext cx="10420350" cy="1990725"/>
          </a:xfrm>
          <a:prstGeom prst="rect">
            <a:avLst/>
          </a:prstGeom>
        </p:spPr>
      </p:pic>
    </p:spTree>
    <p:extLst>
      <p:ext uri="{BB962C8B-B14F-4D97-AF65-F5344CB8AC3E}">
        <p14:creationId xmlns:p14="http://schemas.microsoft.com/office/powerpoint/2010/main" val="17600402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3" name="Content Placeholder 2"/>
          <p:cNvPicPr>
            <a:picLocks noGrp="1" noChangeAspect="1"/>
          </p:cNvPicPr>
          <p:nvPr>
            <p:ph idx="1"/>
          </p:nvPr>
        </p:nvPicPr>
        <p:blipFill>
          <a:blip r:embed="rId2"/>
          <a:stretch>
            <a:fillRect/>
          </a:stretch>
        </p:blipFill>
        <p:spPr>
          <a:xfrm>
            <a:off x="2893503" y="1773231"/>
            <a:ext cx="3314700" cy="3600450"/>
          </a:xfrm>
          <a:prstGeom prst="rect">
            <a:avLst/>
          </a:prstGeom>
        </p:spPr>
      </p:pic>
    </p:spTree>
    <p:extLst>
      <p:ext uri="{BB962C8B-B14F-4D97-AF65-F5344CB8AC3E}">
        <p14:creationId xmlns:p14="http://schemas.microsoft.com/office/powerpoint/2010/main" val="18867659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5" name="Content Placeholder 4"/>
          <p:cNvPicPr>
            <a:picLocks noGrp="1" noChangeAspect="1"/>
          </p:cNvPicPr>
          <p:nvPr>
            <p:ph idx="1"/>
          </p:nvPr>
        </p:nvPicPr>
        <p:blipFill>
          <a:blip r:embed="rId2"/>
          <a:stretch>
            <a:fillRect/>
          </a:stretch>
        </p:blipFill>
        <p:spPr>
          <a:xfrm>
            <a:off x="2927758" y="2167731"/>
            <a:ext cx="5101817" cy="3667125"/>
          </a:xfrm>
          <a:prstGeom prst="rect">
            <a:avLst/>
          </a:prstGeom>
        </p:spPr>
      </p:pic>
    </p:spTree>
    <p:extLst>
      <p:ext uri="{BB962C8B-B14F-4D97-AF65-F5344CB8AC3E}">
        <p14:creationId xmlns:p14="http://schemas.microsoft.com/office/powerpoint/2010/main" val="35713999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4" name="Content Placeholder 3"/>
          <p:cNvPicPr>
            <a:picLocks noGrp="1" noChangeAspect="1"/>
          </p:cNvPicPr>
          <p:nvPr>
            <p:ph idx="1"/>
          </p:nvPr>
        </p:nvPicPr>
        <p:blipFill>
          <a:blip r:embed="rId2"/>
          <a:stretch>
            <a:fillRect/>
          </a:stretch>
        </p:blipFill>
        <p:spPr>
          <a:xfrm>
            <a:off x="1843087" y="2248694"/>
            <a:ext cx="8505825" cy="3505200"/>
          </a:xfrm>
          <a:prstGeom prst="rect">
            <a:avLst/>
          </a:prstGeom>
        </p:spPr>
      </p:pic>
    </p:spTree>
    <p:extLst>
      <p:ext uri="{BB962C8B-B14F-4D97-AF65-F5344CB8AC3E}">
        <p14:creationId xmlns:p14="http://schemas.microsoft.com/office/powerpoint/2010/main" val="27905938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5" name="Content Placeholder 4"/>
          <p:cNvPicPr>
            <a:picLocks noGrp="1" noChangeAspect="1"/>
          </p:cNvPicPr>
          <p:nvPr>
            <p:ph idx="1"/>
          </p:nvPr>
        </p:nvPicPr>
        <p:blipFill>
          <a:blip r:embed="rId2"/>
          <a:stretch>
            <a:fillRect/>
          </a:stretch>
        </p:blipFill>
        <p:spPr>
          <a:xfrm>
            <a:off x="1681162" y="2010569"/>
            <a:ext cx="8829675" cy="3981450"/>
          </a:xfrm>
          <a:prstGeom prst="rect">
            <a:avLst/>
          </a:prstGeom>
        </p:spPr>
      </p:pic>
    </p:spTree>
    <p:extLst>
      <p:ext uri="{BB962C8B-B14F-4D97-AF65-F5344CB8AC3E}">
        <p14:creationId xmlns:p14="http://schemas.microsoft.com/office/powerpoint/2010/main" val="40494231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4" name="Content Placeholder 3"/>
          <p:cNvPicPr>
            <a:picLocks noGrp="1" noChangeAspect="1"/>
          </p:cNvPicPr>
          <p:nvPr>
            <p:ph idx="1"/>
          </p:nvPr>
        </p:nvPicPr>
        <p:blipFill>
          <a:blip r:embed="rId2"/>
          <a:stretch>
            <a:fillRect/>
          </a:stretch>
        </p:blipFill>
        <p:spPr>
          <a:xfrm>
            <a:off x="939567" y="1825625"/>
            <a:ext cx="9012201" cy="4351338"/>
          </a:xfrm>
          <a:prstGeom prst="rect">
            <a:avLst/>
          </a:prstGeom>
        </p:spPr>
      </p:pic>
    </p:spTree>
    <p:extLst>
      <p:ext uri="{BB962C8B-B14F-4D97-AF65-F5344CB8AC3E}">
        <p14:creationId xmlns:p14="http://schemas.microsoft.com/office/powerpoint/2010/main" val="37889317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5" name="Content Placeholder 4"/>
          <p:cNvPicPr>
            <a:picLocks noGrp="1" noChangeAspect="1"/>
          </p:cNvPicPr>
          <p:nvPr>
            <p:ph idx="1"/>
          </p:nvPr>
        </p:nvPicPr>
        <p:blipFill>
          <a:blip r:embed="rId2"/>
          <a:stretch>
            <a:fillRect/>
          </a:stretch>
        </p:blipFill>
        <p:spPr>
          <a:xfrm>
            <a:off x="2130804" y="1825625"/>
            <a:ext cx="6900787" cy="4351338"/>
          </a:xfrm>
          <a:prstGeom prst="rect">
            <a:avLst/>
          </a:prstGeom>
        </p:spPr>
      </p:pic>
    </p:spTree>
    <p:extLst>
      <p:ext uri="{BB962C8B-B14F-4D97-AF65-F5344CB8AC3E}">
        <p14:creationId xmlns:p14="http://schemas.microsoft.com/office/powerpoint/2010/main" val="42064180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sp>
        <p:nvSpPr>
          <p:cNvPr id="6" name="Content Placeholder 5"/>
          <p:cNvSpPr>
            <a:spLocks noGrp="1"/>
          </p:cNvSpPr>
          <p:nvPr>
            <p:ph idx="1"/>
          </p:nvPr>
        </p:nvSpPr>
        <p:spPr/>
        <p:txBody>
          <a:bodyPr/>
          <a:lstStyle/>
          <a:p>
            <a:pPr marL="0" indent="0">
              <a:buNone/>
            </a:pPr>
            <a:r>
              <a:rPr lang="en-US"/>
              <a:t>If number of elements are not same </a:t>
            </a:r>
          </a:p>
          <a:p>
            <a:pPr marL="0" indent="0">
              <a:buNone/>
            </a:pPr>
            <a:endParaRPr lang="en-US"/>
          </a:p>
        </p:txBody>
      </p:sp>
      <p:pic>
        <p:nvPicPr>
          <p:cNvPr id="7" name="Picture 6"/>
          <p:cNvPicPr>
            <a:picLocks noChangeAspect="1"/>
          </p:cNvPicPr>
          <p:nvPr/>
        </p:nvPicPr>
        <p:blipFill>
          <a:blip r:embed="rId2"/>
          <a:stretch>
            <a:fillRect/>
          </a:stretch>
        </p:blipFill>
        <p:spPr>
          <a:xfrm>
            <a:off x="1795245" y="2810311"/>
            <a:ext cx="6098796" cy="3600013"/>
          </a:xfrm>
          <a:prstGeom prst="rect">
            <a:avLst/>
          </a:prstGeom>
        </p:spPr>
      </p:pic>
    </p:spTree>
    <p:extLst>
      <p:ext uri="{BB962C8B-B14F-4D97-AF65-F5344CB8AC3E}">
        <p14:creationId xmlns:p14="http://schemas.microsoft.com/office/powerpoint/2010/main" val="42000160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sp>
        <p:nvSpPr>
          <p:cNvPr id="6" name="Content Placeholder 5"/>
          <p:cNvSpPr>
            <a:spLocks noGrp="1"/>
          </p:cNvSpPr>
          <p:nvPr>
            <p:ph idx="1"/>
          </p:nvPr>
        </p:nvSpPr>
        <p:spPr/>
        <p:txBody>
          <a:bodyPr/>
          <a:lstStyle/>
          <a:p>
            <a:pPr marL="0" indent="0">
              <a:buNone/>
            </a:pPr>
            <a:r>
              <a:rPr lang="en-US"/>
              <a:t>If number of elements are not same </a:t>
            </a:r>
          </a:p>
          <a:p>
            <a:pPr marL="0" indent="0">
              <a:buNone/>
            </a:pPr>
            <a:endParaRPr lang="en-US"/>
          </a:p>
        </p:txBody>
      </p:sp>
      <p:pic>
        <p:nvPicPr>
          <p:cNvPr id="3" name="Picture 2"/>
          <p:cNvPicPr>
            <a:picLocks noChangeAspect="1"/>
          </p:cNvPicPr>
          <p:nvPr/>
        </p:nvPicPr>
        <p:blipFill>
          <a:blip r:embed="rId2"/>
          <a:stretch>
            <a:fillRect/>
          </a:stretch>
        </p:blipFill>
        <p:spPr>
          <a:xfrm>
            <a:off x="3212984" y="2575420"/>
            <a:ext cx="4966282" cy="3658692"/>
          </a:xfrm>
          <a:prstGeom prst="rect">
            <a:avLst/>
          </a:prstGeom>
        </p:spPr>
      </p:pic>
    </p:spTree>
    <p:extLst>
      <p:ext uri="{BB962C8B-B14F-4D97-AF65-F5344CB8AC3E}">
        <p14:creationId xmlns:p14="http://schemas.microsoft.com/office/powerpoint/2010/main" val="25137578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sp>
        <p:nvSpPr>
          <p:cNvPr id="5" name="Content Placeholder 4"/>
          <p:cNvSpPr>
            <a:spLocks noGrp="1"/>
          </p:cNvSpPr>
          <p:nvPr>
            <p:ph idx="1"/>
          </p:nvPr>
        </p:nvSpPr>
        <p:spPr>
          <a:xfrm>
            <a:off x="838200" y="1825625"/>
            <a:ext cx="10515600" cy="4885568"/>
          </a:xfrm>
        </p:spPr>
        <p:txBody>
          <a:bodyPr>
            <a:normAutofit fontScale="77500" lnSpcReduction="20000"/>
          </a:bodyPr>
          <a:lstStyle/>
          <a:p>
            <a:pPr marL="0" indent="0">
              <a:buNone/>
            </a:pPr>
            <a:r>
              <a:rPr lang="en-US"/>
              <a:t>#include &lt;</a:t>
            </a:r>
            <a:r>
              <a:rPr lang="en-US" err="1"/>
              <a:t>stdio.h</a:t>
            </a:r>
            <a:r>
              <a:rPr lang="en-US"/>
              <a:t>&gt;</a:t>
            </a:r>
          </a:p>
          <a:p>
            <a:pPr marL="0" indent="0">
              <a:buNone/>
            </a:pPr>
            <a:r>
              <a:rPr lang="en-US"/>
              <a:t>#include &lt;</a:t>
            </a:r>
            <a:r>
              <a:rPr lang="en-US" err="1"/>
              <a:t>stdlib.h</a:t>
            </a:r>
            <a:r>
              <a:rPr lang="en-US"/>
              <a:t>&gt;</a:t>
            </a:r>
          </a:p>
          <a:p>
            <a:pPr marL="0" indent="0">
              <a:buNone/>
            </a:pPr>
            <a:r>
              <a:rPr lang="en-US" err="1"/>
              <a:t>int</a:t>
            </a:r>
            <a:r>
              <a:rPr lang="en-US"/>
              <a:t> a[11] = { 30, 25, 15, 24, 23, 51, 17, 14, 26, 84, 4 };</a:t>
            </a:r>
          </a:p>
          <a:p>
            <a:pPr marL="0" indent="0">
              <a:buNone/>
            </a:pPr>
            <a:r>
              <a:rPr lang="en-US" err="1"/>
              <a:t>int</a:t>
            </a:r>
            <a:r>
              <a:rPr lang="en-US"/>
              <a:t> b[10];</a:t>
            </a:r>
          </a:p>
          <a:p>
            <a:pPr marL="0" indent="0">
              <a:buNone/>
            </a:pPr>
            <a:r>
              <a:rPr lang="en-US"/>
              <a:t>void merging(</a:t>
            </a:r>
            <a:r>
              <a:rPr lang="en-US" err="1"/>
              <a:t>int</a:t>
            </a:r>
            <a:r>
              <a:rPr lang="en-US"/>
              <a:t> low, </a:t>
            </a:r>
            <a:r>
              <a:rPr lang="en-US" err="1"/>
              <a:t>int</a:t>
            </a:r>
            <a:r>
              <a:rPr lang="en-US"/>
              <a:t> mid, </a:t>
            </a:r>
            <a:r>
              <a:rPr lang="en-US" err="1"/>
              <a:t>int</a:t>
            </a:r>
            <a:r>
              <a:rPr lang="en-US"/>
              <a:t> high) {</a:t>
            </a:r>
          </a:p>
          <a:p>
            <a:pPr marL="0" indent="0">
              <a:buNone/>
            </a:pPr>
            <a:r>
              <a:rPr lang="en-US"/>
              <a:t>   </a:t>
            </a:r>
            <a:r>
              <a:rPr lang="en-US" err="1"/>
              <a:t>int</a:t>
            </a:r>
            <a:r>
              <a:rPr lang="en-US"/>
              <a:t> low_1, low_2, </a:t>
            </a:r>
            <a:r>
              <a:rPr lang="en-US" err="1"/>
              <a:t>i</a:t>
            </a:r>
            <a:r>
              <a:rPr lang="en-US"/>
              <a:t>;</a:t>
            </a:r>
          </a:p>
          <a:p>
            <a:pPr marL="0" indent="0">
              <a:buNone/>
            </a:pPr>
            <a:r>
              <a:rPr lang="en-US"/>
              <a:t>   for(low_1 = low, low_2 = mid + 1, </a:t>
            </a:r>
            <a:r>
              <a:rPr lang="en-US" err="1"/>
              <a:t>i</a:t>
            </a:r>
            <a:r>
              <a:rPr lang="en-US"/>
              <a:t> = low; low_1 &lt;= mid &amp;&amp; low_2 &lt;= high; </a:t>
            </a:r>
            <a:r>
              <a:rPr lang="en-US" err="1"/>
              <a:t>i</a:t>
            </a:r>
            <a:r>
              <a:rPr lang="en-US"/>
              <a:t>++) </a:t>
            </a:r>
          </a:p>
          <a:p>
            <a:pPr marL="0" indent="0">
              <a:buNone/>
            </a:pPr>
            <a:r>
              <a:rPr lang="en-US"/>
              <a:t>{</a:t>
            </a:r>
          </a:p>
          <a:p>
            <a:pPr marL="0" indent="0">
              <a:buNone/>
            </a:pPr>
            <a:r>
              <a:rPr lang="en-US"/>
              <a:t>      if(a[low_1] &lt;= a[low_2])</a:t>
            </a:r>
          </a:p>
          <a:p>
            <a:pPr marL="0" indent="0">
              <a:buNone/>
            </a:pPr>
            <a:r>
              <a:rPr lang="en-US"/>
              <a:t>         b[</a:t>
            </a:r>
            <a:r>
              <a:rPr lang="en-US" err="1"/>
              <a:t>i</a:t>
            </a:r>
            <a:r>
              <a:rPr lang="en-US"/>
              <a:t>] = a[low_1++];</a:t>
            </a:r>
          </a:p>
          <a:p>
            <a:pPr marL="0" indent="0">
              <a:buNone/>
            </a:pPr>
            <a:r>
              <a:rPr lang="en-US"/>
              <a:t>      else</a:t>
            </a:r>
          </a:p>
          <a:p>
            <a:pPr marL="0" indent="0">
              <a:buNone/>
            </a:pPr>
            <a:r>
              <a:rPr lang="en-US"/>
              <a:t>         b[</a:t>
            </a:r>
            <a:r>
              <a:rPr lang="en-US" err="1"/>
              <a:t>i</a:t>
            </a:r>
            <a:r>
              <a:rPr lang="en-US"/>
              <a:t>] = a[low_2++];</a:t>
            </a:r>
          </a:p>
          <a:p>
            <a:pPr marL="0" indent="0">
              <a:buNone/>
            </a:pPr>
            <a:r>
              <a:rPr lang="en-US"/>
              <a:t>   }</a:t>
            </a:r>
          </a:p>
        </p:txBody>
      </p:sp>
    </p:spTree>
    <p:extLst>
      <p:ext uri="{BB962C8B-B14F-4D97-AF65-F5344CB8AC3E}">
        <p14:creationId xmlns:p14="http://schemas.microsoft.com/office/powerpoint/2010/main" val="18502973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sp>
        <p:nvSpPr>
          <p:cNvPr id="5" name="Content Placeholder 4"/>
          <p:cNvSpPr>
            <a:spLocks noGrp="1"/>
          </p:cNvSpPr>
          <p:nvPr>
            <p:ph idx="1"/>
          </p:nvPr>
        </p:nvSpPr>
        <p:spPr>
          <a:xfrm>
            <a:off x="838200" y="1300294"/>
            <a:ext cx="10515600" cy="4876669"/>
          </a:xfrm>
        </p:spPr>
        <p:txBody>
          <a:bodyPr>
            <a:normAutofit fontScale="55000" lnSpcReduction="20000"/>
          </a:bodyPr>
          <a:lstStyle/>
          <a:p>
            <a:pPr marL="0" indent="0">
              <a:buNone/>
            </a:pPr>
            <a:r>
              <a:rPr lang="en-US"/>
              <a:t> while(low_1 &lt;= mid)</a:t>
            </a:r>
          </a:p>
          <a:p>
            <a:pPr marL="0" indent="0">
              <a:buNone/>
            </a:pPr>
            <a:r>
              <a:rPr lang="en-US"/>
              <a:t>      b[</a:t>
            </a:r>
            <a:r>
              <a:rPr lang="en-US" err="1"/>
              <a:t>i</a:t>
            </a:r>
            <a:r>
              <a:rPr lang="en-US"/>
              <a:t>++] = a[low_1++];</a:t>
            </a:r>
          </a:p>
          <a:p>
            <a:pPr marL="0" indent="0">
              <a:buNone/>
            </a:pPr>
            <a:r>
              <a:rPr lang="en-US"/>
              <a:t>   while(low_2 &lt;= high)</a:t>
            </a:r>
          </a:p>
          <a:p>
            <a:pPr marL="0" indent="0">
              <a:buNone/>
            </a:pPr>
            <a:r>
              <a:rPr lang="en-US"/>
              <a:t>      b[</a:t>
            </a:r>
            <a:r>
              <a:rPr lang="en-US" err="1"/>
              <a:t>i</a:t>
            </a:r>
            <a:r>
              <a:rPr lang="en-US"/>
              <a:t>++] = a[low_2++];</a:t>
            </a:r>
          </a:p>
          <a:p>
            <a:pPr marL="0" indent="0">
              <a:buNone/>
            </a:pPr>
            <a:r>
              <a:rPr lang="en-US"/>
              <a:t>  </a:t>
            </a:r>
          </a:p>
          <a:p>
            <a:pPr marL="0" indent="0">
              <a:buNone/>
            </a:pPr>
            <a:r>
              <a:rPr lang="en-US"/>
              <a:t> for(</a:t>
            </a:r>
            <a:r>
              <a:rPr lang="en-US" err="1"/>
              <a:t>i</a:t>
            </a:r>
            <a:r>
              <a:rPr lang="en-US"/>
              <a:t> = low; </a:t>
            </a:r>
            <a:r>
              <a:rPr lang="en-US" err="1"/>
              <a:t>i</a:t>
            </a:r>
            <a:r>
              <a:rPr lang="en-US"/>
              <a:t> &lt;= high; </a:t>
            </a:r>
            <a:r>
              <a:rPr lang="en-US" err="1"/>
              <a:t>i</a:t>
            </a:r>
            <a:r>
              <a:rPr lang="en-US"/>
              <a:t>++)</a:t>
            </a:r>
          </a:p>
          <a:p>
            <a:pPr marL="0" indent="0">
              <a:buNone/>
            </a:pPr>
            <a:r>
              <a:rPr lang="en-US"/>
              <a:t>      a[</a:t>
            </a:r>
            <a:r>
              <a:rPr lang="en-US" err="1"/>
              <a:t>i</a:t>
            </a:r>
            <a:r>
              <a:rPr lang="en-US"/>
              <a:t>] = b[</a:t>
            </a:r>
            <a:r>
              <a:rPr lang="en-US" err="1"/>
              <a:t>i</a:t>
            </a:r>
            <a:r>
              <a:rPr lang="en-US"/>
              <a:t>]; }</a:t>
            </a:r>
          </a:p>
          <a:p>
            <a:pPr marL="0" indent="0">
              <a:buNone/>
            </a:pPr>
            <a:endParaRPr lang="en-US"/>
          </a:p>
          <a:p>
            <a:pPr marL="0" indent="0">
              <a:buNone/>
            </a:pPr>
            <a:r>
              <a:rPr lang="en-US"/>
              <a:t>void sort(</a:t>
            </a:r>
            <a:r>
              <a:rPr lang="en-US" err="1"/>
              <a:t>int</a:t>
            </a:r>
            <a:r>
              <a:rPr lang="en-US"/>
              <a:t> low, </a:t>
            </a:r>
            <a:r>
              <a:rPr lang="en-US" err="1"/>
              <a:t>int</a:t>
            </a:r>
            <a:r>
              <a:rPr lang="en-US"/>
              <a:t> high) {</a:t>
            </a:r>
          </a:p>
          <a:p>
            <a:pPr marL="0" indent="0">
              <a:buNone/>
            </a:pPr>
            <a:r>
              <a:rPr lang="en-US"/>
              <a:t>   </a:t>
            </a:r>
            <a:r>
              <a:rPr lang="en-US" err="1"/>
              <a:t>int</a:t>
            </a:r>
            <a:r>
              <a:rPr lang="en-US"/>
              <a:t> mid;</a:t>
            </a:r>
          </a:p>
          <a:p>
            <a:pPr marL="0" indent="0">
              <a:buNone/>
            </a:pPr>
            <a:r>
              <a:rPr lang="en-US"/>
              <a:t>   if(low &lt; high) {</a:t>
            </a:r>
          </a:p>
          <a:p>
            <a:pPr marL="0" indent="0">
              <a:buNone/>
            </a:pPr>
            <a:r>
              <a:rPr lang="en-US"/>
              <a:t>      mid = (low + high) / 2;</a:t>
            </a:r>
          </a:p>
          <a:p>
            <a:pPr marL="0" indent="0">
              <a:buNone/>
            </a:pPr>
            <a:r>
              <a:rPr lang="en-US"/>
              <a:t>      sort(low, mid);</a:t>
            </a:r>
          </a:p>
          <a:p>
            <a:pPr marL="0" indent="0">
              <a:buNone/>
            </a:pPr>
            <a:r>
              <a:rPr lang="en-US"/>
              <a:t>      sort(mid+1, high);</a:t>
            </a:r>
          </a:p>
          <a:p>
            <a:pPr marL="0" indent="0">
              <a:buNone/>
            </a:pPr>
            <a:r>
              <a:rPr lang="en-US"/>
              <a:t>      merging(low, mid, high);</a:t>
            </a:r>
          </a:p>
          <a:p>
            <a:pPr marL="0" indent="0">
              <a:buNone/>
            </a:pPr>
            <a:r>
              <a:rPr lang="en-US"/>
              <a:t>   }}</a:t>
            </a:r>
          </a:p>
        </p:txBody>
      </p:sp>
    </p:spTree>
    <p:extLst>
      <p:ext uri="{BB962C8B-B14F-4D97-AF65-F5344CB8AC3E}">
        <p14:creationId xmlns:p14="http://schemas.microsoft.com/office/powerpoint/2010/main" val="7390803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sp>
        <p:nvSpPr>
          <p:cNvPr id="5" name="Content Placeholder 4"/>
          <p:cNvSpPr>
            <a:spLocks noGrp="1"/>
          </p:cNvSpPr>
          <p:nvPr>
            <p:ph idx="1"/>
          </p:nvPr>
        </p:nvSpPr>
        <p:spPr>
          <a:xfrm>
            <a:off x="838200" y="1300294"/>
            <a:ext cx="10515600" cy="4876669"/>
          </a:xfrm>
        </p:spPr>
        <p:txBody>
          <a:bodyPr>
            <a:normAutofit fontScale="55000" lnSpcReduction="20000"/>
          </a:bodyPr>
          <a:lstStyle/>
          <a:p>
            <a:pPr marL="0" indent="0">
              <a:buNone/>
            </a:pPr>
            <a:r>
              <a:rPr lang="en-US" err="1"/>
              <a:t>int</a:t>
            </a:r>
            <a:r>
              <a:rPr lang="en-US"/>
              <a:t> main() {</a:t>
            </a:r>
          </a:p>
          <a:p>
            <a:pPr marL="0" indent="0">
              <a:buNone/>
            </a:pPr>
            <a:r>
              <a:rPr lang="en-US"/>
              <a:t>   </a:t>
            </a:r>
            <a:r>
              <a:rPr lang="en-US" err="1"/>
              <a:t>int</a:t>
            </a:r>
            <a:r>
              <a:rPr lang="en-US"/>
              <a:t> </a:t>
            </a:r>
            <a:r>
              <a:rPr lang="en-US" err="1"/>
              <a:t>i</a:t>
            </a:r>
            <a:r>
              <a:rPr lang="en-US"/>
              <a:t>;</a:t>
            </a:r>
          </a:p>
          <a:p>
            <a:pPr marL="0" indent="0">
              <a:buNone/>
            </a:pPr>
            <a:endParaRPr lang="en-US"/>
          </a:p>
          <a:p>
            <a:pPr marL="0" indent="0">
              <a:buNone/>
            </a:pPr>
            <a:r>
              <a:rPr lang="en-US"/>
              <a:t>   </a:t>
            </a:r>
            <a:r>
              <a:rPr lang="en-US" err="1"/>
              <a:t>printf</a:t>
            </a:r>
            <a:r>
              <a:rPr lang="en-US"/>
              <a:t>("List before sorting\n");</a:t>
            </a:r>
          </a:p>
          <a:p>
            <a:pPr marL="0" indent="0">
              <a:buNone/>
            </a:pPr>
            <a:endParaRPr lang="en-US"/>
          </a:p>
          <a:p>
            <a:pPr marL="0" indent="0">
              <a:buNone/>
            </a:pPr>
            <a:r>
              <a:rPr lang="en-US"/>
              <a:t>   for(</a:t>
            </a:r>
            <a:r>
              <a:rPr lang="en-US" err="1"/>
              <a:t>i</a:t>
            </a:r>
            <a:r>
              <a:rPr lang="en-US"/>
              <a:t> = 0; </a:t>
            </a:r>
            <a:r>
              <a:rPr lang="en-US" err="1"/>
              <a:t>i</a:t>
            </a:r>
            <a:r>
              <a:rPr lang="en-US"/>
              <a:t> &lt;= 10; </a:t>
            </a:r>
            <a:r>
              <a:rPr lang="en-US" err="1"/>
              <a:t>i</a:t>
            </a:r>
            <a:r>
              <a:rPr lang="en-US"/>
              <a:t>++)</a:t>
            </a:r>
          </a:p>
          <a:p>
            <a:pPr marL="0" indent="0">
              <a:buNone/>
            </a:pPr>
            <a:r>
              <a:rPr lang="en-US"/>
              <a:t>      </a:t>
            </a:r>
            <a:r>
              <a:rPr lang="en-US" err="1"/>
              <a:t>printf</a:t>
            </a:r>
            <a:r>
              <a:rPr lang="en-US"/>
              <a:t>("%d ", a[</a:t>
            </a:r>
            <a:r>
              <a:rPr lang="en-US" err="1"/>
              <a:t>i</a:t>
            </a:r>
            <a:r>
              <a:rPr lang="en-US"/>
              <a:t>]);</a:t>
            </a:r>
          </a:p>
          <a:p>
            <a:pPr marL="0" indent="0">
              <a:buNone/>
            </a:pPr>
            <a:endParaRPr lang="en-US"/>
          </a:p>
          <a:p>
            <a:pPr marL="0" indent="0">
              <a:buNone/>
            </a:pPr>
            <a:r>
              <a:rPr lang="en-US"/>
              <a:t>   sort(0, 10);</a:t>
            </a:r>
          </a:p>
          <a:p>
            <a:pPr marL="0" indent="0">
              <a:buNone/>
            </a:pPr>
            <a:endParaRPr lang="en-US"/>
          </a:p>
          <a:p>
            <a:pPr marL="0" indent="0">
              <a:buNone/>
            </a:pPr>
            <a:r>
              <a:rPr lang="en-US"/>
              <a:t>   </a:t>
            </a:r>
            <a:r>
              <a:rPr lang="en-US" err="1"/>
              <a:t>printf</a:t>
            </a:r>
            <a:r>
              <a:rPr lang="en-US"/>
              <a:t>("\</a:t>
            </a:r>
            <a:r>
              <a:rPr lang="en-US" err="1"/>
              <a:t>nList</a:t>
            </a:r>
            <a:r>
              <a:rPr lang="en-US"/>
              <a:t> after sorting\n");</a:t>
            </a:r>
          </a:p>
          <a:p>
            <a:pPr marL="0" indent="0">
              <a:buNone/>
            </a:pPr>
            <a:endParaRPr lang="en-US"/>
          </a:p>
          <a:p>
            <a:pPr marL="0" indent="0">
              <a:buNone/>
            </a:pPr>
            <a:r>
              <a:rPr lang="en-US"/>
              <a:t>   for(</a:t>
            </a:r>
            <a:r>
              <a:rPr lang="en-US" err="1"/>
              <a:t>i</a:t>
            </a:r>
            <a:r>
              <a:rPr lang="en-US"/>
              <a:t> = 0; </a:t>
            </a:r>
            <a:r>
              <a:rPr lang="en-US" err="1"/>
              <a:t>i</a:t>
            </a:r>
            <a:r>
              <a:rPr lang="en-US"/>
              <a:t> &lt;= 10; </a:t>
            </a:r>
            <a:r>
              <a:rPr lang="en-US" err="1"/>
              <a:t>i</a:t>
            </a:r>
            <a:r>
              <a:rPr lang="en-US"/>
              <a:t>++)</a:t>
            </a:r>
          </a:p>
          <a:p>
            <a:pPr marL="0" indent="0">
              <a:buNone/>
            </a:pPr>
            <a:r>
              <a:rPr lang="en-US"/>
              <a:t>      </a:t>
            </a:r>
            <a:r>
              <a:rPr lang="en-US" err="1"/>
              <a:t>printf</a:t>
            </a:r>
            <a:r>
              <a:rPr lang="en-US"/>
              <a:t>("%d ", a[</a:t>
            </a:r>
            <a:r>
              <a:rPr lang="en-US" err="1"/>
              <a:t>i</a:t>
            </a:r>
            <a:r>
              <a:rPr lang="en-US"/>
              <a:t>]);</a:t>
            </a:r>
          </a:p>
          <a:p>
            <a:pPr marL="0" indent="0">
              <a:buNone/>
            </a:pPr>
            <a:r>
              <a:rPr lang="en-US"/>
              <a:t>      return 0;</a:t>
            </a:r>
          </a:p>
          <a:p>
            <a:pPr marL="0" indent="0">
              <a:buNone/>
            </a:pPr>
            <a:r>
              <a:rPr lang="en-US"/>
              <a:t>}</a:t>
            </a:r>
          </a:p>
        </p:txBody>
      </p:sp>
    </p:spTree>
    <p:extLst>
      <p:ext uri="{BB962C8B-B14F-4D97-AF65-F5344CB8AC3E}">
        <p14:creationId xmlns:p14="http://schemas.microsoft.com/office/powerpoint/2010/main" val="23073432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Merge Sort</a:t>
            </a:r>
          </a:p>
        </p:txBody>
      </p:sp>
      <p:pic>
        <p:nvPicPr>
          <p:cNvPr id="4" name="Content Placeholder 3"/>
          <p:cNvPicPr>
            <a:picLocks noGrp="1" noChangeAspect="1"/>
          </p:cNvPicPr>
          <p:nvPr>
            <p:ph idx="1"/>
          </p:nvPr>
        </p:nvPicPr>
        <p:blipFill>
          <a:blip r:embed="rId2"/>
          <a:stretch>
            <a:fillRect/>
          </a:stretch>
        </p:blipFill>
        <p:spPr>
          <a:xfrm>
            <a:off x="906011" y="2063693"/>
            <a:ext cx="7004763" cy="3631172"/>
          </a:xfrm>
          <a:prstGeom prst="rect">
            <a:avLst/>
          </a:prstGeom>
        </p:spPr>
      </p:pic>
    </p:spTree>
    <p:extLst>
      <p:ext uri="{BB962C8B-B14F-4D97-AF65-F5344CB8AC3E}">
        <p14:creationId xmlns:p14="http://schemas.microsoft.com/office/powerpoint/2010/main" val="2489107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normAutofit fontScale="92500" lnSpcReduction="10000"/>
          </a:bodyPr>
          <a:lstStyle/>
          <a:p>
            <a:pPr hangingPunct="0"/>
            <a:r>
              <a:rPr lang="en-GB" b="1" u="sng"/>
              <a:t>References:</a:t>
            </a:r>
            <a:endParaRPr lang="en-US" b="1"/>
          </a:p>
          <a:p>
            <a:pPr lvl="0"/>
            <a:r>
              <a:rPr lang="en-GB"/>
              <a:t>E. </a:t>
            </a:r>
            <a:r>
              <a:rPr lang="en-GB" err="1"/>
              <a:t>Balagurusamy</a:t>
            </a:r>
            <a:r>
              <a:rPr lang="en-GB"/>
              <a:t>, Programming in ANSI C, 5th Edition, Tata McGraw Hill  Education Private Limited publications, 2010, ISBN-10: 0070681821, ISBN-13: 9780070681828</a:t>
            </a:r>
            <a:endParaRPr lang="en-US"/>
          </a:p>
          <a:p>
            <a:pPr lvl="0"/>
            <a:r>
              <a:rPr lang="en-GB"/>
              <a:t>Byron S. Gottfried, Programming with C,  </a:t>
            </a:r>
            <a:r>
              <a:rPr lang="en-GB" err="1"/>
              <a:t>Schaum</a:t>
            </a:r>
            <a:r>
              <a:rPr lang="en-GB"/>
              <a:t> Series, McGraw Hill, 2005. </a:t>
            </a:r>
            <a:endParaRPr lang="en-US"/>
          </a:p>
          <a:p>
            <a:pPr lvl="0"/>
            <a:r>
              <a:rPr lang="en-GB"/>
              <a:t>Y. </a:t>
            </a:r>
            <a:r>
              <a:rPr lang="en-GB" err="1"/>
              <a:t>Kanetkar</a:t>
            </a:r>
            <a:r>
              <a:rPr lang="en-GB"/>
              <a:t>, Let us C, 4</a:t>
            </a:r>
            <a:r>
              <a:rPr lang="en-GB" baseline="30000"/>
              <a:t>th</a:t>
            </a:r>
            <a:r>
              <a:rPr lang="en-GB"/>
              <a:t> edition, BPB publication, new Delhi 2002</a:t>
            </a:r>
            <a:endParaRPr lang="en-US"/>
          </a:p>
          <a:p>
            <a:pPr hangingPunct="0"/>
            <a:r>
              <a:rPr lang="en-GB" b="1"/>
              <a:t> </a:t>
            </a:r>
            <a:endParaRPr lang="en-US"/>
          </a:p>
          <a:p>
            <a:pPr hangingPunct="0"/>
            <a:r>
              <a:rPr lang="en-GB" b="1"/>
              <a:t>Note:  </a:t>
            </a:r>
            <a:r>
              <a:rPr lang="en-GB"/>
              <a:t>This chapter is compiled/adopted primarily from [1]. All figures are redrawn/adopted from [1]. Tables, programs, examples, text and data are compiled/adopted from various sources [1-3].</a:t>
            </a:r>
            <a:endParaRPr lang="en-US"/>
          </a:p>
          <a:p>
            <a:pPr marL="0" indent="0">
              <a:buNone/>
            </a:pPr>
            <a:endParaRPr lang="en-US"/>
          </a:p>
        </p:txBody>
      </p:sp>
    </p:spTree>
    <p:extLst>
      <p:ext uri="{BB962C8B-B14F-4D97-AF65-F5344CB8AC3E}">
        <p14:creationId xmlns:p14="http://schemas.microsoft.com/office/powerpoint/2010/main" val="1559275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9560C3516471F44810DD24F0C42148E" ma:contentTypeVersion="2" ma:contentTypeDescription="Create a new document." ma:contentTypeScope="" ma:versionID="24fe522123b3a322f8b1c3062ee35d5a">
  <xsd:schema xmlns:xsd="http://www.w3.org/2001/XMLSchema" xmlns:xs="http://www.w3.org/2001/XMLSchema" xmlns:p="http://schemas.microsoft.com/office/2006/metadata/properties" xmlns:ns2="b4284549-3b77-42f0-9bd8-21963f31e472" targetNamespace="http://schemas.microsoft.com/office/2006/metadata/properties" ma:root="true" ma:fieldsID="e8f0dbdc55a03e5e5387593e2fa67f1b" ns2:_="">
    <xsd:import namespace="b4284549-3b77-42f0-9bd8-21963f31e47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84549-3b77-42f0-9bd8-21963f31e4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A95BF0E-82BF-4B01-B6A6-0A272AD0F419}">
  <ds:schemaRefs>
    <ds:schemaRef ds:uri="http://schemas.microsoft.com/sharepoint/v3/contenttype/forms"/>
  </ds:schemaRefs>
</ds:datastoreItem>
</file>

<file path=customXml/itemProps2.xml><?xml version="1.0" encoding="utf-8"?>
<ds:datastoreItem xmlns:ds="http://schemas.openxmlformats.org/officeDocument/2006/customXml" ds:itemID="{8B8027D5-AFE5-4D5E-92CB-E3AA8B515DB9}">
  <ds:schemaRefs>
    <ds:schemaRef ds:uri="b4284549-3b77-42f0-9bd8-21963f31e4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17A3581-822A-4EF7-9038-5B705F0DE2E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89</Slides>
  <Notes>8</Notes>
  <HiddenSlides>0</HiddenSlides>
  <ScaleCrop>false</ScaleCrop>
  <HeadingPairs>
    <vt:vector size="4" baseType="variant">
      <vt:variant>
        <vt:lpstr>Theme</vt:lpstr>
      </vt:variant>
      <vt:variant>
        <vt:i4>1</vt:i4>
      </vt:variant>
      <vt:variant>
        <vt:lpstr>Slide Titles</vt:lpstr>
      </vt:variant>
      <vt:variant>
        <vt:i4>89</vt:i4>
      </vt:variant>
    </vt:vector>
  </HeadingPairs>
  <TitlesOfParts>
    <vt:vector size="90" baseType="lpstr">
      <vt:lpstr>Office Theme</vt:lpstr>
      <vt:lpstr>User Defined Functions </vt:lpstr>
      <vt:lpstr>User Defined Functions </vt:lpstr>
      <vt:lpstr>User Defined Functions </vt:lpstr>
      <vt:lpstr>User Defined Functions </vt:lpstr>
      <vt:lpstr>Function Prototype ( declaration)  </vt:lpstr>
      <vt:lpstr>Sum of Two Numbers Programs</vt:lpstr>
      <vt:lpstr>FUNCTION PROTOTYPE ( declaration) </vt:lpstr>
      <vt:lpstr>Function Definition  &amp; Local Variables</vt:lpstr>
      <vt:lpstr>Function Definition  &amp; Local Variables</vt:lpstr>
      <vt:lpstr>Function Definition  &amp; Local Variables</vt:lpstr>
      <vt:lpstr>Static Local Variables </vt:lpstr>
      <vt:lpstr>Static Local Variables </vt:lpstr>
      <vt:lpstr>Returning a Value </vt:lpstr>
      <vt:lpstr>Returning a Value </vt:lpstr>
      <vt:lpstr>Function Arguments  </vt:lpstr>
      <vt:lpstr>Function Arguments  </vt:lpstr>
      <vt:lpstr>Function Arguments  </vt:lpstr>
      <vt:lpstr>Function Arguments  </vt:lpstr>
      <vt:lpstr>For Example :-  Program that attempts to swap the values of two numbers. </vt:lpstr>
      <vt:lpstr>For Example :-  Program that attempts to swap the values of two numbers. </vt:lpstr>
      <vt:lpstr>For Example :-  Program that attempts to swap the values of two numbers. </vt:lpstr>
      <vt:lpstr>Largest Among three numbers using function</vt:lpstr>
      <vt:lpstr>PowerPoint Presentation</vt:lpstr>
      <vt:lpstr>Largest Among three numbers using function</vt:lpstr>
      <vt:lpstr>Largest Among three numbers using function</vt:lpstr>
      <vt:lpstr>Recursion </vt:lpstr>
      <vt:lpstr>Recursion </vt:lpstr>
      <vt:lpstr>Factorial of a number</vt:lpstr>
      <vt:lpstr>Factorial of a number</vt:lpstr>
      <vt:lpstr>Factorial of a number</vt:lpstr>
      <vt:lpstr>Fibonacci Numbers</vt:lpstr>
      <vt:lpstr>Fibonacci Numbers</vt:lpstr>
      <vt:lpstr>Fibonacci Numbers</vt:lpstr>
      <vt:lpstr>PowerPoint Presentation</vt:lpstr>
      <vt:lpstr>Ackermann Problem</vt:lpstr>
      <vt:lpstr>Ackermann Problem</vt:lpstr>
      <vt:lpstr>Ackermann Problem</vt:lpstr>
      <vt:lpstr>Quick Sort Algorithm </vt:lpstr>
      <vt:lpstr>Quick Sort Algorithm </vt:lpstr>
      <vt:lpstr>Quick Sort Algorithm </vt:lpstr>
      <vt:lpstr>Quick Sort Algorithm </vt:lpstr>
      <vt:lpstr>Quick Sort Algorithm </vt:lpstr>
      <vt:lpstr>Quick Sort Algorithm </vt:lpstr>
      <vt:lpstr>Quick Sort Algorithm </vt:lpstr>
      <vt:lpstr>Quick Sort Algorithm </vt:lpstr>
      <vt:lpstr>Quick Sort Algorithm </vt:lpstr>
      <vt:lpstr>Quick Sort Algorithm </vt:lpstr>
      <vt:lpstr>Quick Sort Algorithm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Quick Sort Algorithm </vt:lpstr>
      <vt:lpstr>Merge Sort</vt:lpstr>
      <vt:lpstr>Merge Sort</vt:lpstr>
      <vt:lpstr>Merge Sort</vt:lpstr>
      <vt:lpstr>Merge Sort</vt:lpstr>
      <vt:lpstr>Merge Sort</vt:lpstr>
      <vt:lpstr>Merge Sort</vt:lpstr>
      <vt:lpstr>Merge Sort</vt:lpstr>
      <vt:lpstr>Merge Sort</vt:lpstr>
      <vt:lpstr>PowerPoint Presentation</vt:lpstr>
      <vt:lpstr>Merge Sort</vt:lpstr>
      <vt:lpstr>Merge Sort</vt:lpstr>
      <vt:lpstr>Merge Sort</vt:lpstr>
      <vt:lpstr>Merge Sort</vt:lpstr>
      <vt:lpstr>Merge Sort</vt:lpstr>
      <vt:lpstr>Merge Sort</vt:lpstr>
      <vt:lpstr>Merge Sort</vt:lpstr>
      <vt:lpstr>Merge Sort</vt:lpstr>
      <vt:lpstr>Merge Sort</vt:lpstr>
      <vt:lpstr>Merge Sort</vt:lpstr>
      <vt:lpstr>Merge Sort</vt:lpstr>
      <vt:lpstr>Merge Sort</vt:lpstr>
      <vt:lpstr>Merge Sort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revision>1</cp:revision>
  <dcterms:created xsi:type="dcterms:W3CDTF">2022-04-29T02:13:29Z</dcterms:created>
  <dcterms:modified xsi:type="dcterms:W3CDTF">2022-07-22T02:15:16Z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0x01010099560C3516471F44810DD24F0C42148E</vt:lpwstr>
  </property>
</Properties>
</file>