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2" r:id="rId20"/>
    <p:sldId id="274" r:id="rId21"/>
    <p:sldId id="275" r:id="rId22"/>
    <p:sldId id="276" r:id="rId23"/>
    <p:sldId id="284" r:id="rId24"/>
    <p:sldId id="283" r:id="rId25"/>
    <p:sldId id="282" r:id="rId26"/>
    <p:sldId id="277" r:id="rId27"/>
    <p:sldId id="278" r:id="rId28"/>
    <p:sldId id="279" r:id="rId29"/>
    <p:sldId id="280" r:id="rId30"/>
    <p:sldId id="281" r:id="rId31"/>
    <p:sldId id="286" r:id="rId32"/>
    <p:sldId id="287" r:id="rId33"/>
    <p:sldId id="288" r:id="rId34"/>
    <p:sldId id="289" r:id="rId35"/>
    <p:sldId id="290" r:id="rId36"/>
    <p:sldId id="291" r:id="rId37"/>
    <p:sldId id="292" r:id="rId38"/>
    <p:sldId id="293" r:id="rId39"/>
    <p:sldId id="294" r:id="rId40"/>
    <p:sldId id="295"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6" r:id="rId59"/>
    <p:sldId id="314" r:id="rId60"/>
    <p:sldId id="315" r:id="rId61"/>
    <p:sldId id="317" r:id="rId62"/>
    <p:sldId id="318" r:id="rId63"/>
    <p:sldId id="319" r:id="rId64"/>
    <p:sldId id="320" r:id="rId65"/>
    <p:sldId id="260"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C9AF0-B7E9-4B4F-A62E-D1B7C85A2CE6}" v="2" dt="2022-07-21T18:34:19.682"/>
    <p1510:client id="{1C9F3A7C-C437-4F63-B8CB-FE66AA1B778F}" v="23" dt="2022-07-21T17:31:35.820"/>
    <p1510:client id="{25CEF4BE-A0C1-41EA-85C5-2DF5D80728DC}" v="124" dt="2022-07-21T22:15:45.055"/>
    <p1510:client id="{25E3D477-0D42-40D9-B219-8E1FFF2B46CF}" v="5" dt="2022-06-17T18:23:45.907"/>
    <p1510:client id="{2B97FE45-6044-459F-AA79-3140D2C67C35}" v="2" dt="2022-05-16T18:54:59.200"/>
    <p1510:client id="{37FB76CF-D103-4DDB-B1D5-C78343622D4A}" v="208" dt="2022-07-21T22:27:06.207"/>
    <p1510:client id="{42298E98-8D22-41C7-8C5B-FF60C2583DE9}" v="1" dt="2022-07-21T18:14:09.958"/>
    <p1510:client id="{4717DD3B-3321-4364-ADAD-4469BC1F44FB}" v="1" dt="2022-06-18T18:48:19.987"/>
    <p1510:client id="{4BE4CAAC-826F-4B4E-865F-9AB1EB59F574}" v="356" dt="2022-07-21T22:22:24.650"/>
    <p1510:client id="{5814E547-3123-4A13-B867-4B3F3253CB7E}" v="16" dt="2022-07-21T17:43:24.049"/>
    <p1510:client id="{58AE0993-709E-4DFE-8675-88B1519B63F7}" v="127" dt="2022-07-21T19:31:35.525"/>
    <p1510:client id="{592E0E69-441D-43F4-8BAC-71E2F1BBD055}" v="106" dt="2022-07-21T22:22:58.130"/>
    <p1510:client id="{5D6F6DB3-68C8-419C-AB39-FA6093D6E224}" v="8" dt="2022-07-21T16:57:20.326"/>
    <p1510:client id="{5E670C0F-0C5B-464D-9510-9BFAB7A13AE8}" v="2" dt="2022-07-22T01:49:05.110"/>
    <p1510:client id="{5F4C5C3D-BA9C-4721-A2FE-5821BAA3B92A}" v="5" dt="2022-07-02T23:09:43.247"/>
    <p1510:client id="{66529B9A-5862-4A3F-A9BB-DDF39F8C3A44}" v="163" dt="2022-07-21T22:12:42.761"/>
    <p1510:client id="{66A2CCA7-3DB6-4F39-A5A2-54B09B28A918}" v="12" dt="2022-07-21T18:59:02.106"/>
    <p1510:client id="{6C602991-3F95-458D-9467-178017581CB8}" v="61" dt="2022-07-21T11:42:40.808"/>
    <p1510:client id="{6F860E3D-6B78-408E-8D1B-79795B4DCBF2}" v="1" dt="2022-07-22T01:28:38.507"/>
    <p1510:client id="{7E0B314B-7434-4028-9165-23D0272F87EB}" v="2" dt="2022-05-06T19:17:29.461"/>
    <p1510:client id="{8D6887D3-4A3E-4335-9FBD-5762F0EE91D2}" v="6" dt="2022-07-21T14:16:02.111"/>
    <p1510:client id="{B291D5C6-1A72-4B40-A1E5-1069D60CC736}" v="102" dt="2022-07-21T22:12:03.394"/>
    <p1510:client id="{B74DE448-7035-4663-BCC9-B7FC6195FB2D}" v="10" dt="2022-06-17T17:03:54.931"/>
    <p1510:client id="{BB5994F9-EF12-41A8-B1CA-AD0EF3558C12}" v="2" dt="2022-07-21T22:23:58.146"/>
    <p1510:client id="{BE9A2796-C1A9-4BF8-96CA-5AE7F04124A2}" v="73" dt="2022-07-21T22:17:25.124"/>
    <p1510:client id="{BF53C1C8-55B5-461B-A449-C81925B8067E}" v="2" dt="2022-07-21T20:31:04.377"/>
    <p1510:client id="{CB17C97C-5EE4-474A-93C4-C26B255A4E2A}" v="1" dt="2022-07-03T18:36:01.690"/>
    <p1510:client id="{D1814592-99D8-4BB1-8DD0-5F153BDD80E9}" v="1" dt="2022-07-10T06:50:18.038"/>
    <p1510:client id="{E147F7FA-83A4-4FB9-B97D-6DC25CA6E3B1}" v="7" dt="2022-07-21T22:25:18.290"/>
    <p1510:client id="{E2462883-918D-4161-A30B-3DD4C8CFB256}" v="48" dt="2022-07-21T22:26:44.899"/>
    <p1510:client id="{F44AC494-0447-4144-9CDF-A6462464A075}" v="1" dt="2022-04-29T19:00:16.567"/>
    <p1510:client id="{F6672C0E-8E79-4CB2-B81F-B358C6352E89}" v="65" dt="2022-07-21T19:31:22.822"/>
    <p1510:client id="{F9B52F26-2305-4428-8DD3-FC838844CAE5}" v="2" dt="2022-07-11T17:45:48.026"/>
    <p1510:client id="{FB85237D-BC7C-422D-A2C2-F7909AA3E94F}" v="2" dt="2022-07-21T16:31:09.0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ABBAS HYDER RAZVI(BTECH10392.21@bitmesra.ac.in)" userId="S::btech10392.21@bitmesra.ac.in::9acb44be-c4ed-4fd9-9f36-12ca1cb3cbd6" providerId="AD" clId="Web-{F44AC494-0447-4144-9CDF-A6462464A075}"/>
    <pc:docChg chg="addSld">
      <pc:chgData name="SYED ABBAS HYDER RAZVI(BTECH10392.21@bitmesra.ac.in)" userId="S::btech10392.21@bitmesra.ac.in::9acb44be-c4ed-4fd9-9f36-12ca1cb3cbd6" providerId="AD" clId="Web-{F44AC494-0447-4144-9CDF-A6462464A075}" dt="2022-04-29T19:00:16.567" v="0"/>
      <pc:docMkLst>
        <pc:docMk/>
      </pc:docMkLst>
      <pc:sldChg chg="new">
        <pc:chgData name="SYED ABBAS HYDER RAZVI(BTECH10392.21@bitmesra.ac.in)" userId="S::btech10392.21@bitmesra.ac.in::9acb44be-c4ed-4fd9-9f36-12ca1cb3cbd6" providerId="AD" clId="Web-{F44AC494-0447-4144-9CDF-A6462464A075}" dt="2022-04-29T19:00:16.567" v="0"/>
        <pc:sldMkLst>
          <pc:docMk/>
          <pc:sldMk cId="2043049075" sldId="321"/>
        </pc:sldMkLst>
      </pc:sldChg>
    </pc:docChg>
  </pc:docChgLst>
  <pc:docChgLst>
    <pc:chgData name="DHRUV MITTAL(BTECH10387.21@bitmesra.ac.in)" userId="S::btech10387.21@bitmesra.ac.in::e5dd1ece-d596-40f5-8b10-dc012fe1c39a" providerId="AD" clId="Web-{5D6F6DB3-68C8-419C-AB39-FA6093D6E224}"/>
    <pc:docChg chg="modSld">
      <pc:chgData name="DHRUV MITTAL(BTECH10387.21@bitmesra.ac.in)" userId="S::btech10387.21@bitmesra.ac.in::e5dd1ece-d596-40f5-8b10-dc012fe1c39a" providerId="AD" clId="Web-{5D6F6DB3-68C8-419C-AB39-FA6093D6E224}" dt="2022-07-21T16:57:20.217" v="7" actId="20577"/>
      <pc:docMkLst>
        <pc:docMk/>
      </pc:docMkLst>
      <pc:sldChg chg="modSp">
        <pc:chgData name="DHRUV MITTAL(BTECH10387.21@bitmesra.ac.in)" userId="S::btech10387.21@bitmesra.ac.in::e5dd1ece-d596-40f5-8b10-dc012fe1c39a" providerId="AD" clId="Web-{5D6F6DB3-68C8-419C-AB39-FA6093D6E224}" dt="2022-07-21T16:57:20.217" v="7" actId="20577"/>
        <pc:sldMkLst>
          <pc:docMk/>
          <pc:sldMk cId="1556815650" sldId="276"/>
        </pc:sldMkLst>
        <pc:spChg chg="mod">
          <ac:chgData name="DHRUV MITTAL(BTECH10387.21@bitmesra.ac.in)" userId="S::btech10387.21@bitmesra.ac.in::e5dd1ece-d596-40f5-8b10-dc012fe1c39a" providerId="AD" clId="Web-{5D6F6DB3-68C8-419C-AB39-FA6093D6E224}" dt="2022-07-21T16:57:20.217" v="7" actId="20577"/>
          <ac:spMkLst>
            <pc:docMk/>
            <pc:sldMk cId="1556815650" sldId="276"/>
            <ac:spMk id="3" creationId="{00000000-0000-0000-0000-000000000000}"/>
          </ac:spMkLst>
        </pc:spChg>
      </pc:sldChg>
    </pc:docChg>
  </pc:docChgLst>
  <pc:docChgLst>
    <pc:chgData name="AMITESH KUMAR SINHA(BTECH10268.21@bitmesra.ac.in)" userId="S::btech10268.21@bitmesra.ac.in::1380aae9-0830-4d93-a999-52ab4b1140a6" providerId="AD" clId="Web-{F9B52F26-2305-4428-8DD3-FC838844CAE5}"/>
    <pc:docChg chg="addSld">
      <pc:chgData name="AMITESH KUMAR SINHA(BTECH10268.21@bitmesra.ac.in)" userId="S::btech10268.21@bitmesra.ac.in::1380aae9-0830-4d93-a999-52ab4b1140a6" providerId="AD" clId="Web-{F9B52F26-2305-4428-8DD3-FC838844CAE5}" dt="2022-07-11T17:45:48.026" v="1"/>
      <pc:docMkLst>
        <pc:docMk/>
      </pc:docMkLst>
      <pc:sldChg chg="new">
        <pc:chgData name="AMITESH KUMAR SINHA(BTECH10268.21@bitmesra.ac.in)" userId="S::btech10268.21@bitmesra.ac.in::1380aae9-0830-4d93-a999-52ab4b1140a6" providerId="AD" clId="Web-{F9B52F26-2305-4428-8DD3-FC838844CAE5}" dt="2022-07-11T17:45:43.432" v="0"/>
        <pc:sldMkLst>
          <pc:docMk/>
          <pc:sldMk cId="3611025212" sldId="326"/>
        </pc:sldMkLst>
      </pc:sldChg>
      <pc:sldChg chg="new">
        <pc:chgData name="AMITESH KUMAR SINHA(BTECH10268.21@bitmesra.ac.in)" userId="S::btech10268.21@bitmesra.ac.in::1380aae9-0830-4d93-a999-52ab4b1140a6" providerId="AD" clId="Web-{F9B52F26-2305-4428-8DD3-FC838844CAE5}" dt="2022-07-11T17:45:48.026" v="1"/>
        <pc:sldMkLst>
          <pc:docMk/>
          <pc:sldMk cId="1616951584" sldId="327"/>
        </pc:sldMkLst>
      </pc:sldChg>
    </pc:docChg>
  </pc:docChgLst>
  <pc:docChgLst>
    <pc:chgData name="SHIVAM SHARMA(BTECH10193.21@bitmesra.ac.in)" userId="S::btech10193.21@bitmesra.ac.in::eba7c897-202f-4a55-9f60-9e15682e06d6" providerId="AD" clId="Web-{2B97FE45-6044-459F-AA79-3140D2C67C35}"/>
    <pc:docChg chg="addSld">
      <pc:chgData name="SHIVAM SHARMA(BTECH10193.21@bitmesra.ac.in)" userId="S::btech10193.21@bitmesra.ac.in::eba7c897-202f-4a55-9f60-9e15682e06d6" providerId="AD" clId="Web-{2B97FE45-6044-459F-AA79-3140D2C67C35}" dt="2022-05-16T18:54:59.200" v="1"/>
      <pc:docMkLst>
        <pc:docMk/>
      </pc:docMkLst>
      <pc:sldChg chg="new">
        <pc:chgData name="SHIVAM SHARMA(BTECH10193.21@bitmesra.ac.in)" userId="S::btech10193.21@bitmesra.ac.in::eba7c897-202f-4a55-9f60-9e15682e06d6" providerId="AD" clId="Web-{2B97FE45-6044-459F-AA79-3140D2C67C35}" dt="2022-05-16T18:54:55.434" v="0"/>
        <pc:sldMkLst>
          <pc:docMk/>
          <pc:sldMk cId="903977322" sldId="324"/>
        </pc:sldMkLst>
      </pc:sldChg>
      <pc:sldChg chg="new">
        <pc:chgData name="SHIVAM SHARMA(BTECH10193.21@bitmesra.ac.in)" userId="S::btech10193.21@bitmesra.ac.in::eba7c897-202f-4a55-9f60-9e15682e06d6" providerId="AD" clId="Web-{2B97FE45-6044-459F-AA79-3140D2C67C35}" dt="2022-05-16T18:54:59.200" v="1"/>
        <pc:sldMkLst>
          <pc:docMk/>
          <pc:sldMk cId="2015841474" sldId="325"/>
        </pc:sldMkLst>
      </pc:sldChg>
    </pc:docChg>
  </pc:docChgLst>
  <pc:docChgLst>
    <pc:chgData name="TANISH KUMAR BARANWAL(BTECH10074.21@bitmesra.ac.in)" userId="S::btech10074.21@bitmesra.ac.in::32813535-aa9d-4425-b598-e2c62746309f" providerId="AD" clId="Web-{4BE4CAAC-826F-4B4E-865F-9AB1EB59F574}"/>
    <pc:docChg chg="modSld">
      <pc:chgData name="TANISH KUMAR BARANWAL(BTECH10074.21@bitmesra.ac.in)" userId="S::btech10074.21@bitmesra.ac.in::32813535-aa9d-4425-b598-e2c62746309f" providerId="AD" clId="Web-{4BE4CAAC-826F-4B4E-865F-9AB1EB59F574}" dt="2022-07-21T22:22:24.650" v="335" actId="20577"/>
      <pc:docMkLst>
        <pc:docMk/>
      </pc:docMkLst>
      <pc:sldChg chg="modSp">
        <pc:chgData name="TANISH KUMAR BARANWAL(BTECH10074.21@bitmesra.ac.in)" userId="S::btech10074.21@bitmesra.ac.in::32813535-aa9d-4425-b598-e2c62746309f" providerId="AD" clId="Web-{4BE4CAAC-826F-4B4E-865F-9AB1EB59F574}" dt="2022-07-21T22:17:26.296" v="61" actId="1076"/>
        <pc:sldMkLst>
          <pc:docMk/>
          <pc:sldMk cId="3195864727" sldId="272"/>
        </pc:sldMkLst>
        <pc:spChg chg="mod">
          <ac:chgData name="TANISH KUMAR BARANWAL(BTECH10074.21@bitmesra.ac.in)" userId="S::btech10074.21@bitmesra.ac.in::32813535-aa9d-4425-b598-e2c62746309f" providerId="AD" clId="Web-{4BE4CAAC-826F-4B4E-865F-9AB1EB59F574}" dt="2022-07-21T22:17:26.296" v="61" actId="1076"/>
          <ac:spMkLst>
            <pc:docMk/>
            <pc:sldMk cId="3195864727" sldId="272"/>
            <ac:spMk id="3" creationId="{00000000-0000-0000-0000-000000000000}"/>
          </ac:spMkLst>
        </pc:spChg>
      </pc:sldChg>
      <pc:sldChg chg="modSp">
        <pc:chgData name="TANISH KUMAR BARANWAL(BTECH10074.21@bitmesra.ac.in)" userId="S::btech10074.21@bitmesra.ac.in::32813535-aa9d-4425-b598-e2c62746309f" providerId="AD" clId="Web-{4BE4CAAC-826F-4B4E-865F-9AB1EB59F574}" dt="2022-07-21T22:22:24.650" v="335" actId="20577"/>
        <pc:sldMkLst>
          <pc:docMk/>
          <pc:sldMk cId="1463513774" sldId="273"/>
        </pc:sldMkLst>
        <pc:spChg chg="mod">
          <ac:chgData name="TANISH KUMAR BARANWAL(BTECH10074.21@bitmesra.ac.in)" userId="S::btech10074.21@bitmesra.ac.in::32813535-aa9d-4425-b598-e2c62746309f" providerId="AD" clId="Web-{4BE4CAAC-826F-4B4E-865F-9AB1EB59F574}" dt="2022-07-21T22:22:24.650" v="335" actId="20577"/>
          <ac:spMkLst>
            <pc:docMk/>
            <pc:sldMk cId="1463513774" sldId="273"/>
            <ac:spMk id="3" creationId="{00000000-0000-0000-0000-000000000000}"/>
          </ac:spMkLst>
        </pc:spChg>
      </pc:sldChg>
      <pc:sldChg chg="addSp delSp modSp">
        <pc:chgData name="TANISH KUMAR BARANWAL(BTECH10074.21@bitmesra.ac.in)" userId="S::btech10074.21@bitmesra.ac.in::32813535-aa9d-4425-b598-e2c62746309f" providerId="AD" clId="Web-{4BE4CAAC-826F-4B4E-865F-9AB1EB59F574}" dt="2022-07-21T22:20:58.477" v="290" actId="20577"/>
        <pc:sldMkLst>
          <pc:docMk/>
          <pc:sldMk cId="3922597974" sldId="274"/>
        </pc:sldMkLst>
        <pc:spChg chg="mod">
          <ac:chgData name="TANISH KUMAR BARANWAL(BTECH10074.21@bitmesra.ac.in)" userId="S::btech10074.21@bitmesra.ac.in::32813535-aa9d-4425-b598-e2c62746309f" providerId="AD" clId="Web-{4BE4CAAC-826F-4B4E-865F-9AB1EB59F574}" dt="2022-07-21T22:19:57.392" v="235" actId="20577"/>
          <ac:spMkLst>
            <pc:docMk/>
            <pc:sldMk cId="3922597974" sldId="274"/>
            <ac:spMk id="2" creationId="{00000000-0000-0000-0000-000000000000}"/>
          </ac:spMkLst>
        </pc:spChg>
        <pc:spChg chg="add del mod">
          <ac:chgData name="TANISH KUMAR BARANWAL(BTECH10074.21@bitmesra.ac.in)" userId="S::btech10074.21@bitmesra.ac.in::32813535-aa9d-4425-b598-e2c62746309f" providerId="AD" clId="Web-{4BE4CAAC-826F-4B4E-865F-9AB1EB59F574}" dt="2022-07-21T22:20:42.836" v="278" actId="20577"/>
          <ac:spMkLst>
            <pc:docMk/>
            <pc:sldMk cId="3922597974" sldId="274"/>
            <ac:spMk id="3" creationId="{00000000-0000-0000-0000-000000000000}"/>
          </ac:spMkLst>
        </pc:spChg>
        <pc:spChg chg="mod">
          <ac:chgData name="TANISH KUMAR BARANWAL(BTECH10074.21@bitmesra.ac.in)" userId="S::btech10074.21@bitmesra.ac.in::32813535-aa9d-4425-b598-e2c62746309f" providerId="AD" clId="Web-{4BE4CAAC-826F-4B4E-865F-9AB1EB59F574}" dt="2022-07-21T22:20:58.477" v="290" actId="20577"/>
          <ac:spMkLst>
            <pc:docMk/>
            <pc:sldMk cId="3922597974" sldId="274"/>
            <ac:spMk id="5" creationId="{63BC91F2-C309-62C0-D7A5-3E98285C8125}"/>
          </ac:spMkLst>
        </pc:spChg>
        <pc:spChg chg="add del mod">
          <ac:chgData name="TANISH KUMAR BARANWAL(BTECH10074.21@bitmesra.ac.in)" userId="S::btech10074.21@bitmesra.ac.in::32813535-aa9d-4425-b598-e2c62746309f" providerId="AD" clId="Web-{4BE4CAAC-826F-4B4E-865F-9AB1EB59F574}" dt="2022-07-21T22:18:32.610" v="131"/>
          <ac:spMkLst>
            <pc:docMk/>
            <pc:sldMk cId="3922597974" sldId="274"/>
            <ac:spMk id="7" creationId="{A4DDB27E-8829-CB0E-B227-C0258FD47AFA}"/>
          </ac:spMkLst>
        </pc:spChg>
      </pc:sldChg>
    </pc:docChg>
  </pc:docChgLst>
  <pc:docChgLst>
    <pc:chgData name="ARPIT SINGH (BTECH10008.21@bitmesra.ac.in)" userId="S::btech10008.21@bitmesra.ac.in::88611915-c69e-4c33-bbc1-7f62f1c91c73" providerId="AD" clId="Web-{BE9A2796-C1A9-4BF8-96CA-5AE7F04124A2}"/>
    <pc:docChg chg="modSld">
      <pc:chgData name="ARPIT SINGH (BTECH10008.21@bitmesra.ac.in)" userId="S::btech10008.21@bitmesra.ac.in::88611915-c69e-4c33-bbc1-7f62f1c91c73" providerId="AD" clId="Web-{BE9A2796-C1A9-4BF8-96CA-5AE7F04124A2}" dt="2022-07-21T22:17:25.124" v="67" actId="1076"/>
      <pc:docMkLst>
        <pc:docMk/>
      </pc:docMkLst>
      <pc:sldChg chg="modSp">
        <pc:chgData name="ARPIT SINGH (BTECH10008.21@bitmesra.ac.in)" userId="S::btech10008.21@bitmesra.ac.in::88611915-c69e-4c33-bbc1-7f62f1c91c73" providerId="AD" clId="Web-{BE9A2796-C1A9-4BF8-96CA-5AE7F04124A2}" dt="2022-07-21T22:17:25.124" v="67" actId="1076"/>
        <pc:sldMkLst>
          <pc:docMk/>
          <pc:sldMk cId="3195864727" sldId="272"/>
        </pc:sldMkLst>
        <pc:spChg chg="mod">
          <ac:chgData name="ARPIT SINGH (BTECH10008.21@bitmesra.ac.in)" userId="S::btech10008.21@bitmesra.ac.in::88611915-c69e-4c33-bbc1-7f62f1c91c73" providerId="AD" clId="Web-{BE9A2796-C1A9-4BF8-96CA-5AE7F04124A2}" dt="2022-07-21T22:17:25.124" v="67" actId="1076"/>
          <ac:spMkLst>
            <pc:docMk/>
            <pc:sldMk cId="3195864727" sldId="272"/>
            <ac:spMk id="3" creationId="{00000000-0000-0000-0000-000000000000}"/>
          </ac:spMkLst>
        </pc:spChg>
      </pc:sldChg>
    </pc:docChg>
  </pc:docChgLst>
  <pc:docChgLst>
    <pc:chgData name="RISHAV KUMAR(BTECH10104.21@bitmesra.ac.in)" userId="S::btech10104.21@bitmesra.ac.in::279b31fe-1f1a-48ea-8c68-e5b004c2b580" providerId="AD" clId="Web-{F6672C0E-8E79-4CB2-B81F-B358C6352E89}"/>
    <pc:docChg chg="modSld">
      <pc:chgData name="RISHAV KUMAR(BTECH10104.21@bitmesra.ac.in)" userId="S::btech10104.21@bitmesra.ac.in::279b31fe-1f1a-48ea-8c68-e5b004c2b580" providerId="AD" clId="Web-{F6672C0E-8E79-4CB2-B81F-B358C6352E89}" dt="2022-07-21T19:31:22.822" v="66" actId="20577"/>
      <pc:docMkLst>
        <pc:docMk/>
      </pc:docMkLst>
      <pc:sldChg chg="modSp">
        <pc:chgData name="RISHAV KUMAR(BTECH10104.21@bitmesra.ac.in)" userId="S::btech10104.21@bitmesra.ac.in::279b31fe-1f1a-48ea-8c68-e5b004c2b580" providerId="AD" clId="Web-{F6672C0E-8E79-4CB2-B81F-B358C6352E89}" dt="2022-07-21T19:31:22.822" v="66" actId="20577"/>
        <pc:sldMkLst>
          <pc:docMk/>
          <pc:sldMk cId="631323501" sldId="312"/>
        </pc:sldMkLst>
        <pc:spChg chg="mod">
          <ac:chgData name="RISHAV KUMAR(BTECH10104.21@bitmesra.ac.in)" userId="S::btech10104.21@bitmesra.ac.in::279b31fe-1f1a-48ea-8c68-e5b004c2b580" providerId="AD" clId="Web-{F6672C0E-8E79-4CB2-B81F-B358C6352E89}" dt="2022-07-21T19:31:22.822" v="66" actId="20577"/>
          <ac:spMkLst>
            <pc:docMk/>
            <pc:sldMk cId="631323501" sldId="312"/>
            <ac:spMk id="3" creationId="{00000000-0000-0000-0000-000000000000}"/>
          </ac:spMkLst>
        </pc:spChg>
      </pc:sldChg>
    </pc:docChg>
  </pc:docChgLst>
  <pc:docChgLst>
    <pc:chgData name="RISHABH RAJ(BTECH10385.21@bitmesra.ac.in)" userId="S::btech10385.21@bitmesra.ac.in::ce8df6d5-376d-4bc3-aa80-b21fdf7b476b" providerId="AD" clId="Web-{D1814592-99D8-4BB1-8DD0-5F153BDD80E9}"/>
    <pc:docChg chg="modSld">
      <pc:chgData name="RISHABH RAJ(BTECH10385.21@bitmesra.ac.in)" userId="S::btech10385.21@bitmesra.ac.in::ce8df6d5-376d-4bc3-aa80-b21fdf7b476b" providerId="AD" clId="Web-{D1814592-99D8-4BB1-8DD0-5F153BDD80E9}" dt="2022-07-10T06:50:18.038" v="0"/>
      <pc:docMkLst>
        <pc:docMk/>
      </pc:docMkLst>
      <pc:sldChg chg="addSp">
        <pc:chgData name="RISHABH RAJ(BTECH10385.21@bitmesra.ac.in)" userId="S::btech10385.21@bitmesra.ac.in::ce8df6d5-376d-4bc3-aa80-b21fdf7b476b" providerId="AD" clId="Web-{D1814592-99D8-4BB1-8DD0-5F153BDD80E9}" dt="2022-07-10T06:50:18.038" v="0"/>
        <pc:sldMkLst>
          <pc:docMk/>
          <pc:sldMk cId="1428484971" sldId="275"/>
        </pc:sldMkLst>
        <pc:spChg chg="add">
          <ac:chgData name="RISHABH RAJ(BTECH10385.21@bitmesra.ac.in)" userId="S::btech10385.21@bitmesra.ac.in::ce8df6d5-376d-4bc3-aa80-b21fdf7b476b" providerId="AD" clId="Web-{D1814592-99D8-4BB1-8DD0-5F153BDD80E9}" dt="2022-07-10T06:50:18.038" v="0"/>
          <ac:spMkLst>
            <pc:docMk/>
            <pc:sldMk cId="1428484971" sldId="275"/>
            <ac:spMk id="4" creationId="{AEF1660D-1931-8D6F-55C6-35839C90350F}"/>
          </ac:spMkLst>
        </pc:spChg>
      </pc:sldChg>
    </pc:docChg>
  </pc:docChgLst>
  <pc:docChgLst>
    <pc:chgData name="ACHYUT SINGH(BTECH10095.21@bitmesra.ac.in)" userId="S::btech10095.21@bitmesra.ac.in::776288b4-265e-4fbc-a78e-82a5597dd2c9" providerId="AD" clId="Web-{CB17C97C-5EE4-474A-93C4-C26B255A4E2A}"/>
    <pc:docChg chg="modSld">
      <pc:chgData name="ACHYUT SINGH(BTECH10095.21@bitmesra.ac.in)" userId="S::btech10095.21@bitmesra.ac.in::776288b4-265e-4fbc-a78e-82a5597dd2c9" providerId="AD" clId="Web-{CB17C97C-5EE4-474A-93C4-C26B255A4E2A}" dt="2022-07-03T18:36:01.690" v="0" actId="1076"/>
      <pc:docMkLst>
        <pc:docMk/>
      </pc:docMkLst>
      <pc:sldChg chg="modSp">
        <pc:chgData name="ACHYUT SINGH(BTECH10095.21@bitmesra.ac.in)" userId="S::btech10095.21@bitmesra.ac.in::776288b4-265e-4fbc-a78e-82a5597dd2c9" providerId="AD" clId="Web-{CB17C97C-5EE4-474A-93C4-C26B255A4E2A}" dt="2022-07-03T18:36:01.690" v="0" actId="1076"/>
        <pc:sldMkLst>
          <pc:docMk/>
          <pc:sldMk cId="1325780741" sldId="318"/>
        </pc:sldMkLst>
        <pc:spChg chg="mod">
          <ac:chgData name="ACHYUT SINGH(BTECH10095.21@bitmesra.ac.in)" userId="S::btech10095.21@bitmesra.ac.in::776288b4-265e-4fbc-a78e-82a5597dd2c9" providerId="AD" clId="Web-{CB17C97C-5EE4-474A-93C4-C26B255A4E2A}" dt="2022-07-03T18:36:01.690" v="0" actId="1076"/>
          <ac:spMkLst>
            <pc:docMk/>
            <pc:sldMk cId="1325780741" sldId="318"/>
            <ac:spMk id="3" creationId="{00000000-0000-0000-0000-000000000000}"/>
          </ac:spMkLst>
        </pc:spChg>
      </pc:sldChg>
    </pc:docChg>
  </pc:docChgLst>
  <pc:docChgLst>
    <pc:chgData name="TANISH KUMAR BARANWAL(BTECH10074.21@bitmesra.ac.in)" userId="S::btech10074.21@bitmesra.ac.in::32813535-aa9d-4425-b598-e2c62746309f" providerId="AD" clId="Web-{E2462883-918D-4161-A30B-3DD4C8CFB256}"/>
    <pc:docChg chg="modSld sldOrd">
      <pc:chgData name="TANISH KUMAR BARANWAL(BTECH10074.21@bitmesra.ac.in)" userId="S::btech10074.21@bitmesra.ac.in::32813535-aa9d-4425-b598-e2c62746309f" providerId="AD" clId="Web-{E2462883-918D-4161-A30B-3DD4C8CFB256}" dt="2022-07-21T22:26:41.836" v="46" actId="20577"/>
      <pc:docMkLst>
        <pc:docMk/>
      </pc:docMkLst>
      <pc:sldChg chg="modSp">
        <pc:chgData name="TANISH KUMAR BARANWAL(BTECH10074.21@bitmesra.ac.in)" userId="S::btech10074.21@bitmesra.ac.in::32813535-aa9d-4425-b598-e2c62746309f" providerId="AD" clId="Web-{E2462883-918D-4161-A30B-3DD4C8CFB256}" dt="2022-07-21T22:26:41.836" v="46" actId="20577"/>
        <pc:sldMkLst>
          <pc:docMk/>
          <pc:sldMk cId="3343626271" sldId="283"/>
        </pc:sldMkLst>
        <pc:spChg chg="mod">
          <ac:chgData name="TANISH KUMAR BARANWAL(BTECH10074.21@bitmesra.ac.in)" userId="S::btech10074.21@bitmesra.ac.in::32813535-aa9d-4425-b598-e2c62746309f" providerId="AD" clId="Web-{E2462883-918D-4161-A30B-3DD4C8CFB256}" dt="2022-07-21T22:26:41.836" v="46" actId="20577"/>
          <ac:spMkLst>
            <pc:docMk/>
            <pc:sldMk cId="3343626271" sldId="283"/>
            <ac:spMk id="3" creationId="{00000000-0000-0000-0000-000000000000}"/>
          </ac:spMkLst>
        </pc:spChg>
      </pc:sldChg>
      <pc:sldChg chg="ord">
        <pc:chgData name="TANISH KUMAR BARANWAL(BTECH10074.21@bitmesra.ac.in)" userId="S::btech10074.21@bitmesra.ac.in::32813535-aa9d-4425-b598-e2c62746309f" providerId="AD" clId="Web-{E2462883-918D-4161-A30B-3DD4C8CFB256}" dt="2022-07-21T22:26:25.617" v="0"/>
        <pc:sldMkLst>
          <pc:docMk/>
          <pc:sldMk cId="2639631506" sldId="284"/>
        </pc:sldMkLst>
      </pc:sldChg>
    </pc:docChg>
  </pc:docChgLst>
  <pc:docChgLst>
    <pc:chgData name="ABHIRAJ RANA(BTECH10059.21@bitmesra.ac.in)" userId="S::btech10059.21@bitmesra.ac.in::3e306c63-a1c4-4166-a024-ac58affdb474" providerId="AD" clId="Web-{66A2CCA7-3DB6-4F39-A5A2-54B09B28A918}"/>
    <pc:docChg chg="modSld">
      <pc:chgData name="ABHIRAJ RANA(BTECH10059.21@bitmesra.ac.in)" userId="S::btech10059.21@bitmesra.ac.in::3e306c63-a1c4-4166-a024-ac58affdb474" providerId="AD" clId="Web-{66A2CCA7-3DB6-4F39-A5A2-54B09B28A918}" dt="2022-07-21T18:59:02.106" v="8" actId="1076"/>
      <pc:docMkLst>
        <pc:docMk/>
      </pc:docMkLst>
      <pc:sldChg chg="modSp">
        <pc:chgData name="ABHIRAJ RANA(BTECH10059.21@bitmesra.ac.in)" userId="S::btech10059.21@bitmesra.ac.in::3e306c63-a1c4-4166-a024-ac58affdb474" providerId="AD" clId="Web-{66A2CCA7-3DB6-4F39-A5A2-54B09B28A918}" dt="2022-07-21T18:59:02.106" v="8" actId="1076"/>
        <pc:sldMkLst>
          <pc:docMk/>
          <pc:sldMk cId="3922597974" sldId="274"/>
        </pc:sldMkLst>
        <pc:graphicFrameChg chg="mod modGraphic">
          <ac:chgData name="ABHIRAJ RANA(BTECH10059.21@bitmesra.ac.in)" userId="S::btech10059.21@bitmesra.ac.in::3e306c63-a1c4-4166-a024-ac58affdb474" providerId="AD" clId="Web-{66A2CCA7-3DB6-4F39-A5A2-54B09B28A918}" dt="2022-07-21T18:59:02.106" v="8" actId="1076"/>
          <ac:graphicFrameMkLst>
            <pc:docMk/>
            <pc:sldMk cId="3922597974" sldId="274"/>
            <ac:graphicFrameMk id="4" creationId="{00000000-0000-0000-0000-000000000000}"/>
          </ac:graphicFrameMkLst>
        </pc:graphicFrameChg>
      </pc:sldChg>
      <pc:sldChg chg="modSp">
        <pc:chgData name="ABHIRAJ RANA(BTECH10059.21@bitmesra.ac.in)" userId="S::btech10059.21@bitmesra.ac.in::3e306c63-a1c4-4166-a024-ac58affdb474" providerId="AD" clId="Web-{66A2CCA7-3DB6-4F39-A5A2-54B09B28A918}" dt="2022-07-21T18:58:55.715" v="6" actId="20577"/>
        <pc:sldMkLst>
          <pc:docMk/>
          <pc:sldMk cId="2262640388" sldId="302"/>
        </pc:sldMkLst>
        <pc:spChg chg="mod">
          <ac:chgData name="ABHIRAJ RANA(BTECH10059.21@bitmesra.ac.in)" userId="S::btech10059.21@bitmesra.ac.in::3e306c63-a1c4-4166-a024-ac58affdb474" providerId="AD" clId="Web-{66A2CCA7-3DB6-4F39-A5A2-54B09B28A918}" dt="2022-07-21T18:58:55.715" v="6" actId="20577"/>
          <ac:spMkLst>
            <pc:docMk/>
            <pc:sldMk cId="2262640388" sldId="302"/>
            <ac:spMk id="3" creationId="{00000000-0000-0000-0000-000000000000}"/>
          </ac:spMkLst>
        </pc:spChg>
      </pc:sldChg>
    </pc:docChg>
  </pc:docChgLst>
  <pc:docChgLst>
    <pc:chgData name="VAISHALI JAIN(BTECH10111.21@bitmesra.ac.in)" userId="S::btech10111.21@bitmesra.ac.in::cbe2e131-f67f-4b99-9b67-f2c3df60357b" providerId="AD" clId="Web-{37FB76CF-D103-4DDB-B1D5-C78343622D4A}"/>
    <pc:docChg chg="modSld sldOrd">
      <pc:chgData name="VAISHALI JAIN(BTECH10111.21@bitmesra.ac.in)" userId="S::btech10111.21@bitmesra.ac.in::cbe2e131-f67f-4b99-9b67-f2c3df60357b" providerId="AD" clId="Web-{37FB76CF-D103-4DDB-B1D5-C78343622D4A}" dt="2022-07-21T22:27:06.207" v="215" actId="20577"/>
      <pc:docMkLst>
        <pc:docMk/>
      </pc:docMkLst>
      <pc:sldChg chg="modSp ord">
        <pc:chgData name="VAISHALI JAIN(BTECH10111.21@bitmesra.ac.in)" userId="S::btech10111.21@bitmesra.ac.in::cbe2e131-f67f-4b99-9b67-f2c3df60357b" providerId="AD" clId="Web-{37FB76CF-D103-4DDB-B1D5-C78343622D4A}" dt="2022-07-21T22:16:36.522" v="113"/>
        <pc:sldMkLst>
          <pc:docMk/>
          <pc:sldMk cId="3195864727" sldId="272"/>
        </pc:sldMkLst>
        <pc:spChg chg="mod">
          <ac:chgData name="VAISHALI JAIN(BTECH10111.21@bitmesra.ac.in)" userId="S::btech10111.21@bitmesra.ac.in::cbe2e131-f67f-4b99-9b67-f2c3df60357b" providerId="AD" clId="Web-{37FB76CF-D103-4DDB-B1D5-C78343622D4A}" dt="2022-07-21T22:15:09.928" v="112" actId="20577"/>
          <ac:spMkLst>
            <pc:docMk/>
            <pc:sldMk cId="3195864727" sldId="272"/>
            <ac:spMk id="3" creationId="{00000000-0000-0000-0000-000000000000}"/>
          </ac:spMkLst>
        </pc:spChg>
      </pc:sldChg>
      <pc:sldChg chg="addSp modSp">
        <pc:chgData name="VAISHALI JAIN(BTECH10111.21@bitmesra.ac.in)" userId="S::btech10111.21@bitmesra.ac.in::cbe2e131-f67f-4b99-9b67-f2c3df60357b" providerId="AD" clId="Web-{37FB76CF-D103-4DDB-B1D5-C78343622D4A}" dt="2022-07-21T22:22:43.485" v="190" actId="20577"/>
        <pc:sldMkLst>
          <pc:docMk/>
          <pc:sldMk cId="3922597974" sldId="274"/>
        </pc:sldMkLst>
        <pc:spChg chg="mod">
          <ac:chgData name="VAISHALI JAIN(BTECH10111.21@bitmesra.ac.in)" userId="S::btech10111.21@bitmesra.ac.in::cbe2e131-f67f-4b99-9b67-f2c3df60357b" providerId="AD" clId="Web-{37FB76CF-D103-4DDB-B1D5-C78343622D4A}" dt="2022-07-21T22:22:43.485" v="190" actId="20577"/>
          <ac:spMkLst>
            <pc:docMk/>
            <pc:sldMk cId="3922597974" sldId="274"/>
            <ac:spMk id="2" creationId="{00000000-0000-0000-0000-000000000000}"/>
          </ac:spMkLst>
        </pc:spChg>
        <pc:spChg chg="add">
          <ac:chgData name="VAISHALI JAIN(BTECH10111.21@bitmesra.ac.in)" userId="S::btech10111.21@bitmesra.ac.in::cbe2e131-f67f-4b99-9b67-f2c3df60357b" providerId="AD" clId="Web-{37FB76CF-D103-4DDB-B1D5-C78343622D4A}" dt="2022-07-21T22:17:39.945" v="114"/>
          <ac:spMkLst>
            <pc:docMk/>
            <pc:sldMk cId="3922597974" sldId="274"/>
            <ac:spMk id="5" creationId="{63BC91F2-C309-62C0-D7A5-3E98285C8125}"/>
          </ac:spMkLst>
        </pc:spChg>
      </pc:sldChg>
      <pc:sldChg chg="modSp">
        <pc:chgData name="VAISHALI JAIN(BTECH10111.21@bitmesra.ac.in)" userId="S::btech10111.21@bitmesra.ac.in::cbe2e131-f67f-4b99-9b67-f2c3df60357b" providerId="AD" clId="Web-{37FB76CF-D103-4DDB-B1D5-C78343622D4A}" dt="2022-07-21T22:27:06.207" v="215" actId="20577"/>
        <pc:sldMkLst>
          <pc:docMk/>
          <pc:sldMk cId="3343626271" sldId="283"/>
        </pc:sldMkLst>
        <pc:spChg chg="mod">
          <ac:chgData name="VAISHALI JAIN(BTECH10111.21@bitmesra.ac.in)" userId="S::btech10111.21@bitmesra.ac.in::cbe2e131-f67f-4b99-9b67-f2c3df60357b" providerId="AD" clId="Web-{37FB76CF-D103-4DDB-B1D5-C78343622D4A}" dt="2022-07-21T22:27:06.207" v="215" actId="20577"/>
          <ac:spMkLst>
            <pc:docMk/>
            <pc:sldMk cId="3343626271" sldId="283"/>
            <ac:spMk id="3" creationId="{00000000-0000-0000-0000-000000000000}"/>
          </ac:spMkLst>
        </pc:spChg>
      </pc:sldChg>
    </pc:docChg>
  </pc:docChgLst>
  <pc:docChgLst>
    <pc:chgData name="AAYUSH RATURI(BTECH10100.21@bitmesra.ac.in)" userId="S::btech10100.21@bitmesra.ac.in::dc25064b-1137-4952-a9dc-eee0abe545d7" providerId="AD" clId="Web-{18BC9AF0-B7E9-4B4F-A62E-D1B7C85A2CE6}"/>
    <pc:docChg chg="modSld">
      <pc:chgData name="AAYUSH RATURI(BTECH10100.21@bitmesra.ac.in)" userId="S::btech10100.21@bitmesra.ac.in::dc25064b-1137-4952-a9dc-eee0abe545d7" providerId="AD" clId="Web-{18BC9AF0-B7E9-4B4F-A62E-D1B7C85A2CE6}" dt="2022-07-21T18:34:19.682" v="1" actId="1076"/>
      <pc:docMkLst>
        <pc:docMk/>
      </pc:docMkLst>
      <pc:sldChg chg="modSp">
        <pc:chgData name="AAYUSH RATURI(BTECH10100.21@bitmesra.ac.in)" userId="S::btech10100.21@bitmesra.ac.in::dc25064b-1137-4952-a9dc-eee0abe545d7" providerId="AD" clId="Web-{18BC9AF0-B7E9-4B4F-A62E-D1B7C85A2CE6}" dt="2022-07-21T18:34:19.682" v="1" actId="1076"/>
        <pc:sldMkLst>
          <pc:docMk/>
          <pc:sldMk cId="1123168779" sldId="264"/>
        </pc:sldMkLst>
        <pc:spChg chg="mod">
          <ac:chgData name="AAYUSH RATURI(BTECH10100.21@bitmesra.ac.in)" userId="S::btech10100.21@bitmesra.ac.in::dc25064b-1137-4952-a9dc-eee0abe545d7" providerId="AD" clId="Web-{18BC9AF0-B7E9-4B4F-A62E-D1B7C85A2CE6}" dt="2022-07-21T18:34:19.682" v="1" actId="1076"/>
          <ac:spMkLst>
            <pc:docMk/>
            <pc:sldMk cId="1123168779" sldId="264"/>
            <ac:spMk id="3" creationId="{00000000-0000-0000-0000-000000000000}"/>
          </ac:spMkLst>
        </pc:spChg>
      </pc:sldChg>
    </pc:docChg>
  </pc:docChgLst>
  <pc:docChgLst>
    <pc:chgData name="AGRAWAL ADITYA SHAILESH(BTECH10537.21@bitmesra.ac.in)" userId="S::btech10537.21@bitmesra.ac.in::60435923-3a37-422d-a500-ab92df04bff1" providerId="AD" clId="Web-{FB85237D-BC7C-422D-A2C2-F7909AA3E94F}"/>
    <pc:docChg chg="delSld">
      <pc:chgData name="AGRAWAL ADITYA SHAILESH(BTECH10537.21@bitmesra.ac.in)" userId="S::btech10537.21@bitmesra.ac.in::60435923-3a37-422d-a500-ab92df04bff1" providerId="AD" clId="Web-{FB85237D-BC7C-422D-A2C2-F7909AA3E94F}" dt="2022-07-21T16:31:09.044" v="1"/>
      <pc:docMkLst>
        <pc:docMk/>
      </pc:docMkLst>
      <pc:sldChg chg="del">
        <pc:chgData name="AGRAWAL ADITYA SHAILESH(BTECH10537.21@bitmesra.ac.in)" userId="S::btech10537.21@bitmesra.ac.in::60435923-3a37-422d-a500-ab92df04bff1" providerId="AD" clId="Web-{FB85237D-BC7C-422D-A2C2-F7909AA3E94F}" dt="2022-07-21T16:31:09.044" v="1"/>
        <pc:sldMkLst>
          <pc:docMk/>
          <pc:sldMk cId="3611025212" sldId="326"/>
        </pc:sldMkLst>
      </pc:sldChg>
      <pc:sldChg chg="del">
        <pc:chgData name="AGRAWAL ADITYA SHAILESH(BTECH10537.21@bitmesra.ac.in)" userId="S::btech10537.21@bitmesra.ac.in::60435923-3a37-422d-a500-ab92df04bff1" providerId="AD" clId="Web-{FB85237D-BC7C-422D-A2C2-F7909AA3E94F}" dt="2022-07-21T16:31:05.607" v="0"/>
        <pc:sldMkLst>
          <pc:docMk/>
          <pc:sldMk cId="1616951584" sldId="327"/>
        </pc:sldMkLst>
      </pc:sldChg>
    </pc:docChg>
  </pc:docChgLst>
  <pc:docChgLst>
    <pc:chgData name="NIKHIL ANAND(BTECH10118.21@bitmesra.ac.in)" userId="S::btech10118.21@bitmesra.ac.in::bd69c4eb-2784-4901-8899-43ee8ef6e8ea" providerId="AD" clId="Web-{6F860E3D-6B78-408E-8D1B-79795B4DCBF2}"/>
    <pc:docChg chg="modSld">
      <pc:chgData name="NIKHIL ANAND(BTECH10118.21@bitmesra.ac.in)" userId="S::btech10118.21@bitmesra.ac.in::bd69c4eb-2784-4901-8899-43ee8ef6e8ea" providerId="AD" clId="Web-{6F860E3D-6B78-408E-8D1B-79795B4DCBF2}" dt="2022-07-22T01:28:38.507" v="0" actId="14100"/>
      <pc:docMkLst>
        <pc:docMk/>
      </pc:docMkLst>
      <pc:sldChg chg="modSp">
        <pc:chgData name="NIKHIL ANAND(BTECH10118.21@bitmesra.ac.in)" userId="S::btech10118.21@bitmesra.ac.in::bd69c4eb-2784-4901-8899-43ee8ef6e8ea" providerId="AD" clId="Web-{6F860E3D-6B78-408E-8D1B-79795B4DCBF2}" dt="2022-07-22T01:28:38.507" v="0" actId="14100"/>
        <pc:sldMkLst>
          <pc:docMk/>
          <pc:sldMk cId="3250799332" sldId="286"/>
        </pc:sldMkLst>
        <pc:spChg chg="mod">
          <ac:chgData name="NIKHIL ANAND(BTECH10118.21@bitmesra.ac.in)" userId="S::btech10118.21@bitmesra.ac.in::bd69c4eb-2784-4901-8899-43ee8ef6e8ea" providerId="AD" clId="Web-{6F860E3D-6B78-408E-8D1B-79795B4DCBF2}" dt="2022-07-22T01:28:38.507" v="0" actId="14100"/>
          <ac:spMkLst>
            <pc:docMk/>
            <pc:sldMk cId="3250799332" sldId="286"/>
            <ac:spMk id="7" creationId="{00000000-0000-0000-0000-000000000000}"/>
          </ac:spMkLst>
        </pc:spChg>
      </pc:sldChg>
    </pc:docChg>
  </pc:docChgLst>
  <pc:docChgLst>
    <pc:chgData name="PRATEEK KRISHNA(BTECH10105.21@bitmesra.ac.in)" userId="S::btech10105.21@bitmesra.ac.in::30784f16-851a-46b3-a8d1-ebd50e0731c8" providerId="AD" clId="Web-{25CEF4BE-A0C1-41EA-85C5-2DF5D80728DC}"/>
    <pc:docChg chg="modSld">
      <pc:chgData name="PRATEEK KRISHNA(BTECH10105.21@bitmesra.ac.in)" userId="S::btech10105.21@bitmesra.ac.in::30784f16-851a-46b3-a8d1-ebd50e0731c8" providerId="AD" clId="Web-{25CEF4BE-A0C1-41EA-85C5-2DF5D80728DC}" dt="2022-07-21T22:15:45.055" v="123" actId="20577"/>
      <pc:docMkLst>
        <pc:docMk/>
      </pc:docMkLst>
      <pc:sldChg chg="modSp">
        <pc:chgData name="PRATEEK KRISHNA(BTECH10105.21@bitmesra.ac.in)" userId="S::btech10105.21@bitmesra.ac.in::30784f16-851a-46b3-a8d1-ebd50e0731c8" providerId="AD" clId="Web-{25CEF4BE-A0C1-41EA-85C5-2DF5D80728DC}" dt="2022-07-21T22:15:45.055" v="123" actId="20577"/>
        <pc:sldMkLst>
          <pc:docMk/>
          <pc:sldMk cId="3195864727" sldId="272"/>
        </pc:sldMkLst>
        <pc:spChg chg="mod">
          <ac:chgData name="PRATEEK KRISHNA(BTECH10105.21@bitmesra.ac.in)" userId="S::btech10105.21@bitmesra.ac.in::30784f16-851a-46b3-a8d1-ebd50e0731c8" providerId="AD" clId="Web-{25CEF4BE-A0C1-41EA-85C5-2DF5D80728DC}" dt="2022-07-21T22:15:06.304" v="108" actId="20577"/>
          <ac:spMkLst>
            <pc:docMk/>
            <pc:sldMk cId="3195864727" sldId="272"/>
            <ac:spMk id="2" creationId="{00000000-0000-0000-0000-000000000000}"/>
          </ac:spMkLst>
        </pc:spChg>
        <pc:spChg chg="mod">
          <ac:chgData name="PRATEEK KRISHNA(BTECH10105.21@bitmesra.ac.in)" userId="S::btech10105.21@bitmesra.ac.in::30784f16-851a-46b3-a8d1-ebd50e0731c8" providerId="AD" clId="Web-{25CEF4BE-A0C1-41EA-85C5-2DF5D80728DC}" dt="2022-07-21T22:15:45.055" v="123" actId="20577"/>
          <ac:spMkLst>
            <pc:docMk/>
            <pc:sldMk cId="3195864727" sldId="272"/>
            <ac:spMk id="3" creationId="{00000000-0000-0000-0000-000000000000}"/>
          </ac:spMkLst>
        </pc:spChg>
      </pc:sldChg>
    </pc:docChg>
  </pc:docChgLst>
  <pc:docChgLst>
    <pc:chgData name="RITIKA PRASAD(BTECH10063.21@bitmesra.ac.in)" userId="S::btech10063.21@bitmesra.ac.in::febcfe4c-3ba4-47c1-9d2d-8279657d2c87" providerId="AD" clId="Web-{B291D5C6-1A72-4B40-A1E5-1069D60CC736}"/>
    <pc:docChg chg="modSld">
      <pc:chgData name="RITIKA PRASAD(BTECH10063.21@bitmesra.ac.in)" userId="S::btech10063.21@bitmesra.ac.in::febcfe4c-3ba4-47c1-9d2d-8279657d2c87" providerId="AD" clId="Web-{B291D5C6-1A72-4B40-A1E5-1069D60CC736}" dt="2022-07-21T22:12:03.394" v="103" actId="20577"/>
      <pc:docMkLst>
        <pc:docMk/>
      </pc:docMkLst>
      <pc:sldChg chg="modSp">
        <pc:chgData name="RITIKA PRASAD(BTECH10063.21@bitmesra.ac.in)" userId="S::btech10063.21@bitmesra.ac.in::febcfe4c-3ba4-47c1-9d2d-8279657d2c87" providerId="AD" clId="Web-{B291D5C6-1A72-4B40-A1E5-1069D60CC736}" dt="2022-07-21T22:00:20.102" v="0" actId="14100"/>
        <pc:sldMkLst>
          <pc:docMk/>
          <pc:sldMk cId="3250799332" sldId="286"/>
        </pc:sldMkLst>
        <pc:spChg chg="mod">
          <ac:chgData name="RITIKA PRASAD(BTECH10063.21@bitmesra.ac.in)" userId="S::btech10063.21@bitmesra.ac.in::febcfe4c-3ba4-47c1-9d2d-8279657d2c87" providerId="AD" clId="Web-{B291D5C6-1A72-4B40-A1E5-1069D60CC736}" dt="2022-07-21T22:00:20.102" v="0" actId="14100"/>
          <ac:spMkLst>
            <pc:docMk/>
            <pc:sldMk cId="3250799332" sldId="286"/>
            <ac:spMk id="7" creationId="{00000000-0000-0000-0000-000000000000}"/>
          </ac:spMkLst>
        </pc:spChg>
      </pc:sldChg>
      <pc:sldChg chg="modSp">
        <pc:chgData name="RITIKA PRASAD(BTECH10063.21@bitmesra.ac.in)" userId="S::btech10063.21@bitmesra.ac.in::febcfe4c-3ba4-47c1-9d2d-8279657d2c87" providerId="AD" clId="Web-{B291D5C6-1A72-4B40-A1E5-1069D60CC736}" dt="2022-07-21T22:12:03.394" v="103" actId="20577"/>
        <pc:sldMkLst>
          <pc:docMk/>
          <pc:sldMk cId="1312734736" sldId="320"/>
        </pc:sldMkLst>
        <pc:spChg chg="mod">
          <ac:chgData name="RITIKA PRASAD(BTECH10063.21@bitmesra.ac.in)" userId="S::btech10063.21@bitmesra.ac.in::febcfe4c-3ba4-47c1-9d2d-8279657d2c87" providerId="AD" clId="Web-{B291D5C6-1A72-4B40-A1E5-1069D60CC736}" dt="2022-07-21T22:12:03.394" v="103" actId="20577"/>
          <ac:spMkLst>
            <pc:docMk/>
            <pc:sldMk cId="1312734736" sldId="320"/>
            <ac:spMk id="2" creationId="{00000000-0000-0000-0000-000000000000}"/>
          </ac:spMkLst>
        </pc:spChg>
        <pc:picChg chg="mod">
          <ac:chgData name="RITIKA PRASAD(BTECH10063.21@bitmesra.ac.in)" userId="S::btech10063.21@bitmesra.ac.in::febcfe4c-3ba4-47c1-9d2d-8279657d2c87" providerId="AD" clId="Web-{B291D5C6-1A72-4B40-A1E5-1069D60CC736}" dt="2022-07-21T22:11:01.284" v="1" actId="1076"/>
          <ac:picMkLst>
            <pc:docMk/>
            <pc:sldMk cId="1312734736" sldId="320"/>
            <ac:picMk id="5" creationId="{00000000-0000-0000-0000-000000000000}"/>
          </ac:picMkLst>
        </pc:picChg>
      </pc:sldChg>
    </pc:docChg>
  </pc:docChgLst>
  <pc:docChgLst>
    <pc:chgData name="DIVJOT SINGH(BTECH10115.21@bitmesra.ac.in)" userId="S::btech10115.21@bitmesra.ac.in::65017790-e5d6-4ab5-8500-3d9e597d107a" providerId="AD" clId="Web-{42298E98-8D22-41C7-8C5B-FF60C2583DE9}"/>
    <pc:docChg chg="modSld">
      <pc:chgData name="DIVJOT SINGH(BTECH10115.21@bitmesra.ac.in)" userId="S::btech10115.21@bitmesra.ac.in::65017790-e5d6-4ab5-8500-3d9e597d107a" providerId="AD" clId="Web-{42298E98-8D22-41C7-8C5B-FF60C2583DE9}" dt="2022-07-21T18:14:09.958" v="0"/>
      <pc:docMkLst>
        <pc:docMk/>
      </pc:docMkLst>
      <pc:sldChg chg="modSp">
        <pc:chgData name="DIVJOT SINGH(BTECH10115.21@bitmesra.ac.in)" userId="S::btech10115.21@bitmesra.ac.in::65017790-e5d6-4ab5-8500-3d9e597d107a" providerId="AD" clId="Web-{42298E98-8D22-41C7-8C5B-FF60C2583DE9}" dt="2022-07-21T18:14:09.958" v="0"/>
        <pc:sldMkLst>
          <pc:docMk/>
          <pc:sldMk cId="2192100982" sldId="278"/>
        </pc:sldMkLst>
        <pc:graphicFrameChg chg="mod modGraphic">
          <ac:chgData name="DIVJOT SINGH(BTECH10115.21@bitmesra.ac.in)" userId="S::btech10115.21@bitmesra.ac.in::65017790-e5d6-4ab5-8500-3d9e597d107a" providerId="AD" clId="Web-{42298E98-8D22-41C7-8C5B-FF60C2583DE9}" dt="2022-07-21T18:14:09.958" v="0"/>
          <ac:graphicFrameMkLst>
            <pc:docMk/>
            <pc:sldMk cId="2192100982" sldId="278"/>
            <ac:graphicFrameMk id="4" creationId="{00000000-0000-0000-0000-000000000000}"/>
          </ac:graphicFrameMkLst>
        </pc:graphicFrameChg>
      </pc:sldChg>
    </pc:docChg>
  </pc:docChgLst>
  <pc:docChgLst>
    <pc:chgData name="RAGHUNANDAN GUPTA(BTECH10021.21@bitmesra.ac.in)" userId="S::btech10021.21@bitmesra.ac.in::356602b6-4f1d-413c-8e2d-4dab3878389d" providerId="AD" clId="Web-{5E670C0F-0C5B-464D-9510-9BFAB7A13AE8}"/>
    <pc:docChg chg="modSld">
      <pc:chgData name="RAGHUNANDAN GUPTA(BTECH10021.21@bitmesra.ac.in)" userId="S::btech10021.21@bitmesra.ac.in::356602b6-4f1d-413c-8e2d-4dab3878389d" providerId="AD" clId="Web-{5E670C0F-0C5B-464D-9510-9BFAB7A13AE8}" dt="2022-07-22T01:49:05.110" v="1" actId="1076"/>
      <pc:docMkLst>
        <pc:docMk/>
      </pc:docMkLst>
      <pc:sldChg chg="modSp">
        <pc:chgData name="RAGHUNANDAN GUPTA(BTECH10021.21@bitmesra.ac.in)" userId="S::btech10021.21@bitmesra.ac.in::356602b6-4f1d-413c-8e2d-4dab3878389d" providerId="AD" clId="Web-{5E670C0F-0C5B-464D-9510-9BFAB7A13AE8}" dt="2022-07-22T01:46:46.637" v="0" actId="1076"/>
        <pc:sldMkLst>
          <pc:docMk/>
          <pc:sldMk cId="1467643713" sldId="279"/>
        </pc:sldMkLst>
        <pc:spChg chg="mod">
          <ac:chgData name="RAGHUNANDAN GUPTA(BTECH10021.21@bitmesra.ac.in)" userId="S::btech10021.21@bitmesra.ac.in::356602b6-4f1d-413c-8e2d-4dab3878389d" providerId="AD" clId="Web-{5E670C0F-0C5B-464D-9510-9BFAB7A13AE8}" dt="2022-07-22T01:46:46.637" v="0" actId="1076"/>
          <ac:spMkLst>
            <pc:docMk/>
            <pc:sldMk cId="1467643713" sldId="279"/>
            <ac:spMk id="3" creationId="{00000000-0000-0000-0000-000000000000}"/>
          </ac:spMkLst>
        </pc:spChg>
      </pc:sldChg>
      <pc:sldChg chg="modSp">
        <pc:chgData name="RAGHUNANDAN GUPTA(BTECH10021.21@bitmesra.ac.in)" userId="S::btech10021.21@bitmesra.ac.in::356602b6-4f1d-413c-8e2d-4dab3878389d" providerId="AD" clId="Web-{5E670C0F-0C5B-464D-9510-9BFAB7A13AE8}" dt="2022-07-22T01:49:05.110" v="1" actId="1076"/>
        <pc:sldMkLst>
          <pc:docMk/>
          <pc:sldMk cId="213214997" sldId="288"/>
        </pc:sldMkLst>
        <pc:spChg chg="mod">
          <ac:chgData name="RAGHUNANDAN GUPTA(BTECH10021.21@bitmesra.ac.in)" userId="S::btech10021.21@bitmesra.ac.in::356602b6-4f1d-413c-8e2d-4dab3878389d" providerId="AD" clId="Web-{5E670C0F-0C5B-464D-9510-9BFAB7A13AE8}" dt="2022-07-22T01:49:05.110" v="1" actId="1076"/>
          <ac:spMkLst>
            <pc:docMk/>
            <pc:sldMk cId="213214997" sldId="288"/>
            <ac:spMk id="4" creationId="{00000000-0000-0000-0000-000000000000}"/>
          </ac:spMkLst>
        </pc:spChg>
      </pc:sldChg>
    </pc:docChg>
  </pc:docChgLst>
  <pc:docChgLst>
    <pc:chgData name="ARYA SHRESHTH(BTECH10093.21@bitmesra.ac.in)" userId="S::btech10093.21@bitmesra.ac.in::6073f004-678f-4052-bfd1-fbff8faddfa8" providerId="AD" clId="Web-{B74DE448-7035-4663-BCC9-B7FC6195FB2D}"/>
    <pc:docChg chg="modSld">
      <pc:chgData name="ARYA SHRESHTH(BTECH10093.21@bitmesra.ac.in)" userId="S::btech10093.21@bitmesra.ac.in::6073f004-678f-4052-bfd1-fbff8faddfa8" providerId="AD" clId="Web-{B74DE448-7035-4663-BCC9-B7FC6195FB2D}" dt="2022-06-17T17:03:54.931" v="11" actId="20577"/>
      <pc:docMkLst>
        <pc:docMk/>
      </pc:docMkLst>
      <pc:sldChg chg="modSp">
        <pc:chgData name="ARYA SHRESHTH(BTECH10093.21@bitmesra.ac.in)" userId="S::btech10093.21@bitmesra.ac.in::6073f004-678f-4052-bfd1-fbff8faddfa8" providerId="AD" clId="Web-{B74DE448-7035-4663-BCC9-B7FC6195FB2D}" dt="2022-06-17T17:03:54.931" v="11" actId="20577"/>
        <pc:sldMkLst>
          <pc:docMk/>
          <pc:sldMk cId="3172011743" sldId="259"/>
        </pc:sldMkLst>
        <pc:spChg chg="mod">
          <ac:chgData name="ARYA SHRESHTH(BTECH10093.21@bitmesra.ac.in)" userId="S::btech10093.21@bitmesra.ac.in::6073f004-678f-4052-bfd1-fbff8faddfa8" providerId="AD" clId="Web-{B74DE448-7035-4663-BCC9-B7FC6195FB2D}" dt="2022-06-17T17:03:54.931" v="11" actId="20577"/>
          <ac:spMkLst>
            <pc:docMk/>
            <pc:sldMk cId="3172011743" sldId="259"/>
            <ac:spMk id="3" creationId="{00000000-0000-0000-0000-000000000000}"/>
          </ac:spMkLst>
        </pc:spChg>
      </pc:sldChg>
    </pc:docChg>
  </pc:docChgLst>
  <pc:docChgLst>
    <pc:chgData name="VIBHUTI NARAYAN SINGH(BTECH10501.21@bitmesra.ac.in)" userId="S::btech10501.21@bitmesra.ac.in::682831d0-c3ac-4394-b7d7-ffb4e7a0f80e" providerId="AD" clId="Web-{5814E547-3123-4A13-B867-4B3F3253CB7E}"/>
    <pc:docChg chg="modSld">
      <pc:chgData name="VIBHUTI NARAYAN SINGH(BTECH10501.21@bitmesra.ac.in)" userId="S::btech10501.21@bitmesra.ac.in::682831d0-c3ac-4394-b7d7-ffb4e7a0f80e" providerId="AD" clId="Web-{5814E547-3123-4A13-B867-4B3F3253CB7E}" dt="2022-07-21T17:43:21.424" v="13" actId="20577"/>
      <pc:docMkLst>
        <pc:docMk/>
      </pc:docMkLst>
      <pc:sldChg chg="addSp modSp">
        <pc:chgData name="VIBHUTI NARAYAN SINGH(BTECH10501.21@bitmesra.ac.in)" userId="S::btech10501.21@bitmesra.ac.in::682831d0-c3ac-4394-b7d7-ffb4e7a0f80e" providerId="AD" clId="Web-{5814E547-3123-4A13-B867-4B3F3253CB7E}" dt="2022-07-21T17:43:21.424" v="13" actId="20577"/>
        <pc:sldMkLst>
          <pc:docMk/>
          <pc:sldMk cId="3262414153" sldId="257"/>
        </pc:sldMkLst>
        <pc:spChg chg="mod">
          <ac:chgData name="VIBHUTI NARAYAN SINGH(BTECH10501.21@bitmesra.ac.in)" userId="S::btech10501.21@bitmesra.ac.in::682831d0-c3ac-4394-b7d7-ffb4e7a0f80e" providerId="AD" clId="Web-{5814E547-3123-4A13-B867-4B3F3253CB7E}" dt="2022-07-21T17:43:21.424" v="13" actId="20577"/>
          <ac:spMkLst>
            <pc:docMk/>
            <pc:sldMk cId="3262414153" sldId="257"/>
            <ac:spMk id="3" creationId="{00000000-0000-0000-0000-000000000000}"/>
          </ac:spMkLst>
        </pc:spChg>
        <pc:spChg chg="add">
          <ac:chgData name="VIBHUTI NARAYAN SINGH(BTECH10501.21@bitmesra.ac.in)" userId="S::btech10501.21@bitmesra.ac.in::682831d0-c3ac-4394-b7d7-ffb4e7a0f80e" providerId="AD" clId="Web-{5814E547-3123-4A13-B867-4B3F3253CB7E}" dt="2022-07-21T17:42:53.408" v="0"/>
          <ac:spMkLst>
            <pc:docMk/>
            <pc:sldMk cId="3262414153" sldId="257"/>
            <ac:spMk id="4" creationId="{A0D1CA3D-7675-1412-A123-738EBADEFF34}"/>
          </ac:spMkLst>
        </pc:spChg>
      </pc:sldChg>
    </pc:docChg>
  </pc:docChgLst>
  <pc:docChgLst>
    <pc:chgData name="SOUMYADITYA SAHA(BTECH10099.21@bitmesra.ac.in)" userId="S::btech10099.21@bitmesra.ac.in::5e9c4661-3e85-4891-8c07-44555748f763" providerId="AD" clId="Web-{58AE0993-709E-4DFE-8675-88B1519B63F7}"/>
    <pc:docChg chg="modSld">
      <pc:chgData name="SOUMYADITYA SAHA(BTECH10099.21@bitmesra.ac.in)" userId="S::btech10099.21@bitmesra.ac.in::5e9c4661-3e85-4891-8c07-44555748f763" providerId="AD" clId="Web-{58AE0993-709E-4DFE-8675-88B1519B63F7}" dt="2022-07-21T19:31:34.759" v="125" actId="20577"/>
      <pc:docMkLst>
        <pc:docMk/>
      </pc:docMkLst>
      <pc:sldChg chg="modSp">
        <pc:chgData name="SOUMYADITYA SAHA(BTECH10099.21@bitmesra.ac.in)" userId="S::btech10099.21@bitmesra.ac.in::5e9c4661-3e85-4891-8c07-44555748f763" providerId="AD" clId="Web-{58AE0993-709E-4DFE-8675-88B1519B63F7}" dt="2022-07-21T19:31:34.759" v="125" actId="20577"/>
        <pc:sldMkLst>
          <pc:docMk/>
          <pc:sldMk cId="631323501" sldId="312"/>
        </pc:sldMkLst>
        <pc:spChg chg="mod">
          <ac:chgData name="SOUMYADITYA SAHA(BTECH10099.21@bitmesra.ac.in)" userId="S::btech10099.21@bitmesra.ac.in::5e9c4661-3e85-4891-8c07-44555748f763" providerId="AD" clId="Web-{58AE0993-709E-4DFE-8675-88B1519B63F7}" dt="2022-07-21T19:31:34.759" v="125" actId="20577"/>
          <ac:spMkLst>
            <pc:docMk/>
            <pc:sldMk cId="631323501" sldId="312"/>
            <ac:spMk id="3" creationId="{00000000-0000-0000-0000-000000000000}"/>
          </ac:spMkLst>
        </pc:spChg>
      </pc:sldChg>
    </pc:docChg>
  </pc:docChgLst>
  <pc:docChgLst>
    <pc:chgData name="SHIVAM SHARMA(BTECH10193.21@bitmesra.ac.in)" userId="S::btech10193.21@bitmesra.ac.in::eba7c897-202f-4a55-9f60-9e15682e06d6" providerId="AD" clId="Web-{7E0B314B-7434-4028-9165-23D0272F87EB}"/>
    <pc:docChg chg="addSld">
      <pc:chgData name="SHIVAM SHARMA(BTECH10193.21@bitmesra.ac.in)" userId="S::btech10193.21@bitmesra.ac.in::eba7c897-202f-4a55-9f60-9e15682e06d6" providerId="AD" clId="Web-{7E0B314B-7434-4028-9165-23D0272F87EB}" dt="2022-05-06T19:17:29.461" v="1"/>
      <pc:docMkLst>
        <pc:docMk/>
      </pc:docMkLst>
      <pc:sldChg chg="new">
        <pc:chgData name="SHIVAM SHARMA(BTECH10193.21@bitmesra.ac.in)" userId="S::btech10193.21@bitmesra.ac.in::eba7c897-202f-4a55-9f60-9e15682e06d6" providerId="AD" clId="Web-{7E0B314B-7434-4028-9165-23D0272F87EB}" dt="2022-05-06T19:17:25.727" v="0"/>
        <pc:sldMkLst>
          <pc:docMk/>
          <pc:sldMk cId="592744433" sldId="322"/>
        </pc:sldMkLst>
      </pc:sldChg>
      <pc:sldChg chg="new">
        <pc:chgData name="SHIVAM SHARMA(BTECH10193.21@bitmesra.ac.in)" userId="S::btech10193.21@bitmesra.ac.in::eba7c897-202f-4a55-9f60-9e15682e06d6" providerId="AD" clId="Web-{7E0B314B-7434-4028-9165-23D0272F87EB}" dt="2022-05-06T19:17:29.461" v="1"/>
        <pc:sldMkLst>
          <pc:docMk/>
          <pc:sldMk cId="4285824632" sldId="323"/>
        </pc:sldMkLst>
      </pc:sldChg>
    </pc:docChg>
  </pc:docChgLst>
  <pc:docChgLst>
    <pc:chgData name="SYED ABBAS HYDER RAZVI(BTECH10392.21@bitmesra.ac.in)" userId="S::btech10392.21@bitmesra.ac.in::9acb44be-c4ed-4fd9-9f36-12ca1cb3cbd6" providerId="AD" clId="Web-{6C602991-3F95-458D-9467-178017581CB8}"/>
    <pc:docChg chg="modSld">
      <pc:chgData name="SYED ABBAS HYDER RAZVI(BTECH10392.21@bitmesra.ac.in)" userId="S::btech10392.21@bitmesra.ac.in::9acb44be-c4ed-4fd9-9f36-12ca1cb3cbd6" providerId="AD" clId="Web-{6C602991-3F95-458D-9467-178017581CB8}" dt="2022-07-21T11:42:40.808" v="9"/>
      <pc:docMkLst>
        <pc:docMk/>
      </pc:docMkLst>
      <pc:sldChg chg="modSp">
        <pc:chgData name="SYED ABBAS HYDER RAZVI(BTECH10392.21@bitmesra.ac.in)" userId="S::btech10392.21@bitmesra.ac.in::9acb44be-c4ed-4fd9-9f36-12ca1cb3cbd6" providerId="AD" clId="Web-{6C602991-3F95-458D-9467-178017581CB8}" dt="2022-07-21T11:42:15.089" v="4"/>
        <pc:sldMkLst>
          <pc:docMk/>
          <pc:sldMk cId="2192100982" sldId="278"/>
        </pc:sldMkLst>
        <pc:graphicFrameChg chg="mod modGraphic">
          <ac:chgData name="SYED ABBAS HYDER RAZVI(BTECH10392.21@bitmesra.ac.in)" userId="S::btech10392.21@bitmesra.ac.in::9acb44be-c4ed-4fd9-9f36-12ca1cb3cbd6" providerId="AD" clId="Web-{6C602991-3F95-458D-9467-178017581CB8}" dt="2022-07-21T11:42:15.089" v="4"/>
          <ac:graphicFrameMkLst>
            <pc:docMk/>
            <pc:sldMk cId="2192100982" sldId="278"/>
            <ac:graphicFrameMk id="4" creationId="{00000000-0000-0000-0000-000000000000}"/>
          </ac:graphicFrameMkLst>
        </pc:graphicFrameChg>
      </pc:sldChg>
      <pc:sldChg chg="addSp modSp">
        <pc:chgData name="SYED ABBAS HYDER RAZVI(BTECH10392.21@bitmesra.ac.in)" userId="S::btech10392.21@bitmesra.ac.in::9acb44be-c4ed-4fd9-9f36-12ca1cb3cbd6" providerId="AD" clId="Web-{6C602991-3F95-458D-9467-178017581CB8}" dt="2022-07-21T11:42:40.808" v="9"/>
        <pc:sldMkLst>
          <pc:docMk/>
          <pc:sldMk cId="1467643713" sldId="279"/>
        </pc:sldMkLst>
        <pc:spChg chg="mod">
          <ac:chgData name="SYED ABBAS HYDER RAZVI(BTECH10392.21@bitmesra.ac.in)" userId="S::btech10392.21@bitmesra.ac.in::9acb44be-c4ed-4fd9-9f36-12ca1cb3cbd6" providerId="AD" clId="Web-{6C602991-3F95-458D-9467-178017581CB8}" dt="2022-07-21T11:42:40.152" v="8" actId="20577"/>
          <ac:spMkLst>
            <pc:docMk/>
            <pc:sldMk cId="1467643713" sldId="279"/>
            <ac:spMk id="3" creationId="{00000000-0000-0000-0000-000000000000}"/>
          </ac:spMkLst>
        </pc:spChg>
        <pc:spChg chg="add">
          <ac:chgData name="SYED ABBAS HYDER RAZVI(BTECH10392.21@bitmesra.ac.in)" userId="S::btech10392.21@bitmesra.ac.in::9acb44be-c4ed-4fd9-9f36-12ca1cb3cbd6" providerId="AD" clId="Web-{6C602991-3F95-458D-9467-178017581CB8}" dt="2022-07-21T11:42:40.808" v="9"/>
          <ac:spMkLst>
            <pc:docMk/>
            <pc:sldMk cId="1467643713" sldId="279"/>
            <ac:spMk id="4" creationId="{669D6CCF-101A-189A-6B8E-04986831EC8E}"/>
          </ac:spMkLst>
        </pc:spChg>
      </pc:sldChg>
    </pc:docChg>
  </pc:docChgLst>
  <pc:docChgLst>
    <pc:chgData name="ARYA SHRESHTH(BTECH10093.21@bitmesra.ac.in)" userId="S::btech10093.21@bitmesra.ac.in::6073f004-678f-4052-bfd1-fbff8faddfa8" providerId="AD" clId="Web-{25E3D477-0D42-40D9-B219-8E1FFF2B46CF}"/>
    <pc:docChg chg="modSld">
      <pc:chgData name="ARYA SHRESHTH(BTECH10093.21@bitmesra.ac.in)" userId="S::btech10093.21@bitmesra.ac.in::6073f004-678f-4052-bfd1-fbff8faddfa8" providerId="AD" clId="Web-{25E3D477-0D42-40D9-B219-8E1FFF2B46CF}" dt="2022-06-17T18:23:33.594" v="2" actId="20577"/>
      <pc:docMkLst>
        <pc:docMk/>
      </pc:docMkLst>
      <pc:sldChg chg="modSp">
        <pc:chgData name="ARYA SHRESHTH(BTECH10093.21@bitmesra.ac.in)" userId="S::btech10093.21@bitmesra.ac.in::6073f004-678f-4052-bfd1-fbff8faddfa8" providerId="AD" clId="Web-{25E3D477-0D42-40D9-B219-8E1FFF2B46CF}" dt="2022-06-17T18:23:33.594" v="2" actId="20577"/>
        <pc:sldMkLst>
          <pc:docMk/>
          <pc:sldMk cId="2606402253" sldId="287"/>
        </pc:sldMkLst>
        <pc:spChg chg="mod">
          <ac:chgData name="ARYA SHRESHTH(BTECH10093.21@bitmesra.ac.in)" userId="S::btech10093.21@bitmesra.ac.in::6073f004-678f-4052-bfd1-fbff8faddfa8" providerId="AD" clId="Web-{25E3D477-0D42-40D9-B219-8E1FFF2B46CF}" dt="2022-06-17T18:23:33.594" v="2" actId="20577"/>
          <ac:spMkLst>
            <pc:docMk/>
            <pc:sldMk cId="2606402253" sldId="287"/>
            <ac:spMk id="3" creationId="{00000000-0000-0000-0000-000000000000}"/>
          </ac:spMkLst>
        </pc:spChg>
      </pc:sldChg>
    </pc:docChg>
  </pc:docChgLst>
  <pc:docChgLst>
    <pc:chgData name="ARYA SHRESHTH(BTECH10093.21@bitmesra.ac.in)" userId="S::btech10093.21@bitmesra.ac.in::6073f004-678f-4052-bfd1-fbff8faddfa8" providerId="AD" clId="Web-{4717DD3B-3321-4364-ADAD-4469BC1F44FB}"/>
    <pc:docChg chg="modSld">
      <pc:chgData name="ARYA SHRESHTH(BTECH10093.21@bitmesra.ac.in)" userId="S::btech10093.21@bitmesra.ac.in::6073f004-678f-4052-bfd1-fbff8faddfa8" providerId="AD" clId="Web-{4717DD3B-3321-4364-ADAD-4469BC1F44FB}" dt="2022-06-18T18:48:19.987" v="0" actId="14100"/>
      <pc:docMkLst>
        <pc:docMk/>
      </pc:docMkLst>
      <pc:sldChg chg="modSp">
        <pc:chgData name="ARYA SHRESHTH(BTECH10093.21@bitmesra.ac.in)" userId="S::btech10093.21@bitmesra.ac.in::6073f004-678f-4052-bfd1-fbff8faddfa8" providerId="AD" clId="Web-{4717DD3B-3321-4364-ADAD-4469BC1F44FB}" dt="2022-06-18T18:48:19.987" v="0" actId="14100"/>
        <pc:sldMkLst>
          <pc:docMk/>
          <pc:sldMk cId="13952752" sldId="290"/>
        </pc:sldMkLst>
        <pc:spChg chg="mod">
          <ac:chgData name="ARYA SHRESHTH(BTECH10093.21@bitmesra.ac.in)" userId="S::btech10093.21@bitmesra.ac.in::6073f004-678f-4052-bfd1-fbff8faddfa8" providerId="AD" clId="Web-{4717DD3B-3321-4364-ADAD-4469BC1F44FB}" dt="2022-06-18T18:48:19.987" v="0" actId="14100"/>
          <ac:spMkLst>
            <pc:docMk/>
            <pc:sldMk cId="13952752" sldId="290"/>
            <ac:spMk id="3" creationId="{00000000-0000-0000-0000-000000000000}"/>
          </ac:spMkLst>
        </pc:spChg>
      </pc:sldChg>
    </pc:docChg>
  </pc:docChgLst>
  <pc:docChgLst>
    <pc:chgData name="TANISH KUMAR BARANWAL(BTECH10074.21@bitmesra.ac.in)" userId="S::btech10074.21@bitmesra.ac.in::32813535-aa9d-4425-b598-e2c62746309f" providerId="AD" clId="Web-{BB5994F9-EF12-41A8-B1CA-AD0EF3558C12}"/>
    <pc:docChg chg="modSld">
      <pc:chgData name="TANISH KUMAR BARANWAL(BTECH10074.21@bitmesra.ac.in)" userId="S::btech10074.21@bitmesra.ac.in::32813535-aa9d-4425-b598-e2c62746309f" providerId="AD" clId="Web-{BB5994F9-EF12-41A8-B1CA-AD0EF3558C12}" dt="2022-07-21T22:23:58.146" v="1" actId="20577"/>
      <pc:docMkLst>
        <pc:docMk/>
      </pc:docMkLst>
      <pc:sldChg chg="modSp">
        <pc:chgData name="TANISH KUMAR BARANWAL(BTECH10074.21@bitmesra.ac.in)" userId="S::btech10074.21@bitmesra.ac.in::32813535-aa9d-4425-b598-e2c62746309f" providerId="AD" clId="Web-{BB5994F9-EF12-41A8-B1CA-AD0EF3558C12}" dt="2022-07-21T22:23:58.146" v="1" actId="20577"/>
        <pc:sldMkLst>
          <pc:docMk/>
          <pc:sldMk cId="3343626271" sldId="283"/>
        </pc:sldMkLst>
        <pc:spChg chg="mod">
          <ac:chgData name="TANISH KUMAR BARANWAL(BTECH10074.21@bitmesra.ac.in)" userId="S::btech10074.21@bitmesra.ac.in::32813535-aa9d-4425-b598-e2c62746309f" providerId="AD" clId="Web-{BB5994F9-EF12-41A8-B1CA-AD0EF3558C12}" dt="2022-07-21T22:23:58.146" v="1" actId="20577"/>
          <ac:spMkLst>
            <pc:docMk/>
            <pc:sldMk cId="3343626271" sldId="283"/>
            <ac:spMk id="3" creationId="{00000000-0000-0000-0000-000000000000}"/>
          </ac:spMkLst>
        </pc:spChg>
      </pc:sldChg>
    </pc:docChg>
  </pc:docChgLst>
  <pc:docChgLst>
    <pc:chgData name="VIBHUTI NARAYAN SINGH(BTECH10501.21@bitmesra.ac.in)" userId="S::btech10501.21@bitmesra.ac.in::682831d0-c3ac-4394-b7d7-ffb4e7a0f80e" providerId="AD" clId="Web-{1C9F3A7C-C437-4F63-B8CB-FE66AA1B778F}"/>
    <pc:docChg chg="modSld">
      <pc:chgData name="VIBHUTI NARAYAN SINGH(BTECH10501.21@bitmesra.ac.in)" userId="S::btech10501.21@bitmesra.ac.in::682831d0-c3ac-4394-b7d7-ffb4e7a0f80e" providerId="AD" clId="Web-{1C9F3A7C-C437-4F63-B8CB-FE66AA1B778F}" dt="2022-07-21T17:31:35.820" v="22" actId="20577"/>
      <pc:docMkLst>
        <pc:docMk/>
      </pc:docMkLst>
      <pc:sldChg chg="addSp modSp">
        <pc:chgData name="VIBHUTI NARAYAN SINGH(BTECH10501.21@bitmesra.ac.in)" userId="S::btech10501.21@bitmesra.ac.in::682831d0-c3ac-4394-b7d7-ffb4e7a0f80e" providerId="AD" clId="Web-{1C9F3A7C-C437-4F63-B8CB-FE66AA1B778F}" dt="2022-07-21T17:31:35.820" v="22" actId="20577"/>
        <pc:sldMkLst>
          <pc:docMk/>
          <pc:sldMk cId="1556815650" sldId="276"/>
        </pc:sldMkLst>
        <pc:spChg chg="mod">
          <ac:chgData name="VIBHUTI NARAYAN SINGH(BTECH10501.21@bitmesra.ac.in)" userId="S::btech10501.21@bitmesra.ac.in::682831d0-c3ac-4394-b7d7-ffb4e7a0f80e" providerId="AD" clId="Web-{1C9F3A7C-C437-4F63-B8CB-FE66AA1B778F}" dt="2022-07-21T17:31:35.820" v="22" actId="20577"/>
          <ac:spMkLst>
            <pc:docMk/>
            <pc:sldMk cId="1556815650" sldId="276"/>
            <ac:spMk id="3" creationId="{00000000-0000-0000-0000-000000000000}"/>
          </ac:spMkLst>
        </pc:spChg>
        <pc:spChg chg="add">
          <ac:chgData name="VIBHUTI NARAYAN SINGH(BTECH10501.21@bitmesra.ac.in)" userId="S::btech10501.21@bitmesra.ac.in::682831d0-c3ac-4394-b7d7-ffb4e7a0f80e" providerId="AD" clId="Web-{1C9F3A7C-C437-4F63-B8CB-FE66AA1B778F}" dt="2022-07-21T17:31:00.367" v="0"/>
          <ac:spMkLst>
            <pc:docMk/>
            <pc:sldMk cId="1556815650" sldId="276"/>
            <ac:spMk id="4" creationId="{3789862B-5010-1C76-5260-9541A202E422}"/>
          </ac:spMkLst>
        </pc:spChg>
      </pc:sldChg>
    </pc:docChg>
  </pc:docChgLst>
  <pc:docChgLst>
    <pc:chgData name="TANISH KUMAR BARANWAL(BTECH10074.21@bitmesra.ac.in)" userId="S::btech10074.21@bitmesra.ac.in::32813535-aa9d-4425-b598-e2c62746309f" providerId="AD" clId="Web-{E147F7FA-83A4-4FB9-B97D-6DC25CA6E3B1}"/>
    <pc:docChg chg="modSld sldOrd">
      <pc:chgData name="TANISH KUMAR BARANWAL(BTECH10074.21@bitmesra.ac.in)" userId="S::btech10074.21@bitmesra.ac.in::32813535-aa9d-4425-b598-e2c62746309f" providerId="AD" clId="Web-{E147F7FA-83A4-4FB9-B97D-6DC25CA6E3B1}" dt="2022-07-21T22:25:18.290" v="5"/>
      <pc:docMkLst>
        <pc:docMk/>
      </pc:docMkLst>
      <pc:sldChg chg="ord">
        <pc:chgData name="TANISH KUMAR BARANWAL(BTECH10074.21@bitmesra.ac.in)" userId="S::btech10074.21@bitmesra.ac.in::32813535-aa9d-4425-b598-e2c62746309f" providerId="AD" clId="Web-{E147F7FA-83A4-4FB9-B97D-6DC25CA6E3B1}" dt="2022-07-21T22:25:18.290" v="5"/>
        <pc:sldMkLst>
          <pc:docMk/>
          <pc:sldMk cId="2624598225" sldId="282"/>
        </pc:sldMkLst>
      </pc:sldChg>
      <pc:sldChg chg="modSp">
        <pc:chgData name="TANISH KUMAR BARANWAL(BTECH10074.21@bitmesra.ac.in)" userId="S::btech10074.21@bitmesra.ac.in::32813535-aa9d-4425-b598-e2c62746309f" providerId="AD" clId="Web-{E147F7FA-83A4-4FB9-B97D-6DC25CA6E3B1}" dt="2022-07-21T22:25:10.899" v="2" actId="20577"/>
        <pc:sldMkLst>
          <pc:docMk/>
          <pc:sldMk cId="3343626271" sldId="283"/>
        </pc:sldMkLst>
        <pc:spChg chg="mod">
          <ac:chgData name="TANISH KUMAR BARANWAL(BTECH10074.21@bitmesra.ac.in)" userId="S::btech10074.21@bitmesra.ac.in::32813535-aa9d-4425-b598-e2c62746309f" providerId="AD" clId="Web-{E147F7FA-83A4-4FB9-B97D-6DC25CA6E3B1}" dt="2022-07-21T22:25:10.899" v="2" actId="20577"/>
          <ac:spMkLst>
            <pc:docMk/>
            <pc:sldMk cId="3343626271" sldId="283"/>
            <ac:spMk id="3" creationId="{00000000-0000-0000-0000-000000000000}"/>
          </ac:spMkLst>
        </pc:spChg>
      </pc:sldChg>
    </pc:docChg>
  </pc:docChgLst>
  <pc:docChgLst>
    <pc:chgData name="TANISH KUMAR BARANWAL(BTECH10074.21@bitmesra.ac.in)" userId="S::btech10074.21@bitmesra.ac.in::32813535-aa9d-4425-b598-e2c62746309f" providerId="AD" clId="Web-{66529B9A-5862-4A3F-A9BB-DDF39F8C3A44}"/>
    <pc:docChg chg="modSld">
      <pc:chgData name="TANISH KUMAR BARANWAL(BTECH10074.21@bitmesra.ac.in)" userId="S::btech10074.21@bitmesra.ac.in::32813535-aa9d-4425-b598-e2c62746309f" providerId="AD" clId="Web-{66529B9A-5862-4A3F-A9BB-DDF39F8C3A44}" dt="2022-07-21T22:12:41.417" v="82" actId="20577"/>
      <pc:docMkLst>
        <pc:docMk/>
      </pc:docMkLst>
      <pc:sldChg chg="modSp">
        <pc:chgData name="TANISH KUMAR BARANWAL(BTECH10074.21@bitmesra.ac.in)" userId="S::btech10074.21@bitmesra.ac.in::32813535-aa9d-4425-b598-e2c62746309f" providerId="AD" clId="Web-{66529B9A-5862-4A3F-A9BB-DDF39F8C3A44}" dt="2022-07-21T22:12:41.417" v="82" actId="20577"/>
        <pc:sldMkLst>
          <pc:docMk/>
          <pc:sldMk cId="1312734736" sldId="320"/>
        </pc:sldMkLst>
        <pc:spChg chg="mod">
          <ac:chgData name="TANISH KUMAR BARANWAL(BTECH10074.21@bitmesra.ac.in)" userId="S::btech10074.21@bitmesra.ac.in::32813535-aa9d-4425-b598-e2c62746309f" providerId="AD" clId="Web-{66529B9A-5862-4A3F-A9BB-DDF39F8C3A44}" dt="2022-07-21T22:12:41.417" v="82" actId="20577"/>
          <ac:spMkLst>
            <pc:docMk/>
            <pc:sldMk cId="1312734736" sldId="320"/>
            <ac:spMk id="2" creationId="{00000000-0000-0000-0000-000000000000}"/>
          </ac:spMkLst>
        </pc:spChg>
        <pc:spChg chg="mod">
          <ac:chgData name="TANISH KUMAR BARANWAL(BTECH10074.21@bitmesra.ac.in)" userId="S::btech10074.21@bitmesra.ac.in::32813535-aa9d-4425-b598-e2c62746309f" providerId="AD" clId="Web-{66529B9A-5862-4A3F-A9BB-DDF39F8C3A44}" dt="2022-07-21T22:12:41.385" v="81" actId="20577"/>
          <ac:spMkLst>
            <pc:docMk/>
            <pc:sldMk cId="1312734736" sldId="320"/>
            <ac:spMk id="3" creationId="{00000000-0000-0000-0000-000000000000}"/>
          </ac:spMkLst>
        </pc:spChg>
      </pc:sldChg>
    </pc:docChg>
  </pc:docChgLst>
  <pc:docChgLst>
    <pc:chgData name="SHUBHAM PRIYANSHU(BTECH10274.21@bitmesra.ac.in)" userId="S::btech10274.21@bitmesra.ac.in::4529918e-f5f2-40cc-9dac-2014143f2ba0" providerId="AD" clId="Web-{BF53C1C8-55B5-461B-A449-C81925B8067E}"/>
    <pc:docChg chg="modSld">
      <pc:chgData name="SHUBHAM PRIYANSHU(BTECH10274.21@bitmesra.ac.in)" userId="S::btech10274.21@bitmesra.ac.in::4529918e-f5f2-40cc-9dac-2014143f2ba0" providerId="AD" clId="Web-{BF53C1C8-55B5-461B-A449-C81925B8067E}" dt="2022-07-21T20:31:04.377" v="1" actId="1076"/>
      <pc:docMkLst>
        <pc:docMk/>
      </pc:docMkLst>
      <pc:sldChg chg="modSp">
        <pc:chgData name="SHUBHAM PRIYANSHU(BTECH10274.21@bitmesra.ac.in)" userId="S::btech10274.21@bitmesra.ac.in::4529918e-f5f2-40cc-9dac-2014143f2ba0" providerId="AD" clId="Web-{BF53C1C8-55B5-461B-A449-C81925B8067E}" dt="2022-07-21T20:31:04.377" v="1" actId="1076"/>
        <pc:sldMkLst>
          <pc:docMk/>
          <pc:sldMk cId="213214997" sldId="288"/>
        </pc:sldMkLst>
        <pc:picChg chg="mod">
          <ac:chgData name="SHUBHAM PRIYANSHU(BTECH10274.21@bitmesra.ac.in)" userId="S::btech10274.21@bitmesra.ac.in::4529918e-f5f2-40cc-9dac-2014143f2ba0" providerId="AD" clId="Web-{BF53C1C8-55B5-461B-A449-C81925B8067E}" dt="2022-07-21T20:31:04.377" v="1" actId="1076"/>
          <ac:picMkLst>
            <pc:docMk/>
            <pc:sldMk cId="213214997" sldId="288"/>
            <ac:picMk id="3" creationId="{00000000-0000-0000-0000-000000000000}"/>
          </ac:picMkLst>
        </pc:picChg>
      </pc:sldChg>
      <pc:sldChg chg="modSp">
        <pc:chgData name="SHUBHAM PRIYANSHU(BTECH10274.21@bitmesra.ac.in)" userId="S::btech10274.21@bitmesra.ac.in::4529918e-f5f2-40cc-9dac-2014143f2ba0" providerId="AD" clId="Web-{BF53C1C8-55B5-461B-A449-C81925B8067E}" dt="2022-07-21T20:30:44.455" v="0" actId="1076"/>
        <pc:sldMkLst>
          <pc:docMk/>
          <pc:sldMk cId="1312734736" sldId="320"/>
        </pc:sldMkLst>
        <pc:picChg chg="mod">
          <ac:chgData name="SHUBHAM PRIYANSHU(BTECH10274.21@bitmesra.ac.in)" userId="S::btech10274.21@bitmesra.ac.in::4529918e-f5f2-40cc-9dac-2014143f2ba0" providerId="AD" clId="Web-{BF53C1C8-55B5-461B-A449-C81925B8067E}" dt="2022-07-21T20:30:44.455" v="0" actId="1076"/>
          <ac:picMkLst>
            <pc:docMk/>
            <pc:sldMk cId="1312734736" sldId="320"/>
            <ac:picMk id="5" creationId="{00000000-0000-0000-0000-000000000000}"/>
          </ac:picMkLst>
        </pc:picChg>
      </pc:sldChg>
    </pc:docChg>
  </pc:docChgLst>
  <pc:docChgLst>
    <pc:chgData name="ACHYUT SINGH(BTECH10095.21@bitmesra.ac.in)" userId="S::btech10095.21@bitmesra.ac.in::776288b4-265e-4fbc-a78e-82a5597dd2c9" providerId="AD" clId="Web-{5F4C5C3D-BA9C-4721-A2FE-5821BAA3B92A}"/>
    <pc:docChg chg="modSld">
      <pc:chgData name="ACHYUT SINGH(BTECH10095.21@bitmesra.ac.in)" userId="S::btech10095.21@bitmesra.ac.in::776288b4-265e-4fbc-a78e-82a5597dd2c9" providerId="AD" clId="Web-{5F4C5C3D-BA9C-4721-A2FE-5821BAA3B92A}" dt="2022-07-02T23:09:43.247" v="4" actId="20577"/>
      <pc:docMkLst>
        <pc:docMk/>
      </pc:docMkLst>
      <pc:sldChg chg="modSp">
        <pc:chgData name="ACHYUT SINGH(BTECH10095.21@bitmesra.ac.in)" userId="S::btech10095.21@bitmesra.ac.in::776288b4-265e-4fbc-a78e-82a5597dd2c9" providerId="AD" clId="Web-{5F4C5C3D-BA9C-4721-A2FE-5821BAA3B92A}" dt="2022-07-02T23:09:43.247" v="4" actId="20577"/>
        <pc:sldMkLst>
          <pc:docMk/>
          <pc:sldMk cId="2718027360" sldId="258"/>
        </pc:sldMkLst>
        <pc:spChg chg="mod">
          <ac:chgData name="ACHYUT SINGH(BTECH10095.21@bitmesra.ac.in)" userId="S::btech10095.21@bitmesra.ac.in::776288b4-265e-4fbc-a78e-82a5597dd2c9" providerId="AD" clId="Web-{5F4C5C3D-BA9C-4721-A2FE-5821BAA3B92A}" dt="2022-07-02T23:09:43.247" v="4" actId="20577"/>
          <ac:spMkLst>
            <pc:docMk/>
            <pc:sldMk cId="2718027360" sldId="258"/>
            <ac:spMk id="3" creationId="{00000000-0000-0000-0000-000000000000}"/>
          </ac:spMkLst>
        </pc:spChg>
      </pc:sldChg>
    </pc:docChg>
  </pc:docChgLst>
  <pc:docChgLst>
    <pc:chgData name="PRATEEK KRISHNA(BTECH10105.21@bitmesra.ac.in)" userId="S::btech10105.21@bitmesra.ac.in::30784f16-851a-46b3-a8d1-ebd50e0731c8" providerId="AD" clId="Web-{592E0E69-441D-43F4-8BAC-71E2F1BBD055}"/>
    <pc:docChg chg="modSld">
      <pc:chgData name="PRATEEK KRISHNA(BTECH10105.21@bitmesra.ac.in)" userId="S::btech10105.21@bitmesra.ac.in::30784f16-851a-46b3-a8d1-ebd50e0731c8" providerId="AD" clId="Web-{592E0E69-441D-43F4-8BAC-71E2F1BBD055}" dt="2022-07-21T22:22:57.911" v="104" actId="20577"/>
      <pc:docMkLst>
        <pc:docMk/>
      </pc:docMkLst>
      <pc:sldChg chg="modSp">
        <pc:chgData name="PRATEEK KRISHNA(BTECH10105.21@bitmesra.ac.in)" userId="S::btech10105.21@bitmesra.ac.in::30784f16-851a-46b3-a8d1-ebd50e0731c8" providerId="AD" clId="Web-{592E0E69-441D-43F4-8BAC-71E2F1BBD055}" dt="2022-07-21T22:22:57.911" v="104" actId="20577"/>
        <pc:sldMkLst>
          <pc:docMk/>
          <pc:sldMk cId="1463513774" sldId="273"/>
        </pc:sldMkLst>
        <pc:spChg chg="mod">
          <ac:chgData name="PRATEEK KRISHNA(BTECH10105.21@bitmesra.ac.in)" userId="S::btech10105.21@bitmesra.ac.in::30784f16-851a-46b3-a8d1-ebd50e0731c8" providerId="AD" clId="Web-{592E0E69-441D-43F4-8BAC-71E2F1BBD055}" dt="2022-07-21T22:22:57.911" v="104" actId="20577"/>
          <ac:spMkLst>
            <pc:docMk/>
            <pc:sldMk cId="1463513774" sldId="273"/>
            <ac:spMk id="3" creationId="{00000000-0000-0000-0000-000000000000}"/>
          </ac:spMkLst>
        </pc:spChg>
      </pc:sldChg>
    </pc:docChg>
  </pc:docChgLst>
  <pc:docChgLst>
    <pc:chgData name="AGRAWAL ADITYA SHAILESH(BTECH10537.21@bitmesra.ac.in)" userId="S::btech10537.21@bitmesra.ac.in::60435923-3a37-422d-a500-ab92df04bff1" providerId="AD" clId="Web-{8D6887D3-4A3E-4335-9FBD-5762F0EE91D2}"/>
    <pc:docChg chg="delSld">
      <pc:chgData name="AGRAWAL ADITYA SHAILESH(BTECH10537.21@bitmesra.ac.in)" userId="S::btech10537.21@bitmesra.ac.in::60435923-3a37-422d-a500-ab92df04bff1" providerId="AD" clId="Web-{8D6887D3-4A3E-4335-9FBD-5762F0EE91D2}" dt="2022-07-21T14:16:02.111" v="5"/>
      <pc:docMkLst>
        <pc:docMk/>
      </pc:docMkLst>
      <pc:sldChg chg="del">
        <pc:chgData name="AGRAWAL ADITYA SHAILESH(BTECH10537.21@bitmesra.ac.in)" userId="S::btech10537.21@bitmesra.ac.in::60435923-3a37-422d-a500-ab92df04bff1" providerId="AD" clId="Web-{8D6887D3-4A3E-4335-9FBD-5762F0EE91D2}" dt="2022-07-21T14:16:02.111" v="5"/>
        <pc:sldMkLst>
          <pc:docMk/>
          <pc:sldMk cId="307525192" sldId="256"/>
        </pc:sldMkLst>
      </pc:sldChg>
      <pc:sldChg chg="del">
        <pc:chgData name="AGRAWAL ADITYA SHAILESH(BTECH10537.21@bitmesra.ac.in)" userId="S::btech10537.21@bitmesra.ac.in::60435923-3a37-422d-a500-ab92df04bff1" providerId="AD" clId="Web-{8D6887D3-4A3E-4335-9FBD-5762F0EE91D2}" dt="2022-07-21T14:15:35.893" v="0"/>
        <pc:sldMkLst>
          <pc:docMk/>
          <pc:sldMk cId="2043049075" sldId="321"/>
        </pc:sldMkLst>
      </pc:sldChg>
      <pc:sldChg chg="del">
        <pc:chgData name="AGRAWAL ADITYA SHAILESH(BTECH10537.21@bitmesra.ac.in)" userId="S::btech10537.21@bitmesra.ac.in::60435923-3a37-422d-a500-ab92df04bff1" providerId="AD" clId="Web-{8D6887D3-4A3E-4335-9FBD-5762F0EE91D2}" dt="2022-07-21T14:15:56.252" v="4"/>
        <pc:sldMkLst>
          <pc:docMk/>
          <pc:sldMk cId="592744433" sldId="322"/>
        </pc:sldMkLst>
      </pc:sldChg>
      <pc:sldChg chg="del">
        <pc:chgData name="AGRAWAL ADITYA SHAILESH(BTECH10537.21@bitmesra.ac.in)" userId="S::btech10537.21@bitmesra.ac.in::60435923-3a37-422d-a500-ab92df04bff1" providerId="AD" clId="Web-{8D6887D3-4A3E-4335-9FBD-5762F0EE91D2}" dt="2022-07-21T14:15:50.877" v="3"/>
        <pc:sldMkLst>
          <pc:docMk/>
          <pc:sldMk cId="4285824632" sldId="323"/>
        </pc:sldMkLst>
      </pc:sldChg>
      <pc:sldChg chg="del">
        <pc:chgData name="AGRAWAL ADITYA SHAILESH(BTECH10537.21@bitmesra.ac.in)" userId="S::btech10537.21@bitmesra.ac.in::60435923-3a37-422d-a500-ab92df04bff1" providerId="AD" clId="Web-{8D6887D3-4A3E-4335-9FBD-5762F0EE91D2}" dt="2022-07-21T14:15:45.205" v="2"/>
        <pc:sldMkLst>
          <pc:docMk/>
          <pc:sldMk cId="903977322" sldId="324"/>
        </pc:sldMkLst>
      </pc:sldChg>
      <pc:sldChg chg="del">
        <pc:chgData name="AGRAWAL ADITYA SHAILESH(BTECH10537.21@bitmesra.ac.in)" userId="S::btech10537.21@bitmesra.ac.in::60435923-3a37-422d-a500-ab92df04bff1" providerId="AD" clId="Web-{8D6887D3-4A3E-4335-9FBD-5762F0EE91D2}" dt="2022-07-21T14:15:39.486" v="1"/>
        <pc:sldMkLst>
          <pc:docMk/>
          <pc:sldMk cId="2015841474" sldId="32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EA5A302-823B-48AD-9C35-E4E19DC7FA6C}"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3723564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A5A302-823B-48AD-9C35-E4E19DC7FA6C}"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2039120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EA5A302-823B-48AD-9C35-E4E19DC7FA6C}"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378242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A5A302-823B-48AD-9C35-E4E19DC7FA6C}"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2643437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A5A302-823B-48AD-9C35-E4E19DC7FA6C}" type="datetimeFigureOut">
              <a:rPr lang="en-US" smtClean="0"/>
              <a:t>7/21/2022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3681151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A5A302-823B-48AD-9C35-E4E19DC7FA6C}" type="datetimeFigureOut">
              <a:rPr lang="en-US" smtClean="0"/>
              <a:t>7/21/2022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718896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A5A302-823B-48AD-9C35-E4E19DC7FA6C}" type="datetimeFigureOut">
              <a:rPr lang="en-US" smtClean="0"/>
              <a:t>7/21/2022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2672832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A5A302-823B-48AD-9C35-E4E19DC7FA6C}"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2644445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A5A302-823B-48AD-9C35-E4E19DC7FA6C}"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2664245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A5A302-823B-48AD-9C35-E4E19DC7FA6C}"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2715866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A5A302-823B-48AD-9C35-E4E19DC7FA6C}"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833D59-4274-4836-B641-58202C90C07A}" type="slidenum">
              <a:rPr lang="en-US" smtClean="0"/>
              <a:t>‹#›</a:t>
            </a:fld>
            <a:endParaRPr lang="en-US"/>
          </a:p>
        </p:txBody>
      </p:sp>
    </p:spTree>
    <p:extLst>
      <p:ext uri="{BB962C8B-B14F-4D97-AF65-F5344CB8AC3E}">
        <p14:creationId xmlns:p14="http://schemas.microsoft.com/office/powerpoint/2010/main" val="729078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A5A302-823B-48AD-9C35-E4E19DC7FA6C}" type="datetimeFigureOut">
              <a:rPr lang="en-US" smtClean="0"/>
              <a:t>7/21/2022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833D59-4274-4836-B641-58202C90C07A}" type="slidenum">
              <a:rPr lang="en-US" smtClean="0"/>
              <a:t>‹#›</a:t>
            </a:fld>
            <a:endParaRPr lang="en-US"/>
          </a:p>
        </p:txBody>
      </p:sp>
    </p:spTree>
    <p:extLst>
      <p:ext uri="{BB962C8B-B14F-4D97-AF65-F5344CB8AC3E}">
        <p14:creationId xmlns:p14="http://schemas.microsoft.com/office/powerpoint/2010/main" val="24656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200" y="1291905"/>
            <a:ext cx="10515600" cy="4885058"/>
          </a:xfrm>
        </p:spPr>
        <p:txBody>
          <a:bodyPr vert="horz" lIns="91440" tIns="45720" rIns="91440" bIns="45720" rtlCol="0" anchor="t">
            <a:normAutofit/>
          </a:bodyPr>
          <a:lstStyle/>
          <a:p>
            <a:pPr hangingPunct="0"/>
            <a:r>
              <a:rPr lang="en-GB"/>
              <a:t>One of the most important features of C is that it has a very rich set of built in operators including arithmetic, relational, logical, and bitwise operators.</a:t>
            </a:r>
            <a:endParaRPr lang="en-US"/>
          </a:p>
          <a:p>
            <a:pPr hangingPunct="0"/>
            <a:r>
              <a:rPr lang="en-GB" b="1" i="1"/>
              <a:t>Assignment Operator</a:t>
            </a:r>
            <a:endParaRPr lang="en-US" b="1" i="1"/>
          </a:p>
          <a:p>
            <a:pPr marL="0" indent="0" hangingPunct="0">
              <a:buNone/>
            </a:pPr>
            <a:r>
              <a:rPr lang="en-GB"/>
              <a:t>		int x ;</a:t>
            </a:r>
            <a:endParaRPr lang="en-US"/>
          </a:p>
          <a:p>
            <a:pPr marL="0" indent="0" hangingPunct="0">
              <a:buNone/>
            </a:pPr>
            <a:r>
              <a:rPr lang="en-GB"/>
              <a:t>		x = 20 ; </a:t>
            </a:r>
            <a:endParaRPr lang="en-GB">
              <a:cs typeface="Calibri"/>
            </a:endParaRPr>
          </a:p>
          <a:p>
            <a:pPr marL="0" indent="0">
              <a:buNone/>
            </a:pPr>
            <a:endParaRPr lang="en-US"/>
          </a:p>
        </p:txBody>
      </p:sp>
      <p:sp>
        <p:nvSpPr>
          <p:cNvPr id="4" name="TextBox 3">
            <a:extLst>
              <a:ext uri="{FF2B5EF4-FFF2-40B4-BE49-F238E27FC236}">
                <a16:creationId xmlns:a16="http://schemas.microsoft.com/office/drawing/2014/main" id="{A0D1CA3D-7675-1412-A123-738EBADEFF34}"/>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Click to add text</a:t>
            </a:r>
          </a:p>
        </p:txBody>
      </p:sp>
    </p:spTree>
    <p:extLst>
      <p:ext uri="{BB962C8B-B14F-4D97-AF65-F5344CB8AC3E}">
        <p14:creationId xmlns:p14="http://schemas.microsoft.com/office/powerpoint/2010/main" val="3262414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vert="horz" lIns="91440" tIns="45720" rIns="91440" bIns="45720" rtlCol="0" anchor="t">
            <a:normAutofit fontScale="85000" lnSpcReduction="20000"/>
          </a:bodyPr>
          <a:lstStyle/>
          <a:p>
            <a:pPr marL="0" indent="0">
              <a:buNone/>
            </a:pPr>
            <a:r>
              <a:rPr lang="en-US" b="1"/>
              <a:t>Type Conversions :-  </a:t>
            </a:r>
            <a:r>
              <a:rPr lang="en-US"/>
              <a:t>the  value of the right hand side of an assignment is converted to the type of the left value. This may sometimes yield compiler warnings if information is lost in the conversion.</a:t>
            </a:r>
          </a:p>
          <a:p>
            <a:pPr marL="0" indent="0">
              <a:buNone/>
            </a:pPr>
            <a:r>
              <a:rPr lang="en-US"/>
              <a:t>For Example :-</a:t>
            </a:r>
          </a:p>
          <a:p>
            <a:pPr marL="0" indent="0">
              <a:buNone/>
            </a:pPr>
            <a:r>
              <a:rPr lang="en-US"/>
              <a:t>		</a:t>
            </a:r>
            <a:r>
              <a:rPr lang="en-US" b="1"/>
              <a:t>int x ;</a:t>
            </a:r>
          </a:p>
          <a:p>
            <a:pPr marL="0" indent="0">
              <a:buNone/>
            </a:pPr>
            <a:r>
              <a:rPr lang="en-US" b="1"/>
              <a:t>		char </a:t>
            </a:r>
            <a:r>
              <a:rPr lang="en-US" b="1" err="1"/>
              <a:t>ch</a:t>
            </a:r>
            <a:r>
              <a:rPr lang="en-US" b="1"/>
              <a:t> ;</a:t>
            </a:r>
          </a:p>
          <a:p>
            <a:pPr marL="0" indent="0">
              <a:buNone/>
            </a:pPr>
            <a:r>
              <a:rPr lang="en-US" b="1"/>
              <a:t>		float f ;</a:t>
            </a:r>
          </a:p>
          <a:p>
            <a:pPr marL="0" indent="0">
              <a:buNone/>
            </a:pPr>
            <a:r>
              <a:rPr lang="en-US" b="1"/>
              <a:t>		</a:t>
            </a:r>
            <a:r>
              <a:rPr lang="en-US" b="1" err="1"/>
              <a:t>ch</a:t>
            </a:r>
            <a:r>
              <a:rPr lang="en-US" b="1"/>
              <a:t> = x ;</a:t>
            </a:r>
          </a:p>
          <a:p>
            <a:pPr marL="0" indent="0">
              <a:buNone/>
            </a:pPr>
            <a:r>
              <a:rPr lang="en-US"/>
              <a:t> /* </a:t>
            </a:r>
            <a:r>
              <a:rPr lang="en-US" err="1"/>
              <a:t>ch</a:t>
            </a:r>
            <a:r>
              <a:rPr lang="en-US"/>
              <a:t> is assigned lower 8 bits of x, the remaining bits are discarded so we have a possible information loss  */</a:t>
            </a:r>
          </a:p>
          <a:p>
            <a:pPr marL="0" indent="0">
              <a:buNone/>
            </a:pPr>
            <a:r>
              <a:rPr lang="en-US"/>
              <a:t>		</a:t>
            </a:r>
            <a:r>
              <a:rPr lang="en-US" b="1"/>
              <a:t>x = f ;</a:t>
            </a:r>
            <a:r>
              <a:rPr lang="en-US"/>
              <a:t>		</a:t>
            </a:r>
          </a:p>
          <a:p>
            <a:pPr marL="0" indent="0">
              <a:buNone/>
            </a:pPr>
            <a:r>
              <a:rPr lang="en-US"/>
              <a:t>/* x is assigned non fractional part of f only within int range, information loss possible  */</a:t>
            </a:r>
          </a:p>
          <a:p>
            <a:pPr marL="0" indent="0">
              <a:buNone/>
            </a:pPr>
            <a:r>
              <a:rPr lang="en-US"/>
              <a:t>		</a:t>
            </a:r>
            <a:r>
              <a:rPr lang="en-US" b="1"/>
              <a:t>f = x ; </a:t>
            </a:r>
            <a:r>
              <a:rPr lang="en-US"/>
              <a:t>		/* value of x is converted to floating point */</a:t>
            </a:r>
          </a:p>
          <a:p>
            <a:pPr marL="0" indent="0">
              <a:buNone/>
            </a:pPr>
            <a:endParaRPr lang="en-US"/>
          </a:p>
        </p:txBody>
      </p:sp>
    </p:spTree>
    <p:extLst>
      <p:ext uri="{BB962C8B-B14F-4D97-AF65-F5344CB8AC3E}">
        <p14:creationId xmlns:p14="http://schemas.microsoft.com/office/powerpoint/2010/main" val="2718027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lnSpcReduction="10000"/>
          </a:bodyPr>
          <a:lstStyle/>
          <a:p>
            <a:pPr marL="0" indent="0">
              <a:buNone/>
            </a:pPr>
            <a:r>
              <a:rPr lang="en-US"/>
              <a:t>Multiple assignments are possible to any degree in C, the assignment operator has right to left associativity which means that the rightmost expression is evaluated first.</a:t>
            </a:r>
          </a:p>
          <a:p>
            <a:pPr marL="0" indent="0">
              <a:buNone/>
            </a:pPr>
            <a:endParaRPr lang="en-US"/>
          </a:p>
          <a:p>
            <a:pPr marL="0" indent="0">
              <a:buNone/>
            </a:pPr>
            <a:r>
              <a:rPr lang="en-US"/>
              <a:t>For Example :- 	</a:t>
            </a:r>
          </a:p>
          <a:p>
            <a:pPr marL="0" indent="0">
              <a:buNone/>
            </a:pPr>
            <a:r>
              <a:rPr lang="en-US"/>
              <a:t>		x = y = z = 100 ;</a:t>
            </a:r>
          </a:p>
          <a:p>
            <a:pPr marL="0" indent="0">
              <a:buNone/>
            </a:pPr>
            <a:endParaRPr lang="en-US"/>
          </a:p>
          <a:p>
            <a:pPr marL="0" indent="0">
              <a:buNone/>
            </a:pPr>
            <a:r>
              <a:rPr lang="en-US"/>
              <a:t>In this case the expression z = 100 is carried out first. This causes the value 100 to be placed in z with the value of the whole expression being 100 also. This expression value is then taken and assigned by the next assignment operator on the left i.e. x = y = ( z = 100 ) ;</a:t>
            </a:r>
          </a:p>
          <a:p>
            <a:pPr marL="0" indent="0">
              <a:buNone/>
            </a:pPr>
            <a:endParaRPr lang="en-US"/>
          </a:p>
        </p:txBody>
      </p:sp>
    </p:spTree>
    <p:extLst>
      <p:ext uri="{BB962C8B-B14F-4D97-AF65-F5344CB8AC3E}">
        <p14:creationId xmlns:p14="http://schemas.microsoft.com/office/powerpoint/2010/main" val="3172011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fontScale="85000" lnSpcReduction="20000"/>
          </a:bodyPr>
          <a:lstStyle/>
          <a:p>
            <a:pPr marL="0" indent="0">
              <a:buNone/>
            </a:pPr>
            <a:r>
              <a:rPr lang="en-GB" b="1" i="1" u="sng"/>
              <a:t>Arithmetic Operators</a:t>
            </a:r>
            <a:endParaRPr lang="en-US" b="1" i="1"/>
          </a:p>
          <a:p>
            <a:pPr marL="0" indent="0">
              <a:buNone/>
            </a:pPr>
            <a:r>
              <a:rPr lang="en-US"/>
              <a:t>+  -  *  /     ---    same rules as mathematics with * and / being evaluated before + and -.</a:t>
            </a:r>
          </a:p>
          <a:p>
            <a:pPr marL="0" indent="0">
              <a:buNone/>
            </a:pPr>
            <a:r>
              <a:rPr lang="en-US"/>
              <a:t>%    --   modulus / remainder operator</a:t>
            </a:r>
          </a:p>
          <a:p>
            <a:pPr marL="0" indent="0">
              <a:buNone/>
            </a:pPr>
            <a:endParaRPr lang="en-US"/>
          </a:p>
          <a:p>
            <a:pPr marL="0" indent="0">
              <a:buNone/>
            </a:pPr>
            <a:r>
              <a:rPr lang="en-US"/>
              <a:t>For Example :-</a:t>
            </a:r>
          </a:p>
          <a:p>
            <a:pPr marL="0" indent="0">
              <a:buNone/>
            </a:pPr>
            <a:r>
              <a:rPr lang="en-US"/>
              <a:t>		</a:t>
            </a:r>
            <a:r>
              <a:rPr lang="en-US" err="1"/>
              <a:t>int</a:t>
            </a:r>
            <a:r>
              <a:rPr lang="en-US"/>
              <a:t> a = 5, b = 2, x ;</a:t>
            </a:r>
          </a:p>
          <a:p>
            <a:pPr marL="0" indent="0">
              <a:buNone/>
            </a:pPr>
            <a:r>
              <a:rPr lang="en-US"/>
              <a:t>		float c = 5.0, d = 2.0, f ;</a:t>
            </a:r>
          </a:p>
          <a:p>
            <a:pPr marL="0" indent="0">
              <a:buNone/>
            </a:pPr>
            <a:r>
              <a:rPr lang="en-US"/>
              <a:t>		x = a / b ;		//  integer division, x = 2.</a:t>
            </a:r>
          </a:p>
          <a:p>
            <a:pPr marL="0" indent="0">
              <a:buNone/>
            </a:pPr>
            <a:r>
              <a:rPr lang="en-US"/>
              <a:t>		f = c / d  ;		//  floating point division, f = 2.5.</a:t>
            </a:r>
          </a:p>
          <a:p>
            <a:pPr marL="0" indent="0">
              <a:buNone/>
            </a:pPr>
            <a:r>
              <a:rPr lang="en-US"/>
              <a:t>		x = 5 % 2 ;		//  remainder operator, x = 1.</a:t>
            </a:r>
          </a:p>
          <a:p>
            <a:pPr marL="0" indent="0">
              <a:buNone/>
            </a:pPr>
            <a:r>
              <a:rPr lang="en-US"/>
              <a:t>		x = 7 + 3 * 6 / 2 - 1 ;	// x = 15, * and / evaluated ahead of + and -.</a:t>
            </a:r>
          </a:p>
          <a:p>
            <a:pPr marL="0" indent="0">
              <a:buNone/>
            </a:pPr>
            <a:r>
              <a:rPr lang="en-US"/>
              <a:t>	</a:t>
            </a:r>
          </a:p>
          <a:p>
            <a:pPr marL="0" indent="0">
              <a:buNone/>
            </a:pPr>
            <a:endParaRPr lang="en-US"/>
          </a:p>
        </p:txBody>
      </p:sp>
    </p:spTree>
    <p:extLst>
      <p:ext uri="{BB962C8B-B14F-4D97-AF65-F5344CB8AC3E}">
        <p14:creationId xmlns:p14="http://schemas.microsoft.com/office/powerpoint/2010/main" val="2912997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a:bodyPr>
          <a:lstStyle/>
          <a:p>
            <a:pPr marL="0" indent="0">
              <a:buNone/>
            </a:pPr>
            <a:r>
              <a:rPr lang="en-US"/>
              <a:t>x = 7 + 3 * 6 / 2 - 1 ;	// x = 15, * and / evaluated ahead of + and -.</a:t>
            </a:r>
          </a:p>
          <a:p>
            <a:pPr marL="0" indent="0">
              <a:buNone/>
            </a:pPr>
            <a:r>
              <a:rPr lang="en-US"/>
              <a:t>	</a:t>
            </a:r>
          </a:p>
          <a:p>
            <a:pPr marL="0" indent="0">
              <a:buNone/>
            </a:pPr>
            <a:r>
              <a:rPr lang="en-US"/>
              <a:t>Note that parentheses may be used to clarify or modify the evaluation of expressions of any type in C in the same way as in normal arithmetic.</a:t>
            </a:r>
          </a:p>
          <a:p>
            <a:pPr marL="0" indent="0">
              <a:buNone/>
            </a:pPr>
            <a:r>
              <a:rPr lang="en-US"/>
              <a:t>		x = 7 + ( 3 * 6 / 2 ) - 1 ;		</a:t>
            </a:r>
          </a:p>
          <a:p>
            <a:pPr marL="0" indent="0">
              <a:buNone/>
            </a:pPr>
            <a:r>
              <a:rPr lang="en-US"/>
              <a:t>// clarifies order of evaluation without penalty</a:t>
            </a:r>
          </a:p>
          <a:p>
            <a:pPr marL="0" indent="0">
              <a:buNone/>
            </a:pPr>
            <a:r>
              <a:rPr lang="en-US"/>
              <a:t>		x = ( 7 + 3 ) * 6 / ( 2 - 1 ) ;	</a:t>
            </a:r>
          </a:p>
          <a:p>
            <a:pPr marL="0" indent="0">
              <a:buNone/>
            </a:pPr>
            <a:r>
              <a:rPr lang="en-US"/>
              <a:t>// changes order of evaluation, x = 60 now.</a:t>
            </a:r>
          </a:p>
          <a:p>
            <a:pPr marL="0" indent="0">
              <a:buNone/>
            </a:pPr>
            <a:endParaRPr lang="en-US"/>
          </a:p>
        </p:txBody>
      </p:sp>
    </p:spTree>
    <p:extLst>
      <p:ext uri="{BB962C8B-B14F-4D97-AF65-F5344CB8AC3E}">
        <p14:creationId xmlns:p14="http://schemas.microsoft.com/office/powerpoint/2010/main" val="2821017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fontScale="92500" lnSpcReduction="20000"/>
          </a:bodyPr>
          <a:lstStyle/>
          <a:p>
            <a:pPr marL="0" indent="0">
              <a:buNone/>
            </a:pPr>
            <a:r>
              <a:rPr lang="en-US" b="1"/>
              <a:t>Increment and Decrement Operators</a:t>
            </a:r>
          </a:p>
          <a:p>
            <a:pPr marL="0" indent="0">
              <a:buNone/>
            </a:pPr>
            <a:r>
              <a:rPr lang="en-US"/>
              <a:t>There are two special unary operators in C,  Increment  ++, and Decrement  -- , which cause the variable they act on to be incremented or decremented by 1 respectively.</a:t>
            </a:r>
          </a:p>
          <a:p>
            <a:pPr marL="0" indent="0">
              <a:buNone/>
            </a:pPr>
            <a:endParaRPr lang="en-US"/>
          </a:p>
          <a:p>
            <a:pPr marL="0" indent="0">
              <a:buNone/>
            </a:pPr>
            <a:r>
              <a:rPr lang="en-US"/>
              <a:t>For Example :-</a:t>
            </a:r>
          </a:p>
          <a:p>
            <a:pPr marL="0" indent="0">
              <a:buNone/>
            </a:pPr>
            <a:r>
              <a:rPr lang="en-US"/>
              <a:t>		x++ ;     	/* equivalent to 	x = x + 1 ;    */</a:t>
            </a:r>
          </a:p>
          <a:p>
            <a:pPr marL="0" indent="0">
              <a:buNone/>
            </a:pPr>
            <a:r>
              <a:rPr lang="en-US"/>
              <a:t>++ and -- can be used in prefix or postfix notation. </a:t>
            </a:r>
          </a:p>
          <a:p>
            <a:pPr marL="0" indent="0">
              <a:buNone/>
            </a:pPr>
            <a:r>
              <a:rPr lang="en-US"/>
              <a:t>In prefix notation the value of the variable is either incremented or decremented and is then read while in postfix notation the value of the variable is read  first and is then incremented or decremented.</a:t>
            </a:r>
          </a:p>
          <a:p>
            <a:pPr marL="0" indent="0">
              <a:buNone/>
            </a:pPr>
            <a:r>
              <a:rPr lang="en-US"/>
              <a:t>For Example :-</a:t>
            </a:r>
          </a:p>
          <a:p>
            <a:pPr marL="0" indent="0">
              <a:buNone/>
            </a:pPr>
            <a:r>
              <a:rPr lang="en-US"/>
              <a:t>		</a:t>
            </a:r>
            <a:r>
              <a:rPr lang="en-US" err="1"/>
              <a:t>int</a:t>
            </a:r>
            <a:r>
              <a:rPr lang="en-US"/>
              <a:t> </a:t>
            </a:r>
            <a:r>
              <a:rPr lang="en-US" err="1"/>
              <a:t>i</a:t>
            </a:r>
            <a:r>
              <a:rPr lang="en-US"/>
              <a:t>,  j = 2 ;</a:t>
            </a:r>
          </a:p>
          <a:p>
            <a:pPr marL="0" indent="0">
              <a:buNone/>
            </a:pPr>
            <a:endParaRPr lang="en-US"/>
          </a:p>
        </p:txBody>
      </p:sp>
    </p:spTree>
    <p:extLst>
      <p:ext uri="{BB962C8B-B14F-4D97-AF65-F5344CB8AC3E}">
        <p14:creationId xmlns:p14="http://schemas.microsoft.com/office/powerpoint/2010/main" val="3497577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a:bodyPr>
          <a:lstStyle/>
          <a:p>
            <a:pPr marL="0" indent="0">
              <a:buNone/>
            </a:pPr>
            <a:r>
              <a:rPr lang="en-US" b="1"/>
              <a:t>Increment and Decrement Operators</a:t>
            </a:r>
          </a:p>
          <a:p>
            <a:pPr marL="0" indent="0">
              <a:buNone/>
            </a:pPr>
            <a:r>
              <a:rPr lang="en-US"/>
              <a:t>For Example :-</a:t>
            </a:r>
          </a:p>
          <a:p>
            <a:pPr marL="0" indent="0">
              <a:buNone/>
            </a:pPr>
            <a:r>
              <a:rPr lang="en-US"/>
              <a:t>		</a:t>
            </a:r>
            <a:r>
              <a:rPr lang="en-US" err="1"/>
              <a:t>int</a:t>
            </a:r>
            <a:r>
              <a:rPr lang="en-US"/>
              <a:t> </a:t>
            </a:r>
            <a:r>
              <a:rPr lang="en-US" err="1"/>
              <a:t>i</a:t>
            </a:r>
            <a:r>
              <a:rPr lang="en-US"/>
              <a:t>,  j = 2 ;</a:t>
            </a:r>
          </a:p>
          <a:p>
            <a:pPr marL="0" indent="0">
              <a:buNone/>
            </a:pPr>
            <a:r>
              <a:rPr lang="en-US" err="1"/>
              <a:t>i</a:t>
            </a:r>
            <a:r>
              <a:rPr lang="en-US"/>
              <a:t> = ++ j  ;	/* prefix  :-   </a:t>
            </a:r>
            <a:r>
              <a:rPr lang="en-US" err="1"/>
              <a:t>i</a:t>
            </a:r>
            <a:r>
              <a:rPr lang="en-US"/>
              <a:t> has value 3, j has value 3  */</a:t>
            </a:r>
          </a:p>
          <a:p>
            <a:pPr marL="0" indent="0">
              <a:buNone/>
            </a:pPr>
            <a:r>
              <a:rPr lang="en-US" err="1"/>
              <a:t>i</a:t>
            </a:r>
            <a:r>
              <a:rPr lang="en-US"/>
              <a:t> = </a:t>
            </a:r>
            <a:r>
              <a:rPr lang="en-US" err="1"/>
              <a:t>j++</a:t>
            </a:r>
            <a:r>
              <a:rPr lang="en-US"/>
              <a:t> ;	/* postfix  :-  </a:t>
            </a:r>
            <a:r>
              <a:rPr lang="en-US" err="1"/>
              <a:t>i</a:t>
            </a:r>
            <a:r>
              <a:rPr lang="en-US"/>
              <a:t>  has value 3, j has value 4   */</a:t>
            </a:r>
          </a:p>
          <a:p>
            <a:pPr marL="0" indent="0">
              <a:buNone/>
            </a:pPr>
            <a:endParaRPr lang="en-US"/>
          </a:p>
          <a:p>
            <a:pPr marL="0" indent="0">
              <a:buNone/>
            </a:pPr>
            <a:endParaRPr lang="en-US"/>
          </a:p>
        </p:txBody>
      </p:sp>
    </p:spTree>
    <p:extLst>
      <p:ext uri="{BB962C8B-B14F-4D97-AF65-F5344CB8AC3E}">
        <p14:creationId xmlns:p14="http://schemas.microsoft.com/office/powerpoint/2010/main" val="1123168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lnSpcReduction="10000"/>
          </a:bodyPr>
          <a:lstStyle/>
          <a:p>
            <a:pPr marL="0" indent="0">
              <a:buNone/>
            </a:pPr>
            <a:r>
              <a:rPr lang="en-US" b="1"/>
              <a:t>Special Assignment Operators</a:t>
            </a:r>
          </a:p>
          <a:p>
            <a:pPr marL="0" indent="0">
              <a:buNone/>
            </a:pPr>
            <a:r>
              <a:rPr lang="en-US"/>
              <a:t>Many C operators can be combined with the assignment operator as shorthand notation</a:t>
            </a:r>
          </a:p>
          <a:p>
            <a:pPr marL="0" indent="0">
              <a:buNone/>
            </a:pPr>
            <a:r>
              <a:rPr lang="en-US"/>
              <a:t>For Example :-</a:t>
            </a:r>
          </a:p>
          <a:p>
            <a:pPr marL="0" indent="0">
              <a:buNone/>
            </a:pPr>
            <a:r>
              <a:rPr lang="en-US"/>
              <a:t>		x = x + 10 ;</a:t>
            </a:r>
          </a:p>
          <a:p>
            <a:pPr marL="0" indent="0">
              <a:buNone/>
            </a:pPr>
            <a:r>
              <a:rPr lang="en-US"/>
              <a:t>can be replaced by </a:t>
            </a:r>
          </a:p>
          <a:p>
            <a:pPr marL="0" indent="0">
              <a:buNone/>
            </a:pPr>
            <a:r>
              <a:rPr lang="en-US"/>
              <a:t>		x += 10 ;</a:t>
            </a:r>
          </a:p>
          <a:p>
            <a:pPr marL="0" indent="0">
              <a:buNone/>
            </a:pPr>
            <a:r>
              <a:rPr lang="en-US"/>
              <a:t>Similarly for  -=, *=,  /=, %=, etc.</a:t>
            </a:r>
          </a:p>
          <a:p>
            <a:pPr marL="0" indent="0">
              <a:buNone/>
            </a:pPr>
            <a:r>
              <a:rPr lang="en-US"/>
              <a:t>These shorthand operators improve the speed of execution as they require the expression, the variable x in the above example, to be evaluated once rather than twice. </a:t>
            </a:r>
          </a:p>
          <a:p>
            <a:pPr marL="0" indent="0">
              <a:buNone/>
            </a:pPr>
            <a:endParaRPr lang="en-US"/>
          </a:p>
        </p:txBody>
      </p:sp>
    </p:spTree>
    <p:extLst>
      <p:ext uri="{BB962C8B-B14F-4D97-AF65-F5344CB8AC3E}">
        <p14:creationId xmlns:p14="http://schemas.microsoft.com/office/powerpoint/2010/main" val="2358566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a:bodyPr>
          <a:lstStyle/>
          <a:p>
            <a:pPr marL="0" indent="0">
              <a:buNone/>
            </a:pPr>
            <a:r>
              <a:rPr lang="en-US" b="1"/>
              <a:t>Relational Operators </a:t>
            </a:r>
          </a:p>
          <a:p>
            <a:pPr marL="0" indent="0">
              <a:buNone/>
            </a:pPr>
            <a:r>
              <a:rPr lang="en-US"/>
              <a:t>The full set of relational operators are provided in shorthand notation</a:t>
            </a:r>
          </a:p>
          <a:p>
            <a:pPr marL="0" indent="0">
              <a:buNone/>
            </a:pPr>
            <a:r>
              <a:rPr lang="en-US"/>
              <a:t>	</a:t>
            </a:r>
            <a:r>
              <a:rPr lang="en-US" b="1"/>
              <a:t>&gt;	&gt;=	&lt;	&lt;=	==	!=</a:t>
            </a:r>
          </a:p>
          <a:p>
            <a:pPr marL="0" indent="0">
              <a:buNone/>
            </a:pPr>
            <a:endParaRPr lang="en-US"/>
          </a:p>
          <a:p>
            <a:pPr marL="0" indent="0">
              <a:buNone/>
            </a:pPr>
            <a:r>
              <a:rPr lang="en-US"/>
              <a:t>For Example :- </a:t>
            </a:r>
          </a:p>
          <a:p>
            <a:pPr marL="0" indent="0">
              <a:buNone/>
            </a:pPr>
            <a:r>
              <a:rPr lang="en-US"/>
              <a:t>		if ( x == 2 ) </a:t>
            </a:r>
          </a:p>
          <a:p>
            <a:pPr marL="0" indent="0">
              <a:buNone/>
            </a:pPr>
            <a:r>
              <a:rPr lang="en-US"/>
              <a:t>			</a:t>
            </a:r>
            <a:r>
              <a:rPr lang="en-US" err="1"/>
              <a:t>printf</a:t>
            </a:r>
            <a:r>
              <a:rPr lang="en-US"/>
              <a:t>( “x is equal to 2\n” ) ;</a:t>
            </a:r>
          </a:p>
          <a:p>
            <a:pPr marL="0" indent="0">
              <a:buNone/>
            </a:pPr>
            <a:endParaRPr lang="en-US"/>
          </a:p>
        </p:txBody>
      </p:sp>
    </p:spTree>
    <p:extLst>
      <p:ext uri="{BB962C8B-B14F-4D97-AF65-F5344CB8AC3E}">
        <p14:creationId xmlns:p14="http://schemas.microsoft.com/office/powerpoint/2010/main" val="3420776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fontScale="92500" lnSpcReduction="10000"/>
          </a:bodyPr>
          <a:lstStyle/>
          <a:p>
            <a:pPr marL="0" indent="0">
              <a:buNone/>
            </a:pPr>
            <a:r>
              <a:rPr lang="en-US" b="1"/>
              <a:t>Logical Operators</a:t>
            </a:r>
          </a:p>
          <a:p>
            <a:pPr marL="0" indent="0">
              <a:buNone/>
            </a:pPr>
            <a:r>
              <a:rPr lang="en-US"/>
              <a:t>	&amp;&amp;	--	Logical  AND</a:t>
            </a:r>
          </a:p>
          <a:p>
            <a:pPr marL="0" indent="0">
              <a:buNone/>
            </a:pPr>
            <a:r>
              <a:rPr lang="en-US"/>
              <a:t>	| | 	--	Logical  OR</a:t>
            </a:r>
          </a:p>
          <a:p>
            <a:pPr marL="0" indent="0">
              <a:buNone/>
            </a:pPr>
            <a:r>
              <a:rPr lang="en-US"/>
              <a:t>	!	--	Logical NOT</a:t>
            </a:r>
          </a:p>
          <a:p>
            <a:pPr marL="0" indent="0">
              <a:buNone/>
            </a:pPr>
            <a:r>
              <a:rPr lang="en-US"/>
              <a:t>For Example :-</a:t>
            </a:r>
          </a:p>
          <a:p>
            <a:pPr marL="0" indent="0">
              <a:buNone/>
            </a:pPr>
            <a:r>
              <a:rPr lang="en-US"/>
              <a:t>	if (  x &gt;= 0 &amp;&amp; x &lt; 10  )</a:t>
            </a:r>
          </a:p>
          <a:p>
            <a:pPr marL="0" indent="0">
              <a:buNone/>
            </a:pPr>
            <a:r>
              <a:rPr lang="en-US"/>
              <a:t>	</a:t>
            </a:r>
            <a:r>
              <a:rPr lang="en-US" err="1"/>
              <a:t>printf</a:t>
            </a:r>
            <a:r>
              <a:rPr lang="en-US"/>
              <a:t>( “ x is greater than or equal to zero and less than ten.\n” ) ;</a:t>
            </a:r>
          </a:p>
          <a:p>
            <a:pPr marL="0" indent="0">
              <a:buNone/>
            </a:pPr>
            <a:r>
              <a:rPr lang="en-US"/>
              <a:t>For Example :-</a:t>
            </a:r>
          </a:p>
          <a:p>
            <a:pPr marL="0" indent="0">
              <a:buNone/>
            </a:pPr>
            <a:r>
              <a:rPr lang="en-US"/>
              <a:t>		2 &gt; 1		-- TRUE  so expression has value 1</a:t>
            </a:r>
          </a:p>
          <a:p>
            <a:pPr marL="0" indent="0">
              <a:buNone/>
            </a:pPr>
            <a:r>
              <a:rPr lang="en-US"/>
              <a:t>		2 &gt; 3		-- FALSE so expression has value 0</a:t>
            </a:r>
          </a:p>
          <a:p>
            <a:pPr marL="0" indent="0">
              <a:buNone/>
            </a:pPr>
            <a:r>
              <a:rPr lang="en-US"/>
              <a:t>		</a:t>
            </a:r>
            <a:r>
              <a:rPr lang="en-US" err="1"/>
              <a:t>i</a:t>
            </a:r>
            <a:r>
              <a:rPr lang="en-US"/>
              <a:t> = 2 &gt; 1  ;	--  relation is TRUE -- has value 1, </a:t>
            </a:r>
            <a:r>
              <a:rPr lang="en-US" err="1"/>
              <a:t>i</a:t>
            </a:r>
            <a:r>
              <a:rPr lang="en-US"/>
              <a:t> is assigned value 1</a:t>
            </a:r>
          </a:p>
          <a:p>
            <a:pPr marL="0" indent="0">
              <a:buNone/>
            </a:pPr>
            <a:endParaRPr lang="en-US"/>
          </a:p>
        </p:txBody>
      </p:sp>
    </p:spTree>
    <p:extLst>
      <p:ext uri="{BB962C8B-B14F-4D97-AF65-F5344CB8AC3E}">
        <p14:creationId xmlns:p14="http://schemas.microsoft.com/office/powerpoint/2010/main" val="3891266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a:bodyPr>
          <a:lstStyle/>
          <a:p>
            <a:pPr marL="0" indent="0">
              <a:buNone/>
            </a:pPr>
            <a:r>
              <a:rPr lang="en-US" b="1"/>
              <a:t>Bitwise Operators</a:t>
            </a:r>
          </a:p>
          <a:p>
            <a:pPr marL="0" indent="0">
              <a:buNone/>
            </a:pPr>
            <a:r>
              <a:rPr lang="en-US"/>
              <a:t>These are special operators that act on char or </a:t>
            </a:r>
            <a:r>
              <a:rPr lang="en-US" err="1"/>
              <a:t>int</a:t>
            </a:r>
            <a:r>
              <a:rPr lang="en-US"/>
              <a:t> arguments only. They allow the programmer to get closer to the machine level by operating at bit-level in their arguments.</a:t>
            </a:r>
          </a:p>
          <a:p>
            <a:pPr marL="0" indent="0">
              <a:buNone/>
            </a:pPr>
            <a:r>
              <a:rPr lang="en-US"/>
              <a:t>	&amp; 	Bitwise AND		|	Bitwise OR</a:t>
            </a:r>
          </a:p>
          <a:p>
            <a:pPr marL="0" indent="0">
              <a:buNone/>
            </a:pPr>
            <a:r>
              <a:rPr lang="en-US"/>
              <a:t>	^	Bitwise XOR		~	Ones Complement</a:t>
            </a:r>
          </a:p>
          <a:p>
            <a:pPr marL="0" indent="0">
              <a:buNone/>
            </a:pPr>
            <a:r>
              <a:rPr lang="en-US"/>
              <a:t>	&gt;&gt;	Shift Right		&lt;&lt;	Shift left</a:t>
            </a:r>
          </a:p>
          <a:p>
            <a:pPr marL="0" indent="0">
              <a:buNone/>
            </a:pPr>
            <a:endParaRPr lang="en-US"/>
          </a:p>
        </p:txBody>
      </p:sp>
    </p:spTree>
    <p:extLst>
      <p:ext uri="{BB962C8B-B14F-4D97-AF65-F5344CB8AC3E}">
        <p14:creationId xmlns:p14="http://schemas.microsoft.com/office/powerpoint/2010/main" val="3062404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a:bodyPr>
          <a:lstStyle/>
          <a:p>
            <a:pPr marL="0" indent="0">
              <a:buNone/>
            </a:pPr>
            <a:r>
              <a:rPr lang="en-US" b="1"/>
              <a:t>Bitwise Operators</a:t>
            </a:r>
          </a:p>
          <a:p>
            <a:pPr marL="0" indent="0">
              <a:buNone/>
            </a:pPr>
            <a:r>
              <a:rPr lang="en-US" b="1"/>
              <a:t>RULE : If any two bits in the same bit position are set then the resultant bit in that position is set otherwise it is zero.</a:t>
            </a:r>
          </a:p>
          <a:p>
            <a:pPr marL="0" indent="0">
              <a:buNone/>
            </a:pPr>
            <a:r>
              <a:rPr lang="en-US" b="1"/>
              <a:t>For Example :-</a:t>
            </a:r>
          </a:p>
          <a:p>
            <a:pPr marL="0" indent="0">
              <a:buNone/>
            </a:pPr>
            <a:r>
              <a:rPr lang="en-US" b="1"/>
              <a:t> 	 1011 0010	(178)</a:t>
            </a:r>
          </a:p>
          <a:p>
            <a:pPr marL="0" indent="0">
              <a:buNone/>
            </a:pPr>
            <a:r>
              <a:rPr lang="en-US" b="1"/>
              <a:t>&amp;	 0011 1111 	(63)</a:t>
            </a:r>
          </a:p>
          <a:p>
            <a:pPr marL="0" indent="0">
              <a:buNone/>
            </a:pPr>
            <a:r>
              <a:rPr lang="en-US" b="1"/>
              <a:t>             ----------------------</a:t>
            </a:r>
          </a:p>
          <a:p>
            <a:pPr marL="0" indent="0">
              <a:buNone/>
            </a:pPr>
            <a:r>
              <a:rPr lang="en-US" b="1"/>
              <a:t>=	 0011 0010 	(50)</a:t>
            </a:r>
          </a:p>
        </p:txBody>
      </p:sp>
    </p:spTree>
    <p:extLst>
      <p:ext uri="{BB962C8B-B14F-4D97-AF65-F5344CB8AC3E}">
        <p14:creationId xmlns:p14="http://schemas.microsoft.com/office/powerpoint/2010/main" val="2494545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lnSpcReduction="10000"/>
          </a:bodyPr>
          <a:lstStyle/>
          <a:p>
            <a:pPr marL="0" indent="0">
              <a:buNone/>
            </a:pPr>
            <a:r>
              <a:rPr lang="en-US" b="1"/>
              <a:t>Bitwise XOR, ^</a:t>
            </a:r>
          </a:p>
          <a:p>
            <a:pPr marL="0" indent="0">
              <a:buNone/>
            </a:pPr>
            <a:endParaRPr lang="en-US" b="1"/>
          </a:p>
          <a:p>
            <a:pPr marL="0" indent="0">
              <a:buNone/>
            </a:pPr>
            <a:r>
              <a:rPr lang="en-US" b="1"/>
              <a:t>RULE : If the bits in corresponding positions are different then the resultant bit is set.</a:t>
            </a:r>
          </a:p>
          <a:p>
            <a:pPr marL="0" indent="0">
              <a:buNone/>
            </a:pPr>
            <a:endParaRPr lang="en-US" b="1"/>
          </a:p>
          <a:p>
            <a:pPr marL="0" indent="0">
              <a:buNone/>
            </a:pPr>
            <a:r>
              <a:rPr lang="en-US" b="1"/>
              <a:t>For Example :-</a:t>
            </a:r>
          </a:p>
          <a:p>
            <a:pPr marL="0" indent="0">
              <a:buNone/>
            </a:pPr>
            <a:r>
              <a:rPr lang="en-US" b="1"/>
              <a:t>	1011 0010		(178)</a:t>
            </a:r>
          </a:p>
          <a:p>
            <a:pPr marL="0" indent="0">
              <a:buNone/>
            </a:pPr>
            <a:r>
              <a:rPr lang="en-US" b="1"/>
              <a:t>^          0011 1100		(63)</a:t>
            </a:r>
          </a:p>
          <a:p>
            <a:pPr marL="0" indent="0">
              <a:buNone/>
            </a:pPr>
            <a:r>
              <a:rPr lang="en-US" b="1"/>
              <a:t>---------------------------------------</a:t>
            </a:r>
          </a:p>
          <a:p>
            <a:pPr marL="0" indent="0">
              <a:buNone/>
            </a:pPr>
            <a:r>
              <a:rPr lang="en-US" b="1"/>
              <a:t>=	 1000 1110		(142)</a:t>
            </a:r>
          </a:p>
          <a:p>
            <a:pPr marL="0" indent="0">
              <a:buNone/>
            </a:pPr>
            <a:endParaRPr lang="en-US" b="1"/>
          </a:p>
        </p:txBody>
      </p:sp>
    </p:spTree>
    <p:extLst>
      <p:ext uri="{BB962C8B-B14F-4D97-AF65-F5344CB8AC3E}">
        <p14:creationId xmlns:p14="http://schemas.microsoft.com/office/powerpoint/2010/main" val="1239399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a:normAutofit/>
          </a:bodyPr>
          <a:lstStyle/>
          <a:p>
            <a:pPr marL="0" indent="0">
              <a:buNone/>
            </a:pPr>
            <a:r>
              <a:rPr lang="en-US" b="1"/>
              <a:t>Bitwise OR, |</a:t>
            </a:r>
          </a:p>
          <a:p>
            <a:pPr marL="0" indent="0">
              <a:buNone/>
            </a:pPr>
            <a:endParaRPr lang="en-US" b="1"/>
          </a:p>
          <a:p>
            <a:pPr marL="0" indent="0">
              <a:buNone/>
            </a:pPr>
            <a:r>
              <a:rPr lang="en-US" b="1"/>
              <a:t>RULE : If either bit in corresponding positions are set the resultant bit in that position is set.</a:t>
            </a:r>
          </a:p>
          <a:p>
            <a:pPr marL="0" indent="0">
              <a:buNone/>
            </a:pPr>
            <a:r>
              <a:rPr lang="en-US" b="1"/>
              <a:t>For Example :-</a:t>
            </a:r>
          </a:p>
          <a:p>
            <a:pPr marL="0" indent="0">
              <a:buNone/>
            </a:pPr>
            <a:r>
              <a:rPr lang="en-US" b="1"/>
              <a:t>	 1011 0010		(178)</a:t>
            </a:r>
          </a:p>
          <a:p>
            <a:pPr marL="0" indent="0">
              <a:buNone/>
            </a:pPr>
            <a:r>
              <a:rPr lang="en-US" b="1"/>
              <a:t>|	0000 1000	           (63)</a:t>
            </a:r>
          </a:p>
          <a:p>
            <a:pPr marL="0" indent="0">
              <a:buNone/>
            </a:pPr>
            <a:r>
              <a:rPr lang="en-US" b="1"/>
              <a:t>           --------------------------------</a:t>
            </a:r>
          </a:p>
          <a:p>
            <a:pPr marL="0" indent="0">
              <a:buNone/>
            </a:pPr>
            <a:r>
              <a:rPr lang="en-US" b="1"/>
              <a:t>=	 1011 1010		(186)</a:t>
            </a:r>
          </a:p>
        </p:txBody>
      </p:sp>
    </p:spTree>
    <p:extLst>
      <p:ext uri="{BB962C8B-B14F-4D97-AF65-F5344CB8AC3E}">
        <p14:creationId xmlns:p14="http://schemas.microsoft.com/office/powerpoint/2010/main" val="766779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Operators &amp; Expressions</a:t>
            </a:r>
            <a:br>
              <a:rPr lang="en-US" b="1"/>
            </a:br>
            <a:endParaRPr lang="en-US"/>
          </a:p>
        </p:txBody>
      </p:sp>
      <p:sp>
        <p:nvSpPr>
          <p:cNvPr id="3" name="Content Placeholder 2"/>
          <p:cNvSpPr>
            <a:spLocks noGrp="1"/>
          </p:cNvSpPr>
          <p:nvPr>
            <p:ph idx="1"/>
          </p:nvPr>
        </p:nvSpPr>
        <p:spPr>
          <a:xfrm>
            <a:off x="838199" y="1291905"/>
            <a:ext cx="11353801" cy="4885058"/>
          </a:xfrm>
        </p:spPr>
        <p:txBody>
          <a:bodyPr vert="horz" lIns="91440" tIns="45720" rIns="91440" bIns="45720" rtlCol="0" anchor="t">
            <a:normAutofit/>
          </a:bodyPr>
          <a:lstStyle/>
          <a:p>
            <a:pPr marL="0" indent="0">
              <a:buNone/>
            </a:pPr>
            <a:r>
              <a:rPr lang="en-US" b="1"/>
              <a:t>Ones Complement</a:t>
            </a:r>
          </a:p>
          <a:p>
            <a:pPr marL="0" indent="0">
              <a:buNone/>
            </a:pPr>
            <a:endParaRPr lang="en-US" b="1"/>
          </a:p>
          <a:p>
            <a:pPr marL="0" indent="0">
              <a:buNone/>
            </a:pPr>
            <a:r>
              <a:rPr lang="en-US" b="1"/>
              <a:t>RULE : Reverses the state of each bit.</a:t>
            </a:r>
            <a:endParaRPr lang="en-US" b="1">
              <a:cs typeface="Calibri"/>
            </a:endParaRPr>
          </a:p>
          <a:p>
            <a:pPr marL="0" indent="0">
              <a:buNone/>
            </a:pPr>
            <a:endParaRPr lang="en-US" b="1"/>
          </a:p>
          <a:p>
            <a:pPr marL="0" indent="0">
              <a:buNone/>
            </a:pPr>
            <a:endParaRPr lang="en-US" b="1"/>
          </a:p>
          <a:p>
            <a:pPr marL="0" indent="0">
              <a:buNone/>
            </a:pPr>
            <a:r>
              <a:rPr lang="en-US" b="1"/>
              <a:t>For Example :-  </a:t>
            </a:r>
            <a:endParaRPr lang="en-US" b="1">
              <a:cs typeface="Calibri"/>
            </a:endParaRPr>
          </a:p>
          <a:p>
            <a:pPr marL="0" indent="0">
              <a:buNone/>
            </a:pPr>
            <a:r>
              <a:rPr lang="en-US" b="1"/>
              <a:t>	</a:t>
            </a:r>
            <a:endParaRPr lang="en-US" b="1">
              <a:cs typeface="Calibri"/>
            </a:endParaRPr>
          </a:p>
          <a:p>
            <a:pPr marL="0" indent="0">
              <a:buNone/>
            </a:pPr>
            <a:r>
              <a:rPr lang="en-US" b="1"/>
              <a:t>	1101 0011 becomes 0010 1100</a:t>
            </a:r>
            <a:endParaRPr lang="en-US" b="1">
              <a:cs typeface="Calibri"/>
            </a:endParaRPr>
          </a:p>
          <a:p>
            <a:pPr marL="0" indent="0">
              <a:buNone/>
            </a:pPr>
            <a:endParaRPr lang="en-US" b="1"/>
          </a:p>
        </p:txBody>
      </p:sp>
    </p:spTree>
    <p:extLst>
      <p:ext uri="{BB962C8B-B14F-4D97-AF65-F5344CB8AC3E}">
        <p14:creationId xmlns:p14="http://schemas.microsoft.com/office/powerpoint/2010/main" val="1463513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a:t>Operators &amp; Expressions</a:t>
            </a:r>
            <a:br>
              <a:rPr lang="en-US"/>
            </a:br>
            <a:br>
              <a:rPr lang="en-US" b="1"/>
            </a:br>
            <a:endParaRPr lang="en-US"/>
          </a:p>
        </p:txBody>
      </p:sp>
      <p:sp>
        <p:nvSpPr>
          <p:cNvPr id="3" name="Content Placeholder 2"/>
          <p:cNvSpPr>
            <a:spLocks noGrp="1"/>
          </p:cNvSpPr>
          <p:nvPr>
            <p:ph idx="1"/>
          </p:nvPr>
        </p:nvSpPr>
        <p:spPr>
          <a:xfrm>
            <a:off x="654575" y="1884659"/>
            <a:ext cx="11353801" cy="4885058"/>
          </a:xfrm>
        </p:spPr>
        <p:txBody>
          <a:bodyPr vert="horz" lIns="91440" tIns="45720" rIns="91440" bIns="45720" rtlCol="0" anchor="t">
            <a:normAutofit fontScale="92500" lnSpcReduction="10000"/>
          </a:bodyPr>
          <a:lstStyle/>
          <a:p>
            <a:pPr marL="0" indent="0">
              <a:buNone/>
            </a:pPr>
            <a:r>
              <a:rPr lang="en-US" b="1"/>
              <a:t>Shift Operators, &lt;&lt; and &gt;&gt;</a:t>
            </a:r>
          </a:p>
          <a:p>
            <a:pPr marL="0" indent="0">
              <a:buNone/>
            </a:pPr>
            <a:r>
              <a:rPr lang="en-US" b="1"/>
              <a:t>RULE : These move all bits in the operand left or right by a specified number of places.</a:t>
            </a:r>
            <a:endParaRPr lang="en-US" b="1">
              <a:cs typeface="Calibri"/>
            </a:endParaRPr>
          </a:p>
          <a:p>
            <a:pPr marL="0" indent="0">
              <a:buNone/>
            </a:pPr>
            <a:r>
              <a:rPr lang="en-US" b="1"/>
              <a:t>Syntax : 	variable &lt;&lt; number of places </a:t>
            </a:r>
            <a:endParaRPr lang="en-US" b="1">
              <a:cs typeface="Calibri"/>
            </a:endParaRPr>
          </a:p>
          <a:p>
            <a:pPr marL="0" indent="0">
              <a:buNone/>
            </a:pPr>
            <a:r>
              <a:rPr lang="en-US" b="1"/>
              <a:t>           variable &gt;&gt; number of </a:t>
            </a:r>
            <a:r>
              <a:rPr lang="en-US" b="1" err="1"/>
              <a:t>pFor</a:t>
            </a:r>
            <a:r>
              <a:rPr lang="en-US" b="1"/>
              <a:t> Example :-</a:t>
            </a:r>
            <a:endParaRPr lang="en-US" b="1">
              <a:cs typeface="Calibri" panose="020F0502020204030204"/>
            </a:endParaRPr>
          </a:p>
          <a:p>
            <a:pPr marL="0" indent="0">
              <a:buNone/>
            </a:pPr>
            <a:r>
              <a:rPr lang="en-US" b="1"/>
              <a:t>		2 &lt;&lt; 2 = 8 </a:t>
            </a:r>
            <a:endParaRPr lang="en-US" b="1">
              <a:cs typeface="Calibri" panose="020F0502020204030204"/>
            </a:endParaRPr>
          </a:p>
          <a:p>
            <a:pPr marL="0" indent="0">
              <a:buNone/>
            </a:pPr>
            <a:r>
              <a:rPr lang="en-US" b="1"/>
              <a:t>i.e.</a:t>
            </a:r>
            <a:endParaRPr lang="en-US" b="1">
              <a:cs typeface="Calibri"/>
            </a:endParaRPr>
          </a:p>
          <a:p>
            <a:pPr marL="0" indent="0">
              <a:buNone/>
            </a:pPr>
            <a:r>
              <a:rPr lang="en-US" b="1"/>
              <a:t>	0000 0010  becomes  0000 1000 </a:t>
            </a:r>
            <a:endParaRPr lang="en-US" b="1">
              <a:cs typeface="Calibri"/>
            </a:endParaRPr>
          </a:p>
          <a:p>
            <a:pPr marL="0" indent="0">
              <a:buNone/>
            </a:pPr>
            <a:endParaRPr lang="en-US" b="1"/>
          </a:p>
          <a:p>
            <a:pPr marL="0" indent="0">
              <a:buNone/>
            </a:pPr>
            <a:r>
              <a:rPr lang="en-US" b="1"/>
              <a:t>NB : 	shift left by one place multiplies by 2</a:t>
            </a:r>
            <a:endParaRPr lang="en-US" b="1">
              <a:cs typeface="Calibri"/>
            </a:endParaRPr>
          </a:p>
          <a:p>
            <a:pPr marL="0" indent="0">
              <a:buNone/>
            </a:pPr>
            <a:r>
              <a:rPr lang="en-US" b="1"/>
              <a:t>	Shift right by one place divides by 2</a:t>
            </a:r>
            <a:endParaRPr lang="en-US" b="1">
              <a:cs typeface="Calibri"/>
            </a:endParaRPr>
          </a:p>
          <a:p>
            <a:pPr marL="0" indent="0">
              <a:buNone/>
            </a:pPr>
            <a:endParaRPr lang="en-US" b="1">
              <a:cs typeface="Calibri"/>
            </a:endParaRPr>
          </a:p>
          <a:p>
            <a:pPr marL="0" indent="0">
              <a:buNone/>
            </a:pPr>
            <a:endParaRPr lang="en-US" b="1">
              <a:cs typeface="Calibri"/>
            </a:endParaRPr>
          </a:p>
          <a:p>
            <a:pPr marL="0" indent="0">
              <a:buNone/>
            </a:pPr>
            <a:endParaRPr lang="en-US" b="1">
              <a:cs typeface="Calibri"/>
            </a:endParaRPr>
          </a:p>
          <a:p>
            <a:pPr marL="0" indent="0">
              <a:buNone/>
            </a:pPr>
            <a:endParaRPr lang="en-US" b="1">
              <a:cs typeface="Calibri"/>
            </a:endParaRPr>
          </a:p>
        </p:txBody>
      </p:sp>
    </p:spTree>
    <p:extLst>
      <p:ext uri="{BB962C8B-B14F-4D97-AF65-F5344CB8AC3E}">
        <p14:creationId xmlns:p14="http://schemas.microsoft.com/office/powerpoint/2010/main" val="3195864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i="1"/>
              <a:t>Implicit &amp; Explicit Type Conversions</a:t>
            </a:r>
            <a:endParaRPr lang="en-US" b="1" i="1"/>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a:t>Normally in mixed type expressions all operands are converted temporarily up to the type of the largest operand in the expression.</a:t>
            </a:r>
          </a:p>
          <a:p>
            <a:pPr marL="0" indent="0">
              <a:buNone/>
            </a:pPr>
            <a:r>
              <a:rPr lang="en-US"/>
              <a:t>Normally this automatic or implicit casting of operands follows the following guidelines in ascending order      </a:t>
            </a:r>
            <a:endParaRPr lang="en-US">
              <a:cs typeface="Calibri"/>
            </a:endParaRPr>
          </a:p>
          <a:p>
            <a:pPr marL="0" indent="0">
              <a:buNone/>
            </a:pPr>
            <a:endParaRPr lang="en-US">
              <a:cs typeface="Calibri"/>
            </a:endParaRPr>
          </a:p>
          <a:p>
            <a:pPr marL="0" indent="0">
              <a:buNone/>
            </a:pPr>
            <a:endParaRPr lang="en-US">
              <a:cs typeface="Calibri"/>
            </a:endParaRPr>
          </a:p>
          <a:p>
            <a:pPr marL="0" indent="0">
              <a:buNone/>
            </a:pPr>
            <a:endParaRPr lang="en-US">
              <a:cs typeface="Calibri"/>
            </a:endParaRPr>
          </a:p>
          <a:p>
            <a:pPr marL="0" indent="0">
              <a:buNone/>
            </a:pPr>
            <a:endParaRPr lang="en-US">
              <a:cs typeface="Calibri"/>
            </a:endParaRPr>
          </a:p>
        </p:txBody>
      </p:sp>
      <p:graphicFrame>
        <p:nvGraphicFramePr>
          <p:cNvPr id="4" name="Table 3"/>
          <p:cNvGraphicFramePr>
            <a:graphicFrameLocks noGrp="1"/>
          </p:cNvGraphicFramePr>
          <p:nvPr>
            <p:extLst>
              <p:ext uri="{D42A27DB-BD31-4B8C-83A1-F6EECF244321}">
                <p14:modId xmlns:p14="http://schemas.microsoft.com/office/powerpoint/2010/main" val="1446817077"/>
              </p:ext>
            </p:extLst>
          </p:nvPr>
        </p:nvGraphicFramePr>
        <p:xfrm>
          <a:off x="3347662" y="3604516"/>
          <a:ext cx="2875808" cy="2858135"/>
        </p:xfrm>
        <a:graphic>
          <a:graphicData uri="http://schemas.openxmlformats.org/drawingml/2006/table">
            <a:tbl>
              <a:tblPr>
                <a:tableStyleId>{5C22544A-7EE6-4342-B048-85BDC9FD1C3A}</a:tableStyleId>
              </a:tblPr>
              <a:tblGrid>
                <a:gridCol w="2875808">
                  <a:extLst>
                    <a:ext uri="{9D8B030D-6E8A-4147-A177-3AD203B41FA5}">
                      <a16:colId xmlns:a16="http://schemas.microsoft.com/office/drawing/2014/main" val="2764329774"/>
                    </a:ext>
                  </a:extLst>
                </a:gridCol>
              </a:tblGrid>
              <a:tr h="334205">
                <a:tc>
                  <a:txBody>
                    <a:bodyPr/>
                    <a:lstStyle/>
                    <a:p>
                      <a:pPr marL="0" marR="0" algn="just" hangingPunct="0">
                        <a:lnSpc>
                          <a:spcPct val="150000"/>
                        </a:lnSpc>
                        <a:spcBef>
                          <a:spcPts val="0"/>
                        </a:spcBef>
                        <a:spcAft>
                          <a:spcPts val="0"/>
                        </a:spcAft>
                      </a:pPr>
                      <a:r>
                        <a:rPr lang="en-GB" sz="2000" b="1">
                          <a:effectLst/>
                        </a:rPr>
                        <a:t>long double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15354716"/>
                  </a:ext>
                </a:extLst>
              </a:tr>
              <a:tr h="334205">
                <a:tc>
                  <a:txBody>
                    <a:bodyPr/>
                    <a:lstStyle/>
                    <a:p>
                      <a:pPr marL="0" marR="0" algn="just" hangingPunct="0">
                        <a:lnSpc>
                          <a:spcPct val="150000"/>
                        </a:lnSpc>
                        <a:spcBef>
                          <a:spcPts val="0"/>
                        </a:spcBef>
                        <a:spcAft>
                          <a:spcPts val="0"/>
                        </a:spcAft>
                      </a:pPr>
                      <a:r>
                        <a:rPr lang="en-GB" sz="2000" b="1">
                          <a:effectLst/>
                        </a:rPr>
                        <a:t>double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1271986"/>
                  </a:ext>
                </a:extLst>
              </a:tr>
              <a:tr h="334205">
                <a:tc>
                  <a:txBody>
                    <a:bodyPr/>
                    <a:lstStyle/>
                    <a:p>
                      <a:pPr marL="0" marR="0" algn="just" hangingPunct="0">
                        <a:lnSpc>
                          <a:spcPct val="150000"/>
                        </a:lnSpc>
                        <a:spcBef>
                          <a:spcPts val="0"/>
                        </a:spcBef>
                        <a:spcAft>
                          <a:spcPts val="0"/>
                        </a:spcAft>
                      </a:pPr>
                      <a:r>
                        <a:rPr lang="en-GB" sz="2000" b="1">
                          <a:effectLst/>
                        </a:rPr>
                        <a:t>float</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42950536"/>
                  </a:ext>
                </a:extLst>
              </a:tr>
              <a:tr h="334205">
                <a:tc>
                  <a:txBody>
                    <a:bodyPr/>
                    <a:lstStyle/>
                    <a:p>
                      <a:pPr marL="0" marR="0" algn="just" hangingPunct="0">
                        <a:lnSpc>
                          <a:spcPct val="150000"/>
                        </a:lnSpc>
                        <a:spcBef>
                          <a:spcPts val="0"/>
                        </a:spcBef>
                        <a:spcAft>
                          <a:spcPts val="0"/>
                        </a:spcAft>
                      </a:pPr>
                      <a:r>
                        <a:rPr lang="en-GB" sz="2000" b="1">
                          <a:effectLst/>
                        </a:rPr>
                        <a:t>unsigned long</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54210809"/>
                  </a:ext>
                </a:extLst>
              </a:tr>
              <a:tr h="334205">
                <a:tc>
                  <a:txBody>
                    <a:bodyPr/>
                    <a:lstStyle/>
                    <a:p>
                      <a:pPr marL="0" marR="0" algn="just" hangingPunct="0">
                        <a:lnSpc>
                          <a:spcPct val="150000"/>
                        </a:lnSpc>
                        <a:spcBef>
                          <a:spcPts val="0"/>
                        </a:spcBef>
                        <a:spcAft>
                          <a:spcPts val="0"/>
                        </a:spcAft>
                      </a:pPr>
                      <a:r>
                        <a:rPr lang="en-GB" sz="2000" b="1">
                          <a:effectLst/>
                        </a:rPr>
                        <a:t>long</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76885565"/>
                  </a:ext>
                </a:extLst>
              </a:tr>
              <a:tr h="334205">
                <a:tc>
                  <a:txBody>
                    <a:bodyPr/>
                    <a:lstStyle/>
                    <a:p>
                      <a:pPr marL="0" marR="0" algn="just" hangingPunct="0">
                        <a:lnSpc>
                          <a:spcPct val="150000"/>
                        </a:lnSpc>
                        <a:spcBef>
                          <a:spcPts val="0"/>
                        </a:spcBef>
                        <a:spcAft>
                          <a:spcPts val="0"/>
                        </a:spcAft>
                      </a:pPr>
                      <a:r>
                        <a:rPr lang="en-GB" sz="2000" b="1">
                          <a:effectLst/>
                        </a:rPr>
                        <a:t>unsigned </a:t>
                      </a:r>
                      <a:r>
                        <a:rPr lang="en-GB" sz="2000" b="1" err="1">
                          <a:effectLst/>
                        </a:rPr>
                        <a:t>int</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561165007"/>
                  </a:ext>
                </a:extLst>
              </a:tr>
              <a:tr h="334205">
                <a:tc>
                  <a:txBody>
                    <a:bodyPr/>
                    <a:lstStyle/>
                    <a:p>
                      <a:pPr marL="0" marR="0" algn="just" hangingPunct="0">
                        <a:lnSpc>
                          <a:spcPct val="150000"/>
                        </a:lnSpc>
                        <a:spcBef>
                          <a:spcPts val="0"/>
                        </a:spcBef>
                        <a:spcAft>
                          <a:spcPts val="0"/>
                        </a:spcAft>
                      </a:pPr>
                      <a:r>
                        <a:rPr lang="en-GB" sz="2000" b="1">
                          <a:effectLst/>
                        </a:rPr>
                        <a:t>signed </a:t>
                      </a:r>
                      <a:r>
                        <a:rPr lang="en-GB" sz="2000" b="1" err="1">
                          <a:effectLst/>
                        </a:rPr>
                        <a:t>int</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29042794"/>
                  </a:ext>
                </a:extLst>
              </a:tr>
            </a:tbl>
          </a:graphicData>
        </a:graphic>
      </p:graphicFrame>
      <p:sp>
        <p:nvSpPr>
          <p:cNvPr id="5" name="TextBox 4">
            <a:extLst>
              <a:ext uri="{FF2B5EF4-FFF2-40B4-BE49-F238E27FC236}">
                <a16:creationId xmlns:a16="http://schemas.microsoft.com/office/drawing/2014/main" id="{63BC91F2-C309-62C0-D7A5-3E98285C8125}"/>
              </a:ext>
            </a:extLst>
          </p:cNvPr>
          <p:cNvSpPr txBox="1"/>
          <p:nvPr/>
        </p:nvSpPr>
        <p:spPr>
          <a:xfrm>
            <a:off x="4724400" y="32003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cs typeface="Calibri"/>
            </a:endParaRPr>
          </a:p>
        </p:txBody>
      </p:sp>
    </p:spTree>
    <p:extLst>
      <p:ext uri="{BB962C8B-B14F-4D97-AF65-F5344CB8AC3E}">
        <p14:creationId xmlns:p14="http://schemas.microsoft.com/office/powerpoint/2010/main" val="3922597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Implicit &amp; Explicit Type Conversions </a:t>
            </a:r>
            <a:br>
              <a:rPr lang="en-US" b="1" i="1"/>
            </a:br>
            <a:endParaRPr lang="en-US"/>
          </a:p>
        </p:txBody>
      </p:sp>
      <p:sp>
        <p:nvSpPr>
          <p:cNvPr id="3" name="Content Placeholder 2"/>
          <p:cNvSpPr>
            <a:spLocks noGrp="1"/>
          </p:cNvSpPr>
          <p:nvPr>
            <p:ph idx="1"/>
          </p:nvPr>
        </p:nvSpPr>
        <p:spPr>
          <a:xfrm>
            <a:off x="545284" y="1409350"/>
            <a:ext cx="10808516" cy="4767613"/>
          </a:xfrm>
        </p:spPr>
        <p:txBody>
          <a:bodyPr>
            <a:normAutofit/>
          </a:bodyPr>
          <a:lstStyle/>
          <a:p>
            <a:pPr marL="0" indent="0">
              <a:buNone/>
            </a:pPr>
            <a:r>
              <a:rPr lang="en-US"/>
              <a:t>For Example :-</a:t>
            </a:r>
          </a:p>
          <a:p>
            <a:pPr marL="0" indent="0">
              <a:buNone/>
            </a:pPr>
            <a:endParaRPr lang="en-US"/>
          </a:p>
          <a:p>
            <a:pPr marL="0" indent="0">
              <a:buNone/>
            </a:pPr>
            <a:r>
              <a:rPr lang="en-US"/>
              <a:t>	</a:t>
            </a:r>
            <a:r>
              <a:rPr lang="en-US" b="1" err="1"/>
              <a:t>int</a:t>
            </a:r>
            <a:r>
              <a:rPr lang="en-US" b="1"/>
              <a:t> </a:t>
            </a:r>
            <a:r>
              <a:rPr lang="en-US" b="1" err="1"/>
              <a:t>i</a:t>
            </a:r>
            <a:r>
              <a:rPr lang="en-US" b="1"/>
              <a:t> ;</a:t>
            </a:r>
          </a:p>
          <a:p>
            <a:pPr marL="0" indent="0">
              <a:buNone/>
            </a:pPr>
            <a:r>
              <a:rPr lang="en-US" b="1"/>
              <a:t>	float f1, f2 ;</a:t>
            </a:r>
          </a:p>
          <a:p>
            <a:pPr marL="0" indent="0">
              <a:buNone/>
            </a:pPr>
            <a:r>
              <a:rPr lang="en-US" b="1"/>
              <a:t>	f1 = f2 + </a:t>
            </a:r>
            <a:r>
              <a:rPr lang="en-US" b="1" err="1"/>
              <a:t>i</a:t>
            </a:r>
            <a:r>
              <a:rPr lang="en-US" b="1"/>
              <a:t> ;</a:t>
            </a:r>
          </a:p>
          <a:p>
            <a:pPr marL="0" indent="0">
              <a:buNone/>
            </a:pPr>
            <a:r>
              <a:rPr lang="en-US"/>
              <a:t>Since f2 is a floating point variable the value contained in the integer variable is temporarily converted or cast to a floating point variable also to </a:t>
            </a:r>
            <a:r>
              <a:rPr lang="en-US" err="1"/>
              <a:t>standardise</a:t>
            </a:r>
            <a:r>
              <a:rPr lang="en-US"/>
              <a:t> the addition operation in this case. </a:t>
            </a:r>
          </a:p>
          <a:p>
            <a:pPr marL="0" indent="0">
              <a:buNone/>
            </a:pPr>
            <a:r>
              <a:rPr lang="en-US"/>
              <a:t>However it is important to </a:t>
            </a:r>
            <a:r>
              <a:rPr lang="en-US" err="1"/>
              <a:t>realise</a:t>
            </a:r>
            <a:r>
              <a:rPr lang="en-US"/>
              <a:t> that no permanent modification is made to the integer variable.</a:t>
            </a:r>
          </a:p>
          <a:p>
            <a:pPr marL="0" indent="0">
              <a:buNone/>
            </a:pPr>
            <a:endParaRPr lang="en-US"/>
          </a:p>
        </p:txBody>
      </p:sp>
      <p:sp>
        <p:nvSpPr>
          <p:cNvPr id="4" name="TextBox 3">
            <a:extLst>
              <a:ext uri="{FF2B5EF4-FFF2-40B4-BE49-F238E27FC236}">
                <a16:creationId xmlns:a16="http://schemas.microsoft.com/office/drawing/2014/main" id="{AEF1660D-1931-8D6F-55C6-35839C90350F}"/>
              </a:ext>
            </a:extLst>
          </p:cNvPr>
          <p:cNvSpPr txBox="1"/>
          <p:nvPr/>
        </p:nvSpPr>
        <p:spPr>
          <a:xfrm>
            <a:off x="4724400" y="32003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Click to add text</a:t>
            </a:r>
          </a:p>
        </p:txBody>
      </p:sp>
    </p:spTree>
    <p:extLst>
      <p:ext uri="{BB962C8B-B14F-4D97-AF65-F5344CB8AC3E}">
        <p14:creationId xmlns:p14="http://schemas.microsoft.com/office/powerpoint/2010/main" val="1428484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Implicit &amp; Explicit Type Conversions </a:t>
            </a:r>
            <a:br>
              <a:rPr lang="en-US" b="1" i="1"/>
            </a:br>
            <a:endParaRPr lang="en-US"/>
          </a:p>
        </p:txBody>
      </p:sp>
      <p:sp>
        <p:nvSpPr>
          <p:cNvPr id="3" name="Content Placeholder 2"/>
          <p:cNvSpPr>
            <a:spLocks noGrp="1"/>
          </p:cNvSpPr>
          <p:nvPr>
            <p:ph idx="1"/>
          </p:nvPr>
        </p:nvSpPr>
        <p:spPr>
          <a:xfrm>
            <a:off x="201336" y="1082180"/>
            <a:ext cx="11786532" cy="5094783"/>
          </a:xfrm>
        </p:spPr>
        <p:txBody>
          <a:bodyPr vert="horz" lIns="91440" tIns="45720" rIns="91440" bIns="45720" rtlCol="0" anchor="t">
            <a:normAutofit fontScale="25000" lnSpcReduction="20000"/>
          </a:bodyPr>
          <a:lstStyle/>
          <a:p>
            <a:pPr marL="0" indent="0">
              <a:buNone/>
            </a:pPr>
            <a:r>
              <a:rPr lang="en-US" sz="5100"/>
              <a:t>Explicit  casting  coerces the expression to be of specific type and  is carried out by means of the cast operator which has the following syntax.</a:t>
            </a:r>
          </a:p>
          <a:p>
            <a:pPr marL="0" indent="0">
              <a:buNone/>
            </a:pPr>
            <a:r>
              <a:rPr lang="en-US" sz="5100" b="1"/>
              <a:t>Syntax :	( type )  expression</a:t>
            </a:r>
            <a:endParaRPr lang="en-US" sz="5100" b="1">
              <a:cs typeface="Calibri"/>
            </a:endParaRPr>
          </a:p>
          <a:p>
            <a:pPr marL="0" indent="0">
              <a:buNone/>
            </a:pPr>
            <a:r>
              <a:rPr lang="en-US" sz="5100"/>
              <a:t>For Example if we have an integer x, and we wish to use floating point division in the expression x/2 we might do the following</a:t>
            </a:r>
            <a:endParaRPr lang="en-US" sz="5100">
              <a:cs typeface="Calibri"/>
            </a:endParaRPr>
          </a:p>
          <a:p>
            <a:pPr marL="0" indent="0">
              <a:buNone/>
            </a:pPr>
            <a:r>
              <a:rPr lang="en-US" sz="5100"/>
              <a:t>		</a:t>
            </a:r>
            <a:r>
              <a:rPr lang="en-US" sz="5100" b="1"/>
              <a:t>( float ) x  /  2</a:t>
            </a:r>
            <a:endParaRPr lang="en-US" sz="5100" b="1">
              <a:cs typeface="Calibri"/>
            </a:endParaRPr>
          </a:p>
          <a:p>
            <a:pPr marL="0" indent="0">
              <a:buNone/>
            </a:pPr>
            <a:endParaRPr lang="en-US" sz="5100" b="1"/>
          </a:p>
          <a:p>
            <a:pPr marL="0" indent="0">
              <a:buNone/>
            </a:pPr>
            <a:r>
              <a:rPr lang="en-US" sz="5100" b="1"/>
              <a:t>which causes x to be temporarily cast to a floating point value and then implicit casting causes the whole operation to be floating point division.</a:t>
            </a:r>
            <a:endParaRPr lang="en-US" sz="5100" b="1">
              <a:cs typeface="Calibri"/>
            </a:endParaRPr>
          </a:p>
          <a:p>
            <a:pPr marL="0" indent="0">
              <a:buNone/>
            </a:pPr>
            <a:r>
              <a:rPr lang="en-US" sz="5100" b="1"/>
              <a:t>The same results could be achieved by stating the operation as </a:t>
            </a:r>
            <a:endParaRPr lang="en-US" sz="5100" b="1">
              <a:cs typeface="Calibri"/>
            </a:endParaRPr>
          </a:p>
          <a:p>
            <a:pPr marL="0" indent="0">
              <a:buNone/>
            </a:pPr>
            <a:r>
              <a:rPr lang="en-US" sz="5100" b="1"/>
              <a:t>		x  /  2.0</a:t>
            </a:r>
            <a:endParaRPr lang="en-US" sz="5100" b="1">
              <a:cs typeface="Calibri"/>
            </a:endParaRPr>
          </a:p>
          <a:p>
            <a:pPr marL="0" indent="0">
              <a:buNone/>
            </a:pPr>
            <a:r>
              <a:rPr lang="en-US" sz="5100" b="1"/>
              <a:t>which essentially does the same thing but the former is more obvious and descriptive of what is happening.</a:t>
            </a:r>
            <a:endParaRPr lang="en-US" sz="5100" b="1">
              <a:cs typeface="Calibri"/>
            </a:endParaRPr>
          </a:p>
          <a:p>
            <a:pPr marL="0" indent="0">
              <a:buNone/>
            </a:pPr>
            <a:endParaRPr lang="en-US" sz="5100" b="1">
              <a:cs typeface="Calibri"/>
            </a:endParaRPr>
          </a:p>
          <a:p>
            <a:pPr marL="0" indent="0">
              <a:buNone/>
            </a:pPr>
            <a:endParaRPr lang="en-US" sz="5100" b="1">
              <a:cs typeface="Calibri"/>
            </a:endParaRPr>
          </a:p>
          <a:p>
            <a:pPr marL="0" indent="0">
              <a:buNone/>
            </a:pPr>
            <a:endParaRPr lang="en-US" sz="5100" b="1">
              <a:cs typeface="Calibri"/>
            </a:endParaRPr>
          </a:p>
          <a:p>
            <a:pPr marL="0" indent="0">
              <a:buNone/>
            </a:pPr>
            <a:endParaRPr lang="en-US" sz="5100" b="1">
              <a:cs typeface="Calibri"/>
            </a:endParaRPr>
          </a:p>
          <a:p>
            <a:pPr marL="0" indent="0">
              <a:buNone/>
            </a:pPr>
            <a:endParaRPr lang="en-US" sz="5100" b="1">
              <a:cs typeface="Calibri"/>
            </a:endParaRPr>
          </a:p>
          <a:p>
            <a:pPr marL="0" indent="0">
              <a:buNone/>
            </a:pPr>
            <a:endParaRPr lang="en-US" sz="5100" b="1">
              <a:cs typeface="Calibri"/>
            </a:endParaRPr>
          </a:p>
          <a:p>
            <a:pPr marL="0" indent="0">
              <a:buNone/>
            </a:pPr>
            <a:endParaRPr lang="en-US" sz="5100" b="1">
              <a:cs typeface="Calibri"/>
            </a:endParaRPr>
          </a:p>
          <a:p>
            <a:pPr marL="0" indent="0">
              <a:buNone/>
            </a:pPr>
            <a:endParaRPr lang="en-US" sz="5100">
              <a:cs typeface="Calibri" panose="020F0502020204030204"/>
            </a:endParaRPr>
          </a:p>
          <a:p>
            <a:pPr marL="0" indent="0">
              <a:buNone/>
            </a:pPr>
            <a:endParaRPr lang="en-US" sz="5100">
              <a:cs typeface="Calibri" panose="020F0502020204030204"/>
            </a:endParaRPr>
          </a:p>
          <a:p>
            <a:pPr marL="0" indent="0">
              <a:buNone/>
            </a:pPr>
            <a:endParaRPr lang="en-US">
              <a:cs typeface="Calibri" panose="020F0502020204030204"/>
            </a:endParaRPr>
          </a:p>
          <a:p>
            <a:pPr marL="0" indent="0">
              <a:buNone/>
            </a:pPr>
            <a:r>
              <a:rPr lang="en-US"/>
              <a:t>	</a:t>
            </a:r>
            <a:endParaRPr lang="en-US">
              <a:cs typeface="Calibri"/>
            </a:endParaRPr>
          </a:p>
        </p:txBody>
      </p:sp>
      <p:sp>
        <p:nvSpPr>
          <p:cNvPr id="4" name="TextBox 3">
            <a:extLst>
              <a:ext uri="{FF2B5EF4-FFF2-40B4-BE49-F238E27FC236}">
                <a16:creationId xmlns:a16="http://schemas.microsoft.com/office/drawing/2014/main" id="{3789862B-5010-1C76-5260-9541A202E422}"/>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Click to add text</a:t>
            </a:r>
          </a:p>
        </p:txBody>
      </p:sp>
    </p:spTree>
    <p:extLst>
      <p:ext uri="{BB962C8B-B14F-4D97-AF65-F5344CB8AC3E}">
        <p14:creationId xmlns:p14="http://schemas.microsoft.com/office/powerpoint/2010/main" val="1556815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Implicit &amp; Explicit Type Conversions </a:t>
            </a:r>
            <a:br>
              <a:rPr lang="en-US" b="1" i="1"/>
            </a:br>
            <a:endParaRPr lang="en-US"/>
          </a:p>
        </p:txBody>
      </p:sp>
      <p:sp>
        <p:nvSpPr>
          <p:cNvPr id="3" name="Content Placeholder 2"/>
          <p:cNvSpPr>
            <a:spLocks noGrp="1"/>
          </p:cNvSpPr>
          <p:nvPr>
            <p:ph idx="1"/>
          </p:nvPr>
        </p:nvSpPr>
        <p:spPr>
          <a:xfrm>
            <a:off x="201336" y="1082180"/>
            <a:ext cx="11752976" cy="5094783"/>
          </a:xfrm>
        </p:spPr>
        <p:txBody>
          <a:bodyPr>
            <a:normAutofit fontScale="70000" lnSpcReduction="20000"/>
          </a:bodyPr>
          <a:lstStyle/>
          <a:p>
            <a:pPr marL="0" indent="0">
              <a:buNone/>
            </a:pPr>
            <a:r>
              <a:rPr lang="en-US" sz="3800" b="1"/>
              <a:t>Explicit Type Conversion</a:t>
            </a:r>
          </a:p>
          <a:p>
            <a:pPr marL="0" indent="0">
              <a:buNone/>
            </a:pPr>
            <a:endParaRPr lang="en-US" sz="3800" b="1"/>
          </a:p>
          <a:p>
            <a:pPr marL="0" indent="0">
              <a:buNone/>
            </a:pPr>
            <a:r>
              <a:rPr lang="en-US" sz="3800"/>
              <a:t>In Explicit type conversion the programmer convert data from one</a:t>
            </a:r>
          </a:p>
          <a:p>
            <a:pPr marL="0" indent="0">
              <a:buNone/>
            </a:pPr>
            <a:r>
              <a:rPr lang="en-US" sz="3800"/>
              <a:t>type to another.</a:t>
            </a:r>
          </a:p>
          <a:p>
            <a:pPr marL="0" indent="0">
              <a:buNone/>
            </a:pPr>
            <a:r>
              <a:rPr lang="en-US" sz="3800"/>
              <a:t>It uses Unary cast operator.</a:t>
            </a:r>
          </a:p>
          <a:p>
            <a:pPr marL="0" indent="0">
              <a:buNone/>
            </a:pPr>
            <a:r>
              <a:rPr lang="en-US" sz="3800"/>
              <a:t>To convert the data from one type to another , specify the new type in</a:t>
            </a:r>
          </a:p>
          <a:p>
            <a:pPr marL="0" indent="0">
              <a:buNone/>
            </a:pPr>
            <a:r>
              <a:rPr lang="en-US" sz="3800"/>
              <a:t>parentheses before the value to be converted.</a:t>
            </a:r>
          </a:p>
          <a:p>
            <a:pPr marL="0" indent="0">
              <a:buNone/>
            </a:pPr>
            <a:r>
              <a:rPr lang="en-US" sz="3800" b="1"/>
              <a:t>Ex:	</a:t>
            </a:r>
            <a:r>
              <a:rPr lang="en-US" sz="3800" b="1" err="1"/>
              <a:t>int</a:t>
            </a:r>
            <a:r>
              <a:rPr lang="en-US" sz="3800" b="1"/>
              <a:t>     a;</a:t>
            </a:r>
          </a:p>
          <a:p>
            <a:pPr marL="0" indent="0">
              <a:buNone/>
            </a:pPr>
            <a:r>
              <a:rPr lang="en-US" sz="3800" b="1"/>
              <a:t>float	f=(float) a;</a:t>
            </a:r>
          </a:p>
          <a:p>
            <a:pPr marL="0" indent="0">
              <a:buNone/>
            </a:pPr>
            <a:endParaRPr lang="en-US" sz="5100"/>
          </a:p>
          <a:p>
            <a:pPr marL="0" indent="0">
              <a:buNone/>
            </a:pPr>
            <a:endParaRPr lang="en-US"/>
          </a:p>
          <a:p>
            <a:pPr marL="0" indent="0">
              <a:buNone/>
            </a:pPr>
            <a:r>
              <a:rPr lang="en-US"/>
              <a:t>	</a:t>
            </a:r>
          </a:p>
        </p:txBody>
      </p:sp>
    </p:spTree>
    <p:extLst>
      <p:ext uri="{BB962C8B-B14F-4D97-AF65-F5344CB8AC3E}">
        <p14:creationId xmlns:p14="http://schemas.microsoft.com/office/powerpoint/2010/main" val="2639631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Implicit &amp; Explicit Type Conversions </a:t>
            </a:r>
            <a:br>
              <a:rPr lang="en-US" b="1" i="1"/>
            </a:br>
            <a:endParaRPr lang="en-US"/>
          </a:p>
        </p:txBody>
      </p:sp>
      <p:sp>
        <p:nvSpPr>
          <p:cNvPr id="3" name="Content Placeholder 2"/>
          <p:cNvSpPr>
            <a:spLocks noGrp="1"/>
          </p:cNvSpPr>
          <p:nvPr>
            <p:ph idx="1"/>
          </p:nvPr>
        </p:nvSpPr>
        <p:spPr>
          <a:xfrm>
            <a:off x="201336" y="1082180"/>
            <a:ext cx="11786532" cy="5094783"/>
          </a:xfrm>
        </p:spPr>
        <p:txBody>
          <a:bodyPr vert="horz" lIns="91440" tIns="45720" rIns="91440" bIns="45720" rtlCol="0" anchor="t">
            <a:normAutofit fontScale="55000" lnSpcReduction="20000"/>
          </a:bodyPr>
          <a:lstStyle/>
          <a:p>
            <a:pPr marL="0" indent="0">
              <a:buNone/>
            </a:pPr>
            <a:r>
              <a:rPr lang="en-US" sz="5400" spc="-10"/>
              <a:t>Demotion</a:t>
            </a:r>
          </a:p>
          <a:p>
            <a:pPr marL="355600" marR="521970" indent="-342900">
              <a:lnSpc>
                <a:spcPct val="100000"/>
              </a:lnSpc>
              <a:spcBef>
                <a:spcPts val="100"/>
              </a:spcBef>
              <a:buFont typeface="Arial"/>
              <a:buChar char="•"/>
              <a:tabLst>
                <a:tab pos="354965" algn="l"/>
                <a:tab pos="355600" algn="l"/>
              </a:tabLst>
            </a:pPr>
            <a:r>
              <a:rPr lang="en-US" sz="3800">
                <a:latin typeface="Times New Roman"/>
                <a:cs typeface="Times New Roman"/>
              </a:rPr>
              <a:t>If</a:t>
            </a:r>
            <a:r>
              <a:rPr lang="en-US" sz="3800" spc="-20">
                <a:latin typeface="Times New Roman"/>
                <a:cs typeface="Times New Roman"/>
              </a:rPr>
              <a:t> </a:t>
            </a:r>
            <a:r>
              <a:rPr lang="en-US" sz="3800">
                <a:latin typeface="Times New Roman"/>
                <a:cs typeface="Times New Roman"/>
              </a:rPr>
              <a:t>the</a:t>
            </a:r>
            <a:r>
              <a:rPr lang="en-US" sz="3800" spc="-10">
                <a:latin typeface="Times New Roman"/>
                <a:cs typeface="Times New Roman"/>
              </a:rPr>
              <a:t> </a:t>
            </a:r>
            <a:r>
              <a:rPr lang="en-US" sz="3800">
                <a:latin typeface="Times New Roman"/>
                <a:cs typeface="Times New Roman"/>
              </a:rPr>
              <a:t>right</a:t>
            </a:r>
            <a:r>
              <a:rPr lang="en-US" sz="3800" spc="-20">
                <a:latin typeface="Times New Roman"/>
                <a:cs typeface="Times New Roman"/>
              </a:rPr>
              <a:t> </a:t>
            </a:r>
            <a:r>
              <a:rPr lang="en-US" sz="3800">
                <a:latin typeface="Times New Roman"/>
                <a:cs typeface="Times New Roman"/>
              </a:rPr>
              <a:t>expression</a:t>
            </a:r>
            <a:r>
              <a:rPr lang="en-US" sz="3800" spc="-20">
                <a:latin typeface="Times New Roman"/>
                <a:cs typeface="Times New Roman"/>
              </a:rPr>
              <a:t> </a:t>
            </a:r>
            <a:r>
              <a:rPr lang="en-US" sz="3800">
                <a:latin typeface="Times New Roman"/>
                <a:cs typeface="Times New Roman"/>
              </a:rPr>
              <a:t>having the</a:t>
            </a:r>
            <a:r>
              <a:rPr lang="en-US" sz="3800" spc="-10">
                <a:latin typeface="Times New Roman"/>
                <a:cs typeface="Times New Roman"/>
              </a:rPr>
              <a:t> </a:t>
            </a:r>
            <a:r>
              <a:rPr lang="en-US" sz="3800">
                <a:latin typeface="Times New Roman"/>
                <a:cs typeface="Times New Roman"/>
              </a:rPr>
              <a:t>higher</a:t>
            </a:r>
            <a:r>
              <a:rPr lang="en-US" sz="3800" spc="-15">
                <a:latin typeface="Times New Roman"/>
                <a:cs typeface="Times New Roman"/>
              </a:rPr>
              <a:t> </a:t>
            </a:r>
            <a:r>
              <a:rPr lang="en-US" sz="3800">
                <a:latin typeface="Times New Roman"/>
                <a:cs typeface="Times New Roman"/>
              </a:rPr>
              <a:t>rank than</a:t>
            </a:r>
            <a:r>
              <a:rPr lang="en-US" sz="3800" spc="-25">
                <a:latin typeface="Times New Roman"/>
                <a:cs typeface="Times New Roman"/>
              </a:rPr>
              <a:t> </a:t>
            </a:r>
            <a:r>
              <a:rPr lang="en-US" sz="3800">
                <a:latin typeface="Times New Roman"/>
                <a:cs typeface="Times New Roman"/>
              </a:rPr>
              <a:t>the</a:t>
            </a:r>
            <a:r>
              <a:rPr lang="en-US" sz="3800" spc="-10">
                <a:latin typeface="Times New Roman"/>
                <a:cs typeface="Times New Roman"/>
              </a:rPr>
              <a:t> </a:t>
            </a:r>
            <a:r>
              <a:rPr lang="en-US" sz="3800">
                <a:latin typeface="Times New Roman"/>
                <a:cs typeface="Times New Roman"/>
              </a:rPr>
              <a:t>left</a:t>
            </a:r>
            <a:r>
              <a:rPr lang="en-US" sz="3800" spc="-15">
                <a:latin typeface="Times New Roman"/>
                <a:cs typeface="Times New Roman"/>
              </a:rPr>
              <a:t> </a:t>
            </a:r>
            <a:r>
              <a:rPr lang="en-US" sz="3800" spc="-10">
                <a:latin typeface="Times New Roman"/>
                <a:cs typeface="Times New Roman"/>
              </a:rPr>
              <a:t>variable </a:t>
            </a:r>
            <a:r>
              <a:rPr lang="en-US" sz="3800">
                <a:latin typeface="Times New Roman"/>
                <a:cs typeface="Times New Roman"/>
              </a:rPr>
              <a:t>then</a:t>
            </a:r>
            <a:r>
              <a:rPr lang="en-US" sz="3800" spc="-30">
                <a:latin typeface="Times New Roman"/>
                <a:cs typeface="Times New Roman"/>
              </a:rPr>
              <a:t> </a:t>
            </a:r>
            <a:r>
              <a:rPr lang="en-US" sz="3800">
                <a:latin typeface="Times New Roman"/>
                <a:cs typeface="Times New Roman"/>
              </a:rPr>
              <a:t>the</a:t>
            </a:r>
            <a:r>
              <a:rPr lang="en-US" sz="3800" spc="-25">
                <a:latin typeface="Times New Roman"/>
                <a:cs typeface="Times New Roman"/>
              </a:rPr>
              <a:t> </a:t>
            </a:r>
            <a:r>
              <a:rPr lang="en-US" sz="3800">
                <a:latin typeface="Times New Roman"/>
                <a:cs typeface="Times New Roman"/>
              </a:rPr>
              <a:t>right</a:t>
            </a:r>
            <a:r>
              <a:rPr lang="en-US" sz="3800" spc="-15">
                <a:latin typeface="Times New Roman"/>
                <a:cs typeface="Times New Roman"/>
              </a:rPr>
              <a:t> </a:t>
            </a:r>
            <a:r>
              <a:rPr lang="en-US" sz="3800">
                <a:latin typeface="Times New Roman"/>
                <a:cs typeface="Times New Roman"/>
              </a:rPr>
              <a:t>expression</a:t>
            </a:r>
            <a:r>
              <a:rPr lang="en-US" sz="3800" spc="-25">
                <a:latin typeface="Times New Roman"/>
                <a:cs typeface="Times New Roman"/>
              </a:rPr>
              <a:t> </a:t>
            </a:r>
            <a:r>
              <a:rPr lang="en-US" sz="3800">
                <a:latin typeface="Times New Roman"/>
                <a:cs typeface="Times New Roman"/>
              </a:rPr>
              <a:t>value</a:t>
            </a:r>
            <a:r>
              <a:rPr lang="en-US" sz="3800" spc="-30">
                <a:latin typeface="Times New Roman"/>
                <a:cs typeface="Times New Roman"/>
              </a:rPr>
              <a:t> </a:t>
            </a:r>
            <a:r>
              <a:rPr lang="en-US" sz="3800">
                <a:latin typeface="Times New Roman"/>
                <a:cs typeface="Times New Roman"/>
              </a:rPr>
              <a:t>is</a:t>
            </a:r>
            <a:r>
              <a:rPr lang="en-US" sz="3800" spc="-5">
                <a:latin typeface="Times New Roman"/>
                <a:cs typeface="Times New Roman"/>
              </a:rPr>
              <a:t> </a:t>
            </a:r>
            <a:r>
              <a:rPr lang="en-US" sz="3800">
                <a:latin typeface="Times New Roman"/>
                <a:cs typeface="Times New Roman"/>
              </a:rPr>
              <a:t>demoted</a:t>
            </a:r>
            <a:r>
              <a:rPr lang="en-US" sz="3800" spc="-5">
                <a:latin typeface="Times New Roman"/>
                <a:cs typeface="Times New Roman"/>
              </a:rPr>
              <a:t> </a:t>
            </a:r>
            <a:r>
              <a:rPr lang="en-US" sz="3800">
                <a:latin typeface="Times New Roman"/>
                <a:cs typeface="Times New Roman"/>
              </a:rPr>
              <a:t>to</a:t>
            </a:r>
            <a:r>
              <a:rPr lang="en-US" sz="3800" spc="-15">
                <a:latin typeface="Times New Roman"/>
                <a:cs typeface="Times New Roman"/>
              </a:rPr>
              <a:t> </a:t>
            </a:r>
            <a:r>
              <a:rPr lang="en-US" sz="3800">
                <a:latin typeface="Times New Roman"/>
                <a:cs typeface="Times New Roman"/>
              </a:rPr>
              <a:t>the</a:t>
            </a:r>
            <a:r>
              <a:rPr lang="en-US" sz="3800" spc="-15">
                <a:latin typeface="Times New Roman"/>
                <a:cs typeface="Times New Roman"/>
              </a:rPr>
              <a:t> </a:t>
            </a:r>
            <a:r>
              <a:rPr lang="en-US" sz="3800">
                <a:latin typeface="Times New Roman"/>
                <a:cs typeface="Times New Roman"/>
              </a:rPr>
              <a:t>left</a:t>
            </a:r>
            <a:r>
              <a:rPr lang="en-US" sz="3800" spc="-20">
                <a:latin typeface="Times New Roman"/>
                <a:cs typeface="Times New Roman"/>
              </a:rPr>
              <a:t> </a:t>
            </a:r>
            <a:r>
              <a:rPr lang="en-US" sz="3800" spc="-10">
                <a:latin typeface="Times New Roman"/>
                <a:cs typeface="Times New Roman"/>
              </a:rPr>
              <a:t>variable.</a:t>
            </a:r>
            <a:endParaRPr lang="en-US" sz="3800">
              <a:latin typeface="Times New Roman"/>
              <a:cs typeface="Times New Roman"/>
            </a:endParaRPr>
          </a:p>
          <a:p>
            <a:pPr marL="355600" marR="5080" indent="-342900">
              <a:lnSpc>
                <a:spcPct val="100000"/>
              </a:lnSpc>
              <a:spcBef>
                <a:spcPts val="575"/>
              </a:spcBef>
              <a:buFont typeface="Arial"/>
              <a:buChar char="•"/>
              <a:tabLst>
                <a:tab pos="354965" algn="l"/>
                <a:tab pos="355600" algn="l"/>
              </a:tabLst>
            </a:pPr>
            <a:r>
              <a:rPr lang="en-US" sz="3800">
                <a:latin typeface="Times New Roman"/>
                <a:cs typeface="Times New Roman"/>
              </a:rPr>
              <a:t>When</a:t>
            </a:r>
            <a:r>
              <a:rPr lang="en-US" sz="3800" spc="-10">
                <a:latin typeface="Times New Roman"/>
                <a:cs typeface="Times New Roman"/>
              </a:rPr>
              <a:t> </a:t>
            </a:r>
            <a:r>
              <a:rPr lang="en-US" sz="3800">
                <a:latin typeface="Times New Roman"/>
                <a:cs typeface="Times New Roman"/>
              </a:rPr>
              <a:t>the</a:t>
            </a:r>
            <a:r>
              <a:rPr lang="en-US" sz="3800" spc="-10">
                <a:latin typeface="Times New Roman"/>
                <a:cs typeface="Times New Roman"/>
              </a:rPr>
              <a:t> </a:t>
            </a:r>
            <a:r>
              <a:rPr lang="en-US" sz="3800">
                <a:latin typeface="Times New Roman"/>
                <a:cs typeface="Times New Roman"/>
              </a:rPr>
              <a:t>integer</a:t>
            </a:r>
            <a:r>
              <a:rPr lang="en-US" sz="3800" spc="-35">
                <a:latin typeface="Times New Roman"/>
                <a:cs typeface="Times New Roman"/>
              </a:rPr>
              <a:t> </a:t>
            </a:r>
            <a:r>
              <a:rPr lang="en-US" sz="3800">
                <a:latin typeface="Times New Roman"/>
                <a:cs typeface="Times New Roman"/>
              </a:rPr>
              <a:t>or</a:t>
            </a:r>
            <a:r>
              <a:rPr lang="en-US" sz="3800" spc="-5">
                <a:latin typeface="Times New Roman"/>
                <a:cs typeface="Times New Roman"/>
              </a:rPr>
              <a:t> </a:t>
            </a:r>
            <a:r>
              <a:rPr lang="en-US" sz="3800">
                <a:latin typeface="Times New Roman"/>
                <a:cs typeface="Times New Roman"/>
              </a:rPr>
              <a:t>real</a:t>
            </a:r>
            <a:r>
              <a:rPr lang="en-US" sz="3800" spc="-25">
                <a:latin typeface="Times New Roman"/>
                <a:cs typeface="Times New Roman"/>
              </a:rPr>
              <a:t> </a:t>
            </a:r>
            <a:r>
              <a:rPr lang="en-US" sz="3800">
                <a:latin typeface="Times New Roman"/>
                <a:cs typeface="Times New Roman"/>
              </a:rPr>
              <a:t>is</a:t>
            </a:r>
            <a:r>
              <a:rPr lang="en-US" sz="3800" spc="-5">
                <a:latin typeface="Times New Roman"/>
                <a:cs typeface="Times New Roman"/>
              </a:rPr>
              <a:t> </a:t>
            </a:r>
            <a:r>
              <a:rPr lang="en-US" sz="3800">
                <a:latin typeface="Times New Roman"/>
                <a:cs typeface="Times New Roman"/>
              </a:rPr>
              <a:t>stored</a:t>
            </a:r>
            <a:r>
              <a:rPr lang="en-US" sz="3800" spc="-15">
                <a:latin typeface="Times New Roman"/>
                <a:cs typeface="Times New Roman"/>
              </a:rPr>
              <a:t> </a:t>
            </a:r>
            <a:r>
              <a:rPr lang="en-US" sz="3800">
                <a:latin typeface="Times New Roman"/>
                <a:cs typeface="Times New Roman"/>
              </a:rPr>
              <a:t>into</a:t>
            </a:r>
            <a:r>
              <a:rPr lang="en-US" sz="3800" spc="-35">
                <a:latin typeface="Times New Roman"/>
                <a:cs typeface="Times New Roman"/>
              </a:rPr>
              <a:t> </a:t>
            </a:r>
            <a:r>
              <a:rPr lang="en-US" sz="3800">
                <a:latin typeface="Times New Roman"/>
                <a:cs typeface="Times New Roman"/>
              </a:rPr>
              <a:t>a</a:t>
            </a:r>
            <a:r>
              <a:rPr lang="en-US" sz="3800" spc="-15">
                <a:latin typeface="Times New Roman"/>
                <a:cs typeface="Times New Roman"/>
              </a:rPr>
              <a:t> </a:t>
            </a:r>
            <a:r>
              <a:rPr lang="en-US" sz="3800">
                <a:latin typeface="Times New Roman"/>
                <a:cs typeface="Times New Roman"/>
              </a:rPr>
              <a:t>char</a:t>
            </a:r>
            <a:r>
              <a:rPr lang="en-US" sz="3800" spc="-10">
                <a:latin typeface="Times New Roman"/>
                <a:cs typeface="Times New Roman"/>
              </a:rPr>
              <a:t> </a:t>
            </a:r>
            <a:r>
              <a:rPr lang="en-US" sz="3800">
                <a:latin typeface="Times New Roman"/>
                <a:cs typeface="Times New Roman"/>
              </a:rPr>
              <a:t>,</a:t>
            </a:r>
            <a:r>
              <a:rPr lang="en-US" sz="3800" spc="-5">
                <a:latin typeface="Times New Roman"/>
                <a:cs typeface="Times New Roman"/>
              </a:rPr>
              <a:t> </a:t>
            </a:r>
            <a:r>
              <a:rPr lang="en-US" sz="3800">
                <a:latin typeface="Times New Roman"/>
                <a:cs typeface="Times New Roman"/>
              </a:rPr>
              <a:t>the</a:t>
            </a:r>
            <a:r>
              <a:rPr lang="en-US" sz="3800" spc="-15">
                <a:latin typeface="Times New Roman"/>
                <a:cs typeface="Times New Roman"/>
              </a:rPr>
              <a:t> </a:t>
            </a:r>
            <a:r>
              <a:rPr lang="en-US" sz="3800">
                <a:latin typeface="Times New Roman"/>
                <a:cs typeface="Times New Roman"/>
              </a:rPr>
              <a:t>least</a:t>
            </a:r>
            <a:r>
              <a:rPr lang="en-US" sz="3800" spc="-25">
                <a:latin typeface="Times New Roman"/>
                <a:cs typeface="Times New Roman"/>
              </a:rPr>
              <a:t> </a:t>
            </a:r>
            <a:r>
              <a:rPr lang="en-US" sz="3800">
                <a:latin typeface="Times New Roman"/>
                <a:cs typeface="Times New Roman"/>
              </a:rPr>
              <a:t>significant</a:t>
            </a:r>
            <a:r>
              <a:rPr lang="en-US" sz="3800" spc="-50">
                <a:latin typeface="Times New Roman"/>
                <a:cs typeface="Times New Roman"/>
              </a:rPr>
              <a:t> </a:t>
            </a:r>
            <a:r>
              <a:rPr lang="en-US" sz="3800" spc="-20">
                <a:latin typeface="Times New Roman"/>
                <a:cs typeface="Times New Roman"/>
              </a:rPr>
              <a:t>byte </a:t>
            </a:r>
            <a:r>
              <a:rPr lang="en-US" sz="3800">
                <a:latin typeface="Times New Roman"/>
                <a:cs typeface="Times New Roman"/>
              </a:rPr>
              <a:t>is</a:t>
            </a:r>
            <a:r>
              <a:rPr lang="en-US" sz="3800" spc="-25">
                <a:latin typeface="Times New Roman"/>
                <a:cs typeface="Times New Roman"/>
              </a:rPr>
              <a:t> </a:t>
            </a:r>
            <a:r>
              <a:rPr lang="en-US" sz="3800">
                <a:latin typeface="Times New Roman"/>
                <a:cs typeface="Times New Roman"/>
              </a:rPr>
              <a:t>converted</a:t>
            </a:r>
            <a:r>
              <a:rPr lang="en-US" sz="3800" spc="-25">
                <a:latin typeface="Times New Roman"/>
                <a:cs typeface="Times New Roman"/>
              </a:rPr>
              <a:t> </a:t>
            </a:r>
            <a:r>
              <a:rPr lang="en-US" sz="3800">
                <a:latin typeface="Times New Roman"/>
                <a:cs typeface="Times New Roman"/>
              </a:rPr>
              <a:t>to</a:t>
            </a:r>
            <a:r>
              <a:rPr lang="en-US" sz="3800" spc="-10">
                <a:latin typeface="Times New Roman"/>
                <a:cs typeface="Times New Roman"/>
              </a:rPr>
              <a:t> </a:t>
            </a:r>
            <a:r>
              <a:rPr lang="en-US" sz="3800">
                <a:latin typeface="Times New Roman"/>
                <a:cs typeface="Times New Roman"/>
              </a:rPr>
              <a:t>a char</a:t>
            </a:r>
            <a:r>
              <a:rPr lang="en-US" sz="3800" spc="-20">
                <a:latin typeface="Times New Roman"/>
                <a:cs typeface="Times New Roman"/>
              </a:rPr>
              <a:t> </a:t>
            </a:r>
            <a:r>
              <a:rPr lang="en-US" sz="3800">
                <a:latin typeface="Times New Roman"/>
                <a:cs typeface="Times New Roman"/>
              </a:rPr>
              <a:t>and </a:t>
            </a:r>
            <a:r>
              <a:rPr lang="en-US" sz="3800" spc="-10">
                <a:latin typeface="Times New Roman"/>
                <a:cs typeface="Times New Roman"/>
              </a:rPr>
              <a:t>stored.</a:t>
            </a:r>
            <a:endParaRPr lang="en-US" sz="3800">
              <a:latin typeface="Times New Roman"/>
              <a:cs typeface="Times New Roman"/>
            </a:endParaRPr>
          </a:p>
          <a:p>
            <a:pPr marL="355600" indent="-342900">
              <a:lnSpc>
                <a:spcPct val="100000"/>
              </a:lnSpc>
              <a:spcBef>
                <a:spcPts val="580"/>
              </a:spcBef>
              <a:buFont typeface="Arial"/>
              <a:buChar char="•"/>
              <a:tabLst>
                <a:tab pos="354965" algn="l"/>
                <a:tab pos="355600" algn="l"/>
              </a:tabLst>
            </a:pPr>
            <a:r>
              <a:rPr lang="en-US" sz="3800">
                <a:latin typeface="Times New Roman"/>
                <a:cs typeface="Times New Roman"/>
              </a:rPr>
              <a:t>When</a:t>
            </a:r>
            <a:r>
              <a:rPr lang="en-US" sz="3800" spc="-10">
                <a:latin typeface="Times New Roman"/>
                <a:cs typeface="Times New Roman"/>
              </a:rPr>
              <a:t> </a:t>
            </a:r>
            <a:r>
              <a:rPr lang="en-US" sz="3800">
                <a:latin typeface="Times New Roman"/>
                <a:cs typeface="Times New Roman"/>
              </a:rPr>
              <a:t>a</a:t>
            </a:r>
            <a:r>
              <a:rPr lang="en-US" sz="3800" spc="-5">
                <a:latin typeface="Times New Roman"/>
                <a:cs typeface="Times New Roman"/>
              </a:rPr>
              <a:t> </a:t>
            </a:r>
            <a:r>
              <a:rPr lang="en-US" sz="3800">
                <a:latin typeface="Times New Roman"/>
                <a:cs typeface="Times New Roman"/>
              </a:rPr>
              <a:t>real</a:t>
            </a:r>
            <a:r>
              <a:rPr lang="en-US" sz="3800" spc="-30">
                <a:latin typeface="Times New Roman"/>
                <a:cs typeface="Times New Roman"/>
              </a:rPr>
              <a:t> </a:t>
            </a:r>
            <a:r>
              <a:rPr lang="en-US" sz="3800">
                <a:latin typeface="Times New Roman"/>
                <a:cs typeface="Times New Roman"/>
              </a:rPr>
              <a:t>is</a:t>
            </a:r>
            <a:r>
              <a:rPr lang="en-US" sz="3800" spc="-5">
                <a:latin typeface="Times New Roman"/>
                <a:cs typeface="Times New Roman"/>
              </a:rPr>
              <a:t> </a:t>
            </a:r>
            <a:r>
              <a:rPr lang="en-US" sz="3800">
                <a:latin typeface="Times New Roman"/>
                <a:cs typeface="Times New Roman"/>
              </a:rPr>
              <a:t>stored</a:t>
            </a:r>
            <a:r>
              <a:rPr lang="en-US" sz="3800" spc="-35">
                <a:latin typeface="Times New Roman"/>
                <a:cs typeface="Times New Roman"/>
              </a:rPr>
              <a:t> </a:t>
            </a:r>
            <a:r>
              <a:rPr lang="en-US" sz="3800">
                <a:latin typeface="Times New Roman"/>
                <a:cs typeface="Times New Roman"/>
              </a:rPr>
              <a:t>in</a:t>
            </a:r>
            <a:r>
              <a:rPr lang="en-US" sz="3800" spc="-5">
                <a:latin typeface="Times New Roman"/>
                <a:cs typeface="Times New Roman"/>
              </a:rPr>
              <a:t> </a:t>
            </a:r>
            <a:r>
              <a:rPr lang="en-US" sz="3800">
                <a:latin typeface="Times New Roman"/>
                <a:cs typeface="Times New Roman"/>
              </a:rPr>
              <a:t>a</a:t>
            </a:r>
            <a:r>
              <a:rPr lang="en-US" sz="3800" spc="-20">
                <a:latin typeface="Times New Roman"/>
                <a:cs typeface="Times New Roman"/>
              </a:rPr>
              <a:t> </a:t>
            </a:r>
            <a:r>
              <a:rPr lang="en-US" sz="3800">
                <a:latin typeface="Times New Roman"/>
                <a:cs typeface="Times New Roman"/>
              </a:rPr>
              <a:t>int</a:t>
            </a:r>
            <a:r>
              <a:rPr lang="en-US" sz="3800" spc="-10">
                <a:latin typeface="Times New Roman"/>
                <a:cs typeface="Times New Roman"/>
              </a:rPr>
              <a:t> </a:t>
            </a:r>
            <a:r>
              <a:rPr lang="en-US" sz="3800">
                <a:latin typeface="Times New Roman"/>
                <a:cs typeface="Times New Roman"/>
              </a:rPr>
              <a:t>the</a:t>
            </a:r>
            <a:r>
              <a:rPr lang="en-US" sz="3800" spc="-30">
                <a:latin typeface="Times New Roman"/>
                <a:cs typeface="Times New Roman"/>
              </a:rPr>
              <a:t> </a:t>
            </a:r>
            <a:r>
              <a:rPr lang="en-US" sz="3800">
                <a:latin typeface="Times New Roman"/>
                <a:cs typeface="Times New Roman"/>
              </a:rPr>
              <a:t>fraction</a:t>
            </a:r>
            <a:r>
              <a:rPr lang="en-US" sz="3800" spc="-25">
                <a:latin typeface="Times New Roman"/>
                <a:cs typeface="Times New Roman"/>
              </a:rPr>
              <a:t> </a:t>
            </a:r>
            <a:r>
              <a:rPr lang="en-US" sz="3800">
                <a:latin typeface="Times New Roman"/>
                <a:cs typeface="Times New Roman"/>
              </a:rPr>
              <a:t>part</a:t>
            </a:r>
            <a:r>
              <a:rPr lang="en-US" sz="3800" spc="-20">
                <a:latin typeface="Times New Roman"/>
                <a:cs typeface="Times New Roman"/>
              </a:rPr>
              <a:t> </a:t>
            </a:r>
            <a:r>
              <a:rPr lang="en-US" sz="3800">
                <a:latin typeface="Times New Roman"/>
                <a:cs typeface="Times New Roman"/>
              </a:rPr>
              <a:t>is</a:t>
            </a:r>
            <a:r>
              <a:rPr lang="en-US" sz="3800" spc="-5">
                <a:latin typeface="Times New Roman"/>
                <a:cs typeface="Times New Roman"/>
              </a:rPr>
              <a:t> </a:t>
            </a:r>
            <a:r>
              <a:rPr lang="en-US" sz="3800" spc="-10">
                <a:latin typeface="Times New Roman"/>
                <a:cs typeface="Times New Roman"/>
              </a:rPr>
              <a:t>dropped.</a:t>
            </a:r>
          </a:p>
          <a:p>
            <a:pPr marL="12700" indent="0">
              <a:lnSpc>
                <a:spcPct val="100000"/>
              </a:lnSpc>
              <a:spcBef>
                <a:spcPts val="580"/>
              </a:spcBef>
              <a:buNone/>
              <a:tabLst>
                <a:tab pos="354965" algn="l"/>
                <a:tab pos="355600" algn="l"/>
              </a:tabLst>
            </a:pPr>
            <a:endParaRPr lang="en-US" sz="3800">
              <a:latin typeface="Times New Roman"/>
              <a:cs typeface="Times New Roman"/>
            </a:endParaRPr>
          </a:p>
          <a:p>
            <a:pPr marL="12700" indent="0">
              <a:lnSpc>
                <a:spcPct val="100000"/>
              </a:lnSpc>
              <a:spcBef>
                <a:spcPts val="580"/>
              </a:spcBef>
              <a:buNone/>
              <a:tabLst>
                <a:tab pos="354965" algn="l"/>
                <a:tab pos="355600" algn="l"/>
              </a:tabLst>
            </a:pPr>
            <a:r>
              <a:rPr lang="en-US" sz="3800" b="1">
                <a:latin typeface="Times New Roman"/>
                <a:cs typeface="Times New Roman"/>
              </a:rPr>
              <a:t>Bool b= false;</a:t>
            </a:r>
          </a:p>
          <a:p>
            <a:pPr marL="12700" indent="0">
              <a:lnSpc>
                <a:spcPct val="100000"/>
              </a:lnSpc>
              <a:spcBef>
                <a:spcPts val="580"/>
              </a:spcBef>
              <a:buNone/>
              <a:tabLst>
                <a:tab pos="354965" algn="l"/>
                <a:tab pos="355600" algn="l"/>
              </a:tabLst>
            </a:pPr>
            <a:r>
              <a:rPr lang="en-US" sz="3800" b="1">
                <a:latin typeface="Times New Roman"/>
                <a:cs typeface="Times New Roman"/>
              </a:rPr>
              <a:t>char c='A'; </a:t>
            </a:r>
          </a:p>
          <a:p>
            <a:pPr marL="12700" indent="0">
              <a:lnSpc>
                <a:spcPct val="100000"/>
              </a:lnSpc>
              <a:spcBef>
                <a:spcPts val="580"/>
              </a:spcBef>
              <a:buNone/>
              <a:tabLst>
                <a:tab pos="354965" algn="l"/>
                <a:tab pos="355600" algn="l"/>
              </a:tabLst>
            </a:pPr>
            <a:r>
              <a:rPr lang="en-US" sz="3800" b="1">
                <a:latin typeface="Times New Roman"/>
                <a:cs typeface="Times New Roman"/>
              </a:rPr>
              <a:t>int k=65; </a:t>
            </a:r>
          </a:p>
          <a:p>
            <a:pPr marL="12700" indent="0">
              <a:lnSpc>
                <a:spcPct val="100000"/>
              </a:lnSpc>
              <a:spcBef>
                <a:spcPts val="580"/>
              </a:spcBef>
              <a:buNone/>
              <a:tabLst>
                <a:tab pos="354965" algn="l"/>
                <a:tab pos="355600" algn="l"/>
              </a:tabLst>
            </a:pPr>
            <a:r>
              <a:rPr lang="en-US" sz="3800" b="1">
                <a:latin typeface="Times New Roman"/>
                <a:cs typeface="Times New Roman"/>
              </a:rPr>
              <a:t>b=c;   // value of b is 1 (true) </a:t>
            </a:r>
          </a:p>
          <a:p>
            <a:pPr marL="12700" indent="0">
              <a:lnSpc>
                <a:spcPct val="100000"/>
              </a:lnSpc>
              <a:spcBef>
                <a:spcPts val="580"/>
              </a:spcBef>
              <a:buNone/>
              <a:tabLst>
                <a:tab pos="354965" algn="l"/>
                <a:tab pos="355600" algn="l"/>
              </a:tabLst>
            </a:pPr>
            <a:r>
              <a:rPr lang="en-US" sz="3800" b="1">
                <a:latin typeface="Times New Roman"/>
                <a:cs typeface="Times New Roman"/>
              </a:rPr>
              <a:t> c=k+1;  // value of c is B  </a:t>
            </a:r>
          </a:p>
          <a:p>
            <a:pPr marL="0" indent="0">
              <a:buNone/>
            </a:pPr>
            <a:endParaRPr lang="en-US" sz="3800"/>
          </a:p>
          <a:p>
            <a:pPr marL="0" indent="0">
              <a:buNone/>
            </a:pPr>
            <a:endParaRPr lang="en-US" sz="5100"/>
          </a:p>
          <a:p>
            <a:pPr marL="0" indent="0">
              <a:buNone/>
            </a:pPr>
            <a:endParaRPr lang="en-US"/>
          </a:p>
          <a:p>
            <a:pPr marL="0" indent="0">
              <a:buNone/>
            </a:pPr>
            <a:r>
              <a:rPr lang="en-US"/>
              <a:t>	</a:t>
            </a:r>
            <a:endParaRPr lang="en-US">
              <a:cs typeface="Calibri"/>
            </a:endParaRPr>
          </a:p>
        </p:txBody>
      </p:sp>
    </p:spTree>
    <p:extLst>
      <p:ext uri="{BB962C8B-B14F-4D97-AF65-F5344CB8AC3E}">
        <p14:creationId xmlns:p14="http://schemas.microsoft.com/office/powerpoint/2010/main" val="3343626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Implicit &amp; Explicit Type Conversions </a:t>
            </a:r>
            <a:br>
              <a:rPr lang="en-US" b="1" i="1"/>
            </a:br>
            <a:endParaRPr lang="en-US"/>
          </a:p>
        </p:txBody>
      </p:sp>
      <p:sp>
        <p:nvSpPr>
          <p:cNvPr id="3" name="Content Placeholder 2"/>
          <p:cNvSpPr>
            <a:spLocks noGrp="1"/>
          </p:cNvSpPr>
          <p:nvPr>
            <p:ph idx="1"/>
          </p:nvPr>
        </p:nvSpPr>
        <p:spPr>
          <a:xfrm>
            <a:off x="201336" y="1082180"/>
            <a:ext cx="11786532" cy="5094783"/>
          </a:xfrm>
        </p:spPr>
        <p:txBody>
          <a:bodyPr>
            <a:normAutofit fontScale="85000" lnSpcReduction="20000"/>
          </a:bodyPr>
          <a:lstStyle/>
          <a:p>
            <a:pPr marL="12700">
              <a:lnSpc>
                <a:spcPct val="100000"/>
              </a:lnSpc>
              <a:spcBef>
                <a:spcPts val="750"/>
              </a:spcBef>
            </a:pPr>
            <a:r>
              <a:rPr lang="en-US" sz="3600" spc="-10">
                <a:solidFill>
                  <a:srgbClr val="C00000"/>
                </a:solidFill>
                <a:latin typeface="Times New Roman"/>
                <a:cs typeface="Times New Roman"/>
              </a:rPr>
              <a:t>Promotion</a:t>
            </a:r>
            <a:endParaRPr lang="en-US" sz="3600">
              <a:latin typeface="Times New Roman"/>
              <a:cs typeface="Times New Roman"/>
            </a:endParaRPr>
          </a:p>
          <a:p>
            <a:pPr marL="355600" marR="530860" indent="-342900">
              <a:lnSpc>
                <a:spcPct val="100000"/>
              </a:lnSpc>
              <a:spcBef>
                <a:spcPts val="595"/>
              </a:spcBef>
              <a:buFont typeface="Arial"/>
              <a:buChar char="•"/>
              <a:tabLst>
                <a:tab pos="354965" algn="l"/>
                <a:tab pos="355600" algn="l"/>
              </a:tabLst>
            </a:pPr>
            <a:r>
              <a:rPr lang="en-US">
                <a:latin typeface="Times New Roman"/>
                <a:cs typeface="Times New Roman"/>
              </a:rPr>
              <a:t>The</a:t>
            </a:r>
            <a:r>
              <a:rPr lang="en-US" spc="-30">
                <a:latin typeface="Times New Roman"/>
                <a:cs typeface="Times New Roman"/>
              </a:rPr>
              <a:t> </a:t>
            </a:r>
            <a:r>
              <a:rPr lang="en-US">
                <a:latin typeface="Times New Roman"/>
                <a:cs typeface="Times New Roman"/>
              </a:rPr>
              <a:t>rank of</a:t>
            </a:r>
            <a:r>
              <a:rPr lang="en-US" spc="-15">
                <a:latin typeface="Times New Roman"/>
                <a:cs typeface="Times New Roman"/>
              </a:rPr>
              <a:t> </a:t>
            </a:r>
            <a:r>
              <a:rPr lang="en-US">
                <a:latin typeface="Times New Roman"/>
                <a:cs typeface="Times New Roman"/>
              </a:rPr>
              <a:t>the</a:t>
            </a:r>
            <a:r>
              <a:rPr lang="en-US" spc="-10">
                <a:latin typeface="Times New Roman"/>
                <a:cs typeface="Times New Roman"/>
              </a:rPr>
              <a:t> </a:t>
            </a:r>
            <a:r>
              <a:rPr lang="en-US">
                <a:latin typeface="Times New Roman"/>
                <a:cs typeface="Times New Roman"/>
              </a:rPr>
              <a:t>right</a:t>
            </a:r>
            <a:r>
              <a:rPr lang="en-US" spc="-20">
                <a:latin typeface="Times New Roman"/>
                <a:cs typeface="Times New Roman"/>
              </a:rPr>
              <a:t> </a:t>
            </a:r>
            <a:r>
              <a:rPr lang="en-US">
                <a:latin typeface="Times New Roman"/>
                <a:cs typeface="Times New Roman"/>
              </a:rPr>
              <a:t>expression</a:t>
            </a:r>
            <a:r>
              <a:rPr lang="en-US" spc="-25">
                <a:latin typeface="Times New Roman"/>
                <a:cs typeface="Times New Roman"/>
              </a:rPr>
              <a:t> </a:t>
            </a:r>
            <a:r>
              <a:rPr lang="en-US">
                <a:latin typeface="Times New Roman"/>
                <a:cs typeface="Times New Roman"/>
              </a:rPr>
              <a:t>is evaluated</a:t>
            </a:r>
            <a:r>
              <a:rPr lang="en-US" spc="-55">
                <a:latin typeface="Times New Roman"/>
                <a:cs typeface="Times New Roman"/>
              </a:rPr>
              <a:t> </a:t>
            </a:r>
            <a:r>
              <a:rPr lang="en-US">
                <a:latin typeface="Times New Roman"/>
                <a:cs typeface="Times New Roman"/>
              </a:rPr>
              <a:t>to</a:t>
            </a:r>
            <a:r>
              <a:rPr lang="en-US" spc="-10">
                <a:latin typeface="Times New Roman"/>
                <a:cs typeface="Times New Roman"/>
              </a:rPr>
              <a:t> </a:t>
            </a:r>
            <a:r>
              <a:rPr lang="en-US">
                <a:latin typeface="Times New Roman"/>
                <a:cs typeface="Times New Roman"/>
              </a:rPr>
              <a:t>the</a:t>
            </a:r>
            <a:r>
              <a:rPr lang="en-US" spc="-10">
                <a:latin typeface="Times New Roman"/>
                <a:cs typeface="Times New Roman"/>
              </a:rPr>
              <a:t> </a:t>
            </a:r>
            <a:r>
              <a:rPr lang="en-US">
                <a:latin typeface="Times New Roman"/>
                <a:cs typeface="Times New Roman"/>
              </a:rPr>
              <a:t>rank</a:t>
            </a:r>
            <a:r>
              <a:rPr lang="en-US" spc="-20">
                <a:latin typeface="Times New Roman"/>
                <a:cs typeface="Times New Roman"/>
              </a:rPr>
              <a:t> </a:t>
            </a:r>
            <a:r>
              <a:rPr lang="en-US">
                <a:latin typeface="Times New Roman"/>
                <a:cs typeface="Times New Roman"/>
              </a:rPr>
              <a:t>of the</a:t>
            </a:r>
            <a:r>
              <a:rPr lang="en-US" spc="-15">
                <a:latin typeface="Times New Roman"/>
                <a:cs typeface="Times New Roman"/>
              </a:rPr>
              <a:t> </a:t>
            </a:r>
            <a:r>
              <a:rPr lang="en-US" spc="-20">
                <a:latin typeface="Times New Roman"/>
                <a:cs typeface="Times New Roman"/>
              </a:rPr>
              <a:t>left </a:t>
            </a:r>
            <a:r>
              <a:rPr lang="en-US" spc="-10">
                <a:latin typeface="Times New Roman"/>
                <a:cs typeface="Times New Roman"/>
              </a:rPr>
              <a:t>variable.</a:t>
            </a:r>
            <a:endParaRPr lang="en-US"/>
          </a:p>
          <a:p>
            <a:pPr marL="0" indent="0" fontAlgn="t">
              <a:buNone/>
            </a:pPr>
            <a:r>
              <a:rPr lang="en-US"/>
              <a:t>Generally no problem with the promotion</a:t>
            </a:r>
          </a:p>
          <a:p>
            <a:pPr marL="0" indent="0" fontAlgn="t">
              <a:buNone/>
            </a:pPr>
            <a:r>
              <a:rPr lang="en-US"/>
              <a:t>Ex:	char c=‘A‘;</a:t>
            </a:r>
          </a:p>
          <a:p>
            <a:pPr marL="0" indent="0" fontAlgn="t">
              <a:buNone/>
            </a:pPr>
            <a:r>
              <a:rPr lang="en-US"/>
              <a:t>	</a:t>
            </a:r>
            <a:r>
              <a:rPr lang="en-US" err="1"/>
              <a:t>int</a:t>
            </a:r>
            <a:r>
              <a:rPr lang="en-US"/>
              <a:t> </a:t>
            </a:r>
            <a:r>
              <a:rPr lang="en-US" err="1"/>
              <a:t>i</a:t>
            </a:r>
            <a:r>
              <a:rPr lang="en-US"/>
              <a:t>=1234;</a:t>
            </a:r>
          </a:p>
          <a:p>
            <a:pPr marL="0" indent="0" fontAlgn="t">
              <a:buNone/>
            </a:pPr>
            <a:r>
              <a:rPr lang="en-US"/>
              <a:t>	long	double d=3456.2345;</a:t>
            </a:r>
          </a:p>
          <a:p>
            <a:pPr marL="0" indent="0" fontAlgn="t">
              <a:buNone/>
            </a:pPr>
            <a:r>
              <a:rPr lang="en-US"/>
              <a:t>	</a:t>
            </a:r>
            <a:r>
              <a:rPr lang="en-US" err="1"/>
              <a:t>i</a:t>
            </a:r>
            <a:r>
              <a:rPr lang="en-US"/>
              <a:t>=c	//value of </a:t>
            </a:r>
            <a:r>
              <a:rPr lang="en-US" err="1"/>
              <a:t>i</a:t>
            </a:r>
            <a:r>
              <a:rPr lang="en-US"/>
              <a:t> is 65</a:t>
            </a:r>
          </a:p>
          <a:p>
            <a:pPr marL="0" indent="0" fontAlgn="t">
              <a:buNone/>
            </a:pPr>
            <a:r>
              <a:rPr lang="en-US"/>
              <a:t>	d=</a:t>
            </a:r>
            <a:r>
              <a:rPr lang="en-US" err="1"/>
              <a:t>i</a:t>
            </a:r>
            <a:r>
              <a:rPr lang="en-US"/>
              <a:t>	// value of d is 1234.0</a:t>
            </a:r>
          </a:p>
          <a:p>
            <a:pPr marL="0" indent="0">
              <a:buNone/>
            </a:pPr>
            <a:endParaRPr lang="en-US" sz="5100"/>
          </a:p>
          <a:p>
            <a:pPr marL="0" indent="0">
              <a:buNone/>
            </a:pPr>
            <a:endParaRPr lang="en-US" sz="5100"/>
          </a:p>
          <a:p>
            <a:pPr marL="0" indent="0">
              <a:buNone/>
            </a:pPr>
            <a:endParaRPr lang="en-US"/>
          </a:p>
          <a:p>
            <a:pPr marL="0" indent="0">
              <a:buNone/>
            </a:pPr>
            <a:r>
              <a:rPr lang="en-US"/>
              <a:t>	</a:t>
            </a:r>
          </a:p>
        </p:txBody>
      </p:sp>
    </p:spTree>
    <p:extLst>
      <p:ext uri="{BB962C8B-B14F-4D97-AF65-F5344CB8AC3E}">
        <p14:creationId xmlns:p14="http://schemas.microsoft.com/office/powerpoint/2010/main" val="2624598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err="1"/>
              <a:t>Sizeof</a:t>
            </a:r>
            <a:r>
              <a:rPr lang="en-GB" b="1" i="1"/>
              <a:t>()</a:t>
            </a:r>
            <a:br>
              <a:rPr lang="en-US" b="1" i="1"/>
            </a:br>
            <a:endParaRPr lang="en-US"/>
          </a:p>
        </p:txBody>
      </p:sp>
      <p:sp>
        <p:nvSpPr>
          <p:cNvPr id="3" name="Content Placeholder 2"/>
          <p:cNvSpPr>
            <a:spLocks noGrp="1"/>
          </p:cNvSpPr>
          <p:nvPr>
            <p:ph idx="1"/>
          </p:nvPr>
        </p:nvSpPr>
        <p:spPr>
          <a:xfrm>
            <a:off x="201336" y="1082180"/>
            <a:ext cx="11786532" cy="5094783"/>
          </a:xfrm>
        </p:spPr>
        <p:txBody>
          <a:bodyPr>
            <a:normAutofit fontScale="40000" lnSpcReduction="20000"/>
          </a:bodyPr>
          <a:lstStyle/>
          <a:p>
            <a:pPr marL="0" indent="0">
              <a:buNone/>
            </a:pPr>
            <a:r>
              <a:rPr lang="en-US" sz="5100" b="1"/>
              <a:t>The </a:t>
            </a:r>
            <a:r>
              <a:rPr lang="en-US" sz="5100" b="1" err="1"/>
              <a:t>sizeof</a:t>
            </a:r>
            <a:r>
              <a:rPr lang="en-US" sz="5100" b="1"/>
              <a:t> operator </a:t>
            </a:r>
            <a:r>
              <a:rPr lang="en-US" sz="5100"/>
              <a:t>gives the amount of storage, in bytes, associated with a variable or a type (including aggregate types as we will see later on).</a:t>
            </a:r>
          </a:p>
          <a:p>
            <a:pPr marL="0" indent="0">
              <a:buNone/>
            </a:pPr>
            <a:r>
              <a:rPr lang="en-US" sz="5100"/>
              <a:t>The expression is either an identifier or a type-cast expression (a type specifier enclosed in parentheses).</a:t>
            </a:r>
          </a:p>
          <a:p>
            <a:pPr marL="0" indent="0">
              <a:buNone/>
            </a:pPr>
            <a:endParaRPr lang="en-US" sz="5100" b="1"/>
          </a:p>
          <a:p>
            <a:pPr marL="0" indent="0">
              <a:buNone/>
            </a:pPr>
            <a:r>
              <a:rPr lang="en-US" sz="5100" b="1"/>
              <a:t>Syntax : 	</a:t>
            </a:r>
            <a:r>
              <a:rPr lang="en-US" sz="5100" b="1" err="1"/>
              <a:t>sizeof</a:t>
            </a:r>
            <a:r>
              <a:rPr lang="en-US" sz="5100" b="1"/>
              <a:t> ( expression )</a:t>
            </a:r>
          </a:p>
          <a:p>
            <a:pPr marL="0" indent="0">
              <a:buNone/>
            </a:pPr>
            <a:r>
              <a:rPr lang="en-US" sz="5100" b="1"/>
              <a:t>For Example :-</a:t>
            </a:r>
          </a:p>
          <a:p>
            <a:pPr marL="0" indent="0">
              <a:buNone/>
            </a:pPr>
            <a:r>
              <a:rPr lang="en-US" sz="5100" b="1"/>
              <a:t>		</a:t>
            </a:r>
            <a:r>
              <a:rPr lang="en-US" sz="5100" b="1" err="1"/>
              <a:t>int</a:t>
            </a:r>
            <a:r>
              <a:rPr lang="en-US" sz="5100" b="1"/>
              <a:t> x , size ;</a:t>
            </a:r>
          </a:p>
          <a:p>
            <a:pPr marL="0" indent="0">
              <a:buNone/>
            </a:pPr>
            <a:r>
              <a:rPr lang="en-US" sz="5100" b="1"/>
              <a:t>		size = </a:t>
            </a:r>
            <a:r>
              <a:rPr lang="en-US" sz="5100" b="1" err="1"/>
              <a:t>sizeof</a:t>
            </a:r>
            <a:r>
              <a:rPr lang="en-US" sz="5100" b="1"/>
              <a:t> ( x ) ;</a:t>
            </a:r>
          </a:p>
          <a:p>
            <a:pPr marL="0" indent="0">
              <a:buNone/>
            </a:pPr>
            <a:r>
              <a:rPr lang="en-US" sz="5100" b="1"/>
              <a:t>		</a:t>
            </a:r>
            <a:r>
              <a:rPr lang="en-US" sz="5100" b="1" err="1"/>
              <a:t>printf</a:t>
            </a:r>
            <a:r>
              <a:rPr lang="en-US" sz="5100" b="1"/>
              <a:t>( “The integer x requires %d bytes on this machine”, size ) ;</a:t>
            </a:r>
          </a:p>
          <a:p>
            <a:pPr marL="0" indent="0">
              <a:buNone/>
            </a:pPr>
            <a:r>
              <a:rPr lang="en-US" sz="5100" b="1"/>
              <a:t>		</a:t>
            </a:r>
            <a:r>
              <a:rPr lang="en-US" sz="5100" b="1" err="1"/>
              <a:t>printf</a:t>
            </a:r>
            <a:r>
              <a:rPr lang="en-US" sz="5100" b="1"/>
              <a:t>( “Doubles take up %d bytes on this machine”, </a:t>
            </a:r>
            <a:r>
              <a:rPr lang="en-US" sz="5100" b="1" err="1"/>
              <a:t>sizeof</a:t>
            </a:r>
            <a:r>
              <a:rPr lang="en-US" sz="5100" b="1"/>
              <a:t> ( double ) ) ;</a:t>
            </a:r>
          </a:p>
          <a:p>
            <a:pPr marL="0" indent="0">
              <a:buNone/>
            </a:pPr>
            <a:endParaRPr lang="en-US" sz="5100" b="1"/>
          </a:p>
          <a:p>
            <a:pPr marL="0" indent="0">
              <a:buNone/>
            </a:pPr>
            <a:endParaRPr lang="en-US" sz="5100" b="1"/>
          </a:p>
          <a:p>
            <a:pPr marL="0" indent="0">
              <a:buNone/>
            </a:pPr>
            <a:endParaRPr lang="en-US" sz="5100"/>
          </a:p>
          <a:p>
            <a:pPr marL="0" indent="0">
              <a:buNone/>
            </a:pPr>
            <a:endParaRPr lang="en-US" sz="5100"/>
          </a:p>
          <a:p>
            <a:pPr marL="0" indent="0">
              <a:buNone/>
            </a:pPr>
            <a:endParaRPr lang="en-US"/>
          </a:p>
          <a:p>
            <a:pPr marL="0" indent="0">
              <a:buNone/>
            </a:pPr>
            <a:r>
              <a:rPr lang="en-US"/>
              <a:t>	</a:t>
            </a:r>
          </a:p>
        </p:txBody>
      </p:sp>
    </p:spTree>
    <p:extLst>
      <p:ext uri="{BB962C8B-B14F-4D97-AF65-F5344CB8AC3E}">
        <p14:creationId xmlns:p14="http://schemas.microsoft.com/office/powerpoint/2010/main" val="3977489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Precedence of Operators</a:t>
            </a:r>
          </a:p>
        </p:txBody>
      </p:sp>
      <p:sp>
        <p:nvSpPr>
          <p:cNvPr id="3" name="Content Placeholder 2"/>
          <p:cNvSpPr>
            <a:spLocks noGrp="1"/>
          </p:cNvSpPr>
          <p:nvPr>
            <p:ph idx="1"/>
          </p:nvPr>
        </p:nvSpPr>
        <p:spPr>
          <a:xfrm>
            <a:off x="201336" y="1082180"/>
            <a:ext cx="11786532" cy="5094783"/>
          </a:xfrm>
        </p:spPr>
        <p:txBody>
          <a:bodyPr>
            <a:normAutofit/>
          </a:bodyPr>
          <a:lstStyle/>
          <a:p>
            <a:pPr marL="0" indent="0">
              <a:buNone/>
            </a:pPr>
            <a:endParaRPr lang="en-US" sz="5100" b="1"/>
          </a:p>
          <a:p>
            <a:pPr marL="0" indent="0">
              <a:buNone/>
            </a:pPr>
            <a:endParaRPr lang="en-US" sz="5100"/>
          </a:p>
          <a:p>
            <a:pPr marL="0" indent="0">
              <a:buNone/>
            </a:pPr>
            <a:endParaRPr lang="en-US" sz="5100"/>
          </a:p>
          <a:p>
            <a:pPr marL="0" indent="0">
              <a:buNone/>
            </a:pPr>
            <a:endParaRPr lang="en-US"/>
          </a:p>
          <a:p>
            <a:pPr marL="0" indent="0">
              <a:buNone/>
            </a:pPr>
            <a:r>
              <a:rPr lang="en-US"/>
              <a:t>	</a:t>
            </a:r>
          </a:p>
        </p:txBody>
      </p:sp>
      <p:graphicFrame>
        <p:nvGraphicFramePr>
          <p:cNvPr id="4" name="Table 3"/>
          <p:cNvGraphicFramePr>
            <a:graphicFrameLocks noGrp="1"/>
          </p:cNvGraphicFramePr>
          <p:nvPr>
            <p:extLst>
              <p:ext uri="{D42A27DB-BD31-4B8C-83A1-F6EECF244321}">
                <p14:modId xmlns:p14="http://schemas.microsoft.com/office/powerpoint/2010/main" val="3949142477"/>
              </p:ext>
            </p:extLst>
          </p:nvPr>
        </p:nvGraphicFramePr>
        <p:xfrm>
          <a:off x="1534026" y="1213184"/>
          <a:ext cx="6711193" cy="5929538"/>
        </p:xfrm>
        <a:graphic>
          <a:graphicData uri="http://schemas.openxmlformats.org/drawingml/2006/table">
            <a:tbl>
              <a:tblPr>
                <a:tableStyleId>{5C22544A-7EE6-4342-B048-85BDC9FD1C3A}</a:tableStyleId>
              </a:tblPr>
              <a:tblGrid>
                <a:gridCol w="1154398">
                  <a:extLst>
                    <a:ext uri="{9D8B030D-6E8A-4147-A177-3AD203B41FA5}">
                      <a16:colId xmlns:a16="http://schemas.microsoft.com/office/drawing/2014/main" val="3567826839"/>
                    </a:ext>
                  </a:extLst>
                </a:gridCol>
                <a:gridCol w="2184776">
                  <a:extLst>
                    <a:ext uri="{9D8B030D-6E8A-4147-A177-3AD203B41FA5}">
                      <a16:colId xmlns:a16="http://schemas.microsoft.com/office/drawing/2014/main" val="54704404"/>
                    </a:ext>
                  </a:extLst>
                </a:gridCol>
                <a:gridCol w="3372019">
                  <a:extLst>
                    <a:ext uri="{9D8B030D-6E8A-4147-A177-3AD203B41FA5}">
                      <a16:colId xmlns:a16="http://schemas.microsoft.com/office/drawing/2014/main" val="2072149315"/>
                    </a:ext>
                  </a:extLst>
                </a:gridCol>
              </a:tblGrid>
              <a:tr h="646697">
                <a:tc>
                  <a:txBody>
                    <a:bodyPr/>
                    <a:lstStyle/>
                    <a:p>
                      <a:pPr marL="0" marR="0" algn="just" hangingPunct="0">
                        <a:lnSpc>
                          <a:spcPct val="150000"/>
                        </a:lnSpc>
                        <a:spcBef>
                          <a:spcPts val="0"/>
                        </a:spcBef>
                        <a:spcAft>
                          <a:spcPts val="0"/>
                        </a:spcAft>
                      </a:pPr>
                      <a:r>
                        <a:rPr lang="en-GB" sz="1400" b="1">
                          <a:effectLst/>
                        </a:rPr>
                        <a:t>Precedence</a:t>
                      </a:r>
                      <a:endParaRPr lang="en-US" sz="1400" b="1">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b="1">
                          <a:effectLst/>
                        </a:rPr>
                        <a:t>Operator</a:t>
                      </a:r>
                      <a:endParaRPr lang="en-US" sz="1400" b="1">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b="1">
                          <a:effectLst/>
                        </a:rPr>
                        <a:t>Associativity</a:t>
                      </a:r>
                    </a:p>
                    <a:p>
                      <a:pPr marL="0" marR="0" algn="just" hangingPunct="0">
                        <a:lnSpc>
                          <a:spcPct val="150000"/>
                        </a:lnSpc>
                        <a:spcBef>
                          <a:spcPts val="0"/>
                        </a:spcBef>
                        <a:spcAft>
                          <a:spcPts val="0"/>
                        </a:spcAft>
                      </a:pPr>
                      <a:endParaRPr lang="en-US" sz="1400" b="1">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8630362"/>
                  </a:ext>
                </a:extLst>
              </a:tr>
              <a:tr h="255961">
                <a:tc>
                  <a:txBody>
                    <a:bodyPr/>
                    <a:lstStyle/>
                    <a:p>
                      <a:pPr marL="0" marR="0" algn="just" hangingPunct="0">
                        <a:lnSpc>
                          <a:spcPct val="150000"/>
                        </a:lnSpc>
                        <a:spcBef>
                          <a:spcPts val="0"/>
                        </a:spcBef>
                        <a:spcAft>
                          <a:spcPts val="0"/>
                        </a:spcAft>
                      </a:pPr>
                      <a:r>
                        <a:rPr lang="en-GB" sz="1400">
                          <a:effectLst/>
                        </a:rPr>
                        <a:t>Highest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   )   [  ]    -&gt;   .</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173886"/>
                  </a:ext>
                </a:extLst>
              </a:tr>
              <a:tr h="511922">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   ~   ++   --   +(unary) -(unary)  (type)   *   &amp;   </a:t>
                      </a:r>
                      <a:r>
                        <a:rPr lang="en-GB" sz="1400" err="1">
                          <a:effectLst/>
                        </a:rPr>
                        <a:t>sizeof</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right to left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68490"/>
                  </a:ext>
                </a:extLst>
              </a:tr>
              <a:tr h="321325">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   /   %</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5178319"/>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  -</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8632970"/>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&lt;&lt;  &gt;&gt;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358488"/>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&lt;  &lt;=  &gt;  &gt;=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4822546"/>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  !=</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5462863"/>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&amp; </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583414"/>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5554406"/>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613107"/>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&amp;&amp;</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086161"/>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9830874"/>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 :</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right to left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7978915"/>
                  </a:ext>
                </a:extLst>
              </a:tr>
              <a:tr h="255961">
                <a:tc>
                  <a:txBody>
                    <a:bodyPr/>
                    <a:lstStyle/>
                    <a:p>
                      <a:pPr marL="0" marR="0" algn="just" hangingPunct="0">
                        <a:lnSpc>
                          <a:spcPct val="150000"/>
                        </a:lnSpc>
                        <a:spcBef>
                          <a:spcPts val="0"/>
                        </a:spcBef>
                        <a:spcAft>
                          <a:spcPts val="0"/>
                        </a:spcAft>
                      </a:pP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  +=  -=  *=  /=  %=  &amp;=  ^=  |=  &lt;&lt;=  &gt;&gt;=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right to left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6524953"/>
                  </a:ext>
                </a:extLst>
              </a:tr>
              <a:tr h="255961">
                <a:tc>
                  <a:txBody>
                    <a:bodyPr/>
                    <a:lstStyle/>
                    <a:p>
                      <a:pPr marL="0" marR="0" algn="just" hangingPunct="0">
                        <a:lnSpc>
                          <a:spcPct val="150000"/>
                        </a:lnSpc>
                        <a:spcBef>
                          <a:spcPts val="0"/>
                        </a:spcBef>
                        <a:spcAft>
                          <a:spcPts val="0"/>
                        </a:spcAft>
                      </a:pPr>
                      <a:r>
                        <a:rPr lang="en-GB" sz="1400">
                          <a:effectLst/>
                        </a:rPr>
                        <a:t>Lowest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lnSpc>
                          <a:spcPct val="150000"/>
                        </a:lnSpc>
                        <a:spcBef>
                          <a:spcPts val="0"/>
                        </a:spcBef>
                        <a:spcAft>
                          <a:spcPts val="0"/>
                        </a:spcAft>
                      </a:pPr>
                      <a:r>
                        <a:rPr lang="en-GB" sz="1400">
                          <a:effectLst/>
                        </a:rPr>
                        <a:t>left to right</a:t>
                      </a:r>
                      <a:endParaRPr lang="en-US" sz="1400">
                        <a:effectLst/>
                        <a:latin typeface="Times New Roman" panose="02020603050405020304" pitchFamily="18" charset="0"/>
                        <a:ea typeface="Times New Roman" panose="02020603050405020304" pitchFamily="18" charset="0"/>
                      </a:endParaRPr>
                    </a:p>
                  </a:txBody>
                  <a:tcPr marL="63990" marR="63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72612"/>
                  </a:ext>
                </a:extLst>
              </a:tr>
            </a:tbl>
          </a:graphicData>
        </a:graphic>
      </p:graphicFrame>
    </p:spTree>
    <p:extLst>
      <p:ext uri="{BB962C8B-B14F-4D97-AF65-F5344CB8AC3E}">
        <p14:creationId xmlns:p14="http://schemas.microsoft.com/office/powerpoint/2010/main" val="2192100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Precedence of Operators</a:t>
            </a:r>
          </a:p>
        </p:txBody>
      </p:sp>
      <p:sp>
        <p:nvSpPr>
          <p:cNvPr id="3" name="Content Placeholder 2"/>
          <p:cNvSpPr>
            <a:spLocks noGrp="1"/>
          </p:cNvSpPr>
          <p:nvPr>
            <p:ph idx="1"/>
          </p:nvPr>
        </p:nvSpPr>
        <p:spPr>
          <a:xfrm>
            <a:off x="201336" y="1659796"/>
            <a:ext cx="11786532" cy="4486275"/>
          </a:xfrm>
        </p:spPr>
        <p:txBody>
          <a:bodyPr vert="horz" lIns="91440" tIns="45720" rIns="91440" bIns="45720" rtlCol="0" anchor="t">
            <a:normAutofit fontScale="32500" lnSpcReduction="20000"/>
          </a:bodyPr>
          <a:lstStyle/>
          <a:p>
            <a:pPr marL="0" indent="0">
              <a:buNone/>
            </a:pPr>
            <a:r>
              <a:rPr lang="en-US" sz="5100"/>
              <a:t>Operators at the top of the table have highest precedence and when combined with other operators at the same expression level will be evaluated first.</a:t>
            </a:r>
          </a:p>
          <a:p>
            <a:pPr marL="0" indent="0">
              <a:buNone/>
            </a:pPr>
            <a:r>
              <a:rPr lang="en-US" sz="5100" b="1"/>
              <a:t>For example take the expression</a:t>
            </a:r>
            <a:endParaRPr lang="en-US" sz="5100" b="1">
              <a:cs typeface="Calibri"/>
            </a:endParaRPr>
          </a:p>
          <a:p>
            <a:pPr marL="0" indent="0">
              <a:buNone/>
            </a:pPr>
            <a:r>
              <a:rPr lang="en-US" sz="5100" b="1"/>
              <a:t>	2 + 10 * 5 ;</a:t>
            </a:r>
            <a:endParaRPr lang="en-US" sz="5100" b="1">
              <a:cs typeface="Calibri"/>
            </a:endParaRPr>
          </a:p>
          <a:p>
            <a:pPr marL="0" indent="0">
              <a:buNone/>
            </a:pPr>
            <a:r>
              <a:rPr lang="en-US" sz="5100"/>
              <a:t>Here * and + are being applied at the same level in the expression but which comes first ? The answer lies in the precedence table where the * is at a higher level than the + and so will be applied first.</a:t>
            </a:r>
            <a:endParaRPr lang="en-US" sz="5100">
              <a:cs typeface="Calibri"/>
            </a:endParaRPr>
          </a:p>
          <a:p>
            <a:pPr marL="0" indent="0">
              <a:buNone/>
            </a:pPr>
            <a:endParaRPr lang="en-US" sz="5100"/>
          </a:p>
          <a:p>
            <a:pPr marL="0" indent="0">
              <a:buNone/>
            </a:pPr>
            <a:r>
              <a:rPr lang="en-US" sz="5100"/>
              <a:t>When two operators with the same precedence level are applied at the same expression level the associativity of the operators comes into play.</a:t>
            </a:r>
            <a:endParaRPr lang="en-US" sz="5100">
              <a:cs typeface="Calibri"/>
            </a:endParaRPr>
          </a:p>
          <a:p>
            <a:pPr marL="0" indent="0">
              <a:buNone/>
            </a:pPr>
            <a:r>
              <a:rPr lang="en-US" sz="5100" b="1"/>
              <a:t>For example in the expression </a:t>
            </a:r>
          </a:p>
          <a:p>
            <a:pPr marL="0" indent="0">
              <a:buNone/>
            </a:pPr>
            <a:r>
              <a:rPr lang="en-US" sz="5100" b="1"/>
              <a:t>	2 + 3 - 4 ;</a:t>
            </a:r>
            <a:endParaRPr lang="en-US" sz="5100" b="1">
              <a:cs typeface="Calibri"/>
            </a:endParaRPr>
          </a:p>
          <a:p>
            <a:pPr marL="0" indent="0">
              <a:buNone/>
            </a:pPr>
            <a:r>
              <a:rPr lang="en-US" sz="5100"/>
              <a:t>the + and - operators are at the same precedence level but associate from left to right and so the addition will be performed first. </a:t>
            </a:r>
            <a:endParaRPr lang="en-US" sz="5100">
              <a:cs typeface="Calibri"/>
            </a:endParaRPr>
          </a:p>
          <a:p>
            <a:pPr marL="0" indent="0">
              <a:buNone/>
            </a:pPr>
            <a:endParaRPr lang="en-US" sz="5100"/>
          </a:p>
          <a:p>
            <a:pPr marL="0" indent="0">
              <a:buNone/>
            </a:pPr>
            <a:endParaRPr lang="en-US" sz="5100"/>
          </a:p>
          <a:p>
            <a:pPr marL="0" indent="0">
              <a:buNone/>
            </a:pPr>
            <a:endParaRPr lang="en-US"/>
          </a:p>
          <a:p>
            <a:pPr marL="0" indent="0">
              <a:buNone/>
            </a:pPr>
            <a:r>
              <a:rPr lang="en-US"/>
              <a:t>	</a:t>
            </a:r>
            <a:endParaRPr lang="en-US">
              <a:cs typeface="Calibri"/>
            </a:endParaRPr>
          </a:p>
        </p:txBody>
      </p:sp>
      <p:sp>
        <p:nvSpPr>
          <p:cNvPr id="4" name="TextBox 3">
            <a:extLst>
              <a:ext uri="{FF2B5EF4-FFF2-40B4-BE49-F238E27FC236}">
                <a16:creationId xmlns:a16="http://schemas.microsoft.com/office/drawing/2014/main" id="{669D6CCF-101A-189A-6B8E-04986831EC8E}"/>
              </a:ext>
            </a:extLst>
          </p:cNvPr>
          <p:cNvSpPr txBox="1"/>
          <p:nvPr/>
        </p:nvSpPr>
        <p:spPr>
          <a:xfrm>
            <a:off x="4724400" y="32003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1467643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196" y="0"/>
            <a:ext cx="10515600" cy="1325563"/>
          </a:xfrm>
        </p:spPr>
        <p:txBody>
          <a:bodyPr/>
          <a:lstStyle/>
          <a:p>
            <a:r>
              <a:rPr lang="en-US" b="1"/>
              <a:t>Precedence of Operators</a:t>
            </a:r>
          </a:p>
        </p:txBody>
      </p:sp>
      <p:sp>
        <p:nvSpPr>
          <p:cNvPr id="3" name="Content Placeholder 2"/>
          <p:cNvSpPr>
            <a:spLocks noGrp="1"/>
          </p:cNvSpPr>
          <p:nvPr>
            <p:ph idx="1"/>
          </p:nvPr>
        </p:nvSpPr>
        <p:spPr>
          <a:xfrm>
            <a:off x="201336" y="1690688"/>
            <a:ext cx="11786532" cy="4486275"/>
          </a:xfrm>
        </p:spPr>
        <p:txBody>
          <a:bodyPr>
            <a:normAutofit/>
          </a:bodyPr>
          <a:lstStyle/>
          <a:p>
            <a:pPr marL="0" indent="0">
              <a:buNone/>
            </a:pPr>
            <a:r>
              <a:rPr lang="en-US"/>
              <a:t>Ex:(RTL)</a:t>
            </a:r>
          </a:p>
          <a:p>
            <a:pPr marL="0" indent="0">
              <a:buNone/>
            </a:pPr>
            <a:r>
              <a:rPr lang="en-US"/>
              <a:t>1. a	+=	b	*=	c	-=	5</a:t>
            </a:r>
          </a:p>
          <a:p>
            <a:pPr marL="0" indent="0">
              <a:buNone/>
            </a:pPr>
            <a:r>
              <a:rPr lang="en-US"/>
              <a:t>( a +=	( b	*= ( c	-= 5)))</a:t>
            </a:r>
          </a:p>
          <a:p>
            <a:pPr marL="0" indent="0">
              <a:buNone/>
            </a:pPr>
            <a:r>
              <a:rPr lang="en-US"/>
              <a:t>(a = a + (b = b * (c = c-5)))</a:t>
            </a:r>
          </a:p>
          <a:p>
            <a:pPr marL="0" indent="0">
              <a:buNone/>
            </a:pPr>
            <a:r>
              <a:rPr lang="en-US"/>
              <a:t>if	a has initial value of 3 , b has initial value of 5 , and c has initial value of 8 then expression becomes</a:t>
            </a:r>
          </a:p>
          <a:p>
            <a:pPr marL="0" indent="0">
              <a:buNone/>
            </a:pPr>
            <a:r>
              <a:rPr lang="en-US"/>
              <a:t>(a = 3 + (b = 5 * (c =8-5))) =(a = 3 + (b = 5 * 3))</a:t>
            </a:r>
          </a:p>
          <a:p>
            <a:pPr marL="0" indent="0">
              <a:buNone/>
            </a:pPr>
            <a:r>
              <a:rPr lang="en-US"/>
              <a:t>(a = 3 + 15)</a:t>
            </a:r>
          </a:p>
          <a:p>
            <a:pPr marL="0" indent="0">
              <a:buNone/>
            </a:pPr>
            <a:r>
              <a:rPr lang="en-US"/>
              <a:t>a=18</a:t>
            </a:r>
          </a:p>
        </p:txBody>
      </p:sp>
    </p:spTree>
    <p:extLst>
      <p:ext uri="{BB962C8B-B14F-4D97-AF65-F5344CB8AC3E}">
        <p14:creationId xmlns:p14="http://schemas.microsoft.com/office/powerpoint/2010/main" val="1402250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196" y="0"/>
            <a:ext cx="10515600" cy="1325563"/>
          </a:xfrm>
        </p:spPr>
        <p:txBody>
          <a:bodyPr/>
          <a:lstStyle/>
          <a:p>
            <a:r>
              <a:rPr lang="en-US" b="1"/>
              <a:t>Precedence of Operators</a:t>
            </a:r>
          </a:p>
        </p:txBody>
      </p:sp>
      <p:sp>
        <p:nvSpPr>
          <p:cNvPr id="3" name="Content Placeholder 2"/>
          <p:cNvSpPr>
            <a:spLocks noGrp="1"/>
          </p:cNvSpPr>
          <p:nvPr>
            <p:ph idx="1"/>
          </p:nvPr>
        </p:nvSpPr>
        <p:spPr>
          <a:xfrm>
            <a:off x="201336" y="1690688"/>
            <a:ext cx="11786532" cy="4486275"/>
          </a:xfrm>
        </p:spPr>
        <p:txBody>
          <a:bodyPr>
            <a:normAutofit/>
          </a:bodyPr>
          <a:lstStyle/>
          <a:p>
            <a:pPr marL="0" indent="0">
              <a:buNone/>
            </a:pPr>
            <a:r>
              <a:rPr lang="en-US"/>
              <a:t>	Ex: (</a:t>
            </a:r>
            <a:r>
              <a:rPr lang="en-US" err="1"/>
              <a:t>Fig:Left-to-Right</a:t>
            </a:r>
            <a:r>
              <a:rPr lang="en-US"/>
              <a:t> Associativity)</a:t>
            </a:r>
          </a:p>
          <a:p>
            <a:pPr marL="0" indent="0">
              <a:buNone/>
            </a:pPr>
            <a:r>
              <a:rPr lang="en-US"/>
              <a:t>	</a:t>
            </a:r>
            <a:r>
              <a:rPr lang="en-US" b="1"/>
              <a:t>3 * 8 / 4 % 4 * 5</a:t>
            </a:r>
          </a:p>
          <a:p>
            <a:pPr marL="0" indent="0">
              <a:buNone/>
            </a:pPr>
            <a:r>
              <a:rPr lang="en-US"/>
              <a:t>((((3*8)/4)%4)*5) value is 10.</a:t>
            </a:r>
          </a:p>
          <a:p>
            <a:pPr marL="0" indent="0">
              <a:buNone/>
            </a:pPr>
            <a:r>
              <a:rPr lang="en-US"/>
              <a:t>Hear all the operators having the same precedence so the associativity is Left to Right.</a:t>
            </a:r>
          </a:p>
          <a:p>
            <a:pPr marL="0" indent="0">
              <a:buNone/>
            </a:pPr>
            <a:endParaRPr lang="en-US"/>
          </a:p>
        </p:txBody>
      </p:sp>
    </p:spTree>
    <p:extLst>
      <p:ext uri="{BB962C8B-B14F-4D97-AF65-F5344CB8AC3E}">
        <p14:creationId xmlns:p14="http://schemas.microsoft.com/office/powerpoint/2010/main" val="3281492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88102" y="14731"/>
            <a:ext cx="1414780" cy="406400"/>
          </a:xfrm>
          <a:prstGeom prst="rect">
            <a:avLst/>
          </a:prstGeom>
        </p:spPr>
        <p:txBody>
          <a:bodyPr vert="horz" wrap="square" lIns="0" tIns="12065" rIns="0" bIns="0" rtlCol="0">
            <a:spAutoFit/>
          </a:bodyPr>
          <a:lstStyle/>
          <a:p>
            <a:pPr marL="12700">
              <a:spcBef>
                <a:spcPts val="95"/>
              </a:spcBef>
            </a:pPr>
            <a:r>
              <a:rPr sz="2500" spc="-10">
                <a:solidFill>
                  <a:srgbClr val="C00000"/>
                </a:solidFill>
                <a:latin typeface="Times New Roman"/>
                <a:cs typeface="Times New Roman"/>
              </a:rPr>
              <a:t>Statements</a:t>
            </a:r>
            <a:endParaRPr sz="2500">
              <a:latin typeface="Times New Roman"/>
              <a:cs typeface="Times New Roman"/>
            </a:endParaRPr>
          </a:p>
        </p:txBody>
      </p:sp>
      <p:sp>
        <p:nvSpPr>
          <p:cNvPr id="3" name="object 3"/>
          <p:cNvSpPr txBox="1">
            <a:spLocks noGrp="1"/>
          </p:cNvSpPr>
          <p:nvPr>
            <p:ph type="title"/>
          </p:nvPr>
        </p:nvSpPr>
        <p:spPr>
          <a:xfrm>
            <a:off x="1602739" y="476453"/>
            <a:ext cx="2476500" cy="514350"/>
          </a:xfrm>
          <a:prstGeom prst="rect">
            <a:avLst/>
          </a:prstGeom>
        </p:spPr>
        <p:txBody>
          <a:bodyPr vert="horz" wrap="square" lIns="0" tIns="13335" rIns="0" bIns="0" rtlCol="0" anchor="ctr">
            <a:spAutoFit/>
          </a:bodyPr>
          <a:lstStyle/>
          <a:p>
            <a:pPr marL="12700">
              <a:lnSpc>
                <a:spcPct val="100000"/>
              </a:lnSpc>
              <a:spcBef>
                <a:spcPts val="105"/>
              </a:spcBef>
            </a:pPr>
            <a:r>
              <a:rPr sz="3200"/>
              <a:t>Null</a:t>
            </a:r>
            <a:r>
              <a:rPr sz="3200" spc="-25"/>
              <a:t> </a:t>
            </a:r>
            <a:r>
              <a:rPr sz="3200" spc="-10"/>
              <a:t>Statement</a:t>
            </a:r>
            <a:endParaRPr sz="3200"/>
          </a:p>
        </p:txBody>
      </p:sp>
      <p:sp>
        <p:nvSpPr>
          <p:cNvPr id="4" name="object 4"/>
          <p:cNvSpPr txBox="1"/>
          <p:nvPr/>
        </p:nvSpPr>
        <p:spPr>
          <a:xfrm>
            <a:off x="1602740" y="1061975"/>
            <a:ext cx="6613525" cy="513715"/>
          </a:xfrm>
          <a:prstGeom prst="rect">
            <a:avLst/>
          </a:prstGeom>
        </p:spPr>
        <p:txBody>
          <a:bodyPr vert="horz" wrap="square" lIns="0" tIns="13335" rIns="0" bIns="0" rtlCol="0">
            <a:spAutoFit/>
          </a:bodyPr>
          <a:lstStyle/>
          <a:p>
            <a:pPr marL="355600" indent="-342900">
              <a:spcBef>
                <a:spcPts val="105"/>
              </a:spcBef>
              <a:buFont typeface="Arial"/>
              <a:buChar char="•"/>
              <a:tabLst>
                <a:tab pos="354965" algn="l"/>
                <a:tab pos="355600" algn="l"/>
              </a:tabLst>
            </a:pPr>
            <a:r>
              <a:rPr sz="3200">
                <a:latin typeface="Times New Roman"/>
                <a:cs typeface="Times New Roman"/>
              </a:rPr>
              <a:t>The</a:t>
            </a:r>
            <a:r>
              <a:rPr sz="3200" spc="-25">
                <a:latin typeface="Times New Roman"/>
                <a:cs typeface="Times New Roman"/>
              </a:rPr>
              <a:t> </a:t>
            </a:r>
            <a:r>
              <a:rPr sz="3200">
                <a:latin typeface="Times New Roman"/>
                <a:cs typeface="Times New Roman"/>
              </a:rPr>
              <a:t>null</a:t>
            </a:r>
            <a:r>
              <a:rPr sz="3200" spc="-25">
                <a:latin typeface="Times New Roman"/>
                <a:cs typeface="Times New Roman"/>
              </a:rPr>
              <a:t> </a:t>
            </a:r>
            <a:r>
              <a:rPr sz="3200">
                <a:latin typeface="Times New Roman"/>
                <a:cs typeface="Times New Roman"/>
              </a:rPr>
              <a:t>statement</a:t>
            </a:r>
            <a:r>
              <a:rPr sz="3200" spc="-20">
                <a:latin typeface="Times New Roman"/>
                <a:cs typeface="Times New Roman"/>
              </a:rPr>
              <a:t> </a:t>
            </a:r>
            <a:r>
              <a:rPr sz="3200">
                <a:latin typeface="Times New Roman"/>
                <a:cs typeface="Times New Roman"/>
              </a:rPr>
              <a:t>is just</a:t>
            </a:r>
            <a:r>
              <a:rPr sz="3200" spc="5">
                <a:latin typeface="Times New Roman"/>
                <a:cs typeface="Times New Roman"/>
              </a:rPr>
              <a:t> </a:t>
            </a:r>
            <a:r>
              <a:rPr sz="3200">
                <a:latin typeface="Times New Roman"/>
                <a:cs typeface="Times New Roman"/>
              </a:rPr>
              <a:t>a</a:t>
            </a:r>
            <a:r>
              <a:rPr sz="3200" spc="5">
                <a:latin typeface="Times New Roman"/>
                <a:cs typeface="Times New Roman"/>
              </a:rPr>
              <a:t> </a:t>
            </a:r>
            <a:r>
              <a:rPr sz="3200" spc="-10">
                <a:latin typeface="Times New Roman"/>
                <a:cs typeface="Times New Roman"/>
              </a:rPr>
              <a:t>semicolon.</a:t>
            </a:r>
            <a:endParaRPr sz="3200">
              <a:latin typeface="Times New Roman"/>
              <a:cs typeface="Times New Roman"/>
            </a:endParaRPr>
          </a:p>
        </p:txBody>
      </p:sp>
      <p:sp>
        <p:nvSpPr>
          <p:cNvPr id="5" name="object 5"/>
          <p:cNvSpPr txBox="1"/>
          <p:nvPr/>
        </p:nvSpPr>
        <p:spPr>
          <a:xfrm>
            <a:off x="2008124" y="1708151"/>
            <a:ext cx="1270635" cy="513715"/>
          </a:xfrm>
          <a:prstGeom prst="rect">
            <a:avLst/>
          </a:prstGeom>
        </p:spPr>
        <p:txBody>
          <a:bodyPr vert="horz" wrap="square" lIns="0" tIns="13335" rIns="0" bIns="0" rtlCol="0">
            <a:spAutoFit/>
          </a:bodyPr>
          <a:lstStyle/>
          <a:p>
            <a:pPr marL="12700">
              <a:spcBef>
                <a:spcPts val="105"/>
              </a:spcBef>
            </a:pPr>
            <a:r>
              <a:rPr sz="3200" spc="-10">
                <a:latin typeface="Times New Roman"/>
                <a:cs typeface="Times New Roman"/>
              </a:rPr>
              <a:t>Syntax:</a:t>
            </a:r>
            <a:endParaRPr sz="3200">
              <a:latin typeface="Times New Roman"/>
              <a:cs typeface="Times New Roman"/>
            </a:endParaRPr>
          </a:p>
        </p:txBody>
      </p:sp>
      <p:sp>
        <p:nvSpPr>
          <p:cNvPr id="6" name="object 6"/>
          <p:cNvSpPr txBox="1"/>
          <p:nvPr/>
        </p:nvSpPr>
        <p:spPr>
          <a:xfrm>
            <a:off x="3770123" y="1657858"/>
            <a:ext cx="3176905" cy="574040"/>
          </a:xfrm>
          <a:prstGeom prst="rect">
            <a:avLst/>
          </a:prstGeom>
        </p:spPr>
        <p:txBody>
          <a:bodyPr vert="horz" wrap="square" lIns="0" tIns="12700" rIns="0" bIns="0" rtlCol="0">
            <a:spAutoFit/>
          </a:bodyPr>
          <a:lstStyle/>
          <a:p>
            <a:pPr marL="12700">
              <a:spcBef>
                <a:spcPts val="100"/>
              </a:spcBef>
              <a:tabLst>
                <a:tab pos="1193165" algn="l"/>
              </a:tabLst>
            </a:pPr>
            <a:r>
              <a:rPr sz="3600" b="1" spc="-50">
                <a:latin typeface="Times New Roman"/>
                <a:cs typeface="Times New Roman"/>
              </a:rPr>
              <a:t>;</a:t>
            </a:r>
            <a:r>
              <a:rPr sz="3600" b="1">
                <a:latin typeface="Times New Roman"/>
                <a:cs typeface="Times New Roman"/>
              </a:rPr>
              <a:t>	//</a:t>
            </a:r>
            <a:r>
              <a:rPr sz="2400">
                <a:latin typeface="Times New Roman"/>
                <a:cs typeface="Times New Roman"/>
              </a:rPr>
              <a:t>null</a:t>
            </a:r>
            <a:r>
              <a:rPr sz="2400" spc="-75">
                <a:latin typeface="Times New Roman"/>
                <a:cs typeface="Times New Roman"/>
              </a:rPr>
              <a:t> </a:t>
            </a:r>
            <a:r>
              <a:rPr sz="2400" spc="-10">
                <a:latin typeface="Times New Roman"/>
                <a:cs typeface="Times New Roman"/>
              </a:rPr>
              <a:t>statement</a:t>
            </a:r>
            <a:endParaRPr sz="2400">
              <a:latin typeface="Times New Roman"/>
              <a:cs typeface="Times New Roman"/>
            </a:endParaRPr>
          </a:p>
        </p:txBody>
      </p:sp>
      <p:sp>
        <p:nvSpPr>
          <p:cNvPr id="7" name="object 7"/>
          <p:cNvSpPr txBox="1"/>
          <p:nvPr/>
        </p:nvSpPr>
        <p:spPr>
          <a:xfrm>
            <a:off x="1602739" y="2284603"/>
            <a:ext cx="8961120" cy="4635500"/>
          </a:xfrm>
          <a:prstGeom prst="rect">
            <a:avLst/>
          </a:prstGeom>
        </p:spPr>
        <p:txBody>
          <a:bodyPr vert="horz" wrap="square" lIns="0" tIns="12700" rIns="0" bIns="0" rtlCol="0">
            <a:spAutoFit/>
          </a:bodyPr>
          <a:lstStyle/>
          <a:p>
            <a:pPr marL="355600" marR="5080" indent="-342900">
              <a:spcBef>
                <a:spcPts val="100"/>
              </a:spcBef>
              <a:buFont typeface="Arial"/>
              <a:buChar char="•"/>
              <a:tabLst>
                <a:tab pos="354965" algn="l"/>
                <a:tab pos="355600" algn="l"/>
              </a:tabLst>
            </a:pPr>
            <a:r>
              <a:rPr sz="2400">
                <a:latin typeface="Times New Roman"/>
                <a:cs typeface="Times New Roman"/>
              </a:rPr>
              <a:t>null</a:t>
            </a:r>
            <a:r>
              <a:rPr sz="2400" spc="-45">
                <a:latin typeface="Times New Roman"/>
                <a:cs typeface="Times New Roman"/>
              </a:rPr>
              <a:t> </a:t>
            </a:r>
            <a:r>
              <a:rPr sz="2400">
                <a:latin typeface="Times New Roman"/>
                <a:cs typeface="Times New Roman"/>
              </a:rPr>
              <a:t>statement</a:t>
            </a:r>
            <a:r>
              <a:rPr sz="2400" spc="-30">
                <a:latin typeface="Times New Roman"/>
                <a:cs typeface="Times New Roman"/>
              </a:rPr>
              <a:t> </a:t>
            </a:r>
            <a:r>
              <a:rPr sz="2400">
                <a:latin typeface="Times New Roman"/>
                <a:cs typeface="Times New Roman"/>
              </a:rPr>
              <a:t>is</a:t>
            </a:r>
            <a:r>
              <a:rPr sz="2400" spc="-15">
                <a:latin typeface="Times New Roman"/>
                <a:cs typeface="Times New Roman"/>
              </a:rPr>
              <a:t> </a:t>
            </a:r>
            <a:r>
              <a:rPr sz="2400">
                <a:latin typeface="Times New Roman"/>
                <a:cs typeface="Times New Roman"/>
              </a:rPr>
              <a:t>used</a:t>
            </a:r>
            <a:r>
              <a:rPr sz="2400" spc="-10">
                <a:latin typeface="Times New Roman"/>
                <a:cs typeface="Times New Roman"/>
              </a:rPr>
              <a:t> </a:t>
            </a:r>
            <a:r>
              <a:rPr sz="2400">
                <a:latin typeface="Times New Roman"/>
                <a:cs typeface="Times New Roman"/>
              </a:rPr>
              <a:t>where</a:t>
            </a:r>
            <a:r>
              <a:rPr sz="2400" spc="-10">
                <a:latin typeface="Times New Roman"/>
                <a:cs typeface="Times New Roman"/>
              </a:rPr>
              <a:t> </a:t>
            </a:r>
            <a:r>
              <a:rPr sz="2400">
                <a:latin typeface="Times New Roman"/>
                <a:cs typeface="Times New Roman"/>
              </a:rPr>
              <a:t>we</a:t>
            </a:r>
            <a:r>
              <a:rPr sz="2400" spc="-15">
                <a:latin typeface="Times New Roman"/>
                <a:cs typeface="Times New Roman"/>
              </a:rPr>
              <a:t> </a:t>
            </a:r>
            <a:r>
              <a:rPr sz="2400">
                <a:latin typeface="Times New Roman"/>
                <a:cs typeface="Times New Roman"/>
              </a:rPr>
              <a:t>must</a:t>
            </a:r>
            <a:r>
              <a:rPr sz="2400" spc="-10">
                <a:latin typeface="Times New Roman"/>
                <a:cs typeface="Times New Roman"/>
              </a:rPr>
              <a:t> </a:t>
            </a:r>
            <a:r>
              <a:rPr sz="2400">
                <a:latin typeface="Times New Roman"/>
                <a:cs typeface="Times New Roman"/>
              </a:rPr>
              <a:t>have</a:t>
            </a:r>
            <a:r>
              <a:rPr sz="2400" spc="-15">
                <a:latin typeface="Times New Roman"/>
                <a:cs typeface="Times New Roman"/>
              </a:rPr>
              <a:t> </a:t>
            </a:r>
            <a:r>
              <a:rPr sz="2400">
                <a:latin typeface="Times New Roman"/>
                <a:cs typeface="Times New Roman"/>
              </a:rPr>
              <a:t>a</a:t>
            </a:r>
            <a:r>
              <a:rPr sz="2400" spc="-20">
                <a:latin typeface="Times New Roman"/>
                <a:cs typeface="Times New Roman"/>
              </a:rPr>
              <a:t> </a:t>
            </a:r>
            <a:r>
              <a:rPr sz="2400">
                <a:latin typeface="Times New Roman"/>
                <a:cs typeface="Times New Roman"/>
              </a:rPr>
              <a:t>statement</a:t>
            </a:r>
            <a:r>
              <a:rPr sz="2400" spc="-30">
                <a:latin typeface="Times New Roman"/>
                <a:cs typeface="Times New Roman"/>
              </a:rPr>
              <a:t> </a:t>
            </a:r>
            <a:r>
              <a:rPr sz="2400">
                <a:latin typeface="Times New Roman"/>
                <a:cs typeface="Times New Roman"/>
              </a:rPr>
              <a:t>but</a:t>
            </a:r>
            <a:r>
              <a:rPr sz="2400" spc="-25">
                <a:latin typeface="Times New Roman"/>
                <a:cs typeface="Times New Roman"/>
              </a:rPr>
              <a:t> </a:t>
            </a:r>
            <a:r>
              <a:rPr sz="2400">
                <a:latin typeface="Times New Roman"/>
                <a:cs typeface="Times New Roman"/>
              </a:rPr>
              <a:t>no</a:t>
            </a:r>
            <a:r>
              <a:rPr sz="2400" spc="-10">
                <a:latin typeface="Times New Roman"/>
                <a:cs typeface="Times New Roman"/>
              </a:rPr>
              <a:t> </a:t>
            </a:r>
            <a:r>
              <a:rPr sz="2400">
                <a:latin typeface="Times New Roman"/>
                <a:cs typeface="Times New Roman"/>
              </a:rPr>
              <a:t>action</a:t>
            </a:r>
            <a:r>
              <a:rPr sz="2400" spc="-50">
                <a:latin typeface="Times New Roman"/>
                <a:cs typeface="Times New Roman"/>
              </a:rPr>
              <a:t> </a:t>
            </a:r>
            <a:r>
              <a:rPr sz="2400" spc="-25">
                <a:latin typeface="Times New Roman"/>
                <a:cs typeface="Times New Roman"/>
              </a:rPr>
              <a:t>is </a:t>
            </a:r>
            <a:r>
              <a:rPr sz="2400" spc="-10">
                <a:latin typeface="Times New Roman"/>
                <a:cs typeface="Times New Roman"/>
              </a:rPr>
              <a:t>required.</a:t>
            </a:r>
            <a:endParaRPr sz="2400">
              <a:latin typeface="Times New Roman"/>
              <a:cs typeface="Times New Roman"/>
            </a:endParaRPr>
          </a:p>
          <a:p>
            <a:pPr marL="12700">
              <a:spcBef>
                <a:spcPts val="745"/>
              </a:spcBef>
            </a:pPr>
            <a:r>
              <a:rPr sz="3200">
                <a:solidFill>
                  <a:srgbClr val="C00000"/>
                </a:solidFill>
                <a:latin typeface="Times New Roman"/>
                <a:cs typeface="Times New Roman"/>
              </a:rPr>
              <a:t>Expression</a:t>
            </a:r>
            <a:r>
              <a:rPr sz="3200" spc="-50">
                <a:solidFill>
                  <a:srgbClr val="C00000"/>
                </a:solidFill>
                <a:latin typeface="Times New Roman"/>
                <a:cs typeface="Times New Roman"/>
              </a:rPr>
              <a:t> </a:t>
            </a:r>
            <a:r>
              <a:rPr sz="3200" spc="-10">
                <a:solidFill>
                  <a:srgbClr val="C00000"/>
                </a:solidFill>
                <a:latin typeface="Times New Roman"/>
                <a:cs typeface="Times New Roman"/>
              </a:rPr>
              <a:t>Statement</a:t>
            </a:r>
            <a:endParaRPr sz="3200">
              <a:latin typeface="Times New Roman"/>
              <a:cs typeface="Times New Roman"/>
            </a:endParaRPr>
          </a:p>
          <a:p>
            <a:pPr marL="355600" indent="-342900">
              <a:spcBef>
                <a:spcPts val="600"/>
              </a:spcBef>
              <a:buFont typeface="Arial"/>
              <a:buChar char="•"/>
              <a:tabLst>
                <a:tab pos="354965" algn="l"/>
                <a:tab pos="355600" algn="l"/>
              </a:tabLst>
            </a:pPr>
            <a:r>
              <a:rPr sz="2400">
                <a:latin typeface="Times New Roman"/>
                <a:cs typeface="Times New Roman"/>
              </a:rPr>
              <a:t>An</a:t>
            </a:r>
            <a:r>
              <a:rPr sz="2400" spc="-15">
                <a:latin typeface="Times New Roman"/>
                <a:cs typeface="Times New Roman"/>
              </a:rPr>
              <a:t> </a:t>
            </a:r>
            <a:r>
              <a:rPr sz="2400">
                <a:latin typeface="Times New Roman"/>
                <a:cs typeface="Times New Roman"/>
              </a:rPr>
              <a:t>expression</a:t>
            </a:r>
            <a:r>
              <a:rPr sz="2400" spc="-30">
                <a:latin typeface="Times New Roman"/>
                <a:cs typeface="Times New Roman"/>
              </a:rPr>
              <a:t> </a:t>
            </a:r>
            <a:r>
              <a:rPr sz="2400">
                <a:latin typeface="Times New Roman"/>
                <a:cs typeface="Times New Roman"/>
              </a:rPr>
              <a:t>is</a:t>
            </a:r>
            <a:r>
              <a:rPr sz="2400" spc="-5">
                <a:latin typeface="Times New Roman"/>
                <a:cs typeface="Times New Roman"/>
              </a:rPr>
              <a:t> </a:t>
            </a:r>
            <a:r>
              <a:rPr sz="2400">
                <a:latin typeface="Times New Roman"/>
                <a:cs typeface="Times New Roman"/>
              </a:rPr>
              <a:t>turned</a:t>
            </a:r>
            <a:r>
              <a:rPr sz="2400" spc="-15">
                <a:latin typeface="Times New Roman"/>
                <a:cs typeface="Times New Roman"/>
              </a:rPr>
              <a:t> </a:t>
            </a:r>
            <a:r>
              <a:rPr sz="2400">
                <a:latin typeface="Times New Roman"/>
                <a:cs typeface="Times New Roman"/>
              </a:rPr>
              <a:t>into</a:t>
            </a:r>
            <a:r>
              <a:rPr sz="2400" spc="-25">
                <a:latin typeface="Times New Roman"/>
                <a:cs typeface="Times New Roman"/>
              </a:rPr>
              <a:t> </a:t>
            </a:r>
            <a:r>
              <a:rPr sz="2400">
                <a:latin typeface="Times New Roman"/>
                <a:cs typeface="Times New Roman"/>
              </a:rPr>
              <a:t>a statement</a:t>
            </a:r>
            <a:r>
              <a:rPr sz="2400" spc="-40">
                <a:latin typeface="Times New Roman"/>
                <a:cs typeface="Times New Roman"/>
              </a:rPr>
              <a:t> </a:t>
            </a:r>
            <a:r>
              <a:rPr sz="2400">
                <a:latin typeface="Times New Roman"/>
                <a:cs typeface="Times New Roman"/>
              </a:rPr>
              <a:t>by placing</a:t>
            </a:r>
            <a:r>
              <a:rPr sz="2400" spc="-25">
                <a:latin typeface="Times New Roman"/>
                <a:cs typeface="Times New Roman"/>
              </a:rPr>
              <a:t> </a:t>
            </a:r>
            <a:r>
              <a:rPr sz="2400">
                <a:latin typeface="Times New Roman"/>
                <a:cs typeface="Times New Roman"/>
              </a:rPr>
              <a:t>a</a:t>
            </a:r>
            <a:r>
              <a:rPr sz="2400" spc="-15">
                <a:latin typeface="Times New Roman"/>
                <a:cs typeface="Times New Roman"/>
              </a:rPr>
              <a:t> </a:t>
            </a:r>
            <a:r>
              <a:rPr sz="2400">
                <a:latin typeface="Times New Roman"/>
                <a:cs typeface="Times New Roman"/>
              </a:rPr>
              <a:t>semicolon</a:t>
            </a:r>
            <a:r>
              <a:rPr sz="2400" spc="-15">
                <a:latin typeface="Times New Roman"/>
                <a:cs typeface="Times New Roman"/>
              </a:rPr>
              <a:t> </a:t>
            </a:r>
            <a:r>
              <a:rPr sz="2400" spc="-10">
                <a:latin typeface="Times New Roman"/>
                <a:cs typeface="Times New Roman"/>
              </a:rPr>
              <a:t>after</a:t>
            </a:r>
            <a:endParaRPr sz="2400">
              <a:latin typeface="Times New Roman"/>
              <a:cs typeface="Times New Roman"/>
            </a:endParaRPr>
          </a:p>
          <a:p>
            <a:pPr marL="355600"/>
            <a:r>
              <a:rPr sz="2400">
                <a:latin typeface="Times New Roman"/>
                <a:cs typeface="Times New Roman"/>
              </a:rPr>
              <a:t>the</a:t>
            </a:r>
            <a:r>
              <a:rPr sz="2400" spc="-20">
                <a:latin typeface="Times New Roman"/>
                <a:cs typeface="Times New Roman"/>
              </a:rPr>
              <a:t> </a:t>
            </a:r>
            <a:r>
              <a:rPr sz="2400" spc="-10">
                <a:latin typeface="Times New Roman"/>
                <a:cs typeface="Times New Roman"/>
              </a:rPr>
              <a:t>expression.</a:t>
            </a:r>
            <a:endParaRPr sz="2400">
              <a:latin typeface="Times New Roman"/>
              <a:cs typeface="Times New Roman"/>
            </a:endParaRPr>
          </a:p>
          <a:p>
            <a:pPr marL="518159">
              <a:spcBef>
                <a:spcPts val="1545"/>
              </a:spcBef>
              <a:tabLst>
                <a:tab pos="2040255" algn="l"/>
              </a:tabLst>
            </a:pPr>
            <a:r>
              <a:rPr sz="2400" spc="-10">
                <a:latin typeface="Times New Roman"/>
                <a:cs typeface="Times New Roman"/>
              </a:rPr>
              <a:t>Syantax:</a:t>
            </a:r>
            <a:r>
              <a:rPr sz="2400">
                <a:latin typeface="Times New Roman"/>
                <a:cs typeface="Times New Roman"/>
              </a:rPr>
              <a:t>	expression</a:t>
            </a:r>
            <a:r>
              <a:rPr sz="2400" spc="-75">
                <a:latin typeface="Times New Roman"/>
                <a:cs typeface="Times New Roman"/>
              </a:rPr>
              <a:t> </a:t>
            </a:r>
            <a:r>
              <a:rPr sz="2400" spc="-50">
                <a:latin typeface="Times New Roman"/>
                <a:cs typeface="Times New Roman"/>
              </a:rPr>
              <a:t>;</a:t>
            </a:r>
            <a:endParaRPr sz="2400">
              <a:latin typeface="Times New Roman"/>
              <a:cs typeface="Times New Roman"/>
            </a:endParaRPr>
          </a:p>
          <a:p>
            <a:pPr marL="12700">
              <a:spcBef>
                <a:spcPts val="935"/>
              </a:spcBef>
            </a:pPr>
            <a:r>
              <a:rPr sz="3200">
                <a:solidFill>
                  <a:srgbClr val="C00000"/>
                </a:solidFill>
                <a:latin typeface="Times New Roman"/>
                <a:cs typeface="Times New Roman"/>
              </a:rPr>
              <a:t>Return</a:t>
            </a:r>
            <a:r>
              <a:rPr sz="3200" spc="-25">
                <a:solidFill>
                  <a:srgbClr val="C00000"/>
                </a:solidFill>
                <a:latin typeface="Times New Roman"/>
                <a:cs typeface="Times New Roman"/>
              </a:rPr>
              <a:t> </a:t>
            </a:r>
            <a:r>
              <a:rPr sz="3200" spc="-10">
                <a:solidFill>
                  <a:srgbClr val="C00000"/>
                </a:solidFill>
                <a:latin typeface="Times New Roman"/>
                <a:cs typeface="Times New Roman"/>
              </a:rPr>
              <a:t>Statement</a:t>
            </a:r>
            <a:endParaRPr sz="3200">
              <a:latin typeface="Times New Roman"/>
              <a:cs typeface="Times New Roman"/>
            </a:endParaRPr>
          </a:p>
          <a:p>
            <a:pPr marL="355600" indent="-342900">
              <a:spcBef>
                <a:spcPts val="595"/>
              </a:spcBef>
              <a:buFont typeface="Arial"/>
              <a:buChar char="•"/>
              <a:tabLst>
                <a:tab pos="354965" algn="l"/>
                <a:tab pos="355600" algn="l"/>
              </a:tabLst>
            </a:pPr>
            <a:r>
              <a:rPr sz="2400" spc="-20">
                <a:latin typeface="Times New Roman"/>
                <a:cs typeface="Times New Roman"/>
              </a:rPr>
              <a:t>A</a:t>
            </a:r>
            <a:r>
              <a:rPr sz="2400" spc="-140">
                <a:latin typeface="Times New Roman"/>
                <a:cs typeface="Times New Roman"/>
              </a:rPr>
              <a:t> </a:t>
            </a:r>
            <a:r>
              <a:rPr sz="2400">
                <a:latin typeface="Times New Roman"/>
                <a:cs typeface="Times New Roman"/>
              </a:rPr>
              <a:t>return</a:t>
            </a:r>
            <a:r>
              <a:rPr sz="2400" spc="-40">
                <a:latin typeface="Times New Roman"/>
                <a:cs typeface="Times New Roman"/>
              </a:rPr>
              <a:t> </a:t>
            </a:r>
            <a:r>
              <a:rPr sz="2400">
                <a:latin typeface="Times New Roman"/>
                <a:cs typeface="Times New Roman"/>
              </a:rPr>
              <a:t>statement</a:t>
            </a:r>
            <a:r>
              <a:rPr sz="2400" spc="-45">
                <a:latin typeface="Times New Roman"/>
                <a:cs typeface="Times New Roman"/>
              </a:rPr>
              <a:t> </a:t>
            </a:r>
            <a:r>
              <a:rPr sz="2400">
                <a:latin typeface="Times New Roman"/>
                <a:cs typeface="Times New Roman"/>
              </a:rPr>
              <a:t>terminates</a:t>
            </a:r>
            <a:r>
              <a:rPr sz="2400" spc="-35">
                <a:latin typeface="Times New Roman"/>
                <a:cs typeface="Times New Roman"/>
              </a:rPr>
              <a:t> </a:t>
            </a:r>
            <a:r>
              <a:rPr sz="2400">
                <a:latin typeface="Times New Roman"/>
                <a:cs typeface="Times New Roman"/>
              </a:rPr>
              <a:t>a</a:t>
            </a:r>
            <a:r>
              <a:rPr sz="2400" spc="-15">
                <a:latin typeface="Times New Roman"/>
                <a:cs typeface="Times New Roman"/>
              </a:rPr>
              <a:t> </a:t>
            </a:r>
            <a:r>
              <a:rPr sz="2400" spc="-10">
                <a:latin typeface="Times New Roman"/>
                <a:cs typeface="Times New Roman"/>
              </a:rPr>
              <a:t>function.</a:t>
            </a:r>
            <a:endParaRPr sz="2400">
              <a:latin typeface="Times New Roman"/>
              <a:cs typeface="Times New Roman"/>
            </a:endParaRPr>
          </a:p>
          <a:p>
            <a:pPr marL="355600" indent="-342900">
              <a:spcBef>
                <a:spcPts val="575"/>
              </a:spcBef>
              <a:buFont typeface="Arial"/>
              <a:buChar char="•"/>
              <a:tabLst>
                <a:tab pos="354965" algn="l"/>
                <a:tab pos="355600" algn="l"/>
              </a:tabLst>
            </a:pPr>
            <a:r>
              <a:rPr sz="2400">
                <a:latin typeface="Times New Roman"/>
                <a:cs typeface="Times New Roman"/>
              </a:rPr>
              <a:t>All</a:t>
            </a:r>
            <a:r>
              <a:rPr sz="2400" spc="-30">
                <a:latin typeface="Times New Roman"/>
                <a:cs typeface="Times New Roman"/>
              </a:rPr>
              <a:t> </a:t>
            </a:r>
            <a:r>
              <a:rPr sz="2400">
                <a:latin typeface="Times New Roman"/>
                <a:cs typeface="Times New Roman"/>
              </a:rPr>
              <a:t>functions</a:t>
            </a:r>
            <a:r>
              <a:rPr sz="2400" spc="-20">
                <a:latin typeface="Times New Roman"/>
                <a:cs typeface="Times New Roman"/>
              </a:rPr>
              <a:t> </a:t>
            </a:r>
            <a:r>
              <a:rPr sz="2400">
                <a:latin typeface="Times New Roman"/>
                <a:cs typeface="Times New Roman"/>
              </a:rPr>
              <a:t>,</a:t>
            </a:r>
            <a:r>
              <a:rPr sz="2400" spc="-5">
                <a:latin typeface="Times New Roman"/>
                <a:cs typeface="Times New Roman"/>
              </a:rPr>
              <a:t> </a:t>
            </a:r>
            <a:r>
              <a:rPr sz="2400">
                <a:latin typeface="Times New Roman"/>
                <a:cs typeface="Times New Roman"/>
              </a:rPr>
              <a:t>including</a:t>
            </a:r>
            <a:r>
              <a:rPr sz="2400" spc="-50">
                <a:latin typeface="Times New Roman"/>
                <a:cs typeface="Times New Roman"/>
              </a:rPr>
              <a:t> </a:t>
            </a:r>
            <a:r>
              <a:rPr sz="2400">
                <a:latin typeface="Times New Roman"/>
                <a:cs typeface="Times New Roman"/>
              </a:rPr>
              <a:t>main</a:t>
            </a:r>
            <a:r>
              <a:rPr sz="2400" spc="-5">
                <a:latin typeface="Times New Roman"/>
                <a:cs typeface="Times New Roman"/>
              </a:rPr>
              <a:t> </a:t>
            </a:r>
            <a:r>
              <a:rPr sz="2400">
                <a:latin typeface="Times New Roman"/>
                <a:cs typeface="Times New Roman"/>
              </a:rPr>
              <a:t>,</a:t>
            </a:r>
            <a:r>
              <a:rPr sz="2400" spc="-10">
                <a:latin typeface="Times New Roman"/>
                <a:cs typeface="Times New Roman"/>
              </a:rPr>
              <a:t> </a:t>
            </a:r>
            <a:r>
              <a:rPr sz="2400">
                <a:latin typeface="Times New Roman"/>
                <a:cs typeface="Times New Roman"/>
              </a:rPr>
              <a:t>must</a:t>
            </a:r>
            <a:r>
              <a:rPr sz="2400" spc="5">
                <a:latin typeface="Times New Roman"/>
                <a:cs typeface="Times New Roman"/>
              </a:rPr>
              <a:t> </a:t>
            </a:r>
            <a:r>
              <a:rPr sz="2400">
                <a:latin typeface="Times New Roman"/>
                <a:cs typeface="Times New Roman"/>
              </a:rPr>
              <a:t>have</a:t>
            </a:r>
            <a:r>
              <a:rPr sz="2400" spc="-15">
                <a:latin typeface="Times New Roman"/>
                <a:cs typeface="Times New Roman"/>
              </a:rPr>
              <a:t> </a:t>
            </a:r>
            <a:r>
              <a:rPr sz="2400">
                <a:latin typeface="Times New Roman"/>
                <a:cs typeface="Times New Roman"/>
              </a:rPr>
              <a:t>a</a:t>
            </a:r>
            <a:r>
              <a:rPr sz="2400" spc="-20">
                <a:latin typeface="Times New Roman"/>
                <a:cs typeface="Times New Roman"/>
              </a:rPr>
              <a:t> </a:t>
            </a:r>
            <a:r>
              <a:rPr sz="2400">
                <a:latin typeface="Times New Roman"/>
                <a:cs typeface="Times New Roman"/>
              </a:rPr>
              <a:t>return</a:t>
            </a:r>
            <a:r>
              <a:rPr sz="2400" spc="-30">
                <a:latin typeface="Times New Roman"/>
                <a:cs typeface="Times New Roman"/>
              </a:rPr>
              <a:t> </a:t>
            </a:r>
            <a:r>
              <a:rPr sz="2400" spc="-10">
                <a:latin typeface="Times New Roman"/>
                <a:cs typeface="Times New Roman"/>
              </a:rPr>
              <a:t>statement.</a:t>
            </a:r>
            <a:endParaRPr sz="2400">
              <a:latin typeface="Times New Roman"/>
              <a:cs typeface="Times New Roman"/>
            </a:endParaRPr>
          </a:p>
          <a:p>
            <a:pPr marL="355600" indent="-342900">
              <a:spcBef>
                <a:spcPts val="580"/>
              </a:spcBef>
              <a:buFont typeface="Arial"/>
              <a:buChar char="•"/>
              <a:tabLst>
                <a:tab pos="354965" algn="l"/>
                <a:tab pos="355600" algn="l"/>
              </a:tabLst>
            </a:pPr>
            <a:r>
              <a:rPr sz="2400">
                <a:latin typeface="Times New Roman"/>
                <a:cs typeface="Times New Roman"/>
              </a:rPr>
              <a:t>When</a:t>
            </a:r>
            <a:r>
              <a:rPr sz="2400" spc="-5">
                <a:latin typeface="Times New Roman"/>
                <a:cs typeface="Times New Roman"/>
              </a:rPr>
              <a:t> </a:t>
            </a:r>
            <a:r>
              <a:rPr sz="2400">
                <a:latin typeface="Times New Roman"/>
                <a:cs typeface="Times New Roman"/>
              </a:rPr>
              <a:t>there</a:t>
            </a:r>
            <a:r>
              <a:rPr sz="2400" spc="-25">
                <a:latin typeface="Times New Roman"/>
                <a:cs typeface="Times New Roman"/>
              </a:rPr>
              <a:t> </a:t>
            </a:r>
            <a:r>
              <a:rPr sz="2400">
                <a:latin typeface="Times New Roman"/>
                <a:cs typeface="Times New Roman"/>
              </a:rPr>
              <a:t>is</a:t>
            </a:r>
            <a:r>
              <a:rPr sz="2400" spc="-5">
                <a:latin typeface="Times New Roman"/>
                <a:cs typeface="Times New Roman"/>
              </a:rPr>
              <a:t> </a:t>
            </a:r>
            <a:r>
              <a:rPr sz="2400">
                <a:latin typeface="Times New Roman"/>
                <a:cs typeface="Times New Roman"/>
              </a:rPr>
              <a:t>no</a:t>
            </a:r>
            <a:r>
              <a:rPr sz="2400" spc="-5">
                <a:latin typeface="Times New Roman"/>
                <a:cs typeface="Times New Roman"/>
              </a:rPr>
              <a:t> </a:t>
            </a:r>
            <a:r>
              <a:rPr sz="2400">
                <a:latin typeface="Times New Roman"/>
                <a:cs typeface="Times New Roman"/>
              </a:rPr>
              <a:t>return</a:t>
            </a:r>
            <a:r>
              <a:rPr sz="2400" spc="-30">
                <a:latin typeface="Times New Roman"/>
                <a:cs typeface="Times New Roman"/>
              </a:rPr>
              <a:t> </a:t>
            </a:r>
            <a:r>
              <a:rPr sz="2400">
                <a:latin typeface="Times New Roman"/>
                <a:cs typeface="Times New Roman"/>
              </a:rPr>
              <a:t>statement</a:t>
            </a:r>
            <a:r>
              <a:rPr sz="2400" spc="-25">
                <a:latin typeface="Times New Roman"/>
                <a:cs typeface="Times New Roman"/>
              </a:rPr>
              <a:t> </a:t>
            </a:r>
            <a:r>
              <a:rPr sz="2400">
                <a:latin typeface="Times New Roman"/>
                <a:cs typeface="Times New Roman"/>
              </a:rPr>
              <a:t>at</a:t>
            </a:r>
            <a:r>
              <a:rPr sz="2400" spc="-5">
                <a:latin typeface="Times New Roman"/>
                <a:cs typeface="Times New Roman"/>
              </a:rPr>
              <a:t> </a:t>
            </a:r>
            <a:r>
              <a:rPr sz="2400">
                <a:latin typeface="Times New Roman"/>
                <a:cs typeface="Times New Roman"/>
              </a:rPr>
              <a:t>the</a:t>
            </a:r>
            <a:r>
              <a:rPr sz="2400" spc="-20">
                <a:latin typeface="Times New Roman"/>
                <a:cs typeface="Times New Roman"/>
              </a:rPr>
              <a:t> </a:t>
            </a:r>
            <a:r>
              <a:rPr sz="2400">
                <a:latin typeface="Times New Roman"/>
                <a:cs typeface="Times New Roman"/>
              </a:rPr>
              <a:t>end</a:t>
            </a:r>
            <a:r>
              <a:rPr sz="2400" spc="-20">
                <a:latin typeface="Times New Roman"/>
                <a:cs typeface="Times New Roman"/>
              </a:rPr>
              <a:t> </a:t>
            </a:r>
            <a:r>
              <a:rPr sz="2400">
                <a:latin typeface="Times New Roman"/>
                <a:cs typeface="Times New Roman"/>
              </a:rPr>
              <a:t>of</a:t>
            </a:r>
            <a:r>
              <a:rPr sz="2400" spc="-5">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function</a:t>
            </a:r>
            <a:r>
              <a:rPr sz="2400" spc="-25">
                <a:latin typeface="Times New Roman"/>
                <a:cs typeface="Times New Roman"/>
              </a:rPr>
              <a:t> </a:t>
            </a:r>
            <a:r>
              <a:rPr sz="2400">
                <a:latin typeface="Times New Roman"/>
                <a:cs typeface="Times New Roman"/>
              </a:rPr>
              <a:t>, </a:t>
            </a:r>
            <a:r>
              <a:rPr sz="2400" spc="-25">
                <a:latin typeface="Times New Roman"/>
                <a:cs typeface="Times New Roman"/>
              </a:rPr>
              <a:t>the</a:t>
            </a:r>
            <a:endParaRPr sz="2400">
              <a:latin typeface="Times New Roman"/>
              <a:cs typeface="Times New Roman"/>
            </a:endParaRPr>
          </a:p>
        </p:txBody>
      </p:sp>
    </p:spTree>
    <p:extLst>
      <p:ext uri="{BB962C8B-B14F-4D97-AF65-F5344CB8AC3E}">
        <p14:creationId xmlns:p14="http://schemas.microsoft.com/office/powerpoint/2010/main" val="3250799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88102" y="-172881"/>
            <a:ext cx="1414780" cy="781624"/>
          </a:xfrm>
          <a:prstGeom prst="rect">
            <a:avLst/>
          </a:prstGeom>
        </p:spPr>
        <p:txBody>
          <a:bodyPr vert="horz" wrap="square" lIns="0" tIns="12065" rIns="0" bIns="0" rtlCol="0" anchor="ctr">
            <a:spAutoFit/>
          </a:bodyPr>
          <a:lstStyle/>
          <a:p>
            <a:pPr marL="12700">
              <a:lnSpc>
                <a:spcPct val="100000"/>
              </a:lnSpc>
              <a:spcBef>
                <a:spcPts val="95"/>
              </a:spcBef>
            </a:pPr>
            <a:r>
              <a:rPr sz="2500" spc="-10"/>
              <a:t>Statements</a:t>
            </a:r>
            <a:endParaRPr sz="2500"/>
          </a:p>
        </p:txBody>
      </p:sp>
      <p:sp>
        <p:nvSpPr>
          <p:cNvPr id="3" name="object 3"/>
          <p:cNvSpPr txBox="1"/>
          <p:nvPr/>
        </p:nvSpPr>
        <p:spPr>
          <a:xfrm>
            <a:off x="1315192" y="420715"/>
            <a:ext cx="8787130" cy="6634509"/>
          </a:xfrm>
          <a:prstGeom prst="rect">
            <a:avLst/>
          </a:prstGeom>
        </p:spPr>
        <p:txBody>
          <a:bodyPr vert="horz" wrap="square" lIns="0" tIns="85725" rIns="0" bIns="0" rtlCol="0" anchor="t">
            <a:spAutoFit/>
          </a:bodyPr>
          <a:lstStyle/>
          <a:p>
            <a:pPr marL="12700">
              <a:spcBef>
                <a:spcPts val="675"/>
              </a:spcBef>
              <a:tabLst>
                <a:tab pos="1321435" algn="l"/>
                <a:tab pos="2201545" algn="l"/>
              </a:tabLst>
            </a:pPr>
            <a:r>
              <a:rPr sz="2400" spc="-10">
                <a:latin typeface="Times New Roman"/>
                <a:cs typeface="Times New Roman"/>
              </a:rPr>
              <a:t>Syntax:</a:t>
            </a:r>
            <a:r>
              <a:rPr sz="2400">
                <a:latin typeface="Times New Roman"/>
                <a:cs typeface="Times New Roman"/>
              </a:rPr>
              <a:t>	</a:t>
            </a:r>
            <a:r>
              <a:rPr sz="2400" spc="-10">
                <a:latin typeface="Times New Roman"/>
                <a:cs typeface="Times New Roman"/>
              </a:rPr>
              <a:t>return</a:t>
            </a:r>
            <a:r>
              <a:rPr sz="2400">
                <a:latin typeface="Times New Roman"/>
                <a:cs typeface="Times New Roman"/>
              </a:rPr>
              <a:t>	</a:t>
            </a:r>
            <a:r>
              <a:rPr sz="2400" spc="-10">
                <a:latin typeface="Times New Roman"/>
                <a:cs typeface="Times New Roman"/>
              </a:rPr>
              <a:t>statement;</a:t>
            </a:r>
            <a:endParaRPr sz="2400">
              <a:latin typeface="Times New Roman"/>
              <a:cs typeface="Times New Roman"/>
            </a:endParaRPr>
          </a:p>
          <a:p>
            <a:pPr marL="355600" indent="-342900">
              <a:spcBef>
                <a:spcPts val="580"/>
              </a:spcBef>
              <a:buFont typeface="Arial"/>
              <a:buChar char="•"/>
              <a:tabLst>
                <a:tab pos="354965" algn="l"/>
                <a:tab pos="355600" algn="l"/>
              </a:tabLst>
            </a:pPr>
            <a:r>
              <a:rPr sz="2400">
                <a:latin typeface="Times New Roman"/>
                <a:cs typeface="Times New Roman"/>
              </a:rPr>
              <a:t>The</a:t>
            </a:r>
            <a:r>
              <a:rPr sz="2400" spc="-30">
                <a:latin typeface="Times New Roman"/>
                <a:cs typeface="Times New Roman"/>
              </a:rPr>
              <a:t> </a:t>
            </a:r>
            <a:r>
              <a:rPr sz="2400">
                <a:latin typeface="Times New Roman"/>
                <a:cs typeface="Times New Roman"/>
              </a:rPr>
              <a:t>return</a:t>
            </a:r>
            <a:r>
              <a:rPr sz="2400" spc="-30">
                <a:latin typeface="Times New Roman"/>
                <a:cs typeface="Times New Roman"/>
              </a:rPr>
              <a:t> </a:t>
            </a:r>
            <a:r>
              <a:rPr sz="2400">
                <a:latin typeface="Times New Roman"/>
                <a:cs typeface="Times New Roman"/>
              </a:rPr>
              <a:t>statement</a:t>
            </a:r>
            <a:r>
              <a:rPr sz="2400" spc="-25">
                <a:latin typeface="Times New Roman"/>
                <a:cs typeface="Times New Roman"/>
              </a:rPr>
              <a:t> </a:t>
            </a:r>
            <a:r>
              <a:rPr sz="2400">
                <a:latin typeface="Times New Roman"/>
                <a:cs typeface="Times New Roman"/>
              </a:rPr>
              <a:t>returns</a:t>
            </a:r>
            <a:r>
              <a:rPr sz="2400" spc="-25">
                <a:latin typeface="Times New Roman"/>
                <a:cs typeface="Times New Roman"/>
              </a:rPr>
              <a:t> </a:t>
            </a:r>
            <a:r>
              <a:rPr sz="2400">
                <a:latin typeface="Times New Roman"/>
                <a:cs typeface="Times New Roman"/>
              </a:rPr>
              <a:t>a</a:t>
            </a:r>
            <a:r>
              <a:rPr sz="2400" spc="-5">
                <a:latin typeface="Times New Roman"/>
                <a:cs typeface="Times New Roman"/>
              </a:rPr>
              <a:t> </a:t>
            </a:r>
            <a:r>
              <a:rPr sz="2400">
                <a:latin typeface="Times New Roman"/>
                <a:cs typeface="Times New Roman"/>
              </a:rPr>
              <a:t>value</a:t>
            </a:r>
            <a:r>
              <a:rPr sz="2400" spc="-30">
                <a:latin typeface="Times New Roman"/>
                <a:cs typeface="Times New Roman"/>
              </a:rPr>
              <a:t> </a:t>
            </a:r>
            <a:r>
              <a:rPr sz="2400">
                <a:latin typeface="Times New Roman"/>
                <a:cs typeface="Times New Roman"/>
              </a:rPr>
              <a:t>to</a:t>
            </a:r>
            <a:r>
              <a:rPr sz="2400" spc="-15">
                <a:latin typeface="Times New Roman"/>
                <a:cs typeface="Times New Roman"/>
              </a:rPr>
              <a:t> </a:t>
            </a:r>
            <a:r>
              <a:rPr sz="2400">
                <a:latin typeface="Times New Roman"/>
                <a:cs typeface="Times New Roman"/>
              </a:rPr>
              <a:t>the</a:t>
            </a:r>
            <a:r>
              <a:rPr sz="2400" spc="-10">
                <a:latin typeface="Times New Roman"/>
                <a:cs typeface="Times New Roman"/>
              </a:rPr>
              <a:t> </a:t>
            </a:r>
            <a:r>
              <a:rPr sz="2400">
                <a:latin typeface="Times New Roman"/>
                <a:cs typeface="Times New Roman"/>
              </a:rPr>
              <a:t>calling</a:t>
            </a:r>
            <a:r>
              <a:rPr sz="2400" spc="-45">
                <a:latin typeface="Times New Roman"/>
                <a:cs typeface="Times New Roman"/>
              </a:rPr>
              <a:t> </a:t>
            </a:r>
            <a:r>
              <a:rPr sz="2400" spc="-10">
                <a:latin typeface="Times New Roman"/>
                <a:cs typeface="Times New Roman"/>
              </a:rPr>
              <a:t>function.</a:t>
            </a:r>
            <a:endParaRPr sz="2400">
              <a:latin typeface="Times New Roman"/>
              <a:cs typeface="Times New Roman"/>
            </a:endParaRPr>
          </a:p>
          <a:p>
            <a:pPr marL="355600" indent="-342900">
              <a:spcBef>
                <a:spcPts val="575"/>
              </a:spcBef>
              <a:buFont typeface="Arial"/>
              <a:buChar char="•"/>
              <a:tabLst>
                <a:tab pos="354965" algn="l"/>
                <a:tab pos="355600" algn="l"/>
                <a:tab pos="3674745" algn="l"/>
              </a:tabLst>
            </a:pPr>
            <a:r>
              <a:rPr sz="2400">
                <a:latin typeface="Times New Roman"/>
                <a:cs typeface="Times New Roman"/>
              </a:rPr>
              <a:t>The</a:t>
            </a:r>
            <a:r>
              <a:rPr sz="2400" spc="-35">
                <a:latin typeface="Times New Roman"/>
                <a:cs typeface="Times New Roman"/>
              </a:rPr>
              <a:t> </a:t>
            </a:r>
            <a:r>
              <a:rPr sz="2400">
                <a:latin typeface="Times New Roman"/>
                <a:cs typeface="Times New Roman"/>
              </a:rPr>
              <a:t>main</a:t>
            </a:r>
            <a:r>
              <a:rPr sz="2400" spc="-5">
                <a:latin typeface="Times New Roman"/>
                <a:cs typeface="Times New Roman"/>
              </a:rPr>
              <a:t> </a:t>
            </a:r>
            <a:r>
              <a:rPr sz="2400">
                <a:latin typeface="Times New Roman"/>
                <a:cs typeface="Times New Roman"/>
              </a:rPr>
              <a:t>function</a:t>
            </a:r>
            <a:r>
              <a:rPr sz="2400" spc="-15">
                <a:latin typeface="Times New Roman"/>
                <a:cs typeface="Times New Roman"/>
              </a:rPr>
              <a:t> </a:t>
            </a:r>
            <a:r>
              <a:rPr sz="2400" spc="-10">
                <a:latin typeface="Times New Roman"/>
                <a:cs typeface="Times New Roman"/>
              </a:rPr>
              <a:t>returns</a:t>
            </a:r>
            <a:r>
              <a:rPr sz="2400">
                <a:latin typeface="Times New Roman"/>
                <a:cs typeface="Times New Roman"/>
              </a:rPr>
              <a:t>	0</a:t>
            </a:r>
            <a:r>
              <a:rPr sz="2400" spc="-10">
                <a:latin typeface="Times New Roman"/>
                <a:cs typeface="Times New Roman"/>
              </a:rPr>
              <a:t> </a:t>
            </a:r>
            <a:r>
              <a:rPr sz="2400">
                <a:latin typeface="Times New Roman"/>
                <a:cs typeface="Times New Roman"/>
              </a:rPr>
              <a:t>to the</a:t>
            </a:r>
            <a:r>
              <a:rPr sz="2400" spc="-15">
                <a:latin typeface="Times New Roman"/>
                <a:cs typeface="Times New Roman"/>
              </a:rPr>
              <a:t> </a:t>
            </a:r>
            <a:r>
              <a:rPr sz="2400">
                <a:latin typeface="Times New Roman"/>
                <a:cs typeface="Times New Roman"/>
              </a:rPr>
              <a:t>operating</a:t>
            </a:r>
            <a:r>
              <a:rPr sz="2400" spc="-30">
                <a:latin typeface="Times New Roman"/>
                <a:cs typeface="Times New Roman"/>
              </a:rPr>
              <a:t> </a:t>
            </a:r>
            <a:r>
              <a:rPr sz="2400" spc="-10">
                <a:latin typeface="Times New Roman"/>
                <a:cs typeface="Times New Roman"/>
              </a:rPr>
              <a:t>system.</a:t>
            </a:r>
            <a:endParaRPr sz="2400">
              <a:latin typeface="Times New Roman"/>
              <a:cs typeface="Times New Roman"/>
            </a:endParaRPr>
          </a:p>
          <a:p>
            <a:pPr marL="355600" marR="488950" indent="-342900">
              <a:spcBef>
                <a:spcPts val="575"/>
              </a:spcBef>
              <a:buFont typeface="Arial"/>
              <a:buChar char="•"/>
              <a:tabLst>
                <a:tab pos="354965" algn="l"/>
                <a:tab pos="355600" algn="l"/>
              </a:tabLst>
            </a:pPr>
            <a:r>
              <a:rPr sz="2400" spc="-20">
                <a:latin typeface="Times New Roman"/>
                <a:cs typeface="Times New Roman"/>
              </a:rPr>
              <a:t>A</a:t>
            </a:r>
            <a:r>
              <a:rPr sz="2400" spc="-140">
                <a:latin typeface="Times New Roman"/>
                <a:cs typeface="Times New Roman"/>
              </a:rPr>
              <a:t> </a:t>
            </a:r>
            <a:r>
              <a:rPr sz="2400">
                <a:latin typeface="Times New Roman"/>
                <a:cs typeface="Times New Roman"/>
              </a:rPr>
              <a:t>return</a:t>
            </a:r>
            <a:r>
              <a:rPr sz="2400" spc="-30">
                <a:latin typeface="Times New Roman"/>
                <a:cs typeface="Times New Roman"/>
              </a:rPr>
              <a:t> </a:t>
            </a:r>
            <a:r>
              <a:rPr sz="2400">
                <a:latin typeface="Times New Roman"/>
                <a:cs typeface="Times New Roman"/>
              </a:rPr>
              <a:t>value</a:t>
            </a:r>
            <a:r>
              <a:rPr sz="2400" spc="-25">
                <a:latin typeface="Times New Roman"/>
                <a:cs typeface="Times New Roman"/>
              </a:rPr>
              <a:t> </a:t>
            </a:r>
            <a:r>
              <a:rPr sz="2400">
                <a:latin typeface="Times New Roman"/>
                <a:cs typeface="Times New Roman"/>
              </a:rPr>
              <a:t>of zero</a:t>
            </a:r>
            <a:r>
              <a:rPr sz="2400" spc="-15">
                <a:latin typeface="Times New Roman"/>
                <a:cs typeface="Times New Roman"/>
              </a:rPr>
              <a:t> </a:t>
            </a:r>
            <a:r>
              <a:rPr sz="2400">
                <a:latin typeface="Times New Roman"/>
                <a:cs typeface="Times New Roman"/>
              </a:rPr>
              <a:t>tells</a:t>
            </a:r>
            <a:r>
              <a:rPr sz="2400" spc="-35">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operating</a:t>
            </a:r>
            <a:r>
              <a:rPr sz="2400" spc="-35">
                <a:latin typeface="Times New Roman"/>
                <a:cs typeface="Times New Roman"/>
              </a:rPr>
              <a:t> </a:t>
            </a:r>
            <a:r>
              <a:rPr sz="2400">
                <a:latin typeface="Times New Roman"/>
                <a:cs typeface="Times New Roman"/>
              </a:rPr>
              <a:t>system</a:t>
            </a:r>
            <a:r>
              <a:rPr sz="2400" spc="-20">
                <a:latin typeface="Times New Roman"/>
                <a:cs typeface="Times New Roman"/>
              </a:rPr>
              <a:t> </a:t>
            </a:r>
            <a:r>
              <a:rPr sz="2400">
                <a:latin typeface="Times New Roman"/>
                <a:cs typeface="Times New Roman"/>
              </a:rPr>
              <a:t>that</a:t>
            </a:r>
            <a:r>
              <a:rPr sz="2400" spc="-20">
                <a:latin typeface="Times New Roman"/>
                <a:cs typeface="Times New Roman"/>
              </a:rPr>
              <a:t> </a:t>
            </a:r>
            <a:r>
              <a:rPr sz="2400">
                <a:latin typeface="Times New Roman"/>
                <a:cs typeface="Times New Roman"/>
              </a:rPr>
              <a:t>the</a:t>
            </a:r>
            <a:r>
              <a:rPr sz="2400" spc="-10">
                <a:latin typeface="Times New Roman"/>
                <a:cs typeface="Times New Roman"/>
              </a:rPr>
              <a:t> program </a:t>
            </a:r>
            <a:r>
              <a:rPr sz="2400">
                <a:latin typeface="Times New Roman"/>
                <a:cs typeface="Times New Roman"/>
              </a:rPr>
              <a:t>executed</a:t>
            </a:r>
            <a:r>
              <a:rPr sz="2400" spc="-45">
                <a:latin typeface="Times New Roman"/>
                <a:cs typeface="Times New Roman"/>
              </a:rPr>
              <a:t> </a:t>
            </a:r>
            <a:r>
              <a:rPr sz="2400" spc="-10">
                <a:latin typeface="Times New Roman"/>
                <a:cs typeface="Times New Roman"/>
              </a:rPr>
              <a:t>successfully.</a:t>
            </a:r>
            <a:endParaRPr sz="2400">
              <a:latin typeface="Times New Roman"/>
              <a:cs typeface="Times New Roman"/>
            </a:endParaRPr>
          </a:p>
          <a:p>
            <a:pPr>
              <a:lnSpc>
                <a:spcPct val="100000"/>
              </a:lnSpc>
            </a:pPr>
            <a:endParaRPr sz="2600">
              <a:latin typeface="Times New Roman"/>
              <a:cs typeface="Times New Roman"/>
            </a:endParaRPr>
          </a:p>
          <a:p>
            <a:pPr>
              <a:spcBef>
                <a:spcPts val="10"/>
              </a:spcBef>
              <a:buFont typeface="Arial"/>
              <a:buChar char="•"/>
            </a:pPr>
            <a:endParaRPr sz="2050">
              <a:latin typeface="Times New Roman"/>
              <a:cs typeface="Times New Roman"/>
            </a:endParaRPr>
          </a:p>
          <a:p>
            <a:pPr marL="12700"/>
            <a:r>
              <a:rPr sz="3200">
                <a:solidFill>
                  <a:srgbClr val="C00000"/>
                </a:solidFill>
                <a:latin typeface="Times New Roman"/>
                <a:cs typeface="Times New Roman"/>
              </a:rPr>
              <a:t>Compound</a:t>
            </a:r>
            <a:r>
              <a:rPr sz="3200" spc="-60">
                <a:solidFill>
                  <a:srgbClr val="C00000"/>
                </a:solidFill>
                <a:latin typeface="Times New Roman"/>
                <a:cs typeface="Times New Roman"/>
              </a:rPr>
              <a:t> </a:t>
            </a:r>
            <a:r>
              <a:rPr sz="3200" spc="-10">
                <a:solidFill>
                  <a:srgbClr val="C00000"/>
                </a:solidFill>
                <a:latin typeface="Times New Roman"/>
                <a:cs typeface="Times New Roman"/>
              </a:rPr>
              <a:t>Statement</a:t>
            </a:r>
            <a:endParaRPr sz="3200">
              <a:latin typeface="Times New Roman"/>
              <a:cs typeface="Times New Roman"/>
            </a:endParaRPr>
          </a:p>
          <a:p>
            <a:pPr marL="355600" marR="326390" indent="-342900">
              <a:spcBef>
                <a:spcPts val="600"/>
              </a:spcBef>
              <a:buFont typeface="Arial"/>
              <a:buChar char="•"/>
              <a:tabLst>
                <a:tab pos="354965" algn="l"/>
                <a:tab pos="355600" algn="l"/>
              </a:tabLst>
            </a:pPr>
            <a:r>
              <a:rPr sz="2400" spc="-20">
                <a:latin typeface="Times New Roman"/>
                <a:cs typeface="Times New Roman"/>
              </a:rPr>
              <a:t>A</a:t>
            </a:r>
            <a:r>
              <a:rPr sz="2400" spc="-140">
                <a:latin typeface="Times New Roman"/>
                <a:cs typeface="Times New Roman"/>
              </a:rPr>
              <a:t> </a:t>
            </a:r>
            <a:r>
              <a:rPr sz="2400">
                <a:latin typeface="Times New Roman"/>
                <a:cs typeface="Times New Roman"/>
              </a:rPr>
              <a:t>compound</a:t>
            </a:r>
            <a:r>
              <a:rPr sz="2400" spc="-15">
                <a:latin typeface="Times New Roman"/>
                <a:cs typeface="Times New Roman"/>
              </a:rPr>
              <a:t> </a:t>
            </a:r>
            <a:r>
              <a:rPr sz="2400">
                <a:latin typeface="Times New Roman"/>
                <a:cs typeface="Times New Roman"/>
              </a:rPr>
              <a:t>statement</a:t>
            </a:r>
            <a:r>
              <a:rPr sz="2400" spc="-45">
                <a:latin typeface="Times New Roman"/>
                <a:cs typeface="Times New Roman"/>
              </a:rPr>
              <a:t> </a:t>
            </a:r>
            <a:r>
              <a:rPr sz="2400">
                <a:latin typeface="Times New Roman"/>
                <a:cs typeface="Times New Roman"/>
              </a:rPr>
              <a:t>is</a:t>
            </a:r>
            <a:r>
              <a:rPr sz="2400" spc="-15">
                <a:latin typeface="Times New Roman"/>
                <a:cs typeface="Times New Roman"/>
              </a:rPr>
              <a:t> </a:t>
            </a:r>
            <a:r>
              <a:rPr sz="2400">
                <a:latin typeface="Times New Roman"/>
                <a:cs typeface="Times New Roman"/>
              </a:rPr>
              <a:t>a</a:t>
            </a:r>
            <a:r>
              <a:rPr sz="2400" spc="-10">
                <a:latin typeface="Times New Roman"/>
                <a:cs typeface="Times New Roman"/>
              </a:rPr>
              <a:t> </a:t>
            </a:r>
            <a:r>
              <a:rPr sz="2400">
                <a:latin typeface="Times New Roman"/>
                <a:cs typeface="Times New Roman"/>
              </a:rPr>
              <a:t>unit</a:t>
            </a:r>
            <a:r>
              <a:rPr sz="2400" spc="-30">
                <a:latin typeface="Times New Roman"/>
                <a:cs typeface="Times New Roman"/>
              </a:rPr>
              <a:t> </a:t>
            </a:r>
            <a:r>
              <a:rPr sz="2400">
                <a:latin typeface="Times New Roman"/>
                <a:cs typeface="Times New Roman"/>
              </a:rPr>
              <a:t>of</a:t>
            </a:r>
            <a:r>
              <a:rPr sz="2400" spc="-10">
                <a:latin typeface="Times New Roman"/>
                <a:cs typeface="Times New Roman"/>
              </a:rPr>
              <a:t> </a:t>
            </a:r>
            <a:r>
              <a:rPr sz="2400">
                <a:latin typeface="Times New Roman"/>
                <a:cs typeface="Times New Roman"/>
              </a:rPr>
              <a:t>code</a:t>
            </a:r>
            <a:r>
              <a:rPr sz="2400" spc="-10">
                <a:latin typeface="Times New Roman"/>
                <a:cs typeface="Times New Roman"/>
              </a:rPr>
              <a:t> </a:t>
            </a:r>
            <a:r>
              <a:rPr sz="2400">
                <a:latin typeface="Times New Roman"/>
                <a:cs typeface="Times New Roman"/>
              </a:rPr>
              <a:t>consisting</a:t>
            </a:r>
            <a:r>
              <a:rPr sz="2400" spc="-30">
                <a:latin typeface="Times New Roman"/>
                <a:cs typeface="Times New Roman"/>
              </a:rPr>
              <a:t> </a:t>
            </a:r>
            <a:r>
              <a:rPr sz="2400">
                <a:latin typeface="Times New Roman"/>
                <a:cs typeface="Times New Roman"/>
              </a:rPr>
              <a:t>of</a:t>
            </a:r>
            <a:r>
              <a:rPr sz="2400" spc="-25">
                <a:latin typeface="Times New Roman"/>
                <a:cs typeface="Times New Roman"/>
              </a:rPr>
              <a:t> </a:t>
            </a:r>
            <a:r>
              <a:rPr sz="2400">
                <a:latin typeface="Times New Roman"/>
                <a:cs typeface="Times New Roman"/>
              </a:rPr>
              <a:t>zero</a:t>
            </a:r>
            <a:r>
              <a:rPr sz="2400" spc="-25">
                <a:latin typeface="Times New Roman"/>
                <a:cs typeface="Times New Roman"/>
              </a:rPr>
              <a:t> </a:t>
            </a:r>
            <a:r>
              <a:rPr sz="2400">
                <a:latin typeface="Times New Roman"/>
                <a:cs typeface="Times New Roman"/>
              </a:rPr>
              <a:t>or</a:t>
            </a:r>
            <a:r>
              <a:rPr sz="2400" spc="-10">
                <a:latin typeface="Times New Roman"/>
                <a:cs typeface="Times New Roman"/>
              </a:rPr>
              <a:t> </a:t>
            </a:r>
            <a:r>
              <a:rPr sz="2400" spc="-20">
                <a:latin typeface="Times New Roman"/>
                <a:cs typeface="Times New Roman"/>
              </a:rPr>
              <a:t>more </a:t>
            </a:r>
            <a:r>
              <a:rPr sz="2400" spc="-10">
                <a:latin typeface="Times New Roman"/>
                <a:cs typeface="Times New Roman"/>
              </a:rPr>
              <a:t>statements.</a:t>
            </a:r>
            <a:endParaRPr sz="2400">
              <a:latin typeface="Times New Roman"/>
              <a:cs typeface="Times New Roman"/>
            </a:endParaRPr>
          </a:p>
          <a:p>
            <a:pPr marL="355600" indent="-342900">
              <a:spcBef>
                <a:spcPts val="575"/>
              </a:spcBef>
              <a:buFont typeface="Arial"/>
              <a:buChar char="•"/>
              <a:tabLst>
                <a:tab pos="354965" algn="l"/>
                <a:tab pos="355600" algn="l"/>
              </a:tabLst>
            </a:pPr>
            <a:r>
              <a:rPr sz="2400">
                <a:latin typeface="Times New Roman"/>
                <a:cs typeface="Times New Roman"/>
              </a:rPr>
              <a:t>It</a:t>
            </a:r>
            <a:r>
              <a:rPr sz="2400" spc="-25">
                <a:latin typeface="Times New Roman"/>
                <a:cs typeface="Times New Roman"/>
              </a:rPr>
              <a:t> </a:t>
            </a:r>
            <a:r>
              <a:rPr sz="2400">
                <a:latin typeface="Times New Roman"/>
                <a:cs typeface="Times New Roman"/>
              </a:rPr>
              <a:t>is also</a:t>
            </a:r>
            <a:r>
              <a:rPr sz="2400" spc="-10">
                <a:latin typeface="Times New Roman"/>
                <a:cs typeface="Times New Roman"/>
              </a:rPr>
              <a:t> </a:t>
            </a:r>
            <a:r>
              <a:rPr sz="2400">
                <a:latin typeface="Times New Roman"/>
                <a:cs typeface="Times New Roman"/>
              </a:rPr>
              <a:t>called</a:t>
            </a:r>
            <a:r>
              <a:rPr sz="2400" spc="-45">
                <a:latin typeface="Times New Roman"/>
                <a:cs typeface="Times New Roman"/>
              </a:rPr>
              <a:t> </a:t>
            </a:r>
            <a:r>
              <a:rPr sz="2400" spc="-10">
                <a:latin typeface="Times New Roman"/>
                <a:cs typeface="Times New Roman"/>
              </a:rPr>
              <a:t>block.</a:t>
            </a:r>
            <a:endParaRPr sz="2400">
              <a:latin typeface="Times New Roman"/>
              <a:cs typeface="Times New Roman"/>
            </a:endParaRPr>
          </a:p>
          <a:p>
            <a:pPr marL="355600" indent="-342900">
              <a:spcBef>
                <a:spcPts val="580"/>
              </a:spcBef>
              <a:buFont typeface="Arial"/>
              <a:buChar char="•"/>
              <a:tabLst>
                <a:tab pos="354965" algn="l"/>
                <a:tab pos="355600" algn="l"/>
              </a:tabLst>
            </a:pPr>
            <a:r>
              <a:rPr sz="2400">
                <a:latin typeface="Times New Roman"/>
                <a:cs typeface="Times New Roman"/>
              </a:rPr>
              <a:t>All</a:t>
            </a:r>
            <a:r>
              <a:rPr sz="2400" spc="-35">
                <a:latin typeface="Times New Roman"/>
                <a:cs typeface="Times New Roman"/>
              </a:rPr>
              <a:t> </a:t>
            </a:r>
            <a:r>
              <a:rPr sz="2400">
                <a:latin typeface="Times New Roman"/>
                <a:cs typeface="Times New Roman"/>
              </a:rPr>
              <a:t>the</a:t>
            </a:r>
            <a:r>
              <a:rPr sz="2400" spc="-15">
                <a:latin typeface="Times New Roman"/>
                <a:cs typeface="Times New Roman"/>
              </a:rPr>
              <a:t> </a:t>
            </a:r>
            <a:r>
              <a:rPr sz="2400">
                <a:latin typeface="Times New Roman"/>
                <a:cs typeface="Times New Roman"/>
              </a:rPr>
              <a:t>c</a:t>
            </a:r>
            <a:r>
              <a:rPr sz="2400" spc="-20">
                <a:latin typeface="Times New Roman"/>
                <a:cs typeface="Times New Roman"/>
              </a:rPr>
              <a:t> </a:t>
            </a:r>
            <a:r>
              <a:rPr sz="2400">
                <a:latin typeface="Times New Roman"/>
                <a:cs typeface="Times New Roman"/>
              </a:rPr>
              <a:t>functions</a:t>
            </a:r>
            <a:r>
              <a:rPr sz="2400" spc="-5">
                <a:latin typeface="Times New Roman"/>
                <a:cs typeface="Times New Roman"/>
              </a:rPr>
              <a:t> </a:t>
            </a:r>
            <a:r>
              <a:rPr sz="2400">
                <a:latin typeface="Times New Roman"/>
                <a:cs typeface="Times New Roman"/>
              </a:rPr>
              <a:t>contain</a:t>
            </a:r>
            <a:r>
              <a:rPr sz="2400" spc="-35">
                <a:latin typeface="Times New Roman"/>
                <a:cs typeface="Times New Roman"/>
              </a:rPr>
              <a:t> </a:t>
            </a:r>
            <a:r>
              <a:rPr sz="2400">
                <a:latin typeface="Times New Roman"/>
                <a:cs typeface="Times New Roman"/>
              </a:rPr>
              <a:t>a</a:t>
            </a:r>
            <a:r>
              <a:rPr sz="2400" spc="-25">
                <a:latin typeface="Times New Roman"/>
                <a:cs typeface="Times New Roman"/>
              </a:rPr>
              <a:t> </a:t>
            </a:r>
            <a:r>
              <a:rPr sz="2400">
                <a:latin typeface="Times New Roman"/>
                <a:cs typeface="Times New Roman"/>
              </a:rPr>
              <a:t>compound</a:t>
            </a:r>
            <a:r>
              <a:rPr sz="2400" spc="-5">
                <a:latin typeface="Times New Roman"/>
                <a:cs typeface="Times New Roman"/>
              </a:rPr>
              <a:t> </a:t>
            </a:r>
            <a:r>
              <a:rPr sz="2400">
                <a:latin typeface="Times New Roman"/>
                <a:cs typeface="Times New Roman"/>
              </a:rPr>
              <a:t>statement</a:t>
            </a:r>
            <a:r>
              <a:rPr sz="2400" spc="-25">
                <a:latin typeface="Times New Roman"/>
                <a:cs typeface="Times New Roman"/>
              </a:rPr>
              <a:t> </a:t>
            </a:r>
            <a:r>
              <a:rPr sz="2400">
                <a:latin typeface="Times New Roman"/>
                <a:cs typeface="Times New Roman"/>
              </a:rPr>
              <a:t>known</a:t>
            </a:r>
            <a:r>
              <a:rPr sz="2400" spc="-5">
                <a:latin typeface="Times New Roman"/>
                <a:cs typeface="Times New Roman"/>
              </a:rPr>
              <a:t> </a:t>
            </a:r>
            <a:r>
              <a:rPr sz="2400">
                <a:latin typeface="Times New Roman"/>
                <a:cs typeface="Times New Roman"/>
              </a:rPr>
              <a:t>as</a:t>
            </a:r>
            <a:r>
              <a:rPr sz="2400" spc="-5">
                <a:latin typeface="Times New Roman"/>
                <a:cs typeface="Times New Roman"/>
              </a:rPr>
              <a:t> </a:t>
            </a:r>
            <a:r>
              <a:rPr sz="2400" spc="-25">
                <a:latin typeface="Times New Roman"/>
                <a:cs typeface="Times New Roman"/>
              </a:rPr>
              <a:t>the</a:t>
            </a:r>
            <a:endParaRPr sz="2400">
              <a:latin typeface="Times New Roman"/>
              <a:cs typeface="Times New Roman"/>
            </a:endParaRPr>
          </a:p>
          <a:p>
            <a:pPr marL="355600"/>
            <a:r>
              <a:rPr sz="2400">
                <a:latin typeface="Times New Roman"/>
                <a:cs typeface="Times New Roman"/>
              </a:rPr>
              <a:t>function</a:t>
            </a:r>
            <a:r>
              <a:rPr sz="2400" spc="-20">
                <a:latin typeface="Times New Roman"/>
                <a:cs typeface="Times New Roman"/>
              </a:rPr>
              <a:t> </a:t>
            </a:r>
            <a:r>
              <a:rPr sz="2400" spc="-10">
                <a:latin typeface="Times New Roman"/>
                <a:cs typeface="Times New Roman"/>
              </a:rPr>
              <a:t>body.</a:t>
            </a:r>
            <a:endParaRPr sz="2400">
              <a:latin typeface="Times New Roman"/>
              <a:cs typeface="Times New Roman"/>
            </a:endParaRPr>
          </a:p>
          <a:p>
            <a:pPr marL="355600" marR="5080" indent="-342900">
              <a:spcBef>
                <a:spcPts val="575"/>
              </a:spcBef>
              <a:buFont typeface="Arial"/>
              <a:buChar char="•"/>
              <a:tabLst>
                <a:tab pos="354965" algn="l"/>
                <a:tab pos="355600" algn="l"/>
                <a:tab pos="4568190" algn="l"/>
              </a:tabLst>
            </a:pPr>
            <a:r>
              <a:rPr sz="2400" spc="-20">
                <a:latin typeface="Times New Roman"/>
                <a:cs typeface="Times New Roman"/>
              </a:rPr>
              <a:t>A</a:t>
            </a:r>
            <a:r>
              <a:rPr sz="2400" spc="-140">
                <a:latin typeface="Times New Roman"/>
                <a:cs typeface="Times New Roman"/>
              </a:rPr>
              <a:t> </a:t>
            </a:r>
            <a:r>
              <a:rPr sz="2400">
                <a:latin typeface="Times New Roman"/>
                <a:cs typeface="Times New Roman"/>
              </a:rPr>
              <a:t>compound</a:t>
            </a:r>
            <a:r>
              <a:rPr sz="2400" spc="-10">
                <a:latin typeface="Times New Roman"/>
                <a:cs typeface="Times New Roman"/>
              </a:rPr>
              <a:t> </a:t>
            </a:r>
            <a:r>
              <a:rPr sz="2400">
                <a:latin typeface="Times New Roman"/>
                <a:cs typeface="Times New Roman"/>
              </a:rPr>
              <a:t>statement</a:t>
            </a:r>
            <a:r>
              <a:rPr sz="2400" spc="-40">
                <a:latin typeface="Times New Roman"/>
                <a:cs typeface="Times New Roman"/>
              </a:rPr>
              <a:t> </a:t>
            </a:r>
            <a:r>
              <a:rPr sz="2400">
                <a:latin typeface="Times New Roman"/>
                <a:cs typeface="Times New Roman"/>
              </a:rPr>
              <a:t>consists</a:t>
            </a:r>
            <a:r>
              <a:rPr sz="2400" spc="-30">
                <a:latin typeface="Times New Roman"/>
                <a:cs typeface="Times New Roman"/>
              </a:rPr>
              <a:t> </a:t>
            </a:r>
            <a:r>
              <a:rPr sz="2400">
                <a:latin typeface="Times New Roman"/>
                <a:cs typeface="Times New Roman"/>
              </a:rPr>
              <a:t>of</a:t>
            </a:r>
            <a:r>
              <a:rPr sz="2400" spc="-5">
                <a:latin typeface="Times New Roman"/>
                <a:cs typeface="Times New Roman"/>
              </a:rPr>
              <a:t> </a:t>
            </a:r>
            <a:r>
              <a:rPr sz="2400">
                <a:latin typeface="Times New Roman"/>
                <a:cs typeface="Times New Roman"/>
              </a:rPr>
              <a:t>an</a:t>
            </a:r>
            <a:r>
              <a:rPr sz="2400" spc="-10">
                <a:latin typeface="Times New Roman"/>
                <a:cs typeface="Times New Roman"/>
              </a:rPr>
              <a:t> </a:t>
            </a:r>
            <a:r>
              <a:rPr sz="2400">
                <a:latin typeface="Times New Roman"/>
                <a:cs typeface="Times New Roman"/>
              </a:rPr>
              <a:t>opening</a:t>
            </a:r>
            <a:r>
              <a:rPr sz="2400" spc="-30">
                <a:latin typeface="Times New Roman"/>
                <a:cs typeface="Times New Roman"/>
              </a:rPr>
              <a:t> </a:t>
            </a:r>
            <a:r>
              <a:rPr sz="2400">
                <a:latin typeface="Times New Roman"/>
                <a:cs typeface="Times New Roman"/>
              </a:rPr>
              <a:t>brace</a:t>
            </a:r>
            <a:r>
              <a:rPr sz="2400" spc="-15">
                <a:latin typeface="Times New Roman"/>
                <a:cs typeface="Times New Roman"/>
              </a:rPr>
              <a:t> </a:t>
            </a:r>
            <a:r>
              <a:rPr sz="2400">
                <a:latin typeface="Times New Roman"/>
                <a:cs typeface="Times New Roman"/>
              </a:rPr>
              <a:t>,</a:t>
            </a:r>
            <a:r>
              <a:rPr sz="2400" spc="-10">
                <a:latin typeface="Times New Roman"/>
                <a:cs typeface="Times New Roman"/>
              </a:rPr>
              <a:t> </a:t>
            </a:r>
            <a:r>
              <a:rPr sz="2400">
                <a:latin typeface="Times New Roman"/>
                <a:cs typeface="Times New Roman"/>
              </a:rPr>
              <a:t>an</a:t>
            </a:r>
            <a:r>
              <a:rPr sz="2400" spc="-15">
                <a:latin typeface="Times New Roman"/>
                <a:cs typeface="Times New Roman"/>
              </a:rPr>
              <a:t> </a:t>
            </a:r>
            <a:r>
              <a:rPr sz="2400" spc="-10">
                <a:latin typeface="Times New Roman"/>
                <a:cs typeface="Times New Roman"/>
              </a:rPr>
              <a:t>optional </a:t>
            </a:r>
            <a:r>
              <a:rPr sz="2400">
                <a:latin typeface="Times New Roman"/>
                <a:cs typeface="Times New Roman"/>
              </a:rPr>
              <a:t>declaration</a:t>
            </a:r>
            <a:r>
              <a:rPr sz="2400" spc="-60">
                <a:latin typeface="Times New Roman"/>
                <a:cs typeface="Times New Roman"/>
              </a:rPr>
              <a:t> </a:t>
            </a:r>
            <a:r>
              <a:rPr sz="2400">
                <a:latin typeface="Times New Roman"/>
                <a:cs typeface="Times New Roman"/>
              </a:rPr>
              <a:t>and definition</a:t>
            </a:r>
            <a:r>
              <a:rPr sz="2400" spc="-40">
                <a:latin typeface="Times New Roman"/>
                <a:cs typeface="Times New Roman"/>
              </a:rPr>
              <a:t> </a:t>
            </a:r>
            <a:r>
              <a:rPr sz="2400" spc="-10">
                <a:latin typeface="Times New Roman"/>
                <a:cs typeface="Times New Roman"/>
              </a:rPr>
              <a:t>section</a:t>
            </a:r>
            <a:r>
              <a:rPr sz="2400">
                <a:latin typeface="Times New Roman"/>
                <a:cs typeface="Times New Roman"/>
              </a:rPr>
              <a:t>	and</a:t>
            </a:r>
            <a:r>
              <a:rPr sz="2400" spc="-25">
                <a:latin typeface="Times New Roman"/>
                <a:cs typeface="Times New Roman"/>
              </a:rPr>
              <a:t> </a:t>
            </a:r>
            <a:r>
              <a:rPr sz="2400">
                <a:latin typeface="Times New Roman"/>
                <a:cs typeface="Times New Roman"/>
              </a:rPr>
              <a:t>an</a:t>
            </a:r>
            <a:r>
              <a:rPr sz="2400" spc="-10">
                <a:latin typeface="Times New Roman"/>
                <a:cs typeface="Times New Roman"/>
              </a:rPr>
              <a:t> </a:t>
            </a:r>
            <a:r>
              <a:rPr sz="2400">
                <a:latin typeface="Times New Roman"/>
                <a:cs typeface="Times New Roman"/>
              </a:rPr>
              <a:t>optional</a:t>
            </a:r>
            <a:r>
              <a:rPr sz="2400" spc="-45">
                <a:latin typeface="Times New Roman"/>
                <a:cs typeface="Times New Roman"/>
              </a:rPr>
              <a:t> </a:t>
            </a:r>
            <a:r>
              <a:rPr sz="2400">
                <a:latin typeface="Times New Roman"/>
                <a:cs typeface="Times New Roman"/>
              </a:rPr>
              <a:t>statement</a:t>
            </a:r>
            <a:r>
              <a:rPr sz="2400" spc="-35">
                <a:latin typeface="Times New Roman"/>
                <a:cs typeface="Times New Roman"/>
              </a:rPr>
              <a:t> </a:t>
            </a:r>
            <a:r>
              <a:rPr sz="2400">
                <a:latin typeface="Times New Roman"/>
                <a:cs typeface="Times New Roman"/>
              </a:rPr>
              <a:t>section</a:t>
            </a:r>
            <a:r>
              <a:rPr sz="2400" spc="-50">
                <a:latin typeface="Times New Roman"/>
                <a:cs typeface="Times New Roman"/>
              </a:rPr>
              <a:t> , </a:t>
            </a:r>
            <a:r>
              <a:rPr sz="2400">
                <a:latin typeface="Times New Roman"/>
                <a:cs typeface="Times New Roman"/>
              </a:rPr>
              <a:t>followed</a:t>
            </a:r>
            <a:r>
              <a:rPr sz="2400" spc="-30">
                <a:latin typeface="Times New Roman"/>
                <a:cs typeface="Times New Roman"/>
              </a:rPr>
              <a:t> </a:t>
            </a:r>
            <a:r>
              <a:rPr sz="2400">
                <a:latin typeface="Times New Roman"/>
                <a:cs typeface="Times New Roman"/>
              </a:rPr>
              <a:t>by a closing</a:t>
            </a:r>
            <a:r>
              <a:rPr sz="2400" spc="-30">
                <a:latin typeface="Times New Roman"/>
                <a:cs typeface="Times New Roman"/>
              </a:rPr>
              <a:t> </a:t>
            </a:r>
            <a:r>
              <a:rPr sz="2400">
                <a:latin typeface="Times New Roman"/>
                <a:cs typeface="Times New Roman"/>
              </a:rPr>
              <a:t>brace</a:t>
            </a:r>
            <a:r>
              <a:rPr sz="2400" spc="-20">
                <a:latin typeface="Times New Roman"/>
                <a:cs typeface="Times New Roman"/>
              </a:rPr>
              <a:t> </a:t>
            </a:r>
            <a:r>
              <a:rPr sz="2400" spc="-50">
                <a:latin typeface="Times New Roman"/>
                <a:cs typeface="Times New Roman"/>
              </a:rPr>
              <a:t>.</a:t>
            </a:r>
            <a:endParaRPr sz="2400">
              <a:latin typeface="Times New Roman"/>
              <a:cs typeface="Times New Roman"/>
            </a:endParaRPr>
          </a:p>
        </p:txBody>
      </p:sp>
    </p:spTree>
    <p:extLst>
      <p:ext uri="{BB962C8B-B14F-4D97-AF65-F5344CB8AC3E}">
        <p14:creationId xmlns:p14="http://schemas.microsoft.com/office/powerpoint/2010/main" val="2606402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88102" y="-172881"/>
            <a:ext cx="1414780" cy="781624"/>
          </a:xfrm>
          <a:prstGeom prst="rect">
            <a:avLst/>
          </a:prstGeom>
        </p:spPr>
        <p:txBody>
          <a:bodyPr vert="horz" wrap="square" lIns="0" tIns="12065" rIns="0" bIns="0" rtlCol="0" anchor="ctr">
            <a:spAutoFit/>
          </a:bodyPr>
          <a:lstStyle/>
          <a:p>
            <a:pPr marL="12700">
              <a:lnSpc>
                <a:spcPct val="100000"/>
              </a:lnSpc>
              <a:spcBef>
                <a:spcPts val="95"/>
              </a:spcBef>
            </a:pPr>
            <a:r>
              <a:rPr sz="2500" spc="-10"/>
              <a:t>Statements</a:t>
            </a:r>
            <a:endParaRPr sz="2500"/>
          </a:p>
        </p:txBody>
      </p:sp>
      <p:pic>
        <p:nvPicPr>
          <p:cNvPr id="3" name="object 3"/>
          <p:cNvPicPr/>
          <p:nvPr/>
        </p:nvPicPr>
        <p:blipFill>
          <a:blip r:embed="rId2" cstate="print"/>
          <a:stretch>
            <a:fillRect/>
          </a:stretch>
        </p:blipFill>
        <p:spPr>
          <a:xfrm>
            <a:off x="2599782" y="1037037"/>
            <a:ext cx="5731486" cy="4478116"/>
          </a:xfrm>
          <a:prstGeom prst="rect">
            <a:avLst/>
          </a:prstGeom>
        </p:spPr>
      </p:pic>
      <p:sp>
        <p:nvSpPr>
          <p:cNvPr id="4" name="object 4"/>
          <p:cNvSpPr txBox="1"/>
          <p:nvPr/>
        </p:nvSpPr>
        <p:spPr>
          <a:xfrm>
            <a:off x="4142614" y="5932160"/>
            <a:ext cx="3161665" cy="391160"/>
          </a:xfrm>
          <a:prstGeom prst="rect">
            <a:avLst/>
          </a:prstGeom>
        </p:spPr>
        <p:txBody>
          <a:bodyPr vert="horz" wrap="square" lIns="0" tIns="12700" rIns="0" bIns="0" rtlCol="0">
            <a:spAutoFit/>
          </a:bodyPr>
          <a:lstStyle/>
          <a:p>
            <a:pPr marL="12700">
              <a:spcBef>
                <a:spcPts val="100"/>
              </a:spcBef>
            </a:pPr>
            <a:r>
              <a:rPr sz="2400" spc="-10">
                <a:latin typeface="Times New Roman"/>
                <a:cs typeface="Times New Roman"/>
              </a:rPr>
              <a:t>Fig:Compound</a:t>
            </a:r>
            <a:r>
              <a:rPr sz="2400" spc="-75">
                <a:latin typeface="Times New Roman"/>
                <a:cs typeface="Times New Roman"/>
              </a:rPr>
              <a:t> </a:t>
            </a:r>
            <a:r>
              <a:rPr sz="2400" spc="-10">
                <a:latin typeface="Times New Roman"/>
                <a:cs typeface="Times New Roman"/>
              </a:rPr>
              <a:t>Statement</a:t>
            </a:r>
            <a:endParaRPr sz="2400">
              <a:latin typeface="Times New Roman"/>
              <a:cs typeface="Times New Roman"/>
            </a:endParaRPr>
          </a:p>
        </p:txBody>
      </p:sp>
    </p:spTree>
    <p:extLst>
      <p:ext uri="{BB962C8B-B14F-4D97-AF65-F5344CB8AC3E}">
        <p14:creationId xmlns:p14="http://schemas.microsoft.com/office/powerpoint/2010/main" val="213214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04281" y="-90138"/>
            <a:ext cx="3797773" cy="689291"/>
          </a:xfrm>
          <a:prstGeom prst="rect">
            <a:avLst/>
          </a:prstGeom>
        </p:spPr>
        <p:txBody>
          <a:bodyPr vert="horz" wrap="square" lIns="0" tIns="12065" rIns="0" bIns="0" rtlCol="0" anchor="ctr">
            <a:spAutoFit/>
          </a:bodyPr>
          <a:lstStyle/>
          <a:p>
            <a:pPr marL="12700">
              <a:lnSpc>
                <a:spcPct val="100000"/>
              </a:lnSpc>
              <a:spcBef>
                <a:spcPts val="95"/>
              </a:spcBef>
            </a:pPr>
            <a:r>
              <a:rPr spc="-10"/>
              <a:t>Statements</a:t>
            </a:r>
          </a:p>
        </p:txBody>
      </p:sp>
      <p:sp>
        <p:nvSpPr>
          <p:cNvPr id="3" name="object 3"/>
          <p:cNvSpPr txBox="1"/>
          <p:nvPr/>
        </p:nvSpPr>
        <p:spPr>
          <a:xfrm>
            <a:off x="1602739" y="558738"/>
            <a:ext cx="8902700" cy="4020973"/>
          </a:xfrm>
          <a:prstGeom prst="rect">
            <a:avLst/>
          </a:prstGeom>
        </p:spPr>
        <p:txBody>
          <a:bodyPr vert="horz" wrap="square" lIns="0" tIns="85725" rIns="0" bIns="0" rtlCol="0">
            <a:spAutoFit/>
          </a:bodyPr>
          <a:lstStyle/>
          <a:p>
            <a:pPr marL="355600" indent="-342900">
              <a:spcBef>
                <a:spcPts val="675"/>
              </a:spcBef>
              <a:buFont typeface="Arial"/>
              <a:buChar char="•"/>
              <a:tabLst>
                <a:tab pos="354965" algn="l"/>
                <a:tab pos="355600" algn="l"/>
              </a:tabLst>
            </a:pPr>
            <a:r>
              <a:rPr sz="2400">
                <a:latin typeface="Times New Roman"/>
                <a:cs typeface="Times New Roman"/>
              </a:rPr>
              <a:t>A</a:t>
            </a:r>
            <a:r>
              <a:rPr sz="2400" spc="-155">
                <a:latin typeface="Times New Roman"/>
                <a:cs typeface="Times New Roman"/>
              </a:rPr>
              <a:t> </a:t>
            </a:r>
            <a:r>
              <a:rPr sz="2400">
                <a:latin typeface="Times New Roman"/>
                <a:cs typeface="Times New Roman"/>
              </a:rPr>
              <a:t>compound</a:t>
            </a:r>
            <a:r>
              <a:rPr sz="2400" spc="-5">
                <a:latin typeface="Times New Roman"/>
                <a:cs typeface="Times New Roman"/>
              </a:rPr>
              <a:t> </a:t>
            </a:r>
            <a:r>
              <a:rPr sz="2400">
                <a:latin typeface="Times New Roman"/>
                <a:cs typeface="Times New Roman"/>
              </a:rPr>
              <a:t>statement</a:t>
            </a:r>
            <a:r>
              <a:rPr sz="2400" spc="-40">
                <a:latin typeface="Times New Roman"/>
                <a:cs typeface="Times New Roman"/>
              </a:rPr>
              <a:t> </a:t>
            </a:r>
            <a:r>
              <a:rPr sz="2400">
                <a:latin typeface="Times New Roman"/>
                <a:cs typeface="Times New Roman"/>
              </a:rPr>
              <a:t>does</a:t>
            </a:r>
            <a:r>
              <a:rPr sz="2400" spc="-5">
                <a:latin typeface="Times New Roman"/>
                <a:cs typeface="Times New Roman"/>
              </a:rPr>
              <a:t> </a:t>
            </a:r>
            <a:r>
              <a:rPr sz="2400">
                <a:latin typeface="Times New Roman"/>
                <a:cs typeface="Times New Roman"/>
              </a:rPr>
              <a:t>not</a:t>
            </a:r>
            <a:r>
              <a:rPr sz="2400" spc="-20">
                <a:latin typeface="Times New Roman"/>
                <a:cs typeface="Times New Roman"/>
              </a:rPr>
              <a:t> </a:t>
            </a:r>
            <a:r>
              <a:rPr sz="2400">
                <a:latin typeface="Times New Roman"/>
                <a:cs typeface="Times New Roman"/>
              </a:rPr>
              <a:t>need</a:t>
            </a:r>
            <a:r>
              <a:rPr sz="2400" spc="-20">
                <a:latin typeface="Times New Roman"/>
                <a:cs typeface="Times New Roman"/>
              </a:rPr>
              <a:t> </a:t>
            </a:r>
            <a:r>
              <a:rPr sz="2400">
                <a:latin typeface="Times New Roman"/>
                <a:cs typeface="Times New Roman"/>
              </a:rPr>
              <a:t>a</a:t>
            </a:r>
            <a:r>
              <a:rPr sz="2400" spc="-5">
                <a:latin typeface="Times New Roman"/>
                <a:cs typeface="Times New Roman"/>
              </a:rPr>
              <a:t> </a:t>
            </a:r>
            <a:r>
              <a:rPr sz="2400" spc="-10">
                <a:latin typeface="Times New Roman"/>
                <a:cs typeface="Times New Roman"/>
              </a:rPr>
              <a:t>semicolon.</a:t>
            </a:r>
            <a:endParaRPr sz="2400">
              <a:latin typeface="Times New Roman"/>
              <a:cs typeface="Times New Roman"/>
            </a:endParaRPr>
          </a:p>
          <a:p>
            <a:pPr marL="355600" marR="5080" indent="-342900">
              <a:spcBef>
                <a:spcPts val="580"/>
              </a:spcBef>
              <a:buFont typeface="Arial"/>
              <a:buChar char="•"/>
              <a:tabLst>
                <a:tab pos="354965" algn="l"/>
                <a:tab pos="355600" algn="l"/>
              </a:tabLst>
            </a:pPr>
            <a:r>
              <a:rPr sz="2400">
                <a:latin typeface="Times New Roman"/>
                <a:cs typeface="Times New Roman"/>
              </a:rPr>
              <a:t>If</a:t>
            </a:r>
            <a:r>
              <a:rPr sz="2400" spc="-30">
                <a:latin typeface="Times New Roman"/>
                <a:cs typeface="Times New Roman"/>
              </a:rPr>
              <a:t> </a:t>
            </a:r>
            <a:r>
              <a:rPr sz="2400">
                <a:latin typeface="Times New Roman"/>
                <a:cs typeface="Times New Roman"/>
              </a:rPr>
              <a:t>we</a:t>
            </a:r>
            <a:r>
              <a:rPr sz="2400" spc="-5">
                <a:latin typeface="Times New Roman"/>
                <a:cs typeface="Times New Roman"/>
              </a:rPr>
              <a:t> </a:t>
            </a:r>
            <a:r>
              <a:rPr sz="2400">
                <a:latin typeface="Times New Roman"/>
                <a:cs typeface="Times New Roman"/>
              </a:rPr>
              <a:t>put</a:t>
            </a:r>
            <a:r>
              <a:rPr sz="2400" spc="-25">
                <a:latin typeface="Times New Roman"/>
                <a:cs typeface="Times New Roman"/>
              </a:rPr>
              <a:t> </a:t>
            </a:r>
            <a:r>
              <a:rPr sz="2400">
                <a:latin typeface="Times New Roman"/>
                <a:cs typeface="Times New Roman"/>
              </a:rPr>
              <a:t>semicolon</a:t>
            </a:r>
            <a:r>
              <a:rPr sz="2400" spc="-10">
                <a:latin typeface="Times New Roman"/>
                <a:cs typeface="Times New Roman"/>
              </a:rPr>
              <a:t> </a:t>
            </a:r>
            <a:r>
              <a:rPr sz="2400">
                <a:latin typeface="Times New Roman"/>
                <a:cs typeface="Times New Roman"/>
              </a:rPr>
              <a:t>after</a:t>
            </a:r>
            <a:r>
              <a:rPr sz="2400" spc="-30">
                <a:latin typeface="Times New Roman"/>
                <a:cs typeface="Times New Roman"/>
              </a:rPr>
              <a:t> </a:t>
            </a:r>
            <a:r>
              <a:rPr sz="2400">
                <a:latin typeface="Times New Roman"/>
                <a:cs typeface="Times New Roman"/>
              </a:rPr>
              <a:t>the</a:t>
            </a:r>
            <a:r>
              <a:rPr sz="2400" spc="-25">
                <a:latin typeface="Times New Roman"/>
                <a:cs typeface="Times New Roman"/>
              </a:rPr>
              <a:t> </a:t>
            </a:r>
            <a:r>
              <a:rPr sz="2400">
                <a:latin typeface="Times New Roman"/>
                <a:cs typeface="Times New Roman"/>
              </a:rPr>
              <a:t>compound</a:t>
            </a:r>
            <a:r>
              <a:rPr sz="2400" spc="-5">
                <a:latin typeface="Times New Roman"/>
                <a:cs typeface="Times New Roman"/>
              </a:rPr>
              <a:t> </a:t>
            </a:r>
            <a:r>
              <a:rPr sz="2400">
                <a:latin typeface="Times New Roman"/>
                <a:cs typeface="Times New Roman"/>
              </a:rPr>
              <a:t>statement</a:t>
            </a:r>
            <a:r>
              <a:rPr sz="2400" spc="-50">
                <a:latin typeface="Times New Roman"/>
                <a:cs typeface="Times New Roman"/>
              </a:rPr>
              <a:t> </a:t>
            </a:r>
            <a:r>
              <a:rPr sz="2400">
                <a:latin typeface="Times New Roman"/>
                <a:cs typeface="Times New Roman"/>
              </a:rPr>
              <a:t>the</a:t>
            </a:r>
            <a:r>
              <a:rPr sz="2400" spc="-20">
                <a:latin typeface="Times New Roman"/>
                <a:cs typeface="Times New Roman"/>
              </a:rPr>
              <a:t> </a:t>
            </a:r>
            <a:r>
              <a:rPr sz="2400">
                <a:latin typeface="Times New Roman"/>
                <a:cs typeface="Times New Roman"/>
              </a:rPr>
              <a:t>compiler</a:t>
            </a:r>
            <a:r>
              <a:rPr sz="2400" spc="-20">
                <a:latin typeface="Times New Roman"/>
                <a:cs typeface="Times New Roman"/>
              </a:rPr>
              <a:t> </a:t>
            </a:r>
            <a:r>
              <a:rPr sz="2400" spc="-10">
                <a:latin typeface="Times New Roman"/>
                <a:cs typeface="Times New Roman"/>
              </a:rPr>
              <a:t>thinks </a:t>
            </a:r>
            <a:r>
              <a:rPr sz="2400">
                <a:latin typeface="Times New Roman"/>
                <a:cs typeface="Times New Roman"/>
              </a:rPr>
              <a:t>that</a:t>
            </a:r>
            <a:r>
              <a:rPr sz="2400" spc="-40">
                <a:latin typeface="Times New Roman"/>
                <a:cs typeface="Times New Roman"/>
              </a:rPr>
              <a:t> </a:t>
            </a:r>
            <a:r>
              <a:rPr sz="2400">
                <a:latin typeface="Times New Roman"/>
                <a:cs typeface="Times New Roman"/>
              </a:rPr>
              <a:t>we have</a:t>
            </a:r>
            <a:r>
              <a:rPr sz="2400" spc="-15">
                <a:latin typeface="Times New Roman"/>
                <a:cs typeface="Times New Roman"/>
              </a:rPr>
              <a:t> </a:t>
            </a:r>
            <a:r>
              <a:rPr sz="2400">
                <a:latin typeface="Times New Roman"/>
                <a:cs typeface="Times New Roman"/>
              </a:rPr>
              <a:t>put an</a:t>
            </a:r>
            <a:r>
              <a:rPr sz="2400" spc="-15">
                <a:latin typeface="Times New Roman"/>
                <a:cs typeface="Times New Roman"/>
              </a:rPr>
              <a:t> </a:t>
            </a:r>
            <a:r>
              <a:rPr sz="2400">
                <a:latin typeface="Times New Roman"/>
                <a:cs typeface="Times New Roman"/>
              </a:rPr>
              <a:t>extra</a:t>
            </a:r>
            <a:r>
              <a:rPr sz="2400" spc="-25">
                <a:latin typeface="Times New Roman"/>
                <a:cs typeface="Times New Roman"/>
              </a:rPr>
              <a:t> </a:t>
            </a:r>
            <a:r>
              <a:rPr sz="2400">
                <a:latin typeface="Times New Roman"/>
                <a:cs typeface="Times New Roman"/>
              </a:rPr>
              <a:t>null</a:t>
            </a:r>
            <a:r>
              <a:rPr sz="2400" spc="-5">
                <a:latin typeface="Times New Roman"/>
                <a:cs typeface="Times New Roman"/>
              </a:rPr>
              <a:t> </a:t>
            </a:r>
            <a:r>
              <a:rPr sz="2400" spc="-10">
                <a:latin typeface="Times New Roman"/>
                <a:cs typeface="Times New Roman"/>
              </a:rPr>
              <a:t>statement.</a:t>
            </a:r>
            <a:endParaRPr sz="2400">
              <a:latin typeface="Times New Roman"/>
              <a:cs typeface="Times New Roman"/>
            </a:endParaRPr>
          </a:p>
          <a:p>
            <a:pPr marL="12700">
              <a:spcBef>
                <a:spcPts val="750"/>
              </a:spcBef>
            </a:pPr>
            <a:r>
              <a:rPr sz="3200">
                <a:solidFill>
                  <a:srgbClr val="C00000"/>
                </a:solidFill>
                <a:latin typeface="Times New Roman"/>
                <a:cs typeface="Times New Roman"/>
              </a:rPr>
              <a:t>The</a:t>
            </a:r>
            <a:r>
              <a:rPr sz="3200" spc="-30">
                <a:solidFill>
                  <a:srgbClr val="C00000"/>
                </a:solidFill>
                <a:latin typeface="Times New Roman"/>
                <a:cs typeface="Times New Roman"/>
              </a:rPr>
              <a:t> </a:t>
            </a:r>
            <a:r>
              <a:rPr sz="3200">
                <a:solidFill>
                  <a:srgbClr val="C00000"/>
                </a:solidFill>
                <a:latin typeface="Times New Roman"/>
                <a:cs typeface="Times New Roman"/>
              </a:rPr>
              <a:t>Role of</a:t>
            </a:r>
            <a:r>
              <a:rPr sz="3200" spc="-10">
                <a:solidFill>
                  <a:srgbClr val="C00000"/>
                </a:solidFill>
                <a:latin typeface="Times New Roman"/>
                <a:cs typeface="Times New Roman"/>
              </a:rPr>
              <a:t> Semicolon</a:t>
            </a:r>
            <a:endParaRPr sz="3200">
              <a:latin typeface="Times New Roman"/>
              <a:cs typeface="Times New Roman"/>
            </a:endParaRPr>
          </a:p>
          <a:p>
            <a:pPr marL="355600" indent="-342900">
              <a:spcBef>
                <a:spcPts val="595"/>
              </a:spcBef>
              <a:buFont typeface="Arial"/>
              <a:buChar char="•"/>
              <a:tabLst>
                <a:tab pos="354965" algn="l"/>
                <a:tab pos="355600" algn="l"/>
              </a:tabLst>
            </a:pPr>
            <a:r>
              <a:rPr sz="2400">
                <a:latin typeface="Times New Roman"/>
                <a:cs typeface="Times New Roman"/>
              </a:rPr>
              <a:t>Semicolon</a:t>
            </a:r>
            <a:r>
              <a:rPr sz="2400" spc="-45">
                <a:latin typeface="Times New Roman"/>
                <a:cs typeface="Times New Roman"/>
              </a:rPr>
              <a:t> </a:t>
            </a:r>
            <a:r>
              <a:rPr sz="2400">
                <a:latin typeface="Times New Roman"/>
                <a:cs typeface="Times New Roman"/>
              </a:rPr>
              <a:t>is</a:t>
            </a:r>
            <a:r>
              <a:rPr sz="2400" spc="-25">
                <a:latin typeface="Times New Roman"/>
                <a:cs typeface="Times New Roman"/>
              </a:rPr>
              <a:t> </a:t>
            </a:r>
            <a:r>
              <a:rPr sz="2400">
                <a:latin typeface="Times New Roman"/>
                <a:cs typeface="Times New Roman"/>
              </a:rPr>
              <a:t>used</a:t>
            </a:r>
            <a:r>
              <a:rPr sz="2400" spc="-30">
                <a:latin typeface="Times New Roman"/>
                <a:cs typeface="Times New Roman"/>
              </a:rPr>
              <a:t> </a:t>
            </a:r>
            <a:r>
              <a:rPr sz="2400">
                <a:latin typeface="Times New Roman"/>
                <a:cs typeface="Times New Roman"/>
              </a:rPr>
              <a:t>in</a:t>
            </a:r>
            <a:r>
              <a:rPr sz="2400" spc="-35">
                <a:latin typeface="Times New Roman"/>
                <a:cs typeface="Times New Roman"/>
              </a:rPr>
              <a:t> </a:t>
            </a:r>
            <a:r>
              <a:rPr sz="2400">
                <a:latin typeface="Times New Roman"/>
                <a:cs typeface="Times New Roman"/>
              </a:rPr>
              <a:t>two</a:t>
            </a:r>
            <a:r>
              <a:rPr sz="2400" spc="-25">
                <a:latin typeface="Times New Roman"/>
                <a:cs typeface="Times New Roman"/>
              </a:rPr>
              <a:t> </a:t>
            </a:r>
            <a:r>
              <a:rPr sz="2400">
                <a:latin typeface="Times New Roman"/>
                <a:cs typeface="Times New Roman"/>
              </a:rPr>
              <a:t>different</a:t>
            </a:r>
            <a:r>
              <a:rPr sz="2400" spc="-30">
                <a:latin typeface="Times New Roman"/>
                <a:cs typeface="Times New Roman"/>
              </a:rPr>
              <a:t> </a:t>
            </a:r>
            <a:r>
              <a:rPr sz="2400" spc="-10">
                <a:latin typeface="Times New Roman"/>
                <a:cs typeface="Times New Roman"/>
              </a:rPr>
              <a:t>situations</a:t>
            </a:r>
            <a:endParaRPr sz="2400">
              <a:latin typeface="Times New Roman"/>
              <a:cs typeface="Times New Roman"/>
            </a:endParaRPr>
          </a:p>
          <a:p>
            <a:pPr marL="620395" lvl="1" indent="-305435">
              <a:spcBef>
                <a:spcPts val="575"/>
              </a:spcBef>
              <a:buAutoNum type="arabicPeriod"/>
              <a:tabLst>
                <a:tab pos="621030" algn="l"/>
              </a:tabLst>
            </a:pPr>
            <a:r>
              <a:rPr sz="2400">
                <a:latin typeface="Times New Roman"/>
                <a:cs typeface="Times New Roman"/>
              </a:rPr>
              <a:t>Every</a:t>
            </a:r>
            <a:r>
              <a:rPr sz="2400" spc="-5">
                <a:latin typeface="Times New Roman"/>
                <a:cs typeface="Times New Roman"/>
              </a:rPr>
              <a:t> </a:t>
            </a:r>
            <a:r>
              <a:rPr sz="2400">
                <a:latin typeface="Times New Roman"/>
                <a:cs typeface="Times New Roman"/>
              </a:rPr>
              <a:t>declaration</a:t>
            </a:r>
            <a:r>
              <a:rPr sz="2400" spc="-45">
                <a:latin typeface="Times New Roman"/>
                <a:cs typeface="Times New Roman"/>
              </a:rPr>
              <a:t> </a:t>
            </a:r>
            <a:r>
              <a:rPr sz="2400">
                <a:latin typeface="Times New Roman"/>
                <a:cs typeface="Times New Roman"/>
              </a:rPr>
              <a:t>in</a:t>
            </a:r>
            <a:r>
              <a:rPr sz="2400" spc="-10">
                <a:latin typeface="Times New Roman"/>
                <a:cs typeface="Times New Roman"/>
              </a:rPr>
              <a:t> </a:t>
            </a:r>
            <a:r>
              <a:rPr sz="2400">
                <a:latin typeface="Times New Roman"/>
                <a:cs typeface="Times New Roman"/>
              </a:rPr>
              <a:t>c</a:t>
            </a:r>
            <a:r>
              <a:rPr sz="2400" spc="-10">
                <a:latin typeface="Times New Roman"/>
                <a:cs typeface="Times New Roman"/>
              </a:rPr>
              <a:t> </a:t>
            </a:r>
            <a:r>
              <a:rPr sz="2400">
                <a:latin typeface="Times New Roman"/>
                <a:cs typeface="Times New Roman"/>
              </a:rPr>
              <a:t>is terminated</a:t>
            </a:r>
            <a:r>
              <a:rPr sz="2400" spc="-40">
                <a:latin typeface="Times New Roman"/>
                <a:cs typeface="Times New Roman"/>
              </a:rPr>
              <a:t> </a:t>
            </a:r>
            <a:r>
              <a:rPr sz="2400">
                <a:latin typeface="Times New Roman"/>
                <a:cs typeface="Times New Roman"/>
              </a:rPr>
              <a:t>by</a:t>
            </a:r>
            <a:r>
              <a:rPr sz="2400" spc="-5">
                <a:latin typeface="Times New Roman"/>
                <a:cs typeface="Times New Roman"/>
              </a:rPr>
              <a:t> </a:t>
            </a:r>
            <a:r>
              <a:rPr sz="2400">
                <a:latin typeface="Times New Roman"/>
                <a:cs typeface="Times New Roman"/>
              </a:rPr>
              <a:t>a</a:t>
            </a:r>
            <a:r>
              <a:rPr sz="2400" spc="-10">
                <a:latin typeface="Times New Roman"/>
                <a:cs typeface="Times New Roman"/>
              </a:rPr>
              <a:t> semicolon.</a:t>
            </a:r>
            <a:endParaRPr sz="2400">
              <a:latin typeface="Times New Roman"/>
              <a:cs typeface="Times New Roman"/>
            </a:endParaRPr>
          </a:p>
          <a:p>
            <a:pPr marL="620395" lvl="1" indent="-305435">
              <a:spcBef>
                <a:spcPts val="575"/>
              </a:spcBef>
              <a:buAutoNum type="arabicPeriod"/>
              <a:tabLst>
                <a:tab pos="621030" algn="l"/>
              </a:tabLst>
            </a:pPr>
            <a:r>
              <a:rPr sz="2400">
                <a:latin typeface="Times New Roman"/>
                <a:cs typeface="Times New Roman"/>
              </a:rPr>
              <a:t>Most</a:t>
            </a:r>
            <a:r>
              <a:rPr sz="2400" spc="-20">
                <a:latin typeface="Times New Roman"/>
                <a:cs typeface="Times New Roman"/>
              </a:rPr>
              <a:t> </a:t>
            </a:r>
            <a:r>
              <a:rPr sz="2400">
                <a:latin typeface="Times New Roman"/>
                <a:cs typeface="Times New Roman"/>
              </a:rPr>
              <a:t>statements</a:t>
            </a:r>
            <a:r>
              <a:rPr sz="2400" spc="-35">
                <a:latin typeface="Times New Roman"/>
                <a:cs typeface="Times New Roman"/>
              </a:rPr>
              <a:t> </a:t>
            </a:r>
            <a:r>
              <a:rPr sz="2400">
                <a:latin typeface="Times New Roman"/>
                <a:cs typeface="Times New Roman"/>
              </a:rPr>
              <a:t>in</a:t>
            </a:r>
            <a:r>
              <a:rPr sz="2400" spc="-20">
                <a:latin typeface="Times New Roman"/>
                <a:cs typeface="Times New Roman"/>
              </a:rPr>
              <a:t> </a:t>
            </a:r>
            <a:r>
              <a:rPr sz="2400">
                <a:latin typeface="Times New Roman"/>
                <a:cs typeface="Times New Roman"/>
              </a:rPr>
              <a:t>c</a:t>
            </a:r>
            <a:r>
              <a:rPr sz="2400" spc="-10">
                <a:latin typeface="Times New Roman"/>
                <a:cs typeface="Times New Roman"/>
              </a:rPr>
              <a:t> </a:t>
            </a:r>
            <a:r>
              <a:rPr sz="2400">
                <a:latin typeface="Times New Roman"/>
                <a:cs typeface="Times New Roman"/>
              </a:rPr>
              <a:t>are</a:t>
            </a:r>
            <a:r>
              <a:rPr sz="2400" spc="-20">
                <a:latin typeface="Times New Roman"/>
                <a:cs typeface="Times New Roman"/>
              </a:rPr>
              <a:t> </a:t>
            </a:r>
            <a:r>
              <a:rPr sz="2400">
                <a:latin typeface="Times New Roman"/>
                <a:cs typeface="Times New Roman"/>
              </a:rPr>
              <a:t>terminated</a:t>
            </a:r>
            <a:r>
              <a:rPr sz="2400" spc="-50">
                <a:latin typeface="Times New Roman"/>
                <a:cs typeface="Times New Roman"/>
              </a:rPr>
              <a:t> </a:t>
            </a:r>
            <a:r>
              <a:rPr sz="2400">
                <a:latin typeface="Times New Roman"/>
                <a:cs typeface="Times New Roman"/>
              </a:rPr>
              <a:t>by</a:t>
            </a:r>
            <a:r>
              <a:rPr sz="2400" spc="-10">
                <a:latin typeface="Times New Roman"/>
                <a:cs typeface="Times New Roman"/>
              </a:rPr>
              <a:t> </a:t>
            </a:r>
            <a:r>
              <a:rPr sz="2400">
                <a:latin typeface="Times New Roman"/>
                <a:cs typeface="Times New Roman"/>
              </a:rPr>
              <a:t>a</a:t>
            </a:r>
            <a:r>
              <a:rPr sz="2400" spc="-25">
                <a:latin typeface="Times New Roman"/>
                <a:cs typeface="Times New Roman"/>
              </a:rPr>
              <a:t> </a:t>
            </a:r>
            <a:r>
              <a:rPr sz="2400" spc="-10">
                <a:latin typeface="Times New Roman"/>
                <a:cs typeface="Times New Roman"/>
              </a:rPr>
              <a:t>semicolon.</a:t>
            </a:r>
            <a:endParaRPr sz="2400">
              <a:latin typeface="Times New Roman"/>
              <a:cs typeface="Times New Roman"/>
            </a:endParaRPr>
          </a:p>
          <a:p>
            <a:pPr marL="355600" marR="322580" indent="-342900">
              <a:spcBef>
                <a:spcPts val="580"/>
              </a:spcBef>
              <a:buFont typeface="Arial"/>
              <a:buChar char="•"/>
              <a:tabLst>
                <a:tab pos="354965" algn="l"/>
                <a:tab pos="355600" algn="l"/>
              </a:tabLst>
            </a:pPr>
            <a:r>
              <a:rPr sz="2400">
                <a:latin typeface="Times New Roman"/>
                <a:cs typeface="Times New Roman"/>
              </a:rPr>
              <a:t>Semicolon</a:t>
            </a:r>
            <a:r>
              <a:rPr sz="2400" spc="-30">
                <a:latin typeface="Times New Roman"/>
                <a:cs typeface="Times New Roman"/>
              </a:rPr>
              <a:t> </a:t>
            </a:r>
            <a:r>
              <a:rPr sz="2400">
                <a:latin typeface="Times New Roman"/>
                <a:cs typeface="Times New Roman"/>
              </a:rPr>
              <a:t>should</a:t>
            </a:r>
            <a:r>
              <a:rPr sz="2400" spc="-5">
                <a:latin typeface="Times New Roman"/>
                <a:cs typeface="Times New Roman"/>
              </a:rPr>
              <a:t> </a:t>
            </a:r>
            <a:r>
              <a:rPr sz="2400">
                <a:latin typeface="Times New Roman"/>
                <a:cs typeface="Times New Roman"/>
              </a:rPr>
              <a:t>not</a:t>
            </a:r>
            <a:r>
              <a:rPr sz="2400" spc="-5">
                <a:latin typeface="Times New Roman"/>
                <a:cs typeface="Times New Roman"/>
              </a:rPr>
              <a:t> </a:t>
            </a:r>
            <a:r>
              <a:rPr sz="2400">
                <a:latin typeface="Times New Roman"/>
                <a:cs typeface="Times New Roman"/>
              </a:rPr>
              <a:t>be</a:t>
            </a:r>
            <a:r>
              <a:rPr sz="2400" spc="-25">
                <a:latin typeface="Times New Roman"/>
                <a:cs typeface="Times New Roman"/>
              </a:rPr>
              <a:t> </a:t>
            </a:r>
            <a:r>
              <a:rPr sz="2400">
                <a:latin typeface="Times New Roman"/>
                <a:cs typeface="Times New Roman"/>
              </a:rPr>
              <a:t>used</a:t>
            </a:r>
            <a:r>
              <a:rPr sz="2400" spc="-5">
                <a:latin typeface="Times New Roman"/>
                <a:cs typeface="Times New Roman"/>
              </a:rPr>
              <a:t> </a:t>
            </a:r>
            <a:r>
              <a:rPr sz="2400">
                <a:latin typeface="Times New Roman"/>
                <a:cs typeface="Times New Roman"/>
              </a:rPr>
              <a:t>with</a:t>
            </a:r>
            <a:r>
              <a:rPr sz="2400" spc="-20">
                <a:latin typeface="Times New Roman"/>
                <a:cs typeface="Times New Roman"/>
              </a:rPr>
              <a:t> </a:t>
            </a:r>
            <a:r>
              <a:rPr sz="2400">
                <a:latin typeface="Times New Roman"/>
                <a:cs typeface="Times New Roman"/>
              </a:rPr>
              <a:t>a</a:t>
            </a:r>
            <a:r>
              <a:rPr sz="2400" spc="-5">
                <a:latin typeface="Times New Roman"/>
                <a:cs typeface="Times New Roman"/>
              </a:rPr>
              <a:t> </a:t>
            </a:r>
            <a:r>
              <a:rPr sz="2400">
                <a:latin typeface="Times New Roman"/>
                <a:cs typeface="Times New Roman"/>
              </a:rPr>
              <a:t>preprocessor</a:t>
            </a:r>
            <a:r>
              <a:rPr sz="2400" spc="-25">
                <a:latin typeface="Times New Roman"/>
                <a:cs typeface="Times New Roman"/>
              </a:rPr>
              <a:t> </a:t>
            </a:r>
            <a:r>
              <a:rPr sz="2400">
                <a:latin typeface="Times New Roman"/>
                <a:cs typeface="Times New Roman"/>
              </a:rPr>
              <a:t>directive</a:t>
            </a:r>
            <a:r>
              <a:rPr sz="2400" spc="-60">
                <a:latin typeface="Times New Roman"/>
                <a:cs typeface="Times New Roman"/>
              </a:rPr>
              <a:t> </a:t>
            </a:r>
            <a:r>
              <a:rPr sz="2400">
                <a:latin typeface="Times New Roman"/>
                <a:cs typeface="Times New Roman"/>
              </a:rPr>
              <a:t>such</a:t>
            </a:r>
            <a:r>
              <a:rPr sz="2400" spc="-5">
                <a:latin typeface="Times New Roman"/>
                <a:cs typeface="Times New Roman"/>
              </a:rPr>
              <a:t> </a:t>
            </a:r>
            <a:r>
              <a:rPr sz="2400" spc="-25">
                <a:latin typeface="Times New Roman"/>
                <a:cs typeface="Times New Roman"/>
              </a:rPr>
              <a:t>as </a:t>
            </a:r>
            <a:r>
              <a:rPr sz="2400">
                <a:latin typeface="Times New Roman"/>
                <a:cs typeface="Times New Roman"/>
              </a:rPr>
              <a:t>the</a:t>
            </a:r>
            <a:r>
              <a:rPr sz="2400" spc="-20">
                <a:latin typeface="Times New Roman"/>
                <a:cs typeface="Times New Roman"/>
              </a:rPr>
              <a:t> </a:t>
            </a:r>
            <a:r>
              <a:rPr sz="2400">
                <a:latin typeface="Times New Roman"/>
                <a:cs typeface="Times New Roman"/>
              </a:rPr>
              <a:t>include</a:t>
            </a:r>
            <a:r>
              <a:rPr sz="2400" spc="-35">
                <a:latin typeface="Times New Roman"/>
                <a:cs typeface="Times New Roman"/>
              </a:rPr>
              <a:t> </a:t>
            </a:r>
            <a:r>
              <a:rPr sz="2400">
                <a:latin typeface="Times New Roman"/>
                <a:cs typeface="Times New Roman"/>
              </a:rPr>
              <a:t>and</a:t>
            </a:r>
            <a:r>
              <a:rPr sz="2400" spc="5">
                <a:latin typeface="Times New Roman"/>
                <a:cs typeface="Times New Roman"/>
              </a:rPr>
              <a:t> </a:t>
            </a:r>
            <a:r>
              <a:rPr sz="2400" spc="-10">
                <a:latin typeface="Times New Roman"/>
                <a:cs typeface="Times New Roman"/>
              </a:rPr>
              <a:t>define.</a:t>
            </a:r>
            <a:endParaRPr sz="2400">
              <a:latin typeface="Times New Roman"/>
              <a:cs typeface="Times New Roman"/>
            </a:endParaRPr>
          </a:p>
        </p:txBody>
      </p:sp>
    </p:spTree>
    <p:extLst>
      <p:ext uri="{BB962C8B-B14F-4D97-AF65-F5344CB8AC3E}">
        <p14:creationId xmlns:p14="http://schemas.microsoft.com/office/powerpoint/2010/main" val="1289297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Decision Making &amp; Branching</a:t>
            </a:r>
            <a:br>
              <a:rPr lang="en-US"/>
            </a:br>
            <a:endParaRPr lang="en-US"/>
          </a:p>
        </p:txBody>
      </p:sp>
      <p:sp>
        <p:nvSpPr>
          <p:cNvPr id="3" name="Content Placeholder 2"/>
          <p:cNvSpPr>
            <a:spLocks noGrp="1"/>
          </p:cNvSpPr>
          <p:nvPr>
            <p:ph idx="1"/>
          </p:nvPr>
        </p:nvSpPr>
        <p:spPr>
          <a:xfrm>
            <a:off x="838200" y="1825625"/>
            <a:ext cx="10515600" cy="3072872"/>
          </a:xfrm>
        </p:spPr>
        <p:txBody>
          <a:bodyPr/>
          <a:lstStyle/>
          <a:p>
            <a:pPr marL="0" indent="0">
              <a:buNone/>
            </a:pPr>
            <a:r>
              <a:rPr lang="en-GB"/>
              <a:t>When designing most programs we will require to build up sequences of statements. These collections of statements are called </a:t>
            </a:r>
            <a:r>
              <a:rPr lang="en-GB" b="1" i="1"/>
              <a:t>blocks</a:t>
            </a:r>
            <a:r>
              <a:rPr lang="en-GB"/>
              <a:t> and are encased between pairs of curly braces. </a:t>
            </a:r>
          </a:p>
          <a:p>
            <a:pPr marL="0" indent="0">
              <a:buNone/>
            </a:pPr>
            <a:r>
              <a:rPr lang="en-GB"/>
              <a:t>We have already encountered these statement blocks in the case of the </a:t>
            </a:r>
            <a:r>
              <a:rPr lang="en-GB" i="1"/>
              <a:t>main</a:t>
            </a:r>
            <a:r>
              <a:rPr lang="en-GB"/>
              <a:t> function in the </a:t>
            </a:r>
            <a:r>
              <a:rPr lang="en-GB" i="1"/>
              <a:t>hello world</a:t>
            </a:r>
            <a:r>
              <a:rPr lang="en-GB"/>
              <a:t> program where the body of the function was encased in a pair of curly braces. </a:t>
            </a:r>
            <a:endParaRPr lang="en-US"/>
          </a:p>
          <a:p>
            <a:pPr marL="0" indent="0">
              <a:buNone/>
            </a:pPr>
            <a:endParaRPr lang="en-US"/>
          </a:p>
        </p:txBody>
      </p:sp>
    </p:spTree>
    <p:extLst>
      <p:ext uri="{BB962C8B-B14F-4D97-AF65-F5344CB8AC3E}">
        <p14:creationId xmlns:p14="http://schemas.microsoft.com/office/powerpoint/2010/main" val="13952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Decision Making &amp; Branching</a:t>
            </a:r>
            <a:br>
              <a:rPr lang="en-US"/>
            </a:br>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b="1"/>
              <a:t>if (condition)</a:t>
            </a:r>
            <a:br>
              <a:rPr lang="en-US" b="1"/>
            </a:br>
            <a:r>
              <a:rPr lang="en-US" b="1"/>
              <a:t>{</a:t>
            </a:r>
            <a:br>
              <a:rPr lang="en-US" b="1"/>
            </a:br>
            <a:r>
              <a:rPr lang="en-US" b="1"/>
              <a:t>statement block;</a:t>
            </a:r>
            <a:br>
              <a:rPr lang="en-US" b="1"/>
            </a:br>
            <a:r>
              <a:rPr lang="en-US" b="1"/>
              <a:t>}</a:t>
            </a:r>
            <a:br>
              <a:rPr lang="en-US" b="1"/>
            </a:br>
            <a:r>
              <a:rPr lang="en-US" b="1"/>
              <a:t>statement n;</a:t>
            </a:r>
          </a:p>
          <a:p>
            <a:pPr marL="0" indent="0" hangingPunct="0">
              <a:buNone/>
            </a:pPr>
            <a:endParaRPr lang="en-GB" b="1" i="1"/>
          </a:p>
          <a:p>
            <a:pPr marL="0" indent="0" hangingPunct="0">
              <a:buNone/>
            </a:pPr>
            <a:r>
              <a:rPr lang="en-GB" b="1" i="1"/>
              <a:t>Example:</a:t>
            </a:r>
            <a:endParaRPr lang="en-US" b="1" i="1"/>
          </a:p>
          <a:p>
            <a:pPr marL="0" indent="0">
              <a:buNone/>
            </a:pPr>
            <a:r>
              <a:rPr lang="en-US"/>
              <a:t>if (code = = 1)</a:t>
            </a:r>
            <a:br>
              <a:rPr lang="en-US"/>
            </a:br>
            <a:r>
              <a:rPr lang="en-US"/>
              <a:t>{</a:t>
            </a:r>
            <a:br>
              <a:rPr lang="en-US"/>
            </a:br>
            <a:r>
              <a:rPr lang="en-US"/>
              <a:t>salary = salary + 500;</a:t>
            </a:r>
            <a:br>
              <a:rPr lang="en-US"/>
            </a:br>
            <a:r>
              <a:rPr lang="en-US"/>
              <a:t>}</a:t>
            </a:r>
            <a:br>
              <a:rPr lang="en-US"/>
            </a:br>
            <a:r>
              <a:rPr lang="en-US" err="1"/>
              <a:t>printf</a:t>
            </a:r>
            <a:r>
              <a:rPr lang="en-US"/>
              <a:t>("%</a:t>
            </a:r>
            <a:r>
              <a:rPr lang="en-US" err="1"/>
              <a:t>d",salary</a:t>
            </a:r>
            <a:r>
              <a:rPr lang="en-US"/>
              <a:t>); </a:t>
            </a:r>
          </a:p>
          <a:p>
            <a:pPr marL="0" indent="0">
              <a:buNone/>
            </a:pPr>
            <a:endParaRPr lang="en-US"/>
          </a:p>
          <a:p>
            <a:pPr marL="0" indent="0">
              <a:buNone/>
            </a:pPr>
            <a:endParaRPr lang="en-US"/>
          </a:p>
        </p:txBody>
      </p:sp>
      <p:pic>
        <p:nvPicPr>
          <p:cNvPr id="4" name="Picture 3"/>
          <p:cNvPicPr>
            <a:picLocks noChangeAspect="1"/>
          </p:cNvPicPr>
          <p:nvPr/>
        </p:nvPicPr>
        <p:blipFill>
          <a:blip r:embed="rId2"/>
          <a:stretch>
            <a:fillRect/>
          </a:stretch>
        </p:blipFill>
        <p:spPr>
          <a:xfrm>
            <a:off x="4511616" y="1690688"/>
            <a:ext cx="7296150" cy="4651389"/>
          </a:xfrm>
          <a:prstGeom prst="rect">
            <a:avLst/>
          </a:prstGeom>
        </p:spPr>
      </p:pic>
    </p:spTree>
    <p:extLst>
      <p:ext uri="{BB962C8B-B14F-4D97-AF65-F5344CB8AC3E}">
        <p14:creationId xmlns:p14="http://schemas.microsoft.com/office/powerpoint/2010/main" val="1402670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Decision Making &amp; Branching</a:t>
            </a:r>
            <a:br>
              <a:rPr lang="en-US"/>
            </a:br>
            <a:endParaRPr lang="en-US"/>
          </a:p>
        </p:txBody>
      </p:sp>
      <p:sp>
        <p:nvSpPr>
          <p:cNvPr id="3" name="Content Placeholder 2"/>
          <p:cNvSpPr>
            <a:spLocks noGrp="1"/>
          </p:cNvSpPr>
          <p:nvPr>
            <p:ph idx="1"/>
          </p:nvPr>
        </p:nvSpPr>
        <p:spPr>
          <a:xfrm>
            <a:off x="520117" y="1350628"/>
            <a:ext cx="10833683" cy="4826335"/>
          </a:xfrm>
        </p:spPr>
        <p:txBody>
          <a:bodyPr>
            <a:normAutofit fontScale="77500" lnSpcReduction="20000"/>
          </a:bodyPr>
          <a:lstStyle/>
          <a:p>
            <a:pPr marL="0" indent="0">
              <a:buNone/>
            </a:pPr>
            <a:r>
              <a:rPr lang="en-US" b="1"/>
              <a:t>The if statement is the most general method for allowing conditional execution in C.</a:t>
            </a:r>
          </a:p>
          <a:p>
            <a:pPr marL="0" indent="0">
              <a:buNone/>
            </a:pPr>
            <a:endParaRPr lang="en-US" b="1"/>
          </a:p>
          <a:p>
            <a:pPr marL="0" indent="0">
              <a:buNone/>
            </a:pPr>
            <a:r>
              <a:rPr lang="en-US" b="1"/>
              <a:t>Syntax :   	</a:t>
            </a:r>
          </a:p>
          <a:p>
            <a:pPr marL="0" indent="0">
              <a:buNone/>
            </a:pPr>
            <a:endParaRPr lang="en-US" b="1"/>
          </a:p>
          <a:p>
            <a:pPr marL="0" indent="0">
              <a:buNone/>
            </a:pPr>
            <a:r>
              <a:rPr lang="en-US" b="1"/>
              <a:t>if (condition)</a:t>
            </a:r>
          </a:p>
          <a:p>
            <a:pPr marL="0" indent="0">
              <a:buNone/>
            </a:pPr>
            <a:r>
              <a:rPr lang="en-US" b="1"/>
              <a:t>{</a:t>
            </a:r>
          </a:p>
          <a:p>
            <a:pPr marL="0" indent="0">
              <a:buNone/>
            </a:pPr>
            <a:r>
              <a:rPr lang="en-US" b="1"/>
              <a:t>    True-statement block;</a:t>
            </a:r>
          </a:p>
          <a:p>
            <a:pPr marL="0" indent="0">
              <a:buNone/>
            </a:pPr>
            <a:r>
              <a:rPr lang="en-US" b="1"/>
              <a:t>}</a:t>
            </a:r>
          </a:p>
          <a:p>
            <a:pPr marL="0" indent="0">
              <a:buNone/>
            </a:pPr>
            <a:r>
              <a:rPr lang="en-US" b="1"/>
              <a:t>else</a:t>
            </a:r>
          </a:p>
          <a:p>
            <a:pPr marL="0" indent="0">
              <a:buNone/>
            </a:pPr>
            <a:r>
              <a:rPr lang="en-US" b="1"/>
              <a:t>{</a:t>
            </a:r>
          </a:p>
          <a:p>
            <a:pPr marL="0" indent="0">
              <a:buNone/>
            </a:pPr>
            <a:r>
              <a:rPr lang="en-US" b="1"/>
              <a:t>    False-statement block;</a:t>
            </a:r>
          </a:p>
          <a:p>
            <a:pPr marL="0" indent="0">
              <a:buNone/>
            </a:pPr>
            <a:r>
              <a:rPr lang="en-US" b="1"/>
              <a:t>}</a:t>
            </a:r>
          </a:p>
          <a:p>
            <a:pPr marL="0" indent="0">
              <a:buNone/>
            </a:pPr>
            <a:r>
              <a:rPr lang="en-US" b="1"/>
              <a:t>statement n; </a:t>
            </a:r>
          </a:p>
          <a:p>
            <a:pPr marL="0" indent="0" hangingPunct="0">
              <a:buNone/>
            </a:pPr>
            <a:endParaRPr lang="en-GB" b="1" i="1"/>
          </a:p>
        </p:txBody>
      </p:sp>
      <p:pic>
        <p:nvPicPr>
          <p:cNvPr id="5" name="Picture 4"/>
          <p:cNvPicPr>
            <a:picLocks noChangeAspect="1"/>
          </p:cNvPicPr>
          <p:nvPr/>
        </p:nvPicPr>
        <p:blipFill>
          <a:blip r:embed="rId2"/>
          <a:stretch>
            <a:fillRect/>
          </a:stretch>
        </p:blipFill>
        <p:spPr>
          <a:xfrm>
            <a:off x="4506505" y="1690688"/>
            <a:ext cx="6847295" cy="4804926"/>
          </a:xfrm>
          <a:prstGeom prst="rect">
            <a:avLst/>
          </a:prstGeom>
        </p:spPr>
      </p:pic>
    </p:spTree>
    <p:extLst>
      <p:ext uri="{BB962C8B-B14F-4D97-AF65-F5344CB8AC3E}">
        <p14:creationId xmlns:p14="http://schemas.microsoft.com/office/powerpoint/2010/main" val="3124038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Decision Making &amp; Branching</a:t>
            </a:r>
            <a:br>
              <a:rPr lang="en-US"/>
            </a:br>
            <a:endParaRPr lang="en-US"/>
          </a:p>
        </p:txBody>
      </p:sp>
      <p:sp>
        <p:nvSpPr>
          <p:cNvPr id="3" name="Content Placeholder 2"/>
          <p:cNvSpPr>
            <a:spLocks noGrp="1"/>
          </p:cNvSpPr>
          <p:nvPr>
            <p:ph idx="1"/>
          </p:nvPr>
        </p:nvSpPr>
        <p:spPr>
          <a:xfrm>
            <a:off x="520117" y="1350628"/>
            <a:ext cx="10833683" cy="4826335"/>
          </a:xfrm>
        </p:spPr>
        <p:txBody>
          <a:bodyPr>
            <a:normAutofit fontScale="85000" lnSpcReduction="20000"/>
          </a:bodyPr>
          <a:lstStyle/>
          <a:p>
            <a:pPr marL="0" indent="0" hangingPunct="0">
              <a:buNone/>
            </a:pPr>
            <a:r>
              <a:rPr lang="en-GB" b="1" i="1"/>
              <a:t>For Example : Program to perform integer division avoiding the division by zero case.</a:t>
            </a:r>
          </a:p>
          <a:p>
            <a:pPr marL="0" indent="0" hangingPunct="0">
              <a:buNone/>
            </a:pPr>
            <a:r>
              <a:rPr lang="en-GB"/>
              <a:t>#include &lt;</a:t>
            </a:r>
            <a:r>
              <a:rPr lang="en-GB" err="1"/>
              <a:t>stdio.h</a:t>
            </a:r>
            <a:r>
              <a:rPr lang="en-GB"/>
              <a:t>&gt;</a:t>
            </a:r>
          </a:p>
          <a:p>
            <a:pPr marL="0" indent="0" hangingPunct="0">
              <a:buNone/>
            </a:pPr>
            <a:r>
              <a:rPr lang="en-GB"/>
              <a:t>void main()</a:t>
            </a:r>
          </a:p>
          <a:p>
            <a:pPr marL="0" indent="0" hangingPunct="0">
              <a:buNone/>
            </a:pPr>
            <a:r>
              <a:rPr lang="en-GB"/>
              <a:t>{</a:t>
            </a:r>
          </a:p>
          <a:p>
            <a:pPr marL="0" indent="0" hangingPunct="0">
              <a:buNone/>
            </a:pPr>
            <a:r>
              <a:rPr lang="en-GB"/>
              <a:t>	</a:t>
            </a:r>
            <a:r>
              <a:rPr lang="en-GB" err="1"/>
              <a:t>int</a:t>
            </a:r>
            <a:r>
              <a:rPr lang="en-GB"/>
              <a:t> numerator, denominator ;</a:t>
            </a:r>
          </a:p>
          <a:p>
            <a:pPr marL="0" indent="0" hangingPunct="0">
              <a:buNone/>
            </a:pPr>
            <a:r>
              <a:rPr lang="en-GB"/>
              <a:t>	</a:t>
            </a:r>
            <a:r>
              <a:rPr lang="en-GB" err="1"/>
              <a:t>printf</a:t>
            </a:r>
            <a:r>
              <a:rPr lang="en-GB"/>
              <a:t>( "Enter two integers as follows numerator, denominator :" );</a:t>
            </a:r>
          </a:p>
          <a:p>
            <a:pPr marL="0" indent="0" hangingPunct="0">
              <a:buNone/>
            </a:pPr>
            <a:r>
              <a:rPr lang="en-GB"/>
              <a:t>	</a:t>
            </a:r>
            <a:r>
              <a:rPr lang="en-GB" err="1"/>
              <a:t>scanf</a:t>
            </a:r>
            <a:r>
              <a:rPr lang="en-GB"/>
              <a:t>( "%d,  %d", &amp;numerator, &amp;denominator  ) ;</a:t>
            </a:r>
          </a:p>
          <a:p>
            <a:pPr marL="0" indent="0" hangingPunct="0">
              <a:buNone/>
            </a:pPr>
            <a:r>
              <a:rPr lang="en-GB"/>
              <a:t>	if ( denominator != 0 )</a:t>
            </a:r>
          </a:p>
          <a:p>
            <a:pPr marL="0" indent="0" hangingPunct="0">
              <a:buNone/>
            </a:pPr>
            <a:r>
              <a:rPr lang="en-GB" err="1"/>
              <a:t>printf</a:t>
            </a:r>
            <a:r>
              <a:rPr lang="en-GB"/>
              <a:t>( "%d / %d = %d \n", numerator, denominator, numerator / denominator );</a:t>
            </a:r>
          </a:p>
          <a:p>
            <a:pPr marL="0" indent="0" hangingPunct="0">
              <a:buNone/>
            </a:pPr>
            <a:r>
              <a:rPr lang="en-GB"/>
              <a:t>		else</a:t>
            </a:r>
          </a:p>
          <a:p>
            <a:pPr marL="0" indent="0" hangingPunct="0">
              <a:buNone/>
            </a:pPr>
            <a:r>
              <a:rPr lang="en-GB"/>
              <a:t>			</a:t>
            </a:r>
            <a:r>
              <a:rPr lang="en-GB" err="1"/>
              <a:t>printf</a:t>
            </a:r>
            <a:r>
              <a:rPr lang="en-GB"/>
              <a:t>( "Invalid operation - unable to divide by zero \n” );</a:t>
            </a:r>
          </a:p>
          <a:p>
            <a:pPr marL="0" indent="0" hangingPunct="0">
              <a:buNone/>
            </a:pPr>
            <a:r>
              <a:rPr lang="en-GB"/>
              <a:t>}</a:t>
            </a:r>
          </a:p>
          <a:p>
            <a:pPr marL="0" indent="0" hangingPunct="0">
              <a:buNone/>
            </a:pPr>
            <a:endParaRPr lang="en-GB" b="1" i="1"/>
          </a:p>
          <a:p>
            <a:pPr marL="0" indent="0" hangingPunct="0">
              <a:buNone/>
            </a:pPr>
            <a:endParaRPr lang="en-GB" b="1" i="1"/>
          </a:p>
        </p:txBody>
      </p:sp>
    </p:spTree>
    <p:extLst>
      <p:ext uri="{BB962C8B-B14F-4D97-AF65-F5344CB8AC3E}">
        <p14:creationId xmlns:p14="http://schemas.microsoft.com/office/powerpoint/2010/main" val="4683806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613" y="251670"/>
            <a:ext cx="11211187" cy="6761526"/>
          </a:xfrm>
        </p:spPr>
        <p:txBody>
          <a:bodyPr>
            <a:normAutofit fontScale="70000" lnSpcReduction="20000"/>
          </a:bodyPr>
          <a:lstStyle/>
          <a:p>
            <a:pPr marL="0" indent="0" hangingPunct="0">
              <a:buNone/>
            </a:pPr>
            <a:r>
              <a:rPr lang="en-US" b="1" i="1"/>
              <a:t>Nested if statements</a:t>
            </a:r>
          </a:p>
          <a:p>
            <a:pPr marL="0" indent="0" hangingPunct="0">
              <a:buNone/>
            </a:pPr>
            <a:r>
              <a:rPr lang="en-US" b="1" i="1"/>
              <a:t>             When a series of decisions are involved, we may have to use more than one if . . else statement in nested form [1].</a:t>
            </a:r>
          </a:p>
          <a:p>
            <a:pPr marL="0" indent="0" hangingPunct="0">
              <a:buNone/>
            </a:pPr>
            <a:r>
              <a:rPr lang="en-GB" b="1" i="1"/>
              <a:t>Syntax:</a:t>
            </a:r>
          </a:p>
          <a:p>
            <a:pPr marL="0" indent="0" hangingPunct="0">
              <a:buNone/>
            </a:pPr>
            <a:r>
              <a:rPr lang="en-GB" b="1" i="1"/>
              <a:t>if (condition-1)</a:t>
            </a:r>
          </a:p>
          <a:p>
            <a:pPr marL="0" indent="0" hangingPunct="0">
              <a:buNone/>
            </a:pPr>
            <a:r>
              <a:rPr lang="en-GB" b="1" i="1"/>
              <a:t>{</a:t>
            </a:r>
          </a:p>
          <a:p>
            <a:pPr marL="0" indent="0" hangingPunct="0">
              <a:buNone/>
            </a:pPr>
            <a:r>
              <a:rPr lang="en-GB" b="1" i="1"/>
              <a:t>	if (condition-2)</a:t>
            </a:r>
          </a:p>
          <a:p>
            <a:pPr marL="0" indent="0" hangingPunct="0">
              <a:buNone/>
            </a:pPr>
            <a:r>
              <a:rPr lang="en-GB" b="1" i="1"/>
              <a:t>	{</a:t>
            </a:r>
          </a:p>
          <a:p>
            <a:pPr marL="0" indent="0" hangingPunct="0">
              <a:buNone/>
            </a:pPr>
            <a:r>
              <a:rPr lang="en-GB" b="1" i="1"/>
              <a:t>		statement 1;</a:t>
            </a:r>
          </a:p>
          <a:p>
            <a:pPr marL="0" indent="0" hangingPunct="0">
              <a:buNone/>
            </a:pPr>
            <a:r>
              <a:rPr lang="en-GB" b="1" i="1"/>
              <a:t>	}</a:t>
            </a:r>
          </a:p>
          <a:p>
            <a:pPr marL="0" indent="0" hangingPunct="0">
              <a:buNone/>
            </a:pPr>
            <a:r>
              <a:rPr lang="en-GB" b="1" i="1"/>
              <a:t>	else</a:t>
            </a:r>
          </a:p>
          <a:p>
            <a:pPr marL="0" indent="0" hangingPunct="0">
              <a:buNone/>
            </a:pPr>
            <a:r>
              <a:rPr lang="en-GB" b="1" i="1"/>
              <a:t>	{</a:t>
            </a:r>
          </a:p>
          <a:p>
            <a:pPr marL="0" indent="0" hangingPunct="0">
              <a:buNone/>
            </a:pPr>
            <a:r>
              <a:rPr lang="en-GB" b="1" i="1"/>
              <a:t>		statement 2;</a:t>
            </a:r>
          </a:p>
          <a:p>
            <a:pPr marL="0" indent="0" hangingPunct="0">
              <a:buNone/>
            </a:pPr>
            <a:r>
              <a:rPr lang="en-GB" b="1" i="1"/>
              <a:t>	}</a:t>
            </a:r>
          </a:p>
          <a:p>
            <a:pPr marL="0" indent="0" hangingPunct="0">
              <a:buNone/>
            </a:pPr>
            <a:r>
              <a:rPr lang="en-GB" b="1" i="1"/>
              <a:t>}</a:t>
            </a:r>
          </a:p>
          <a:p>
            <a:pPr marL="0" indent="0" hangingPunct="0">
              <a:buNone/>
            </a:pPr>
            <a:r>
              <a:rPr lang="en-GB" b="1" i="1"/>
              <a:t>else</a:t>
            </a:r>
          </a:p>
          <a:p>
            <a:pPr marL="0" indent="0" hangingPunct="0">
              <a:buNone/>
            </a:pPr>
            <a:r>
              <a:rPr lang="en-GB" b="1" i="1"/>
              <a:t>{</a:t>
            </a:r>
          </a:p>
          <a:p>
            <a:pPr marL="0" indent="0" hangingPunct="0">
              <a:buNone/>
            </a:pPr>
            <a:r>
              <a:rPr lang="en-GB" b="1" i="1"/>
              <a:t>	statement 3;</a:t>
            </a:r>
          </a:p>
          <a:p>
            <a:pPr marL="0" indent="0" hangingPunct="0">
              <a:buNone/>
            </a:pPr>
            <a:r>
              <a:rPr lang="en-GB" b="1" i="1"/>
              <a:t>}</a:t>
            </a:r>
          </a:p>
          <a:p>
            <a:pPr marL="0" indent="0" hangingPunct="0">
              <a:buNone/>
            </a:pPr>
            <a:r>
              <a:rPr lang="en-GB" b="1" i="1"/>
              <a:t>statement n;</a:t>
            </a:r>
          </a:p>
        </p:txBody>
      </p:sp>
      <p:pic>
        <p:nvPicPr>
          <p:cNvPr id="5" name="Picture 4"/>
          <p:cNvPicPr>
            <a:picLocks noChangeAspect="1"/>
          </p:cNvPicPr>
          <p:nvPr/>
        </p:nvPicPr>
        <p:blipFill>
          <a:blip r:embed="rId2"/>
          <a:stretch>
            <a:fillRect/>
          </a:stretch>
        </p:blipFill>
        <p:spPr>
          <a:xfrm>
            <a:off x="5066950" y="1317072"/>
            <a:ext cx="5905850" cy="5236127"/>
          </a:xfrm>
          <a:prstGeom prst="rect">
            <a:avLst/>
          </a:prstGeom>
        </p:spPr>
      </p:pic>
    </p:spTree>
    <p:extLst>
      <p:ext uri="{BB962C8B-B14F-4D97-AF65-F5344CB8AC3E}">
        <p14:creationId xmlns:p14="http://schemas.microsoft.com/office/powerpoint/2010/main" val="29933350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613" y="251670"/>
            <a:ext cx="11211187" cy="6761526"/>
          </a:xfrm>
        </p:spPr>
        <p:txBody>
          <a:bodyPr>
            <a:normAutofit/>
          </a:bodyPr>
          <a:lstStyle/>
          <a:p>
            <a:pPr marL="0" indent="0" hangingPunct="0">
              <a:buNone/>
            </a:pPr>
            <a:r>
              <a:rPr lang="en-US" b="1" i="1"/>
              <a:t>Nested if statements</a:t>
            </a:r>
          </a:p>
          <a:p>
            <a:pPr marL="0" indent="0" hangingPunct="0">
              <a:buNone/>
            </a:pPr>
            <a:r>
              <a:rPr lang="en-US" b="1" i="1"/>
              <a:t>   if ( x &gt; 0 )</a:t>
            </a:r>
          </a:p>
          <a:p>
            <a:pPr marL="0" indent="0" hangingPunct="0">
              <a:buNone/>
            </a:pPr>
            <a:r>
              <a:rPr lang="en-US" b="1" i="1"/>
              <a:t>{</a:t>
            </a:r>
          </a:p>
          <a:p>
            <a:pPr marL="0" indent="0" hangingPunct="0">
              <a:buNone/>
            </a:pPr>
            <a:r>
              <a:rPr lang="en-US" b="1" i="1"/>
              <a:t>	if ( x &gt; 10 )</a:t>
            </a:r>
          </a:p>
          <a:p>
            <a:pPr marL="0" indent="0" hangingPunct="0">
              <a:buNone/>
            </a:pPr>
            <a:r>
              <a:rPr lang="en-US" b="1" i="1"/>
              <a:t>		puts ( " x is greater than zero and also greater than 10 ");</a:t>
            </a:r>
          </a:p>
          <a:p>
            <a:pPr marL="0" indent="0" hangingPunct="0">
              <a:buNone/>
            </a:pPr>
            <a:r>
              <a:rPr lang="en-US" b="1" i="1"/>
              <a:t>	else </a:t>
            </a:r>
          </a:p>
          <a:p>
            <a:pPr marL="0" indent="0" hangingPunct="0">
              <a:buNone/>
            </a:pPr>
            <a:r>
              <a:rPr lang="en-US" b="1" i="1"/>
              <a:t>		puts ( " x is greater than zero but less than or equal to 10 ") ;</a:t>
            </a:r>
          </a:p>
          <a:p>
            <a:pPr marL="0" indent="0" hangingPunct="0">
              <a:buNone/>
            </a:pPr>
            <a:r>
              <a:rPr lang="en-US" b="1" i="1"/>
              <a:t>}</a:t>
            </a:r>
          </a:p>
          <a:p>
            <a:pPr marL="0" indent="0" hangingPunct="0">
              <a:buNone/>
            </a:pPr>
            <a:endParaRPr lang="en-US" b="1" i="1"/>
          </a:p>
          <a:p>
            <a:pPr marL="0" indent="0" hangingPunct="0">
              <a:buNone/>
            </a:pPr>
            <a:endParaRPr lang="en-GB" b="1" i="1"/>
          </a:p>
        </p:txBody>
      </p:sp>
    </p:spTree>
    <p:extLst>
      <p:ext uri="{BB962C8B-B14F-4D97-AF65-F5344CB8AC3E}">
        <p14:creationId xmlns:p14="http://schemas.microsoft.com/office/powerpoint/2010/main" val="1174415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613" y="251670"/>
            <a:ext cx="11211187" cy="6761526"/>
          </a:xfrm>
        </p:spPr>
        <p:txBody>
          <a:bodyPr>
            <a:normAutofit fontScale="77500" lnSpcReduction="20000"/>
          </a:bodyPr>
          <a:lstStyle/>
          <a:p>
            <a:pPr marL="0" indent="0" hangingPunct="0">
              <a:buNone/>
            </a:pPr>
            <a:r>
              <a:rPr lang="en-US" b="1" i="1"/>
              <a:t>if - else - if  ladder</a:t>
            </a:r>
          </a:p>
          <a:p>
            <a:pPr marL="0" indent="0" hangingPunct="0">
              <a:buNone/>
            </a:pPr>
            <a:r>
              <a:rPr lang="en-US" b="1" i="1"/>
              <a:t>When a programming situation requires the choice of one case from many different cases successive if statements can be tied together forming what is sometimes called an if-else-if ladder[1].</a:t>
            </a:r>
          </a:p>
          <a:p>
            <a:pPr marL="0" indent="0" hangingPunct="0">
              <a:buNone/>
            </a:pPr>
            <a:r>
              <a:rPr lang="en-US" b="1" i="1"/>
              <a:t>Syntax : 	</a:t>
            </a:r>
          </a:p>
          <a:p>
            <a:pPr marL="0" indent="0" hangingPunct="0">
              <a:buNone/>
            </a:pPr>
            <a:r>
              <a:rPr lang="en-US" b="1" i="1"/>
              <a:t>if  ( condition_1 )</a:t>
            </a:r>
          </a:p>
          <a:p>
            <a:pPr marL="0" indent="0" hangingPunct="0">
              <a:buNone/>
            </a:pPr>
            <a:r>
              <a:rPr lang="en-US" b="1" i="1"/>
              <a:t>     statement_1 ;</a:t>
            </a:r>
          </a:p>
          <a:p>
            <a:pPr marL="0" indent="0" hangingPunct="0">
              <a:buNone/>
            </a:pPr>
            <a:r>
              <a:rPr lang="en-US" b="1" i="1"/>
              <a:t>		</a:t>
            </a:r>
          </a:p>
          <a:p>
            <a:pPr marL="0" indent="0" hangingPunct="0">
              <a:buNone/>
            </a:pPr>
            <a:r>
              <a:rPr lang="en-US" b="1" i="1"/>
              <a:t>        else if ( condition_2 )</a:t>
            </a:r>
          </a:p>
          <a:p>
            <a:pPr marL="0" indent="0" hangingPunct="0">
              <a:buNone/>
            </a:pPr>
            <a:r>
              <a:rPr lang="en-US" b="1" i="1"/>
              <a:t>			statement_2 ;</a:t>
            </a:r>
          </a:p>
          <a:p>
            <a:pPr marL="0" indent="0" hangingPunct="0">
              <a:buNone/>
            </a:pPr>
            <a:r>
              <a:rPr lang="en-US" b="1" i="1"/>
              <a:t>	else if ( condition_3 )</a:t>
            </a:r>
          </a:p>
          <a:p>
            <a:pPr marL="0" indent="0" hangingPunct="0">
              <a:buNone/>
            </a:pPr>
            <a:r>
              <a:rPr lang="en-US" b="1" i="1"/>
              <a:t>			statement_3 ;</a:t>
            </a:r>
          </a:p>
          <a:p>
            <a:pPr marL="0" indent="0" hangingPunct="0">
              <a:buNone/>
            </a:pPr>
            <a:r>
              <a:rPr lang="en-US" b="1" i="1"/>
              <a:t>		...</a:t>
            </a:r>
          </a:p>
          <a:p>
            <a:pPr marL="0" indent="0" hangingPunct="0">
              <a:buNone/>
            </a:pPr>
            <a:r>
              <a:rPr lang="en-US" b="1" i="1"/>
              <a:t>		</a:t>
            </a:r>
          </a:p>
          <a:p>
            <a:pPr marL="0" indent="0" hangingPunct="0">
              <a:buNone/>
            </a:pPr>
            <a:r>
              <a:rPr lang="en-US" b="1" i="1"/>
              <a:t>         else if ( </a:t>
            </a:r>
            <a:r>
              <a:rPr lang="en-US" b="1" i="1" err="1"/>
              <a:t>condition_n</a:t>
            </a:r>
            <a:r>
              <a:rPr lang="en-US" b="1" i="1"/>
              <a:t> )</a:t>
            </a:r>
          </a:p>
          <a:p>
            <a:pPr marL="0" indent="0" hangingPunct="0">
              <a:buNone/>
            </a:pPr>
            <a:r>
              <a:rPr lang="en-US" b="1" i="1"/>
              <a:t>			</a:t>
            </a:r>
            <a:r>
              <a:rPr lang="en-US" b="1" i="1" err="1"/>
              <a:t>statement_n</a:t>
            </a:r>
            <a:r>
              <a:rPr lang="en-US" b="1" i="1"/>
              <a:t> ;</a:t>
            </a:r>
          </a:p>
          <a:p>
            <a:pPr marL="0" indent="0" hangingPunct="0">
              <a:buNone/>
            </a:pPr>
            <a:endParaRPr lang="en-US" b="1" i="1"/>
          </a:p>
          <a:p>
            <a:pPr marL="0" indent="0" hangingPunct="0">
              <a:buNone/>
            </a:pPr>
            <a:r>
              <a:rPr lang="en-US" b="1" i="1"/>
              <a:t>else</a:t>
            </a:r>
          </a:p>
          <a:p>
            <a:pPr marL="0" indent="0" hangingPunct="0">
              <a:buNone/>
            </a:pPr>
            <a:r>
              <a:rPr lang="en-US" b="1" i="1"/>
              <a:t>        </a:t>
            </a:r>
            <a:r>
              <a:rPr lang="en-US" b="1" i="1" err="1"/>
              <a:t>statement_default</a:t>
            </a:r>
            <a:r>
              <a:rPr lang="en-US" b="1" i="1"/>
              <a:t>;</a:t>
            </a:r>
          </a:p>
          <a:p>
            <a:pPr marL="0" indent="0" hangingPunct="0">
              <a:buNone/>
            </a:pPr>
            <a:endParaRPr lang="en-US" b="1" i="1"/>
          </a:p>
          <a:p>
            <a:pPr marL="0" indent="0" hangingPunct="0">
              <a:buNone/>
            </a:pPr>
            <a:endParaRPr lang="en-GB" b="1" i="1"/>
          </a:p>
        </p:txBody>
      </p:sp>
      <p:pic>
        <p:nvPicPr>
          <p:cNvPr id="4" name="Content Placeholder 3"/>
          <p:cNvPicPr>
            <a:picLocks noChangeAspect="1"/>
          </p:cNvPicPr>
          <p:nvPr/>
        </p:nvPicPr>
        <p:blipFill>
          <a:blip r:embed="rId2"/>
          <a:stretch>
            <a:fillRect/>
          </a:stretch>
        </p:blipFill>
        <p:spPr>
          <a:xfrm>
            <a:off x="5083728" y="1266738"/>
            <a:ext cx="6518246" cy="5402509"/>
          </a:xfrm>
          <a:prstGeom prst="rect">
            <a:avLst/>
          </a:prstGeom>
        </p:spPr>
      </p:pic>
    </p:spTree>
    <p:extLst>
      <p:ext uri="{BB962C8B-B14F-4D97-AF65-F5344CB8AC3E}">
        <p14:creationId xmlns:p14="http://schemas.microsoft.com/office/powerpoint/2010/main" val="3205682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The switch Statement</a:t>
            </a:r>
            <a:br>
              <a:rPr lang="en-US" b="1" i="1"/>
            </a:br>
            <a:endParaRPr lang="en-US"/>
          </a:p>
        </p:txBody>
      </p:sp>
      <p:sp>
        <p:nvSpPr>
          <p:cNvPr id="3" name="Content Placeholder 2"/>
          <p:cNvSpPr>
            <a:spLocks noGrp="1"/>
          </p:cNvSpPr>
          <p:nvPr>
            <p:ph idx="1"/>
          </p:nvPr>
        </p:nvSpPr>
        <p:spPr>
          <a:xfrm>
            <a:off x="838200" y="1090569"/>
            <a:ext cx="10515600" cy="5086394"/>
          </a:xfrm>
        </p:spPr>
        <p:txBody>
          <a:bodyPr>
            <a:normAutofit fontScale="55000" lnSpcReduction="20000"/>
          </a:bodyPr>
          <a:lstStyle/>
          <a:p>
            <a:pPr marL="0" indent="0">
              <a:buNone/>
            </a:pPr>
            <a:r>
              <a:rPr lang="en-US" b="1"/>
              <a:t>This is a multi-branch statement similar to the if - else ladder (with limitations) but clearer and easier to code [1].</a:t>
            </a:r>
          </a:p>
          <a:p>
            <a:pPr marL="0" indent="0">
              <a:buNone/>
            </a:pPr>
            <a:r>
              <a:rPr lang="en-US" b="1"/>
              <a:t>Syntax :  	</a:t>
            </a:r>
          </a:p>
          <a:p>
            <a:pPr marL="0" indent="0">
              <a:buNone/>
            </a:pPr>
            <a:r>
              <a:rPr lang="en-US" b="1"/>
              <a:t>switch ( expression )</a:t>
            </a:r>
          </a:p>
          <a:p>
            <a:pPr marL="0" indent="0">
              <a:buNone/>
            </a:pPr>
            <a:r>
              <a:rPr lang="en-US" b="1"/>
              <a:t>	{</a:t>
            </a:r>
          </a:p>
          <a:p>
            <a:pPr marL="0" indent="0">
              <a:buNone/>
            </a:pPr>
            <a:r>
              <a:rPr lang="en-US" b="1"/>
              <a:t>	    case value-1 :   </a:t>
            </a:r>
          </a:p>
          <a:p>
            <a:pPr marL="0" indent="0">
              <a:buNone/>
            </a:pPr>
            <a:r>
              <a:rPr lang="en-US" b="1"/>
              <a:t>                            block -1 ;</a:t>
            </a:r>
          </a:p>
          <a:p>
            <a:pPr marL="0" indent="0">
              <a:buNone/>
            </a:pPr>
            <a:r>
              <a:rPr lang="en-US" b="1"/>
              <a:t>	    break ;</a:t>
            </a:r>
          </a:p>
          <a:p>
            <a:pPr marL="0" indent="0">
              <a:buNone/>
            </a:pPr>
            <a:r>
              <a:rPr lang="en-US" b="1"/>
              <a:t>                        case value-2:</a:t>
            </a:r>
          </a:p>
          <a:p>
            <a:pPr marL="0" indent="0">
              <a:buNone/>
            </a:pPr>
            <a:r>
              <a:rPr lang="en-US" b="1"/>
              <a:t>                         block-2 ;</a:t>
            </a:r>
          </a:p>
          <a:p>
            <a:pPr marL="0" indent="0">
              <a:buNone/>
            </a:pPr>
            <a:r>
              <a:rPr lang="en-US" b="1"/>
              <a:t>	    break ;</a:t>
            </a:r>
          </a:p>
          <a:p>
            <a:pPr marL="0" indent="0">
              <a:buNone/>
            </a:pPr>
            <a:r>
              <a:rPr lang="en-US" b="1"/>
              <a:t>                     	...</a:t>
            </a:r>
          </a:p>
          <a:p>
            <a:pPr marL="0" indent="0">
              <a:buNone/>
            </a:pPr>
            <a:r>
              <a:rPr lang="en-US" b="1"/>
              <a:t>                      default :   </a:t>
            </a:r>
          </a:p>
          <a:p>
            <a:pPr marL="0" indent="0">
              <a:buNone/>
            </a:pPr>
            <a:r>
              <a:rPr lang="en-US" b="1"/>
              <a:t>	default block</a:t>
            </a:r>
          </a:p>
          <a:p>
            <a:pPr marL="0" indent="0">
              <a:buNone/>
            </a:pPr>
            <a:r>
              <a:rPr lang="en-US" b="1"/>
              <a:t>	break;</a:t>
            </a:r>
          </a:p>
          <a:p>
            <a:pPr marL="0" indent="0">
              <a:buNone/>
            </a:pPr>
            <a:r>
              <a:rPr lang="en-US" b="1"/>
              <a:t>	}</a:t>
            </a:r>
          </a:p>
          <a:p>
            <a:pPr marL="0" indent="0">
              <a:buNone/>
            </a:pPr>
            <a:r>
              <a:rPr lang="en-US" b="1"/>
              <a:t>Statement –x;</a:t>
            </a:r>
          </a:p>
        </p:txBody>
      </p:sp>
      <p:pic>
        <p:nvPicPr>
          <p:cNvPr id="4" name="Picture 3"/>
          <p:cNvPicPr>
            <a:picLocks noChangeAspect="1"/>
          </p:cNvPicPr>
          <p:nvPr/>
        </p:nvPicPr>
        <p:blipFill>
          <a:blip r:embed="rId2"/>
          <a:stretch>
            <a:fillRect/>
          </a:stretch>
        </p:blipFill>
        <p:spPr>
          <a:xfrm>
            <a:off x="4102217" y="1690688"/>
            <a:ext cx="7251583" cy="4701767"/>
          </a:xfrm>
          <a:prstGeom prst="rect">
            <a:avLst/>
          </a:prstGeom>
        </p:spPr>
      </p:pic>
    </p:spTree>
    <p:extLst>
      <p:ext uri="{BB962C8B-B14F-4D97-AF65-F5344CB8AC3E}">
        <p14:creationId xmlns:p14="http://schemas.microsoft.com/office/powerpoint/2010/main" val="3016866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The switch Statement</a:t>
            </a:r>
            <a:br>
              <a:rPr lang="en-US" b="1" i="1"/>
            </a:br>
            <a:endParaRPr lang="en-US"/>
          </a:p>
        </p:txBody>
      </p:sp>
      <p:sp>
        <p:nvSpPr>
          <p:cNvPr id="3" name="Content Placeholder 2"/>
          <p:cNvSpPr>
            <a:spLocks noGrp="1"/>
          </p:cNvSpPr>
          <p:nvPr>
            <p:ph idx="1"/>
          </p:nvPr>
        </p:nvSpPr>
        <p:spPr>
          <a:xfrm>
            <a:off x="478172" y="1090569"/>
            <a:ext cx="10875628" cy="5086394"/>
          </a:xfrm>
        </p:spPr>
        <p:txBody>
          <a:bodyPr>
            <a:normAutofit fontScale="62500" lnSpcReduction="20000"/>
          </a:bodyPr>
          <a:lstStyle/>
          <a:p>
            <a:pPr marL="0" indent="0">
              <a:buNone/>
            </a:pPr>
            <a:r>
              <a:rPr lang="en-US" b="1"/>
              <a:t>For example: </a:t>
            </a:r>
          </a:p>
          <a:p>
            <a:pPr marL="0" indent="0">
              <a:buNone/>
            </a:pPr>
            <a:r>
              <a:rPr lang="en-US" b="1"/>
              <a:t>switch (number)</a:t>
            </a:r>
          </a:p>
          <a:p>
            <a:pPr marL="0" indent="0">
              <a:buNone/>
            </a:pPr>
            <a:r>
              <a:rPr lang="en-US" b="1"/>
              <a:t>{</a:t>
            </a:r>
          </a:p>
          <a:p>
            <a:pPr marL="0" indent="0">
              <a:buNone/>
            </a:pPr>
            <a:r>
              <a:rPr lang="en-US" b="1"/>
              <a:t>case 1 : </a:t>
            </a:r>
            <a:r>
              <a:rPr lang="en-US" b="1" err="1"/>
              <a:t>printf</a:t>
            </a:r>
            <a:r>
              <a:rPr lang="en-US" b="1"/>
              <a:t>(“Monday”);</a:t>
            </a:r>
          </a:p>
          <a:p>
            <a:pPr marL="0" indent="0">
              <a:buNone/>
            </a:pPr>
            <a:r>
              <a:rPr lang="en-US" b="1"/>
              <a:t>break;</a:t>
            </a:r>
          </a:p>
          <a:p>
            <a:pPr marL="0" indent="0">
              <a:buNone/>
            </a:pPr>
            <a:r>
              <a:rPr lang="en-US" b="1"/>
              <a:t>case 2 : </a:t>
            </a:r>
            <a:r>
              <a:rPr lang="en-US" b="1" err="1"/>
              <a:t>printf</a:t>
            </a:r>
            <a:r>
              <a:rPr lang="en-US" b="1"/>
              <a:t>(“Tuesday”);</a:t>
            </a:r>
          </a:p>
          <a:p>
            <a:pPr marL="0" indent="0">
              <a:buNone/>
            </a:pPr>
            <a:r>
              <a:rPr lang="en-US" b="1"/>
              <a:t>break;</a:t>
            </a:r>
          </a:p>
          <a:p>
            <a:pPr marL="0" indent="0">
              <a:buNone/>
            </a:pPr>
            <a:r>
              <a:rPr lang="en-US" b="1"/>
              <a:t>case 3 : </a:t>
            </a:r>
            <a:r>
              <a:rPr lang="en-US" b="1" err="1"/>
              <a:t>printf</a:t>
            </a:r>
            <a:r>
              <a:rPr lang="en-US" b="1"/>
              <a:t>(“Wednesday”);</a:t>
            </a:r>
          </a:p>
          <a:p>
            <a:pPr marL="0" indent="0">
              <a:buNone/>
            </a:pPr>
            <a:r>
              <a:rPr lang="en-US" b="1"/>
              <a:t>break;</a:t>
            </a:r>
          </a:p>
          <a:p>
            <a:pPr marL="0" indent="0">
              <a:buNone/>
            </a:pPr>
            <a:r>
              <a:rPr lang="en-US" b="1"/>
              <a:t>case 4 : </a:t>
            </a:r>
            <a:r>
              <a:rPr lang="en-US" b="1" err="1"/>
              <a:t>printf</a:t>
            </a:r>
            <a:r>
              <a:rPr lang="en-US" b="1"/>
              <a:t>(“Thursday”);</a:t>
            </a:r>
          </a:p>
          <a:p>
            <a:pPr marL="0" indent="0">
              <a:buNone/>
            </a:pPr>
            <a:r>
              <a:rPr lang="en-US" b="1"/>
              <a:t>break;</a:t>
            </a:r>
          </a:p>
          <a:p>
            <a:pPr marL="0" indent="0">
              <a:buNone/>
            </a:pPr>
            <a:r>
              <a:rPr lang="en-US" b="1"/>
              <a:t>case 5 : </a:t>
            </a:r>
            <a:r>
              <a:rPr lang="en-US" b="1" err="1"/>
              <a:t>printf</a:t>
            </a:r>
            <a:r>
              <a:rPr lang="en-US" b="1"/>
              <a:t>(“Friday”);</a:t>
            </a:r>
          </a:p>
          <a:p>
            <a:pPr marL="0" indent="0">
              <a:buNone/>
            </a:pPr>
            <a:r>
              <a:rPr lang="en-US" b="1"/>
              <a:t>break;</a:t>
            </a:r>
          </a:p>
          <a:p>
            <a:pPr marL="0" indent="0">
              <a:buNone/>
            </a:pPr>
            <a:r>
              <a:rPr lang="en-US" b="1"/>
              <a:t>default : </a:t>
            </a:r>
            <a:r>
              <a:rPr lang="en-US" b="1" err="1"/>
              <a:t>printf</a:t>
            </a:r>
            <a:r>
              <a:rPr lang="en-US" b="1"/>
              <a:t>(“Saturday”);</a:t>
            </a:r>
          </a:p>
          <a:p>
            <a:pPr marL="0" indent="0">
              <a:buNone/>
            </a:pPr>
            <a:r>
              <a:rPr lang="en-US" b="1"/>
              <a:t>break;</a:t>
            </a:r>
          </a:p>
          <a:p>
            <a:pPr marL="0" indent="0">
              <a:buNone/>
            </a:pPr>
            <a:r>
              <a:rPr lang="en-US" b="1"/>
              <a:t>}</a:t>
            </a:r>
          </a:p>
        </p:txBody>
      </p:sp>
    </p:spTree>
    <p:extLst>
      <p:ext uri="{BB962C8B-B14F-4D97-AF65-F5344CB8AC3E}">
        <p14:creationId xmlns:p14="http://schemas.microsoft.com/office/powerpoint/2010/main" val="29548324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805" y="0"/>
            <a:ext cx="10515600" cy="1325563"/>
          </a:xfrm>
        </p:spPr>
        <p:txBody>
          <a:bodyPr/>
          <a:lstStyle/>
          <a:p>
            <a:pPr hangingPunct="0"/>
            <a:r>
              <a:rPr lang="en-GB" b="1" i="1"/>
              <a:t>Conditional Operator :-  ?:</a:t>
            </a:r>
            <a:endParaRPr lang="en-US" b="1" i="1"/>
          </a:p>
        </p:txBody>
      </p:sp>
      <p:sp>
        <p:nvSpPr>
          <p:cNvPr id="3" name="Content Placeholder 2"/>
          <p:cNvSpPr>
            <a:spLocks noGrp="1"/>
          </p:cNvSpPr>
          <p:nvPr>
            <p:ph idx="1"/>
          </p:nvPr>
        </p:nvSpPr>
        <p:spPr>
          <a:xfrm>
            <a:off x="478172" y="1090569"/>
            <a:ext cx="10875628" cy="5086394"/>
          </a:xfrm>
        </p:spPr>
        <p:txBody>
          <a:bodyPr>
            <a:normAutofit lnSpcReduction="10000"/>
          </a:bodyPr>
          <a:lstStyle/>
          <a:p>
            <a:pPr marL="0" indent="0">
              <a:buNone/>
            </a:pPr>
            <a:r>
              <a:rPr lang="en-US"/>
              <a:t>This is a special shorthand operator in C and replaces the following segment</a:t>
            </a:r>
          </a:p>
          <a:p>
            <a:pPr marL="0" indent="0">
              <a:buNone/>
            </a:pPr>
            <a:r>
              <a:rPr lang="en-US"/>
              <a:t>	</a:t>
            </a:r>
            <a:r>
              <a:rPr lang="en-US" b="1"/>
              <a:t>if ( condition )</a:t>
            </a:r>
          </a:p>
          <a:p>
            <a:pPr marL="0" indent="0">
              <a:buNone/>
            </a:pPr>
            <a:r>
              <a:rPr lang="en-US" b="1"/>
              <a:t>		expr_1 ;</a:t>
            </a:r>
          </a:p>
          <a:p>
            <a:pPr marL="0" indent="0">
              <a:buNone/>
            </a:pPr>
            <a:r>
              <a:rPr lang="en-US" b="1"/>
              <a:t>	else </a:t>
            </a:r>
          </a:p>
          <a:p>
            <a:pPr marL="0" indent="0">
              <a:buNone/>
            </a:pPr>
            <a:r>
              <a:rPr lang="en-US" b="1"/>
              <a:t>		expr_2 ;</a:t>
            </a:r>
          </a:p>
          <a:p>
            <a:pPr marL="0" indent="0">
              <a:buNone/>
            </a:pPr>
            <a:r>
              <a:rPr lang="en-US"/>
              <a:t>with the more elegant</a:t>
            </a:r>
          </a:p>
          <a:p>
            <a:pPr marL="0" indent="0">
              <a:buNone/>
            </a:pPr>
            <a:r>
              <a:rPr lang="en-US"/>
              <a:t>	</a:t>
            </a:r>
            <a:r>
              <a:rPr lang="en-US" b="1"/>
              <a:t>condition ? expr_1 : expr_2 ;</a:t>
            </a:r>
          </a:p>
          <a:p>
            <a:pPr marL="0" indent="0">
              <a:buNone/>
            </a:pPr>
            <a:r>
              <a:rPr lang="en-US"/>
              <a:t>The ?: operator is a ternary operator in that it requires three arguments. One of the advantages of the ?: operator is that it reduces simple conditions to one simple line of code which can be thrown unobtrusively into a larger section of code.</a:t>
            </a:r>
          </a:p>
          <a:p>
            <a:pPr marL="0" indent="0">
              <a:buNone/>
            </a:pPr>
            <a:endParaRPr lang="en-US" b="1"/>
          </a:p>
          <a:p>
            <a:pPr marL="0" indent="0">
              <a:buNone/>
            </a:pPr>
            <a:endParaRPr lang="en-US" b="1"/>
          </a:p>
          <a:p>
            <a:pPr marL="0" indent="0">
              <a:buNone/>
            </a:pPr>
            <a:endParaRPr lang="en-US" b="1"/>
          </a:p>
        </p:txBody>
      </p:sp>
    </p:spTree>
    <p:extLst>
      <p:ext uri="{BB962C8B-B14F-4D97-AF65-F5344CB8AC3E}">
        <p14:creationId xmlns:p14="http://schemas.microsoft.com/office/powerpoint/2010/main" val="1775259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805" y="0"/>
            <a:ext cx="10515600" cy="1325563"/>
          </a:xfrm>
        </p:spPr>
        <p:txBody>
          <a:bodyPr/>
          <a:lstStyle/>
          <a:p>
            <a:pPr hangingPunct="0"/>
            <a:r>
              <a:rPr lang="en-GB" b="1" i="1"/>
              <a:t>Conditional Operator :-  ?:</a:t>
            </a:r>
            <a:endParaRPr lang="en-US" b="1" i="1"/>
          </a:p>
        </p:txBody>
      </p:sp>
      <p:sp>
        <p:nvSpPr>
          <p:cNvPr id="3" name="Content Placeholder 2"/>
          <p:cNvSpPr>
            <a:spLocks noGrp="1"/>
          </p:cNvSpPr>
          <p:nvPr>
            <p:ph idx="1"/>
          </p:nvPr>
        </p:nvSpPr>
        <p:spPr>
          <a:xfrm>
            <a:off x="478172" y="1090569"/>
            <a:ext cx="10875628" cy="5086394"/>
          </a:xfrm>
        </p:spPr>
        <p:txBody>
          <a:bodyPr>
            <a:normAutofit/>
          </a:bodyPr>
          <a:lstStyle/>
          <a:p>
            <a:pPr marL="0" indent="0">
              <a:buNone/>
            </a:pPr>
            <a:r>
              <a:rPr lang="en-US" b="1"/>
              <a:t>For Example :-  to get the maximum of two integers, x and y, storing the larger in max.</a:t>
            </a:r>
          </a:p>
          <a:p>
            <a:pPr marL="0" indent="0">
              <a:buNone/>
            </a:pPr>
            <a:endParaRPr lang="en-US" b="1"/>
          </a:p>
          <a:p>
            <a:pPr marL="0" indent="0">
              <a:buNone/>
            </a:pPr>
            <a:r>
              <a:rPr lang="en-US" b="1"/>
              <a:t>		max =  x &gt;= y  ? x  :  y  ;</a:t>
            </a:r>
          </a:p>
          <a:p>
            <a:pPr marL="0" indent="0">
              <a:buNone/>
            </a:pPr>
            <a:r>
              <a:rPr lang="en-US" b="1"/>
              <a:t>The alternative to this could be as follows</a:t>
            </a:r>
          </a:p>
          <a:p>
            <a:pPr marL="0" indent="0">
              <a:buNone/>
            </a:pPr>
            <a:r>
              <a:rPr lang="en-US" b="1"/>
              <a:t>		if ( x &gt; = y  )</a:t>
            </a:r>
          </a:p>
          <a:p>
            <a:pPr marL="0" indent="0">
              <a:buNone/>
            </a:pPr>
            <a:r>
              <a:rPr lang="en-US" b="1"/>
              <a:t>			max = x ;</a:t>
            </a:r>
          </a:p>
          <a:p>
            <a:pPr marL="0" indent="0">
              <a:buNone/>
            </a:pPr>
            <a:r>
              <a:rPr lang="en-US" b="1"/>
              <a:t>		else </a:t>
            </a:r>
          </a:p>
          <a:p>
            <a:pPr marL="0" indent="0">
              <a:buNone/>
            </a:pPr>
            <a:r>
              <a:rPr lang="en-US" b="1"/>
              <a:t>			max = y ;</a:t>
            </a:r>
          </a:p>
          <a:p>
            <a:pPr marL="0" indent="0">
              <a:buNone/>
            </a:pPr>
            <a:r>
              <a:rPr lang="en-US" b="1"/>
              <a:t>giving the same result</a:t>
            </a:r>
          </a:p>
          <a:p>
            <a:pPr marL="0" indent="0">
              <a:buNone/>
            </a:pPr>
            <a:endParaRPr lang="en-US" b="1"/>
          </a:p>
          <a:p>
            <a:pPr marL="0" indent="0">
              <a:buNone/>
            </a:pPr>
            <a:endParaRPr lang="en-US" b="1"/>
          </a:p>
          <a:p>
            <a:pPr marL="0" indent="0">
              <a:buNone/>
            </a:pPr>
            <a:endParaRPr lang="en-US" b="1"/>
          </a:p>
        </p:txBody>
      </p:sp>
    </p:spTree>
    <p:extLst>
      <p:ext uri="{BB962C8B-B14F-4D97-AF65-F5344CB8AC3E}">
        <p14:creationId xmlns:p14="http://schemas.microsoft.com/office/powerpoint/2010/main" val="2281242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805" y="0"/>
            <a:ext cx="10515600" cy="1325563"/>
          </a:xfrm>
        </p:spPr>
        <p:txBody>
          <a:bodyPr/>
          <a:lstStyle/>
          <a:p>
            <a:pPr hangingPunct="0"/>
            <a:r>
              <a:rPr lang="en-GB" b="1" i="1" err="1"/>
              <a:t>Goto</a:t>
            </a:r>
            <a:r>
              <a:rPr lang="en-GB" b="1" i="1"/>
              <a:t> Statement</a:t>
            </a:r>
            <a:endParaRPr lang="en-US" b="1" i="1"/>
          </a:p>
        </p:txBody>
      </p:sp>
      <p:sp>
        <p:nvSpPr>
          <p:cNvPr id="3" name="Content Placeholder 2"/>
          <p:cNvSpPr>
            <a:spLocks noGrp="1"/>
          </p:cNvSpPr>
          <p:nvPr>
            <p:ph idx="1"/>
          </p:nvPr>
        </p:nvSpPr>
        <p:spPr>
          <a:xfrm>
            <a:off x="478172" y="1090569"/>
            <a:ext cx="10875628" cy="5086394"/>
          </a:xfrm>
        </p:spPr>
        <p:txBody>
          <a:bodyPr>
            <a:normAutofit/>
          </a:bodyPr>
          <a:lstStyle/>
          <a:p>
            <a:pPr marL="0" indent="0">
              <a:buNone/>
            </a:pPr>
            <a:r>
              <a:rPr lang="en-US"/>
              <a:t>The </a:t>
            </a:r>
            <a:r>
              <a:rPr lang="en-US" err="1"/>
              <a:t>goto</a:t>
            </a:r>
            <a:r>
              <a:rPr lang="en-US"/>
              <a:t> statement is used to transfer the control of the program from one point to another. It is something referred to as unconditionally branching. The </a:t>
            </a:r>
            <a:r>
              <a:rPr lang="en-US" err="1"/>
              <a:t>goto</a:t>
            </a:r>
            <a:r>
              <a:rPr lang="en-US"/>
              <a:t> is used in the form</a:t>
            </a:r>
          </a:p>
          <a:p>
            <a:pPr marL="0" indent="0">
              <a:buNone/>
            </a:pPr>
            <a:r>
              <a:rPr lang="en-US" err="1"/>
              <a:t>Goto</a:t>
            </a:r>
            <a:r>
              <a:rPr lang="en-US"/>
              <a:t> label;</a:t>
            </a:r>
          </a:p>
          <a:p>
            <a:pPr marL="0" indent="0">
              <a:buNone/>
            </a:pPr>
            <a:r>
              <a:rPr lang="en-US"/>
              <a:t>Label statement : The label is a valid ‘C’ identifier followed by a colon. The label is placed immediately before the statement where the control is to be transferred</a:t>
            </a:r>
          </a:p>
          <a:p>
            <a:pPr marL="0" indent="0">
              <a:buNone/>
            </a:pPr>
            <a:endParaRPr lang="en-US" b="1"/>
          </a:p>
          <a:p>
            <a:pPr marL="0" indent="0">
              <a:buNone/>
            </a:pPr>
            <a:endParaRPr lang="en-US" b="1"/>
          </a:p>
          <a:p>
            <a:pPr marL="0" indent="0">
              <a:buNone/>
            </a:pPr>
            <a:endParaRPr lang="en-US" b="1"/>
          </a:p>
          <a:p>
            <a:pPr marL="0" indent="0">
              <a:buNone/>
            </a:pPr>
            <a:endParaRPr lang="en-US" b="1"/>
          </a:p>
        </p:txBody>
      </p:sp>
    </p:spTree>
    <p:extLst>
      <p:ext uri="{BB962C8B-B14F-4D97-AF65-F5344CB8AC3E}">
        <p14:creationId xmlns:p14="http://schemas.microsoft.com/office/powerpoint/2010/main" val="22626403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805" y="0"/>
            <a:ext cx="10515600" cy="1325563"/>
          </a:xfrm>
        </p:spPr>
        <p:txBody>
          <a:bodyPr/>
          <a:lstStyle/>
          <a:p>
            <a:pPr hangingPunct="0"/>
            <a:r>
              <a:rPr lang="en-GB" b="1" i="1"/>
              <a:t>Conditional Operator :-  ?:</a:t>
            </a:r>
            <a:endParaRPr lang="en-US" b="1" i="1"/>
          </a:p>
        </p:txBody>
      </p:sp>
      <p:sp>
        <p:nvSpPr>
          <p:cNvPr id="3" name="Content Placeholder 2"/>
          <p:cNvSpPr>
            <a:spLocks noGrp="1"/>
          </p:cNvSpPr>
          <p:nvPr>
            <p:ph idx="1"/>
          </p:nvPr>
        </p:nvSpPr>
        <p:spPr>
          <a:xfrm>
            <a:off x="478172" y="1090569"/>
            <a:ext cx="10875628" cy="5086394"/>
          </a:xfrm>
        </p:spPr>
        <p:txBody>
          <a:bodyPr>
            <a:normAutofit/>
          </a:bodyPr>
          <a:lstStyle/>
          <a:p>
            <a:pPr marL="0" indent="0">
              <a:buNone/>
            </a:pPr>
            <a:endParaRPr lang="en-US" b="1"/>
          </a:p>
          <a:p>
            <a:pPr marL="0" indent="0">
              <a:buNone/>
            </a:pPr>
            <a:endParaRPr lang="en-US" b="1"/>
          </a:p>
          <a:p>
            <a:pPr marL="0" indent="0">
              <a:buNone/>
            </a:pPr>
            <a:endParaRPr lang="en-US" b="1"/>
          </a:p>
          <a:p>
            <a:pPr marL="0" indent="0">
              <a:buNone/>
            </a:pPr>
            <a:endParaRPr lang="en-US" b="1"/>
          </a:p>
        </p:txBody>
      </p:sp>
      <p:pic>
        <p:nvPicPr>
          <p:cNvPr id="4" name="Picture 3"/>
          <p:cNvPicPr>
            <a:picLocks noChangeAspect="1"/>
          </p:cNvPicPr>
          <p:nvPr/>
        </p:nvPicPr>
        <p:blipFill>
          <a:blip r:embed="rId2"/>
          <a:stretch>
            <a:fillRect/>
          </a:stretch>
        </p:blipFill>
        <p:spPr>
          <a:xfrm>
            <a:off x="1666875" y="2162175"/>
            <a:ext cx="8858250" cy="3315836"/>
          </a:xfrm>
          <a:prstGeom prst="rect">
            <a:avLst/>
          </a:prstGeom>
        </p:spPr>
      </p:pic>
    </p:spTree>
    <p:extLst>
      <p:ext uri="{BB962C8B-B14F-4D97-AF65-F5344CB8AC3E}">
        <p14:creationId xmlns:p14="http://schemas.microsoft.com/office/powerpoint/2010/main" val="13010667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Decision making and Looping</a:t>
            </a:r>
            <a:br>
              <a:rPr lang="en-US" b="1"/>
            </a:br>
            <a:endParaRPr lang="en-US"/>
          </a:p>
        </p:txBody>
      </p:sp>
      <p:sp>
        <p:nvSpPr>
          <p:cNvPr id="3" name="Content Placeholder 2"/>
          <p:cNvSpPr>
            <a:spLocks noGrp="1"/>
          </p:cNvSpPr>
          <p:nvPr>
            <p:ph idx="1"/>
          </p:nvPr>
        </p:nvSpPr>
        <p:spPr/>
        <p:txBody>
          <a:bodyPr/>
          <a:lstStyle/>
          <a:p>
            <a:pPr marL="0" indent="0">
              <a:buNone/>
            </a:pPr>
            <a:r>
              <a:rPr lang="en-US" b="1"/>
              <a:t>Looping Statements</a:t>
            </a:r>
          </a:p>
          <a:p>
            <a:pPr marL="0" indent="0">
              <a:buNone/>
            </a:pPr>
            <a:r>
              <a:rPr lang="en-US" b="1"/>
              <a:t>for statement </a:t>
            </a:r>
          </a:p>
          <a:p>
            <a:pPr marL="0" indent="0">
              <a:buNone/>
            </a:pPr>
            <a:r>
              <a:rPr lang="en-US"/>
              <a:t>The for statement is most often used in situations where the programmer knows in advance how many times a particular set of statements are to be repeated. The for statement is sometimes termed a counted loop.</a:t>
            </a:r>
          </a:p>
          <a:p>
            <a:pPr marL="0" indent="0">
              <a:buNone/>
            </a:pPr>
            <a:endParaRPr lang="en-US"/>
          </a:p>
        </p:txBody>
      </p:sp>
    </p:spTree>
    <p:extLst>
      <p:ext uri="{BB962C8B-B14F-4D97-AF65-F5344CB8AC3E}">
        <p14:creationId xmlns:p14="http://schemas.microsoft.com/office/powerpoint/2010/main" val="30118133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Decision making and Looping</a:t>
            </a:r>
            <a:br>
              <a:rPr lang="en-US" b="1"/>
            </a:br>
            <a:endParaRPr lang="en-US"/>
          </a:p>
        </p:txBody>
      </p:sp>
      <p:sp>
        <p:nvSpPr>
          <p:cNvPr id="3" name="Content Placeholder 2"/>
          <p:cNvSpPr>
            <a:spLocks noGrp="1"/>
          </p:cNvSpPr>
          <p:nvPr>
            <p:ph idx="1"/>
          </p:nvPr>
        </p:nvSpPr>
        <p:spPr/>
        <p:txBody>
          <a:bodyPr>
            <a:normAutofit/>
          </a:bodyPr>
          <a:lstStyle/>
          <a:p>
            <a:pPr marL="0" indent="0">
              <a:buNone/>
            </a:pPr>
            <a:r>
              <a:rPr lang="en-US"/>
              <a:t>Syntax :  </a:t>
            </a:r>
            <a:r>
              <a:rPr lang="en-US" b="1"/>
              <a:t>for ( [</a:t>
            </a:r>
            <a:r>
              <a:rPr lang="en-US" b="1" err="1"/>
              <a:t>initialisation</a:t>
            </a:r>
            <a:r>
              <a:rPr lang="en-US" b="1"/>
              <a:t>] ; [condition] ; [increment] )</a:t>
            </a:r>
          </a:p>
          <a:p>
            <a:pPr marL="0" indent="0">
              <a:buNone/>
            </a:pPr>
            <a:r>
              <a:rPr lang="en-US" b="1"/>
              <a:t>		[statement body] ;</a:t>
            </a:r>
          </a:p>
          <a:p>
            <a:pPr marL="0" indent="0">
              <a:buNone/>
            </a:pPr>
            <a:r>
              <a:rPr lang="en-US" err="1"/>
              <a:t>initialisation</a:t>
            </a:r>
            <a:r>
              <a:rPr lang="en-US"/>
              <a:t> :- this is usually an assignment to set a loop counter variable for example.</a:t>
            </a:r>
          </a:p>
          <a:p>
            <a:pPr marL="0" indent="0">
              <a:buNone/>
            </a:pPr>
            <a:r>
              <a:rPr lang="en-US"/>
              <a:t>condition :- determines when loop will terminate.</a:t>
            </a:r>
          </a:p>
          <a:p>
            <a:pPr marL="0" indent="0">
              <a:buNone/>
            </a:pPr>
            <a:r>
              <a:rPr lang="en-US"/>
              <a:t>increment :- defines how the loop control variable will change each time the loop is executed.</a:t>
            </a:r>
          </a:p>
          <a:p>
            <a:pPr marL="0" indent="0">
              <a:buNone/>
            </a:pPr>
            <a:r>
              <a:rPr lang="en-US"/>
              <a:t>statement body :- can be a single statement, no statement or a block of statements.</a:t>
            </a:r>
          </a:p>
          <a:p>
            <a:pPr marL="0" indent="0">
              <a:buNone/>
            </a:pPr>
            <a:endParaRPr lang="en-US"/>
          </a:p>
        </p:txBody>
      </p:sp>
    </p:spTree>
    <p:extLst>
      <p:ext uri="{BB962C8B-B14F-4D97-AF65-F5344CB8AC3E}">
        <p14:creationId xmlns:p14="http://schemas.microsoft.com/office/powerpoint/2010/main" val="26369255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Decision making and Looping</a:t>
            </a:r>
            <a:br>
              <a:rPr lang="en-US" b="1"/>
            </a:br>
            <a:endParaRPr lang="en-US"/>
          </a:p>
        </p:txBody>
      </p:sp>
      <p:pic>
        <p:nvPicPr>
          <p:cNvPr id="4" name="Content Placeholder 3"/>
          <p:cNvPicPr>
            <a:picLocks noGrp="1" noChangeAspect="1"/>
          </p:cNvPicPr>
          <p:nvPr>
            <p:ph idx="1"/>
          </p:nvPr>
        </p:nvPicPr>
        <p:blipFill>
          <a:blip r:embed="rId2"/>
          <a:stretch>
            <a:fillRect/>
          </a:stretch>
        </p:blipFill>
        <p:spPr>
          <a:xfrm>
            <a:off x="1770077" y="1825625"/>
            <a:ext cx="8967831" cy="4351338"/>
          </a:xfrm>
          <a:prstGeom prst="rect">
            <a:avLst/>
          </a:prstGeom>
        </p:spPr>
      </p:pic>
    </p:spTree>
    <p:extLst>
      <p:ext uri="{BB962C8B-B14F-4D97-AF65-F5344CB8AC3E}">
        <p14:creationId xmlns:p14="http://schemas.microsoft.com/office/powerpoint/2010/main" val="30083622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Decision making and Looping</a:t>
            </a:r>
            <a:br>
              <a:rPr lang="en-US" b="1"/>
            </a:br>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a:t>For Example : Program to print out all numbers from 1 to 100.</a:t>
            </a:r>
          </a:p>
          <a:p>
            <a:pPr marL="0" indent="0">
              <a:buNone/>
            </a:pPr>
            <a:endParaRPr lang="en-US"/>
          </a:p>
          <a:p>
            <a:pPr marL="0" indent="0">
              <a:buNone/>
            </a:pPr>
            <a:r>
              <a:rPr lang="en-US"/>
              <a:t>		#include &lt;</a:t>
            </a:r>
            <a:r>
              <a:rPr lang="en-US" err="1"/>
              <a:t>stdio.h</a:t>
            </a:r>
            <a:r>
              <a:rPr lang="en-US"/>
              <a:t>&gt;</a:t>
            </a:r>
          </a:p>
          <a:p>
            <a:pPr marL="0" indent="0">
              <a:buNone/>
            </a:pPr>
            <a:endParaRPr lang="en-US"/>
          </a:p>
          <a:p>
            <a:pPr marL="0" indent="0">
              <a:buNone/>
            </a:pPr>
            <a:r>
              <a:rPr lang="en-US"/>
              <a:t>		void main()</a:t>
            </a:r>
          </a:p>
          <a:p>
            <a:pPr marL="0" indent="0">
              <a:buNone/>
            </a:pPr>
            <a:r>
              <a:rPr lang="en-US"/>
              <a:t>		{</a:t>
            </a:r>
          </a:p>
          <a:p>
            <a:pPr marL="0" indent="0">
              <a:buNone/>
            </a:pPr>
            <a:r>
              <a:rPr lang="en-US"/>
              <a:t>		</a:t>
            </a:r>
            <a:r>
              <a:rPr lang="en-US" err="1"/>
              <a:t>int</a:t>
            </a:r>
            <a:r>
              <a:rPr lang="en-US"/>
              <a:t> x ;</a:t>
            </a:r>
          </a:p>
          <a:p>
            <a:pPr marL="0" indent="0">
              <a:buNone/>
            </a:pPr>
            <a:endParaRPr lang="en-US"/>
          </a:p>
          <a:p>
            <a:pPr marL="0" indent="0">
              <a:buNone/>
            </a:pPr>
            <a:r>
              <a:rPr lang="en-US"/>
              <a:t>		for ( x = 1;  x &lt;= 100; x++ )</a:t>
            </a:r>
          </a:p>
          <a:p>
            <a:pPr marL="0" indent="0">
              <a:buNone/>
            </a:pPr>
            <a:r>
              <a:rPr lang="en-US"/>
              <a:t>			</a:t>
            </a:r>
            <a:r>
              <a:rPr lang="en-US" err="1"/>
              <a:t>printf</a:t>
            </a:r>
            <a:r>
              <a:rPr lang="en-US"/>
              <a:t>( "%d\n", x ) ;</a:t>
            </a:r>
          </a:p>
          <a:p>
            <a:pPr marL="0" indent="0">
              <a:buNone/>
            </a:pPr>
            <a:r>
              <a:rPr lang="en-US"/>
              <a:t>		}</a:t>
            </a:r>
          </a:p>
          <a:p>
            <a:pPr marL="0" indent="0">
              <a:buNone/>
            </a:pPr>
            <a:endParaRPr lang="en-US"/>
          </a:p>
          <a:p>
            <a:pPr marL="0" indent="0">
              <a:buNone/>
            </a:pPr>
            <a:endParaRPr lang="en-US"/>
          </a:p>
        </p:txBody>
      </p:sp>
    </p:spTree>
    <p:extLst>
      <p:ext uri="{BB962C8B-B14F-4D97-AF65-F5344CB8AC3E}">
        <p14:creationId xmlns:p14="http://schemas.microsoft.com/office/powerpoint/2010/main" val="18148699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Decision making and Looping</a:t>
            </a:r>
            <a:br>
              <a:rPr lang="en-US" b="1"/>
            </a:br>
            <a:endParaRPr lang="en-US"/>
          </a:p>
        </p:txBody>
      </p:sp>
      <p:sp>
        <p:nvSpPr>
          <p:cNvPr id="3" name="Content Placeholder 2"/>
          <p:cNvSpPr>
            <a:spLocks noGrp="1"/>
          </p:cNvSpPr>
          <p:nvPr>
            <p:ph idx="1"/>
          </p:nvPr>
        </p:nvSpPr>
        <p:spPr>
          <a:xfrm>
            <a:off x="838200" y="1350628"/>
            <a:ext cx="10515600" cy="4826335"/>
          </a:xfrm>
        </p:spPr>
        <p:txBody>
          <a:bodyPr>
            <a:normAutofit fontScale="77500" lnSpcReduction="20000"/>
          </a:bodyPr>
          <a:lstStyle/>
          <a:p>
            <a:pPr marL="0" indent="0">
              <a:buNone/>
            </a:pPr>
            <a:r>
              <a:rPr lang="en-US"/>
              <a:t>For Example :- To print out all numbers from 1 to 100 and calculate their sum.</a:t>
            </a:r>
          </a:p>
          <a:p>
            <a:pPr marL="0" indent="0">
              <a:buNone/>
            </a:pPr>
            <a:r>
              <a:rPr lang="en-US"/>
              <a:t>		</a:t>
            </a:r>
          </a:p>
          <a:p>
            <a:pPr marL="0" indent="0">
              <a:buNone/>
            </a:pPr>
            <a:r>
              <a:rPr lang="en-US"/>
              <a:t>		#include &lt;</a:t>
            </a:r>
            <a:r>
              <a:rPr lang="en-US" err="1"/>
              <a:t>stdio.h</a:t>
            </a:r>
            <a:r>
              <a:rPr lang="en-US"/>
              <a:t>&gt;</a:t>
            </a:r>
          </a:p>
          <a:p>
            <a:pPr marL="0" indent="0">
              <a:buNone/>
            </a:pPr>
            <a:r>
              <a:rPr lang="en-US"/>
              <a:t>		void main()</a:t>
            </a:r>
          </a:p>
          <a:p>
            <a:pPr marL="0" indent="0">
              <a:buNone/>
            </a:pPr>
            <a:r>
              <a:rPr lang="en-US"/>
              <a:t>		{</a:t>
            </a:r>
          </a:p>
          <a:p>
            <a:pPr marL="0" indent="0">
              <a:buNone/>
            </a:pPr>
            <a:r>
              <a:rPr lang="en-US"/>
              <a:t>		</a:t>
            </a:r>
            <a:r>
              <a:rPr lang="en-US" err="1"/>
              <a:t>int</a:t>
            </a:r>
            <a:r>
              <a:rPr lang="en-US"/>
              <a:t> x, sum = 0 ;</a:t>
            </a:r>
          </a:p>
          <a:p>
            <a:pPr marL="0" indent="0">
              <a:buNone/>
            </a:pPr>
            <a:r>
              <a:rPr lang="en-US"/>
              <a:t>		for ( x = 1; x &lt;= 100; x++ )</a:t>
            </a:r>
          </a:p>
          <a:p>
            <a:pPr marL="0" indent="0">
              <a:buNone/>
            </a:pPr>
            <a:r>
              <a:rPr lang="en-US"/>
              <a:t>			{</a:t>
            </a:r>
          </a:p>
          <a:p>
            <a:pPr marL="0" indent="0">
              <a:buNone/>
            </a:pPr>
            <a:r>
              <a:rPr lang="en-US"/>
              <a:t>			</a:t>
            </a:r>
            <a:r>
              <a:rPr lang="en-US" err="1"/>
              <a:t>printf</a:t>
            </a:r>
            <a:r>
              <a:rPr lang="en-US"/>
              <a:t>( "%d\n", x ) ;</a:t>
            </a:r>
          </a:p>
          <a:p>
            <a:pPr marL="0" indent="0">
              <a:buNone/>
            </a:pPr>
            <a:r>
              <a:rPr lang="en-US"/>
              <a:t>			sum += x ;</a:t>
            </a:r>
          </a:p>
          <a:p>
            <a:pPr marL="0" indent="0">
              <a:buNone/>
            </a:pPr>
            <a:r>
              <a:rPr lang="en-US"/>
              <a:t>			}</a:t>
            </a:r>
          </a:p>
          <a:p>
            <a:pPr marL="0" indent="0">
              <a:buNone/>
            </a:pPr>
            <a:r>
              <a:rPr lang="en-US"/>
              <a:t>		</a:t>
            </a:r>
            <a:r>
              <a:rPr lang="en-US" err="1"/>
              <a:t>printf</a:t>
            </a:r>
            <a:r>
              <a:rPr lang="en-US"/>
              <a:t>( “\n\</a:t>
            </a:r>
            <a:r>
              <a:rPr lang="en-US" err="1"/>
              <a:t>nSum</a:t>
            </a:r>
            <a:r>
              <a:rPr lang="en-US"/>
              <a:t> is %d\n”, sum ) ;</a:t>
            </a:r>
          </a:p>
          <a:p>
            <a:pPr marL="0" indent="0">
              <a:buNone/>
            </a:pPr>
            <a:r>
              <a:rPr lang="en-US"/>
              <a:t>		}</a:t>
            </a:r>
          </a:p>
          <a:p>
            <a:pPr marL="0" indent="0">
              <a:buNone/>
            </a:pPr>
            <a:endParaRPr lang="en-US"/>
          </a:p>
          <a:p>
            <a:pPr marL="0" indent="0">
              <a:buNone/>
            </a:pPr>
            <a:endParaRPr lang="en-US"/>
          </a:p>
        </p:txBody>
      </p:sp>
    </p:spTree>
    <p:extLst>
      <p:ext uri="{BB962C8B-B14F-4D97-AF65-F5344CB8AC3E}">
        <p14:creationId xmlns:p14="http://schemas.microsoft.com/office/powerpoint/2010/main" val="2121380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1670"/>
            <a:ext cx="10515600" cy="5925293"/>
          </a:xfrm>
        </p:spPr>
        <p:txBody>
          <a:bodyPr>
            <a:normAutofit lnSpcReduction="10000"/>
          </a:bodyPr>
          <a:lstStyle/>
          <a:p>
            <a:pPr marL="0" indent="0">
              <a:buNone/>
            </a:pPr>
            <a:r>
              <a:rPr lang="en-GB"/>
              <a:t>: Program to produce the following table </a:t>
            </a:r>
          </a:p>
          <a:p>
            <a:pPr marL="0" indent="0">
              <a:buNone/>
            </a:pPr>
            <a:r>
              <a:rPr lang="en-US"/>
              <a:t>#include &lt;</a:t>
            </a:r>
            <a:r>
              <a:rPr lang="en-US" err="1"/>
              <a:t>stdio.h</a:t>
            </a:r>
            <a:r>
              <a:rPr lang="en-US"/>
              <a:t>&gt;</a:t>
            </a:r>
          </a:p>
          <a:p>
            <a:pPr marL="0" indent="0">
              <a:buNone/>
            </a:pPr>
            <a:r>
              <a:rPr lang="en-US"/>
              <a:t>		void main()</a:t>
            </a:r>
          </a:p>
          <a:p>
            <a:pPr marL="0" indent="0">
              <a:buNone/>
            </a:pPr>
            <a:r>
              <a:rPr lang="en-US"/>
              <a:t>		{</a:t>
            </a:r>
          </a:p>
          <a:p>
            <a:pPr marL="0" indent="0">
              <a:buNone/>
            </a:pPr>
            <a:r>
              <a:rPr lang="en-US"/>
              <a:t>		</a:t>
            </a:r>
            <a:r>
              <a:rPr lang="en-US" err="1"/>
              <a:t>int</a:t>
            </a:r>
            <a:r>
              <a:rPr lang="en-US"/>
              <a:t> j, k ;</a:t>
            </a:r>
          </a:p>
          <a:p>
            <a:pPr marL="0" indent="0">
              <a:buNone/>
            </a:pPr>
            <a:r>
              <a:rPr lang="en-US"/>
              <a:t>		for ( j = 1; j &lt;= 5; </a:t>
            </a:r>
            <a:r>
              <a:rPr lang="en-US" err="1"/>
              <a:t>j++</a:t>
            </a:r>
            <a:r>
              <a:rPr lang="en-US"/>
              <a:t> )</a:t>
            </a:r>
          </a:p>
          <a:p>
            <a:pPr marL="0" indent="0">
              <a:buNone/>
            </a:pPr>
            <a:r>
              <a:rPr lang="en-US"/>
              <a:t>			{</a:t>
            </a:r>
          </a:p>
          <a:p>
            <a:pPr marL="0" indent="0">
              <a:buNone/>
            </a:pPr>
            <a:r>
              <a:rPr lang="en-US"/>
              <a:t>			for ( k = j ; k &lt; j + 5; k++ ) {</a:t>
            </a:r>
          </a:p>
          <a:p>
            <a:pPr marL="0" indent="0">
              <a:buNone/>
            </a:pPr>
            <a:r>
              <a:rPr lang="en-US"/>
              <a:t>			</a:t>
            </a:r>
            <a:r>
              <a:rPr lang="en-US" err="1"/>
              <a:t>printf</a:t>
            </a:r>
            <a:r>
              <a:rPr lang="en-US"/>
              <a:t>( "%d  ", k ) ;</a:t>
            </a:r>
          </a:p>
          <a:p>
            <a:pPr marL="0" indent="0">
              <a:buNone/>
            </a:pPr>
            <a:r>
              <a:rPr lang="en-US"/>
              <a:t>			}</a:t>
            </a:r>
          </a:p>
          <a:p>
            <a:pPr marL="0" indent="0">
              <a:buNone/>
            </a:pPr>
            <a:r>
              <a:rPr lang="en-US"/>
              <a:t>		</a:t>
            </a:r>
            <a:r>
              <a:rPr lang="en-US" err="1"/>
              <a:t>printf</a:t>
            </a:r>
            <a:r>
              <a:rPr lang="en-US"/>
              <a:t>( “\n” ) ;</a:t>
            </a:r>
          </a:p>
          <a:p>
            <a:pPr marL="0" indent="0">
              <a:buNone/>
            </a:pPr>
            <a:r>
              <a:rPr lang="en-US"/>
              <a:t>		} 		}</a:t>
            </a:r>
          </a:p>
          <a:p>
            <a:pPr marL="0" indent="0">
              <a:buNone/>
            </a:pP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452243722"/>
              </p:ext>
            </p:extLst>
          </p:nvPr>
        </p:nvGraphicFramePr>
        <p:xfrm>
          <a:off x="6945442" y="337403"/>
          <a:ext cx="4622975" cy="2993025"/>
        </p:xfrm>
        <a:graphic>
          <a:graphicData uri="http://schemas.openxmlformats.org/drawingml/2006/table">
            <a:tbl>
              <a:tblPr>
                <a:tableStyleId>{5C22544A-7EE6-4342-B048-85BDC9FD1C3A}</a:tableStyleId>
              </a:tblPr>
              <a:tblGrid>
                <a:gridCol w="924595">
                  <a:extLst>
                    <a:ext uri="{9D8B030D-6E8A-4147-A177-3AD203B41FA5}">
                      <a16:colId xmlns:a16="http://schemas.microsoft.com/office/drawing/2014/main" val="705665666"/>
                    </a:ext>
                  </a:extLst>
                </a:gridCol>
                <a:gridCol w="924595">
                  <a:extLst>
                    <a:ext uri="{9D8B030D-6E8A-4147-A177-3AD203B41FA5}">
                      <a16:colId xmlns:a16="http://schemas.microsoft.com/office/drawing/2014/main" val="2348994197"/>
                    </a:ext>
                  </a:extLst>
                </a:gridCol>
                <a:gridCol w="924595">
                  <a:extLst>
                    <a:ext uri="{9D8B030D-6E8A-4147-A177-3AD203B41FA5}">
                      <a16:colId xmlns:a16="http://schemas.microsoft.com/office/drawing/2014/main" val="301459799"/>
                    </a:ext>
                  </a:extLst>
                </a:gridCol>
                <a:gridCol w="924595">
                  <a:extLst>
                    <a:ext uri="{9D8B030D-6E8A-4147-A177-3AD203B41FA5}">
                      <a16:colId xmlns:a16="http://schemas.microsoft.com/office/drawing/2014/main" val="3855610573"/>
                    </a:ext>
                  </a:extLst>
                </a:gridCol>
                <a:gridCol w="924595">
                  <a:extLst>
                    <a:ext uri="{9D8B030D-6E8A-4147-A177-3AD203B41FA5}">
                      <a16:colId xmlns:a16="http://schemas.microsoft.com/office/drawing/2014/main" val="342408845"/>
                    </a:ext>
                  </a:extLst>
                </a:gridCol>
              </a:tblGrid>
              <a:tr h="598605">
                <a:tc>
                  <a:txBody>
                    <a:bodyPr/>
                    <a:lstStyle/>
                    <a:p>
                      <a:pPr marL="0" marR="0" algn="ctr" hangingPunct="0">
                        <a:lnSpc>
                          <a:spcPct val="150000"/>
                        </a:lnSpc>
                        <a:spcBef>
                          <a:spcPts val="0"/>
                        </a:spcBef>
                        <a:spcAft>
                          <a:spcPts val="0"/>
                        </a:spcAft>
                      </a:pPr>
                      <a:r>
                        <a:rPr lang="en-GB" sz="2000" b="1">
                          <a:effectLst/>
                        </a:rPr>
                        <a:t>1</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2</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3</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4</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5</a:t>
                      </a:r>
                      <a:endParaRPr lang="en-US" sz="2000" b="1">
                        <a:effectLst/>
                        <a:latin typeface="Times New Roman" panose="02020603050405020304" pitchFamily="18" charset="0"/>
                        <a:ea typeface="Times New Roman" panose="02020603050405020304" pitchFamily="18" charset="0"/>
                      </a:endParaRPr>
                    </a:p>
                  </a:txBody>
                  <a:tcPr marL="17780" marR="17780" marT="0" marB="0"/>
                </a:tc>
                <a:extLst>
                  <a:ext uri="{0D108BD9-81ED-4DB2-BD59-A6C34878D82A}">
                    <a16:rowId xmlns:a16="http://schemas.microsoft.com/office/drawing/2014/main" val="2019374130"/>
                  </a:ext>
                </a:extLst>
              </a:tr>
              <a:tr h="598605">
                <a:tc>
                  <a:txBody>
                    <a:bodyPr/>
                    <a:lstStyle/>
                    <a:p>
                      <a:pPr marL="0" marR="0" algn="ctr" hangingPunct="0">
                        <a:lnSpc>
                          <a:spcPct val="150000"/>
                        </a:lnSpc>
                        <a:spcBef>
                          <a:spcPts val="0"/>
                        </a:spcBef>
                        <a:spcAft>
                          <a:spcPts val="0"/>
                        </a:spcAft>
                      </a:pPr>
                      <a:r>
                        <a:rPr lang="en-GB" sz="2000" b="1">
                          <a:effectLst/>
                        </a:rPr>
                        <a:t>2</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3</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4</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5</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6</a:t>
                      </a:r>
                      <a:endParaRPr lang="en-US" sz="2000" b="1">
                        <a:effectLst/>
                        <a:latin typeface="Times New Roman" panose="02020603050405020304" pitchFamily="18" charset="0"/>
                        <a:ea typeface="Times New Roman" panose="02020603050405020304" pitchFamily="18" charset="0"/>
                      </a:endParaRPr>
                    </a:p>
                  </a:txBody>
                  <a:tcPr marL="17780" marR="17780" marT="0" marB="0"/>
                </a:tc>
                <a:extLst>
                  <a:ext uri="{0D108BD9-81ED-4DB2-BD59-A6C34878D82A}">
                    <a16:rowId xmlns:a16="http://schemas.microsoft.com/office/drawing/2014/main" val="3635468905"/>
                  </a:ext>
                </a:extLst>
              </a:tr>
              <a:tr h="598605">
                <a:tc>
                  <a:txBody>
                    <a:bodyPr/>
                    <a:lstStyle/>
                    <a:p>
                      <a:pPr marL="0" marR="0" algn="ctr" hangingPunct="0">
                        <a:lnSpc>
                          <a:spcPct val="150000"/>
                        </a:lnSpc>
                        <a:spcBef>
                          <a:spcPts val="0"/>
                        </a:spcBef>
                        <a:spcAft>
                          <a:spcPts val="0"/>
                        </a:spcAft>
                      </a:pPr>
                      <a:r>
                        <a:rPr lang="en-GB" sz="2000" b="1">
                          <a:effectLst/>
                        </a:rPr>
                        <a:t>3</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4</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5</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6</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7</a:t>
                      </a:r>
                      <a:endParaRPr lang="en-US" sz="2000" b="1">
                        <a:effectLst/>
                        <a:latin typeface="Times New Roman" panose="02020603050405020304" pitchFamily="18" charset="0"/>
                        <a:ea typeface="Times New Roman" panose="02020603050405020304" pitchFamily="18" charset="0"/>
                      </a:endParaRPr>
                    </a:p>
                  </a:txBody>
                  <a:tcPr marL="17780" marR="17780" marT="0" marB="0"/>
                </a:tc>
                <a:extLst>
                  <a:ext uri="{0D108BD9-81ED-4DB2-BD59-A6C34878D82A}">
                    <a16:rowId xmlns:a16="http://schemas.microsoft.com/office/drawing/2014/main" val="3344398391"/>
                  </a:ext>
                </a:extLst>
              </a:tr>
              <a:tr h="598605">
                <a:tc>
                  <a:txBody>
                    <a:bodyPr/>
                    <a:lstStyle/>
                    <a:p>
                      <a:pPr marL="0" marR="0" algn="ctr" hangingPunct="0">
                        <a:lnSpc>
                          <a:spcPct val="150000"/>
                        </a:lnSpc>
                        <a:spcBef>
                          <a:spcPts val="0"/>
                        </a:spcBef>
                        <a:spcAft>
                          <a:spcPts val="0"/>
                        </a:spcAft>
                      </a:pPr>
                      <a:r>
                        <a:rPr lang="en-GB" sz="2000" b="1">
                          <a:effectLst/>
                        </a:rPr>
                        <a:t>4</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5</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6</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7</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8</a:t>
                      </a:r>
                      <a:endParaRPr lang="en-US" sz="2000" b="1">
                        <a:effectLst/>
                        <a:latin typeface="Times New Roman" panose="02020603050405020304" pitchFamily="18" charset="0"/>
                        <a:ea typeface="Times New Roman" panose="02020603050405020304" pitchFamily="18" charset="0"/>
                      </a:endParaRPr>
                    </a:p>
                  </a:txBody>
                  <a:tcPr marL="17780" marR="17780" marT="0" marB="0"/>
                </a:tc>
                <a:extLst>
                  <a:ext uri="{0D108BD9-81ED-4DB2-BD59-A6C34878D82A}">
                    <a16:rowId xmlns:a16="http://schemas.microsoft.com/office/drawing/2014/main" val="1704019792"/>
                  </a:ext>
                </a:extLst>
              </a:tr>
              <a:tr h="598605">
                <a:tc>
                  <a:txBody>
                    <a:bodyPr/>
                    <a:lstStyle/>
                    <a:p>
                      <a:pPr marL="0" marR="0" algn="ctr" hangingPunct="0">
                        <a:lnSpc>
                          <a:spcPct val="150000"/>
                        </a:lnSpc>
                        <a:spcBef>
                          <a:spcPts val="0"/>
                        </a:spcBef>
                        <a:spcAft>
                          <a:spcPts val="0"/>
                        </a:spcAft>
                      </a:pPr>
                      <a:r>
                        <a:rPr lang="en-GB" sz="2000" b="1">
                          <a:effectLst/>
                        </a:rPr>
                        <a:t>5</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6</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7</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8</a:t>
                      </a:r>
                      <a:endParaRPr lang="en-US" sz="2000" b="1">
                        <a:effectLst/>
                        <a:latin typeface="Times New Roman" panose="02020603050405020304" pitchFamily="18" charset="0"/>
                        <a:ea typeface="Times New Roman" panose="02020603050405020304" pitchFamily="18" charset="0"/>
                      </a:endParaRPr>
                    </a:p>
                  </a:txBody>
                  <a:tcPr marL="17780" marR="17780" marT="0" marB="0"/>
                </a:tc>
                <a:tc>
                  <a:txBody>
                    <a:bodyPr/>
                    <a:lstStyle/>
                    <a:p>
                      <a:pPr marL="0" marR="0" algn="ctr" hangingPunct="0">
                        <a:lnSpc>
                          <a:spcPct val="150000"/>
                        </a:lnSpc>
                        <a:spcBef>
                          <a:spcPts val="0"/>
                        </a:spcBef>
                        <a:spcAft>
                          <a:spcPts val="0"/>
                        </a:spcAft>
                      </a:pPr>
                      <a:r>
                        <a:rPr lang="en-GB" sz="2000" b="1">
                          <a:effectLst/>
                        </a:rPr>
                        <a:t>9</a:t>
                      </a:r>
                      <a:endParaRPr lang="en-US" sz="2000" b="1">
                        <a:effectLst/>
                        <a:latin typeface="Times New Roman" panose="02020603050405020304" pitchFamily="18" charset="0"/>
                        <a:ea typeface="Times New Roman" panose="02020603050405020304" pitchFamily="18" charset="0"/>
                      </a:endParaRPr>
                    </a:p>
                  </a:txBody>
                  <a:tcPr marL="17780" marR="17780" marT="0" marB="0"/>
                </a:tc>
                <a:extLst>
                  <a:ext uri="{0D108BD9-81ED-4DB2-BD59-A6C34878D82A}">
                    <a16:rowId xmlns:a16="http://schemas.microsoft.com/office/drawing/2014/main" val="965264345"/>
                  </a:ext>
                </a:extLst>
              </a:tr>
            </a:tbl>
          </a:graphicData>
        </a:graphic>
      </p:graphicFrame>
    </p:spTree>
    <p:extLst>
      <p:ext uri="{BB962C8B-B14F-4D97-AF65-F5344CB8AC3E}">
        <p14:creationId xmlns:p14="http://schemas.microsoft.com/office/powerpoint/2010/main" val="19541728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hangingPunct="0"/>
            <a:r>
              <a:rPr lang="en-GB" b="1" i="1"/>
              <a:t>while statement</a:t>
            </a:r>
            <a:br>
              <a:rPr lang="en-US" b="1" i="1"/>
            </a:br>
            <a:r>
              <a:rPr lang="en-GB"/>
              <a:t> </a:t>
            </a:r>
            <a:br>
              <a:rPr lang="en-US"/>
            </a:br>
            <a:endParaRPr lang="en-US"/>
          </a:p>
        </p:txBody>
      </p:sp>
      <p:sp>
        <p:nvSpPr>
          <p:cNvPr id="3" name="Content Placeholder 2"/>
          <p:cNvSpPr>
            <a:spLocks noGrp="1"/>
          </p:cNvSpPr>
          <p:nvPr>
            <p:ph idx="1"/>
          </p:nvPr>
        </p:nvSpPr>
        <p:spPr/>
        <p:txBody>
          <a:bodyPr/>
          <a:lstStyle/>
          <a:p>
            <a:pPr marL="0" indent="0">
              <a:buNone/>
            </a:pPr>
            <a:r>
              <a:rPr lang="en-US"/>
              <a:t>The while statement is typically used in situations where it is not known in advance how many iterations are required.</a:t>
            </a:r>
          </a:p>
          <a:p>
            <a:pPr marL="0" indent="0">
              <a:buNone/>
            </a:pPr>
            <a:r>
              <a:rPr lang="en-US"/>
              <a:t>Syntax : 	</a:t>
            </a:r>
            <a:r>
              <a:rPr lang="en-US" b="1"/>
              <a:t>while ( condition )</a:t>
            </a:r>
          </a:p>
          <a:p>
            <a:pPr marL="0" indent="0">
              <a:buNone/>
            </a:pPr>
            <a:r>
              <a:rPr lang="en-US" b="1"/>
              <a:t>			statement body ;</a:t>
            </a:r>
          </a:p>
          <a:p>
            <a:pPr marL="0" indent="0">
              <a:buNone/>
            </a:pPr>
            <a:endParaRPr lang="en-US"/>
          </a:p>
          <a:p>
            <a:pPr marL="0" indent="0">
              <a:buNone/>
            </a:pPr>
            <a:endParaRPr lang="en-US"/>
          </a:p>
        </p:txBody>
      </p:sp>
      <p:pic>
        <p:nvPicPr>
          <p:cNvPr id="4" name="Picture 3"/>
          <p:cNvPicPr>
            <a:picLocks noChangeAspect="1"/>
          </p:cNvPicPr>
          <p:nvPr/>
        </p:nvPicPr>
        <p:blipFill>
          <a:blip r:embed="rId2"/>
          <a:stretch>
            <a:fillRect/>
          </a:stretch>
        </p:blipFill>
        <p:spPr>
          <a:xfrm>
            <a:off x="6496050" y="2575173"/>
            <a:ext cx="5695950" cy="4077297"/>
          </a:xfrm>
          <a:prstGeom prst="rect">
            <a:avLst/>
          </a:prstGeom>
        </p:spPr>
      </p:pic>
    </p:spTree>
    <p:extLst>
      <p:ext uri="{BB962C8B-B14F-4D97-AF65-F5344CB8AC3E}">
        <p14:creationId xmlns:p14="http://schemas.microsoft.com/office/powerpoint/2010/main" val="41068318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hangingPunct="0"/>
            <a:r>
              <a:rPr lang="en-GB" b="1" i="1"/>
              <a:t>while statement</a:t>
            </a:r>
            <a:br>
              <a:rPr lang="en-US" b="1" i="1"/>
            </a:br>
            <a:r>
              <a:rPr lang="en-GB"/>
              <a:t> </a:t>
            </a:r>
            <a:br>
              <a:rPr lang="en-US"/>
            </a:br>
            <a:endParaRPr lang="en-US"/>
          </a:p>
        </p:txBody>
      </p:sp>
      <p:sp>
        <p:nvSpPr>
          <p:cNvPr id="3" name="Content Placeholder 2"/>
          <p:cNvSpPr>
            <a:spLocks noGrp="1"/>
          </p:cNvSpPr>
          <p:nvPr>
            <p:ph idx="1"/>
          </p:nvPr>
        </p:nvSpPr>
        <p:spPr>
          <a:xfrm>
            <a:off x="125835" y="1031846"/>
            <a:ext cx="11227965" cy="5145117"/>
          </a:xfrm>
        </p:spPr>
        <p:txBody>
          <a:bodyPr>
            <a:normAutofit fontScale="92500" lnSpcReduction="20000"/>
          </a:bodyPr>
          <a:lstStyle/>
          <a:p>
            <a:pPr marL="0" indent="0">
              <a:buNone/>
            </a:pPr>
            <a:r>
              <a:rPr lang="en-US"/>
              <a:t>For Example : Program to sum all integers from 100 down to 1.</a:t>
            </a:r>
          </a:p>
          <a:p>
            <a:pPr marL="0" indent="0">
              <a:buNone/>
            </a:pPr>
            <a:r>
              <a:rPr lang="en-US"/>
              <a:t>	#include &lt;</a:t>
            </a:r>
            <a:r>
              <a:rPr lang="en-US" err="1"/>
              <a:t>stdio.h</a:t>
            </a:r>
            <a:r>
              <a:rPr lang="en-US"/>
              <a:t>&gt;</a:t>
            </a:r>
          </a:p>
          <a:p>
            <a:pPr marL="0" indent="0">
              <a:buNone/>
            </a:pPr>
            <a:r>
              <a:rPr lang="en-US"/>
              <a:t>	void main()</a:t>
            </a:r>
          </a:p>
          <a:p>
            <a:pPr marL="0" indent="0">
              <a:buNone/>
            </a:pPr>
            <a:r>
              <a:rPr lang="en-US"/>
              <a:t>	{</a:t>
            </a:r>
          </a:p>
          <a:p>
            <a:pPr marL="0" indent="0">
              <a:buNone/>
            </a:pPr>
            <a:r>
              <a:rPr lang="en-US"/>
              <a:t>	</a:t>
            </a:r>
            <a:r>
              <a:rPr lang="en-US" err="1"/>
              <a:t>int</a:t>
            </a:r>
            <a:r>
              <a:rPr lang="en-US"/>
              <a:t> sum = 0, </a:t>
            </a:r>
            <a:r>
              <a:rPr lang="en-US" err="1"/>
              <a:t>i</a:t>
            </a:r>
            <a:r>
              <a:rPr lang="en-US"/>
              <a:t> = 100 ;</a:t>
            </a:r>
          </a:p>
          <a:p>
            <a:pPr marL="0" indent="0">
              <a:buNone/>
            </a:pPr>
            <a:endParaRPr lang="en-US"/>
          </a:p>
          <a:p>
            <a:pPr marL="0" indent="0">
              <a:buNone/>
            </a:pPr>
            <a:r>
              <a:rPr lang="en-US"/>
              <a:t>	while ( </a:t>
            </a:r>
            <a:r>
              <a:rPr lang="en-US" err="1"/>
              <a:t>i</a:t>
            </a:r>
            <a:r>
              <a:rPr lang="en-US"/>
              <a:t> )</a:t>
            </a:r>
          </a:p>
          <a:p>
            <a:pPr marL="0" indent="0">
              <a:buNone/>
            </a:pPr>
            <a:r>
              <a:rPr lang="en-US"/>
              <a:t>		 sum += </a:t>
            </a:r>
            <a:r>
              <a:rPr lang="en-US" err="1"/>
              <a:t>i</a:t>
            </a:r>
            <a:r>
              <a:rPr lang="en-US"/>
              <a:t>-- ;		// note the use of postfix decrement operator!</a:t>
            </a:r>
          </a:p>
          <a:p>
            <a:pPr marL="0" indent="0">
              <a:buNone/>
            </a:pPr>
            <a:r>
              <a:rPr lang="en-US"/>
              <a:t>	</a:t>
            </a:r>
            <a:r>
              <a:rPr lang="en-US" err="1"/>
              <a:t>printf</a:t>
            </a:r>
            <a:r>
              <a:rPr lang="en-US"/>
              <a:t>( “Sum is %d \n”, sum ) ;</a:t>
            </a:r>
          </a:p>
          <a:p>
            <a:pPr marL="0" indent="0">
              <a:buNone/>
            </a:pPr>
            <a:r>
              <a:rPr lang="en-US"/>
              <a:t>	}</a:t>
            </a:r>
          </a:p>
          <a:p>
            <a:pPr marL="0" indent="0">
              <a:buNone/>
            </a:pPr>
            <a:r>
              <a:rPr lang="en-US"/>
              <a:t>where it should be recalled that any non-zero value is deemed TRUE in the condition section of the statement.</a:t>
            </a:r>
          </a:p>
          <a:p>
            <a:pPr marL="0" indent="0">
              <a:buNone/>
            </a:pPr>
            <a:endParaRPr lang="en-US"/>
          </a:p>
          <a:p>
            <a:pPr marL="0" indent="0">
              <a:buNone/>
            </a:pPr>
            <a:endParaRPr lang="en-US"/>
          </a:p>
        </p:txBody>
      </p:sp>
    </p:spTree>
    <p:extLst>
      <p:ext uri="{BB962C8B-B14F-4D97-AF65-F5344CB8AC3E}">
        <p14:creationId xmlns:p14="http://schemas.microsoft.com/office/powerpoint/2010/main" val="35644684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hangingPunct="0"/>
            <a:r>
              <a:rPr lang="en-GB" b="1" i="1"/>
              <a:t>do while</a:t>
            </a:r>
            <a:br>
              <a:rPr lang="en-GB" b="1" i="1"/>
            </a:br>
            <a:r>
              <a:rPr lang="en-GB"/>
              <a:t> </a:t>
            </a:r>
            <a:br>
              <a:rPr lang="en-US"/>
            </a:br>
            <a:endParaRPr lang="en-US"/>
          </a:p>
        </p:txBody>
      </p:sp>
      <p:sp>
        <p:nvSpPr>
          <p:cNvPr id="3" name="Content Placeholder 2"/>
          <p:cNvSpPr>
            <a:spLocks noGrp="1"/>
          </p:cNvSpPr>
          <p:nvPr>
            <p:ph idx="1"/>
          </p:nvPr>
        </p:nvSpPr>
        <p:spPr>
          <a:xfrm>
            <a:off x="125835" y="1031846"/>
            <a:ext cx="11227965" cy="5145117"/>
          </a:xfrm>
        </p:spPr>
        <p:txBody>
          <a:bodyPr vert="horz" lIns="91440" tIns="45720" rIns="91440" bIns="45720" rtlCol="0" anchor="t">
            <a:normAutofit/>
          </a:bodyPr>
          <a:lstStyle/>
          <a:p>
            <a:pPr marL="0" indent="0">
              <a:buNone/>
            </a:pPr>
            <a:r>
              <a:rPr lang="en-US"/>
              <a:t>The terminating condition in the for and while loops is always tested before the body of the loop is executed -- so of course the body of the loop may not be executed at all.</a:t>
            </a:r>
          </a:p>
          <a:p>
            <a:pPr marL="0" indent="0">
              <a:buNone/>
            </a:pPr>
            <a:r>
              <a:rPr lang="en-US"/>
              <a:t>In the do while statement on the other hand the statement body is always executed at least once as the condition is tested at the end of the body of the loop.</a:t>
            </a:r>
          </a:p>
          <a:p>
            <a:pPr marL="0" indent="0">
              <a:buNone/>
            </a:pPr>
            <a:r>
              <a:rPr lang="en-US">
                <a:cs typeface="Calibri" panose="020F0502020204030204"/>
              </a:rPr>
              <a:t>:( </a:t>
            </a:r>
            <a:endParaRPr lang="en-US"/>
          </a:p>
          <a:p>
            <a:pPr marL="0" indent="0">
              <a:buNone/>
            </a:pPr>
            <a:r>
              <a:rPr lang="en-US"/>
              <a:t>Syntax : 	do</a:t>
            </a:r>
          </a:p>
          <a:p>
            <a:pPr marL="0" indent="0">
              <a:buNone/>
            </a:pPr>
            <a:r>
              <a:rPr lang="en-US"/>
              <a:t>		{</a:t>
            </a:r>
          </a:p>
          <a:p>
            <a:pPr marL="0" indent="0">
              <a:buNone/>
            </a:pPr>
            <a:r>
              <a:rPr lang="en-US"/>
              <a:t>		statement body ;</a:t>
            </a:r>
          </a:p>
          <a:p>
            <a:pPr marL="0" indent="0">
              <a:buNone/>
            </a:pPr>
            <a:r>
              <a:rPr lang="en-US"/>
              <a:t>		}  while ( condition ) ;</a:t>
            </a:r>
          </a:p>
          <a:p>
            <a:pPr marL="0" indent="0">
              <a:buNone/>
            </a:pPr>
            <a:endParaRPr lang="en-US"/>
          </a:p>
        </p:txBody>
      </p:sp>
      <p:pic>
        <p:nvPicPr>
          <p:cNvPr id="4" name="Picture 3"/>
          <p:cNvPicPr>
            <a:picLocks noChangeAspect="1"/>
          </p:cNvPicPr>
          <p:nvPr/>
        </p:nvPicPr>
        <p:blipFill>
          <a:blip r:embed="rId2"/>
          <a:stretch>
            <a:fillRect/>
          </a:stretch>
        </p:blipFill>
        <p:spPr>
          <a:xfrm>
            <a:off x="6264129" y="3335628"/>
            <a:ext cx="4884840" cy="3324225"/>
          </a:xfrm>
          <a:prstGeom prst="rect">
            <a:avLst/>
          </a:prstGeom>
        </p:spPr>
      </p:pic>
    </p:spTree>
    <p:extLst>
      <p:ext uri="{BB962C8B-B14F-4D97-AF65-F5344CB8AC3E}">
        <p14:creationId xmlns:p14="http://schemas.microsoft.com/office/powerpoint/2010/main" val="6313235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hangingPunct="0"/>
            <a:r>
              <a:rPr lang="en-GB" b="1" i="1"/>
              <a:t>do while</a:t>
            </a:r>
            <a:br>
              <a:rPr lang="en-GB" b="1" i="1"/>
            </a:br>
            <a:r>
              <a:rPr lang="en-GB"/>
              <a:t> </a:t>
            </a:r>
            <a:br>
              <a:rPr lang="en-US"/>
            </a:br>
            <a:endParaRPr lang="en-US"/>
          </a:p>
        </p:txBody>
      </p:sp>
      <p:sp>
        <p:nvSpPr>
          <p:cNvPr id="3" name="Content Placeholder 2"/>
          <p:cNvSpPr>
            <a:spLocks noGrp="1"/>
          </p:cNvSpPr>
          <p:nvPr>
            <p:ph idx="1"/>
          </p:nvPr>
        </p:nvSpPr>
        <p:spPr>
          <a:xfrm>
            <a:off x="125835" y="1031846"/>
            <a:ext cx="11227965" cy="5145117"/>
          </a:xfrm>
        </p:spPr>
        <p:txBody>
          <a:bodyPr>
            <a:normAutofit/>
          </a:bodyPr>
          <a:lstStyle/>
          <a:p>
            <a:pPr marL="0" indent="0">
              <a:buNone/>
            </a:pPr>
            <a:r>
              <a:rPr lang="en-US"/>
              <a:t>For Example : To read in a number from the keyboard until a value in the range 1 to 10 is entered.</a:t>
            </a:r>
          </a:p>
          <a:p>
            <a:pPr marL="0" indent="0">
              <a:buNone/>
            </a:pPr>
            <a:r>
              <a:rPr lang="en-US"/>
              <a:t>		</a:t>
            </a:r>
            <a:r>
              <a:rPr lang="en-US" err="1"/>
              <a:t>int</a:t>
            </a:r>
            <a:r>
              <a:rPr lang="en-US"/>
              <a:t> </a:t>
            </a:r>
            <a:r>
              <a:rPr lang="en-US" err="1"/>
              <a:t>i</a:t>
            </a:r>
            <a:r>
              <a:rPr lang="en-US"/>
              <a:t> ;</a:t>
            </a:r>
          </a:p>
          <a:p>
            <a:pPr marL="0" indent="0">
              <a:buNone/>
            </a:pPr>
            <a:r>
              <a:rPr lang="en-US"/>
              <a:t>		do </a:t>
            </a:r>
          </a:p>
          <a:p>
            <a:pPr marL="0" indent="0">
              <a:buNone/>
            </a:pPr>
            <a:r>
              <a:rPr lang="en-US"/>
              <a:t>		{</a:t>
            </a:r>
          </a:p>
          <a:p>
            <a:pPr marL="0" indent="0">
              <a:buNone/>
            </a:pPr>
            <a:r>
              <a:rPr lang="en-US"/>
              <a:t>		</a:t>
            </a:r>
            <a:r>
              <a:rPr lang="en-US" err="1"/>
              <a:t>scanf</a:t>
            </a:r>
            <a:r>
              <a:rPr lang="en-US"/>
              <a:t>( "%d\n", &amp;</a:t>
            </a:r>
            <a:r>
              <a:rPr lang="en-US" err="1"/>
              <a:t>i</a:t>
            </a:r>
            <a:r>
              <a:rPr lang="en-US"/>
              <a:t> ) ;</a:t>
            </a:r>
          </a:p>
          <a:p>
            <a:pPr marL="0" indent="0">
              <a:buNone/>
            </a:pPr>
            <a:r>
              <a:rPr lang="en-US"/>
              <a:t>		}   while ( </a:t>
            </a:r>
            <a:r>
              <a:rPr lang="en-US" err="1"/>
              <a:t>i</a:t>
            </a:r>
            <a:r>
              <a:rPr lang="en-US"/>
              <a:t> &lt; 1 &amp;&amp; </a:t>
            </a:r>
            <a:r>
              <a:rPr lang="en-US" err="1"/>
              <a:t>i</a:t>
            </a:r>
            <a:r>
              <a:rPr lang="en-US"/>
              <a:t> &gt; 10 ) ;</a:t>
            </a:r>
          </a:p>
          <a:p>
            <a:pPr marL="0" indent="0">
              <a:buNone/>
            </a:pPr>
            <a:endParaRPr lang="en-US"/>
          </a:p>
          <a:p>
            <a:pPr marL="0" indent="0">
              <a:buNone/>
            </a:pPr>
            <a:r>
              <a:rPr lang="en-US"/>
              <a:t>In this case we know at least one number is required to be read so the do-while might be the natural choice over a normal while loop.</a:t>
            </a:r>
          </a:p>
          <a:p>
            <a:pPr marL="0" indent="0">
              <a:buNone/>
            </a:pPr>
            <a:endParaRPr lang="en-US"/>
          </a:p>
        </p:txBody>
      </p:sp>
    </p:spTree>
    <p:extLst>
      <p:ext uri="{BB962C8B-B14F-4D97-AF65-F5344CB8AC3E}">
        <p14:creationId xmlns:p14="http://schemas.microsoft.com/office/powerpoint/2010/main" val="759051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4225" y="251670"/>
            <a:ext cx="11123802" cy="5925293"/>
          </a:xfrm>
          <a:prstGeom prst="rect">
            <a:avLst/>
          </a:prstGeom>
        </p:spPr>
      </p:pic>
    </p:spTree>
    <p:extLst>
      <p:ext uri="{BB962C8B-B14F-4D97-AF65-F5344CB8AC3E}">
        <p14:creationId xmlns:p14="http://schemas.microsoft.com/office/powerpoint/2010/main" val="35487900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hangingPunct="0"/>
            <a:r>
              <a:rPr lang="en-GB" b="1" i="1"/>
              <a:t>Break statement</a:t>
            </a:r>
            <a:br>
              <a:rPr lang="en-GB" b="1" i="1"/>
            </a:br>
            <a:r>
              <a:rPr lang="en-GB"/>
              <a:t> </a:t>
            </a:r>
            <a:br>
              <a:rPr lang="en-US"/>
            </a:br>
            <a:endParaRPr lang="en-US"/>
          </a:p>
        </p:txBody>
      </p:sp>
      <p:sp>
        <p:nvSpPr>
          <p:cNvPr id="3" name="Content Placeholder 2"/>
          <p:cNvSpPr>
            <a:spLocks noGrp="1"/>
          </p:cNvSpPr>
          <p:nvPr>
            <p:ph idx="1"/>
          </p:nvPr>
        </p:nvSpPr>
        <p:spPr>
          <a:xfrm>
            <a:off x="125835" y="1031846"/>
            <a:ext cx="11227965" cy="5145117"/>
          </a:xfrm>
        </p:spPr>
        <p:txBody>
          <a:bodyPr>
            <a:normAutofit fontScale="92500" lnSpcReduction="10000"/>
          </a:bodyPr>
          <a:lstStyle/>
          <a:p>
            <a:pPr marL="0" indent="0">
              <a:buNone/>
            </a:pPr>
            <a:r>
              <a:rPr lang="en-US"/>
              <a:t>When a break statement is encountered inside a while, for, do/while or switch statement the statement is immediately terminated and execution resumes at the next statement following the statement.</a:t>
            </a:r>
          </a:p>
          <a:p>
            <a:pPr marL="0" indent="0">
              <a:buNone/>
            </a:pPr>
            <a:r>
              <a:rPr lang="en-US"/>
              <a:t>For Example :-	</a:t>
            </a:r>
          </a:p>
          <a:p>
            <a:pPr marL="0" indent="0">
              <a:buNone/>
            </a:pPr>
            <a:r>
              <a:rPr lang="en-US"/>
              <a:t>		for ( x = 1 ; x &lt;= 10  ; x++  )</a:t>
            </a:r>
          </a:p>
          <a:p>
            <a:pPr marL="0" indent="0">
              <a:buNone/>
            </a:pPr>
            <a:r>
              <a:rPr lang="en-US"/>
              <a:t>			{</a:t>
            </a:r>
          </a:p>
          <a:p>
            <a:pPr marL="0" indent="0">
              <a:buNone/>
            </a:pPr>
            <a:r>
              <a:rPr lang="en-US"/>
              <a:t>			if ( x &gt; 4  ) </a:t>
            </a:r>
          </a:p>
          <a:p>
            <a:pPr marL="0" indent="0">
              <a:buNone/>
            </a:pPr>
            <a:r>
              <a:rPr lang="en-US"/>
              <a:t>				break ;</a:t>
            </a:r>
          </a:p>
          <a:p>
            <a:pPr marL="0" indent="0">
              <a:buNone/>
            </a:pPr>
            <a:r>
              <a:rPr lang="en-US"/>
              <a:t>			</a:t>
            </a:r>
            <a:r>
              <a:rPr lang="en-US" err="1"/>
              <a:t>printf</a:t>
            </a:r>
            <a:r>
              <a:rPr lang="en-US"/>
              <a:t>( “%d  “ , x ) ;</a:t>
            </a:r>
          </a:p>
          <a:p>
            <a:pPr marL="0" indent="0">
              <a:buNone/>
            </a:pPr>
            <a:r>
              <a:rPr lang="en-US"/>
              <a:t>			}			</a:t>
            </a:r>
          </a:p>
          <a:p>
            <a:pPr marL="0" indent="0">
              <a:buNone/>
            </a:pPr>
            <a:r>
              <a:rPr lang="en-US"/>
              <a:t>	</a:t>
            </a:r>
            <a:r>
              <a:rPr lang="en-US" err="1"/>
              <a:t>printf</a:t>
            </a:r>
            <a:r>
              <a:rPr lang="en-US"/>
              <a:t>( "Next executed\n" );	//  Output : “1  2  3  4  Next Executed”</a:t>
            </a:r>
          </a:p>
          <a:p>
            <a:pPr marL="0" indent="0">
              <a:buNone/>
            </a:pPr>
            <a:r>
              <a:rPr lang="en-US"/>
              <a:t>		...</a:t>
            </a:r>
          </a:p>
        </p:txBody>
      </p:sp>
    </p:spTree>
    <p:extLst>
      <p:ext uri="{BB962C8B-B14F-4D97-AF65-F5344CB8AC3E}">
        <p14:creationId xmlns:p14="http://schemas.microsoft.com/office/powerpoint/2010/main" val="7479393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hangingPunct="0"/>
            <a:r>
              <a:rPr lang="en-GB" b="1" i="1"/>
              <a:t>continue statement</a:t>
            </a:r>
            <a:br>
              <a:rPr lang="en-GB" b="1" i="1"/>
            </a:br>
            <a:r>
              <a:rPr lang="en-GB"/>
              <a:t> </a:t>
            </a:r>
            <a:br>
              <a:rPr lang="en-US"/>
            </a:br>
            <a:endParaRPr lang="en-US"/>
          </a:p>
        </p:txBody>
      </p:sp>
      <p:sp>
        <p:nvSpPr>
          <p:cNvPr id="3" name="Content Placeholder 2"/>
          <p:cNvSpPr>
            <a:spLocks noGrp="1"/>
          </p:cNvSpPr>
          <p:nvPr>
            <p:ph idx="1"/>
          </p:nvPr>
        </p:nvSpPr>
        <p:spPr>
          <a:xfrm>
            <a:off x="125835" y="713064"/>
            <a:ext cx="11685864" cy="5972962"/>
          </a:xfrm>
        </p:spPr>
        <p:txBody>
          <a:bodyPr>
            <a:normAutofit/>
          </a:bodyPr>
          <a:lstStyle/>
          <a:p>
            <a:pPr marL="0" indent="0">
              <a:buNone/>
            </a:pPr>
            <a:r>
              <a:rPr lang="en-US"/>
              <a:t>The continue statement terminates the current iteration of a while, for or do/while statement and resumes execution back at the beginning of the loop body with the next iteration.</a:t>
            </a:r>
          </a:p>
          <a:p>
            <a:pPr marL="0" indent="0">
              <a:buNone/>
            </a:pPr>
            <a:r>
              <a:rPr lang="en-US"/>
              <a:t>For Example :-	</a:t>
            </a:r>
          </a:p>
          <a:p>
            <a:pPr marL="0" indent="0">
              <a:buNone/>
            </a:pPr>
            <a:r>
              <a:rPr lang="en-US"/>
              <a:t>		for ( x = 1; x &lt;= 5; x++ )</a:t>
            </a:r>
          </a:p>
          <a:p>
            <a:pPr marL="0" indent="0">
              <a:buNone/>
            </a:pPr>
            <a:r>
              <a:rPr lang="en-US"/>
              <a:t>			{</a:t>
            </a:r>
          </a:p>
          <a:p>
            <a:pPr marL="0" indent="0">
              <a:buNone/>
            </a:pPr>
            <a:r>
              <a:rPr lang="en-US"/>
              <a:t>			if ( x == 3 ) </a:t>
            </a:r>
          </a:p>
          <a:p>
            <a:pPr marL="0" indent="0">
              <a:buNone/>
            </a:pPr>
            <a:r>
              <a:rPr lang="en-US"/>
              <a:t>				continue ;</a:t>
            </a:r>
          </a:p>
          <a:p>
            <a:pPr marL="0" indent="0">
              <a:buNone/>
            </a:pPr>
            <a:r>
              <a:rPr lang="en-US"/>
              <a:t>			</a:t>
            </a:r>
            <a:r>
              <a:rPr lang="en-US" err="1"/>
              <a:t>printf</a:t>
            </a:r>
            <a:r>
              <a:rPr lang="en-US"/>
              <a:t>( “%d  “, x ) ;</a:t>
            </a:r>
          </a:p>
          <a:p>
            <a:pPr marL="0" indent="0">
              <a:buNone/>
            </a:pPr>
            <a:r>
              <a:rPr lang="en-US"/>
              <a:t>			}</a:t>
            </a:r>
          </a:p>
          <a:p>
            <a:pPr marL="0" indent="0">
              <a:buNone/>
            </a:pPr>
            <a:r>
              <a:rPr lang="en-US"/>
              <a:t>		</a:t>
            </a:r>
            <a:r>
              <a:rPr lang="en-US" err="1"/>
              <a:t>printf</a:t>
            </a:r>
            <a:r>
              <a:rPr lang="en-US"/>
              <a:t>( “Finished Loop\n” ) ;	// Output : “1 2 4 5 Finished Loop”</a:t>
            </a:r>
          </a:p>
          <a:p>
            <a:pPr marL="0" indent="0">
              <a:buNone/>
            </a:pPr>
            <a:endParaRPr lang="en-US"/>
          </a:p>
          <a:p>
            <a:pPr marL="0" indent="0">
              <a:buNone/>
            </a:pPr>
            <a:endParaRPr lang="en-US"/>
          </a:p>
        </p:txBody>
      </p:sp>
    </p:spTree>
    <p:extLst>
      <p:ext uri="{BB962C8B-B14F-4D97-AF65-F5344CB8AC3E}">
        <p14:creationId xmlns:p14="http://schemas.microsoft.com/office/powerpoint/2010/main" val="4390768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4283"/>
            <a:ext cx="10515600" cy="5782680"/>
          </a:xfrm>
        </p:spPr>
        <p:txBody>
          <a:bodyPr>
            <a:normAutofit/>
          </a:bodyPr>
          <a:lstStyle/>
          <a:p>
            <a:pPr marL="0" indent="0">
              <a:buNone/>
            </a:pPr>
            <a:r>
              <a:rPr lang="en-US" b="1"/>
              <a:t>Write a program that will print ASCII value of a character</a:t>
            </a:r>
          </a:p>
          <a:p>
            <a:pPr marL="0" indent="0">
              <a:buNone/>
            </a:pPr>
            <a:r>
              <a:rPr lang="en-US"/>
              <a:t>#include &lt;</a:t>
            </a:r>
            <a:r>
              <a:rPr lang="en-US" err="1"/>
              <a:t>stdio.h</a:t>
            </a:r>
            <a:r>
              <a:rPr lang="en-US"/>
              <a:t>&gt;</a:t>
            </a:r>
          </a:p>
          <a:p>
            <a:pPr marL="0" indent="0">
              <a:buNone/>
            </a:pPr>
            <a:r>
              <a:rPr lang="en-US" err="1"/>
              <a:t>int</a:t>
            </a:r>
            <a:r>
              <a:rPr lang="en-US"/>
              <a:t> main(void)</a:t>
            </a:r>
          </a:p>
          <a:p>
            <a:pPr marL="0" indent="0">
              <a:buNone/>
            </a:pPr>
            <a:r>
              <a:rPr lang="en-US"/>
              <a:t>{</a:t>
            </a:r>
          </a:p>
          <a:p>
            <a:pPr marL="0" indent="0">
              <a:buNone/>
            </a:pPr>
            <a:r>
              <a:rPr lang="en-US"/>
              <a:t>Char </a:t>
            </a:r>
            <a:r>
              <a:rPr lang="en-US" err="1"/>
              <a:t>ch</a:t>
            </a:r>
            <a:r>
              <a:rPr lang="en-US"/>
              <a:t>;</a:t>
            </a:r>
          </a:p>
          <a:p>
            <a:pPr marL="0" indent="0">
              <a:buNone/>
            </a:pPr>
            <a:r>
              <a:rPr lang="en-US"/>
              <a:t>for (</a:t>
            </a:r>
            <a:r>
              <a:rPr lang="en-US" err="1"/>
              <a:t>ch</a:t>
            </a:r>
            <a:r>
              <a:rPr lang="en-US"/>
              <a:t> = 'a'; </a:t>
            </a:r>
            <a:r>
              <a:rPr lang="en-US" err="1"/>
              <a:t>ch</a:t>
            </a:r>
            <a:r>
              <a:rPr lang="en-US"/>
              <a:t>&lt;= 'z'; </a:t>
            </a:r>
            <a:r>
              <a:rPr lang="en-US" err="1"/>
              <a:t>ch</a:t>
            </a:r>
            <a:r>
              <a:rPr lang="en-US"/>
              <a:t>++)</a:t>
            </a:r>
          </a:p>
          <a:p>
            <a:pPr marL="0" indent="0">
              <a:buNone/>
            </a:pPr>
            <a:r>
              <a:rPr lang="en-US" err="1"/>
              <a:t>printf</a:t>
            </a:r>
            <a:r>
              <a:rPr lang="en-US"/>
              <a:t>("The ASCII value for %c is %d.\n", </a:t>
            </a:r>
            <a:r>
              <a:rPr lang="en-US" err="1"/>
              <a:t>ch</a:t>
            </a:r>
            <a:r>
              <a:rPr lang="en-US"/>
              <a:t>, </a:t>
            </a:r>
            <a:r>
              <a:rPr lang="en-US" err="1"/>
              <a:t>ch</a:t>
            </a:r>
            <a:r>
              <a:rPr lang="en-US"/>
              <a:t>);</a:t>
            </a:r>
          </a:p>
          <a:p>
            <a:pPr marL="0" indent="0">
              <a:buNone/>
            </a:pPr>
            <a:r>
              <a:rPr lang="en-US"/>
              <a:t>return 0;</a:t>
            </a:r>
          </a:p>
          <a:p>
            <a:pPr marL="0" indent="0">
              <a:buNone/>
            </a:pPr>
            <a:r>
              <a:rPr lang="en-US"/>
              <a:t>}</a:t>
            </a:r>
          </a:p>
          <a:p>
            <a:pPr marL="0" indent="0">
              <a:buNone/>
            </a:pPr>
            <a:endParaRPr lang="en-US"/>
          </a:p>
        </p:txBody>
      </p:sp>
    </p:spTree>
    <p:extLst>
      <p:ext uri="{BB962C8B-B14F-4D97-AF65-F5344CB8AC3E}">
        <p14:creationId xmlns:p14="http://schemas.microsoft.com/office/powerpoint/2010/main" val="3777932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8671"/>
            <a:ext cx="10515600" cy="5782680"/>
          </a:xfrm>
        </p:spPr>
        <p:txBody>
          <a:bodyPr>
            <a:normAutofit/>
          </a:bodyPr>
          <a:lstStyle/>
          <a:p>
            <a:pPr marL="0" indent="0">
              <a:buNone/>
            </a:pPr>
            <a:r>
              <a:rPr lang="en-US" b="1"/>
              <a:t>print size of integer, char, long and double data type.</a:t>
            </a:r>
          </a:p>
          <a:p>
            <a:pPr marL="0" indent="0">
              <a:buNone/>
            </a:pPr>
            <a:r>
              <a:rPr lang="en-US" b="1"/>
              <a:t>#include &lt;</a:t>
            </a:r>
            <a:r>
              <a:rPr lang="en-US" b="1" err="1"/>
              <a:t>stdio.h</a:t>
            </a:r>
            <a:r>
              <a:rPr lang="en-US" b="1"/>
              <a:t>&gt;</a:t>
            </a:r>
          </a:p>
          <a:p>
            <a:pPr marL="0" indent="0">
              <a:buNone/>
            </a:pPr>
            <a:r>
              <a:rPr lang="en-US" b="1" err="1"/>
              <a:t>int</a:t>
            </a:r>
            <a:r>
              <a:rPr lang="en-US" b="1"/>
              <a:t> main(void)</a:t>
            </a:r>
          </a:p>
          <a:p>
            <a:pPr marL="0" indent="0">
              <a:buNone/>
            </a:pPr>
            <a:r>
              <a:rPr lang="en-US" b="1"/>
              <a:t>{</a:t>
            </a:r>
          </a:p>
          <a:p>
            <a:pPr marL="0" indent="0">
              <a:buNone/>
            </a:pPr>
            <a:r>
              <a:rPr lang="en-US" b="1" err="1"/>
              <a:t>printf</a:t>
            </a:r>
            <a:r>
              <a:rPr lang="en-US" b="1"/>
              <a:t>("Type </a:t>
            </a:r>
            <a:r>
              <a:rPr lang="en-US" b="1" err="1"/>
              <a:t>int</a:t>
            </a:r>
            <a:r>
              <a:rPr lang="en-US" b="1"/>
              <a:t> has a size of %d bytes.\n", </a:t>
            </a:r>
            <a:r>
              <a:rPr lang="en-US" b="1" err="1"/>
              <a:t>sizeof</a:t>
            </a:r>
            <a:r>
              <a:rPr lang="en-US" b="1"/>
              <a:t>(</a:t>
            </a:r>
            <a:r>
              <a:rPr lang="en-US" b="1" err="1"/>
              <a:t>int</a:t>
            </a:r>
            <a:r>
              <a:rPr lang="en-US" b="1"/>
              <a:t>));</a:t>
            </a:r>
          </a:p>
          <a:p>
            <a:pPr marL="0" indent="0">
              <a:buNone/>
            </a:pPr>
            <a:r>
              <a:rPr lang="en-US" b="1" err="1"/>
              <a:t>printf</a:t>
            </a:r>
            <a:r>
              <a:rPr lang="en-US" b="1"/>
              <a:t>("Type char has a size of %d bytes.\n", </a:t>
            </a:r>
            <a:r>
              <a:rPr lang="en-US" b="1" err="1"/>
              <a:t>sizeof</a:t>
            </a:r>
            <a:r>
              <a:rPr lang="en-US" b="1"/>
              <a:t>(char));</a:t>
            </a:r>
          </a:p>
          <a:p>
            <a:pPr marL="0" indent="0">
              <a:buNone/>
            </a:pPr>
            <a:r>
              <a:rPr lang="en-US" b="1" err="1"/>
              <a:t>printf</a:t>
            </a:r>
            <a:r>
              <a:rPr lang="en-US" b="1"/>
              <a:t>("Type long has a size of %d bytes.\n", </a:t>
            </a:r>
            <a:r>
              <a:rPr lang="en-US" b="1" err="1"/>
              <a:t>sizeof</a:t>
            </a:r>
            <a:r>
              <a:rPr lang="en-US" b="1"/>
              <a:t>(long));</a:t>
            </a:r>
          </a:p>
          <a:p>
            <a:pPr marL="0" indent="0">
              <a:buNone/>
            </a:pPr>
            <a:r>
              <a:rPr lang="en-US" b="1" err="1"/>
              <a:t>printf</a:t>
            </a:r>
            <a:r>
              <a:rPr lang="en-US" b="1"/>
              <a:t>("Type double has a size of %d bytes.\n", </a:t>
            </a:r>
            <a:r>
              <a:rPr lang="en-US" b="1" err="1"/>
              <a:t>sizeof</a:t>
            </a:r>
            <a:r>
              <a:rPr lang="en-US" b="1"/>
              <a:t>(double));</a:t>
            </a:r>
          </a:p>
          <a:p>
            <a:pPr marL="0" indent="0">
              <a:buNone/>
            </a:pPr>
            <a:r>
              <a:rPr lang="en-US" b="1"/>
              <a:t>return 0;}</a:t>
            </a:r>
          </a:p>
          <a:p>
            <a:pPr marL="0" indent="0">
              <a:buNone/>
            </a:pPr>
            <a:endParaRPr lang="en-US" b="1"/>
          </a:p>
        </p:txBody>
      </p:sp>
    </p:spTree>
    <p:extLst>
      <p:ext uri="{BB962C8B-B14F-4D97-AF65-F5344CB8AC3E}">
        <p14:creationId xmlns:p14="http://schemas.microsoft.com/office/powerpoint/2010/main" val="13257807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Print the following</a:t>
            </a:r>
          </a:p>
        </p:txBody>
      </p:sp>
      <p:pic>
        <p:nvPicPr>
          <p:cNvPr id="5" name="Content Placeholder 4"/>
          <p:cNvPicPr>
            <a:picLocks noGrp="1" noChangeAspect="1"/>
          </p:cNvPicPr>
          <p:nvPr>
            <p:ph idx="1"/>
          </p:nvPr>
        </p:nvPicPr>
        <p:blipFill>
          <a:blip r:embed="rId2"/>
          <a:stretch>
            <a:fillRect/>
          </a:stretch>
        </p:blipFill>
        <p:spPr>
          <a:xfrm>
            <a:off x="914401" y="1825625"/>
            <a:ext cx="9001386" cy="4351338"/>
          </a:xfrm>
          <a:prstGeom prst="rect">
            <a:avLst/>
          </a:prstGeom>
        </p:spPr>
      </p:pic>
    </p:spTree>
    <p:extLst>
      <p:ext uri="{BB962C8B-B14F-4D97-AF65-F5344CB8AC3E}">
        <p14:creationId xmlns:p14="http://schemas.microsoft.com/office/powerpoint/2010/main" val="33587489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Print the following </a:t>
            </a:r>
            <a:endParaRPr lang="en-US">
              <a:cs typeface="Calibri Light"/>
            </a:endParaRPr>
          </a:p>
        </p:txBody>
      </p:sp>
      <p:pic>
        <p:nvPicPr>
          <p:cNvPr id="5" name="Content Placeholder 4"/>
          <p:cNvPicPr>
            <a:picLocks noGrp="1" noChangeAspect="1"/>
          </p:cNvPicPr>
          <p:nvPr>
            <p:ph idx="1"/>
          </p:nvPr>
        </p:nvPicPr>
        <p:blipFill>
          <a:blip r:embed="rId2"/>
          <a:stretch>
            <a:fillRect/>
          </a:stretch>
        </p:blipFill>
        <p:spPr>
          <a:xfrm>
            <a:off x="875485" y="1523643"/>
            <a:ext cx="4580389" cy="4351338"/>
          </a:xfrm>
          <a:prstGeom prst="rect">
            <a:avLst/>
          </a:prstGeom>
        </p:spPr>
      </p:pic>
      <p:sp>
        <p:nvSpPr>
          <p:cNvPr id="3" name="TextBox 2"/>
          <p:cNvSpPr txBox="1"/>
          <p:nvPr/>
        </p:nvSpPr>
        <p:spPr>
          <a:xfrm>
            <a:off x="5780015" y="1979802"/>
            <a:ext cx="5914238" cy="4247317"/>
          </a:xfrm>
          <a:prstGeom prst="rect">
            <a:avLst/>
          </a:prstGeom>
          <a:noFill/>
        </p:spPr>
        <p:txBody>
          <a:bodyPr wrap="square" lIns="91440" tIns="45720" rIns="91440" bIns="45720" rtlCol="0" anchor="t">
            <a:spAutoFit/>
          </a:bodyPr>
          <a:lstStyle/>
          <a:p>
            <a:r>
              <a:rPr lang="en-US" sz="2800" b="1"/>
              <a:t>for(row = 1;row&lt;=5;row=row+1 )</a:t>
            </a:r>
          </a:p>
          <a:p>
            <a:r>
              <a:rPr lang="en-US" sz="2800" b="1"/>
              <a:t>{    </a:t>
            </a:r>
            <a:endParaRPr lang="en-US" sz="2800" b="1">
              <a:cs typeface="Calibri"/>
            </a:endParaRPr>
          </a:p>
          <a:p>
            <a:r>
              <a:rPr lang="en-US" sz="2800" b="1"/>
              <a:t>for(col=1;col&lt;=</a:t>
            </a:r>
            <a:r>
              <a:rPr lang="en-US" sz="2800" b="1" err="1"/>
              <a:t>row;col</a:t>
            </a:r>
            <a:r>
              <a:rPr lang="en-US" sz="2800" b="1"/>
              <a:t>=col+1 )</a:t>
            </a:r>
            <a:endParaRPr lang="en-US" sz="2800" b="1">
              <a:cs typeface="Calibri"/>
            </a:endParaRPr>
          </a:p>
          <a:p>
            <a:r>
              <a:rPr lang="en-US" sz="2800" b="1"/>
              <a:t>{  		</a:t>
            </a:r>
            <a:endParaRPr lang="en-US" sz="2800" b="1">
              <a:cs typeface="Calibri"/>
            </a:endParaRPr>
          </a:p>
          <a:p>
            <a:r>
              <a:rPr lang="en-US" sz="2800" b="1" err="1"/>
              <a:t>printf</a:t>
            </a:r>
            <a:r>
              <a:rPr lang="en-US" sz="2800" b="1"/>
              <a:t>("%d ",row ); </a:t>
            </a:r>
            <a:endParaRPr lang="en-US" sz="2800" b="1">
              <a:cs typeface="Calibri"/>
            </a:endParaRPr>
          </a:p>
          <a:p>
            <a:r>
              <a:rPr lang="en-US" sz="2800" b="1"/>
              <a:t>}	</a:t>
            </a:r>
            <a:endParaRPr lang="en-US" sz="2800" b="1">
              <a:cs typeface="Calibri"/>
            </a:endParaRPr>
          </a:p>
          <a:p>
            <a:r>
              <a:rPr lang="en-US" sz="2800" b="1"/>
              <a:t>	</a:t>
            </a:r>
            <a:r>
              <a:rPr lang="en-US" sz="2800" b="1" err="1"/>
              <a:t>printf</a:t>
            </a:r>
            <a:r>
              <a:rPr lang="en-US" sz="2800" b="1"/>
              <a:t>("\n"); 	</a:t>
            </a:r>
            <a:endParaRPr lang="en-US" sz="2800" b="1">
              <a:cs typeface="Calibri"/>
            </a:endParaRPr>
          </a:p>
          <a:p>
            <a:r>
              <a:rPr lang="en-US" sz="2800" b="1"/>
              <a:t>	}   </a:t>
            </a:r>
            <a:endParaRPr lang="en-US" sz="2800" b="1">
              <a:cs typeface="Calibri"/>
            </a:endParaRPr>
          </a:p>
          <a:p>
            <a:r>
              <a:rPr lang="en-US" sz="2800" b="1"/>
              <a:t>}</a:t>
            </a:r>
            <a:endParaRPr lang="en-US" sz="2800" b="1">
              <a:cs typeface="Calibri"/>
            </a:endParaRPr>
          </a:p>
          <a:p>
            <a:endParaRPr lang="en-US">
              <a:cs typeface="Calibri"/>
            </a:endParaRPr>
          </a:p>
        </p:txBody>
      </p:sp>
    </p:spTree>
    <p:extLst>
      <p:ext uri="{BB962C8B-B14F-4D97-AF65-F5344CB8AC3E}">
        <p14:creationId xmlns:p14="http://schemas.microsoft.com/office/powerpoint/2010/main" val="13127347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br>
              <a:rPr lang="en-US"/>
            </a:br>
            <a:endParaRPr lang="en-US"/>
          </a:p>
        </p:txBody>
      </p:sp>
      <p:sp>
        <p:nvSpPr>
          <p:cNvPr id="3" name="Content Placeholder 2"/>
          <p:cNvSpPr>
            <a:spLocks noGrp="1"/>
          </p:cNvSpPr>
          <p:nvPr>
            <p:ph idx="1"/>
          </p:nvPr>
        </p:nvSpPr>
        <p:spPr/>
        <p:txBody>
          <a:bodyPr/>
          <a:lstStyle/>
          <a:p>
            <a:pPr marL="0" indent="0">
              <a:buNone/>
            </a:pPr>
            <a:r>
              <a:rPr lang="en-GB" b="1"/>
              <a:t>Note:  </a:t>
            </a:r>
            <a:r>
              <a:rPr lang="en-GB"/>
              <a:t>This chapter is compiled/adopted primarily from the book, E. </a:t>
            </a:r>
            <a:r>
              <a:rPr lang="en-GB" err="1"/>
              <a:t>Balagurusamy</a:t>
            </a:r>
            <a:r>
              <a:rPr lang="en-GB"/>
              <a:t>, </a:t>
            </a:r>
            <a:r>
              <a:rPr lang="en-GB" i="1"/>
              <a:t>Programming in ANSI C</a:t>
            </a:r>
            <a:r>
              <a:rPr lang="en-GB"/>
              <a:t>, 5th Edition, Tata McGraw Hill Education Private Limited publications, 2010, ISBN-10: 0070681821, All figures Tables, programming examples, elaboration and data used in this handbook are redrawn/compiled/adopted from this source.</a:t>
            </a:r>
          </a:p>
          <a:p>
            <a:pPr marL="0" indent="0">
              <a:buNone/>
            </a:pPr>
            <a:endParaRPr lang="en-US"/>
          </a:p>
        </p:txBody>
      </p:sp>
    </p:spTree>
    <p:extLst>
      <p:ext uri="{BB962C8B-B14F-4D97-AF65-F5344CB8AC3E}">
        <p14:creationId xmlns:p14="http://schemas.microsoft.com/office/powerpoint/2010/main" val="2617440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9560C3516471F44810DD24F0C42148E" ma:contentTypeVersion="2" ma:contentTypeDescription="Create a new document." ma:contentTypeScope="" ma:versionID="24fe522123b3a322f8b1c3062ee35d5a">
  <xsd:schema xmlns:xsd="http://www.w3.org/2001/XMLSchema" xmlns:xs="http://www.w3.org/2001/XMLSchema" xmlns:p="http://schemas.microsoft.com/office/2006/metadata/properties" xmlns:ns2="b4284549-3b77-42f0-9bd8-21963f31e472" targetNamespace="http://schemas.microsoft.com/office/2006/metadata/properties" ma:root="true" ma:fieldsID="e8f0dbdc55a03e5e5387593e2fa67f1b" ns2:_="">
    <xsd:import namespace="b4284549-3b77-42f0-9bd8-21963f31e47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84549-3b77-42f0-9bd8-21963f31e4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6924D8-02E2-4D76-9BCD-ECFB685D964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AF40A81-E277-47CD-8F85-AE8467B8E1A8}">
  <ds:schemaRefs>
    <ds:schemaRef ds:uri="b4284549-3b77-42f0-9bd8-21963f31e4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81FAAD4-255F-4B4B-B8CF-3C9430F4AB0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62</Slides>
  <Notes>0</Notes>
  <HiddenSlides>0</HiddenSlide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Operators &amp; Expressions  </vt:lpstr>
      <vt:lpstr>Implicit &amp; Explicit Type Conversions</vt:lpstr>
      <vt:lpstr>Implicit &amp; Explicit Type Conversions  </vt:lpstr>
      <vt:lpstr>Implicit &amp; Explicit Type Conversions  </vt:lpstr>
      <vt:lpstr>Implicit &amp; Explicit Type Conversions  </vt:lpstr>
      <vt:lpstr>Implicit &amp; Explicit Type Conversions  </vt:lpstr>
      <vt:lpstr>Implicit &amp; Explicit Type Conversions  </vt:lpstr>
      <vt:lpstr>Sizeof() </vt:lpstr>
      <vt:lpstr>Precedence of Operators</vt:lpstr>
      <vt:lpstr>Precedence of Operators</vt:lpstr>
      <vt:lpstr>Precedence of Operators</vt:lpstr>
      <vt:lpstr>Precedence of Operators</vt:lpstr>
      <vt:lpstr>Null Statement</vt:lpstr>
      <vt:lpstr>Statements</vt:lpstr>
      <vt:lpstr>Statements</vt:lpstr>
      <vt:lpstr>Statements</vt:lpstr>
      <vt:lpstr>Decision Making &amp; Branching </vt:lpstr>
      <vt:lpstr>Decision Making &amp; Branching </vt:lpstr>
      <vt:lpstr>Decision Making &amp; Branching </vt:lpstr>
      <vt:lpstr>Decision Making &amp; Branching </vt:lpstr>
      <vt:lpstr>PowerPoint Presentation</vt:lpstr>
      <vt:lpstr>PowerPoint Presentation</vt:lpstr>
      <vt:lpstr>PowerPoint Presentation</vt:lpstr>
      <vt:lpstr>The switch Statement </vt:lpstr>
      <vt:lpstr>The switch Statement </vt:lpstr>
      <vt:lpstr>Conditional Operator :-  ?:</vt:lpstr>
      <vt:lpstr>Conditional Operator :-  ?:</vt:lpstr>
      <vt:lpstr>Goto Statement</vt:lpstr>
      <vt:lpstr>Conditional Operator :-  ?:</vt:lpstr>
      <vt:lpstr>Decision making and Looping </vt:lpstr>
      <vt:lpstr>Decision making and Looping </vt:lpstr>
      <vt:lpstr>Decision making and Looping </vt:lpstr>
      <vt:lpstr>Decision making and Looping </vt:lpstr>
      <vt:lpstr>Decision making and Looping </vt:lpstr>
      <vt:lpstr>PowerPoint Presentation</vt:lpstr>
      <vt:lpstr>while statement   </vt:lpstr>
      <vt:lpstr>while statement   </vt:lpstr>
      <vt:lpstr>do while   </vt:lpstr>
      <vt:lpstr>do while   </vt:lpstr>
      <vt:lpstr>PowerPoint Presentation</vt:lpstr>
      <vt:lpstr>Break statement   </vt:lpstr>
      <vt:lpstr>continue statement   </vt:lpstr>
      <vt:lpstr>PowerPoint Presentation</vt:lpstr>
      <vt:lpstr>PowerPoint Presentation</vt:lpstr>
      <vt:lpstr>Print the following</vt:lpstr>
      <vt:lpstr>Print the following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revision>1</cp:revision>
  <dcterms:created xsi:type="dcterms:W3CDTF">2022-04-22T09:00:16Z</dcterms:created>
  <dcterms:modified xsi:type="dcterms:W3CDTF">2022-07-22T01:49:05Z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0x01010099560C3516471F44810DD24F0C42148E</vt:lpwstr>
  </property>
</Properties>
</file>