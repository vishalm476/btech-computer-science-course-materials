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321" r:id="rId24"/>
    <p:sldId id="322" r:id="rId25"/>
    <p:sldId id="323" r:id="rId26"/>
    <p:sldId id="324" r:id="rId27"/>
    <p:sldId id="276" r:id="rId28"/>
    <p:sldId id="277" r:id="rId29"/>
    <p:sldId id="278" r:id="rId30"/>
    <p:sldId id="279" r:id="rId31"/>
    <p:sldId id="280" r:id="rId32"/>
    <p:sldId id="281" r:id="rId33"/>
    <p:sldId id="282" r:id="rId34"/>
    <p:sldId id="283" r:id="rId35"/>
    <p:sldId id="284" r:id="rId36"/>
    <p:sldId id="285" r:id="rId37"/>
    <p:sldId id="325" r:id="rId38"/>
    <p:sldId id="326" r:id="rId39"/>
    <p:sldId id="327" r:id="rId40"/>
    <p:sldId id="286" r:id="rId41"/>
    <p:sldId id="287" r:id="rId42"/>
    <p:sldId id="288" r:id="rId43"/>
    <p:sldId id="289" r:id="rId44"/>
    <p:sldId id="290" r:id="rId45"/>
    <p:sldId id="328" r:id="rId46"/>
    <p:sldId id="329" r:id="rId47"/>
    <p:sldId id="330" r:id="rId48"/>
    <p:sldId id="331" r:id="rId49"/>
    <p:sldId id="332" r:id="rId50"/>
    <p:sldId id="333" r:id="rId51"/>
    <p:sldId id="334" r:id="rId52"/>
    <p:sldId id="335" r:id="rId53"/>
    <p:sldId id="336" r:id="rId54"/>
    <p:sldId id="337" r:id="rId55"/>
    <p:sldId id="338" r:id="rId56"/>
    <p:sldId id="342" r:id="rId57"/>
    <p:sldId id="339" r:id="rId58"/>
    <p:sldId id="340" r:id="rId59"/>
    <p:sldId id="341" r:id="rId60"/>
    <p:sldId id="343" r:id="rId61"/>
    <p:sldId id="344" r:id="rId62"/>
    <p:sldId id="345" r:id="rId63"/>
    <p:sldId id="346" r:id="rId64"/>
    <p:sldId id="347" r:id="rId65"/>
    <p:sldId id="348" r:id="rId66"/>
    <p:sldId id="349" r:id="rId67"/>
    <p:sldId id="350" r:id="rId68"/>
    <p:sldId id="291" r:id="rId69"/>
    <p:sldId id="292" r:id="rId70"/>
    <p:sldId id="293" r:id="rId71"/>
    <p:sldId id="294" r:id="rId72"/>
    <p:sldId id="295" r:id="rId73"/>
    <p:sldId id="296" r:id="rId74"/>
    <p:sldId id="297" r:id="rId75"/>
    <p:sldId id="298" r:id="rId76"/>
    <p:sldId id="299" r:id="rId77"/>
    <p:sldId id="300" r:id="rId78"/>
    <p:sldId id="301" r:id="rId79"/>
    <p:sldId id="302" r:id="rId80"/>
    <p:sldId id="304" r:id="rId81"/>
    <p:sldId id="305" r:id="rId82"/>
    <p:sldId id="306" r:id="rId83"/>
    <p:sldId id="307" r:id="rId84"/>
    <p:sldId id="308" r:id="rId85"/>
    <p:sldId id="309" r:id="rId86"/>
    <p:sldId id="310" r:id="rId87"/>
    <p:sldId id="311" r:id="rId88"/>
    <p:sldId id="312" r:id="rId89"/>
    <p:sldId id="313" r:id="rId90"/>
    <p:sldId id="314" r:id="rId91"/>
    <p:sldId id="315" r:id="rId92"/>
    <p:sldId id="316" r:id="rId93"/>
    <p:sldId id="317" r:id="rId94"/>
    <p:sldId id="356" r:id="rId95"/>
    <p:sldId id="318" r:id="rId96"/>
    <p:sldId id="319" r:id="rId97"/>
    <p:sldId id="355" r:id="rId98"/>
    <p:sldId id="320" r:id="rId99"/>
    <p:sldId id="351" r:id="rId100"/>
    <p:sldId id="352" r:id="rId101"/>
    <p:sldId id="353" r:id="rId102"/>
    <p:sldId id="354" r:id="rId103"/>
    <p:sldId id="303" r:id="rId10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D19C68-4489-4BAD-A1CF-4B225A2D20A5}" v="1" dt="2022-07-22T02:34:09.373"/>
    <p1510:client id="{1E37C1C4-B937-4936-823E-C290D486A494}" v="1" dt="2022-07-22T00:58:16.874"/>
    <p1510:client id="{26F5CF09-04DD-4653-B78A-A2399D1141D3}" v="2" dt="2022-07-05T16:17:53.531"/>
    <p1510:client id="{31DDF5D6-1B6A-410A-AC08-0016143D54AB}" v="2" dt="2022-07-11T16:17:51.907"/>
    <p1510:client id="{323CA115-43BE-42DE-B7BE-C8BA7834C2B3}" v="1" dt="2022-07-21T14:44:20.813"/>
    <p1510:client id="{3CDDD106-E07A-45EE-BC87-D66CF39ABA11}" v="12" dt="2022-07-21T21:04:56.685"/>
    <p1510:client id="{43B936A9-B6F1-4C14-92B7-BB7419377118}" v="1" dt="2022-07-21T17:21:19.899"/>
    <p1510:client id="{4CC8E019-CF0A-4C9C-B7F8-26408C588AC2}" v="42" dt="2022-07-21T17:37:58.077"/>
    <p1510:client id="{4F4F0DA0-D501-4702-B815-E3E9DD8070C9}" v="1" dt="2022-07-03T12:24:39.388"/>
    <p1510:client id="{5A1BB250-D4B1-4C0D-9885-140DCBEF54AC}" v="6" dt="2022-07-21T20:22:22.994"/>
    <p1510:client id="{5B75C1DC-C120-4A23-80AB-F8D5F93FF5A7}" v="2" dt="2022-07-11T15:03:50.574"/>
    <p1510:client id="{5EE050C6-14B9-49A7-991E-AECE811BB451}" v="26" dt="2022-07-21T17:53:09.985"/>
    <p1510:client id="{624E990B-CF0B-45A9-BEE9-FD0D221486F5}" v="3" dt="2022-06-28T16:30:12.760"/>
    <p1510:client id="{73C702E0-6041-4F64-B189-68F4DC7ACEFC}" v="296" dt="2022-07-22T02:47:50.301"/>
    <p1510:client id="{7BC8B52D-A8ED-4B97-92CC-4541669CDF09}" v="1" dt="2022-07-21T20:16:22.264"/>
    <p1510:client id="{92865257-334A-49C4-A629-F6CC2DFECF8A}" v="1" dt="2022-07-21T21:43:32.899"/>
    <p1510:client id="{9547A4E9-BEE0-37EF-9CD0-0538612F7975}" v="2" dt="2022-07-21T09:47:27.734"/>
    <p1510:client id="{A0E3EF02-22DF-4C25-9066-466708BBD6E7}" v="4" dt="2022-07-21T19:31:09.163"/>
    <p1510:client id="{A7E698B7-2B76-456C-A59D-9BA3B8B145AE}" v="190" dt="2022-07-21T19:34:48.330"/>
    <p1510:client id="{A835BBC9-CB6A-47C8-9A74-142A4261086F}" v="2" dt="2022-07-21T21:50:50.214"/>
    <p1510:client id="{AAE5D1D7-1234-4A70-A980-D80E06A6B26E}" v="1" dt="2022-07-21T16:06:04.144"/>
    <p1510:client id="{C7243287-D772-40D8-8FDB-AF98C271D302}" v="6" dt="2022-07-21T16:34:43.314"/>
    <p1510:client id="{CDB36D9C-8E79-4AD0-BABA-19A53352464A}" v="4" dt="2022-07-09T17:12:14.053"/>
    <p1510:client id="{D1101B00-AEFC-437A-A22F-9726FF819727}" v="1" dt="2022-07-22T03:37:10.150"/>
    <p1510:client id="{D8B71E93-2E96-40D4-A5DD-8DF960D10222}" v="1" dt="2022-07-13T19:29:39.606"/>
    <p1510:client id="{E6389C75-E20F-4A92-9AD4-DF1A6E93B448}" v="2" dt="2022-07-03T22:03:19.385"/>
    <p1510:client id="{EBAAEDF0-368A-4845-B2F0-412D69AD5843}" v="1" dt="2022-07-21T19:38:11.938"/>
    <p1510:client id="{EDE2D358-B037-4627-8B11-AD032E031F9E}" v="2" dt="2022-07-11T16:46:48.372"/>
    <p1510:client id="{F43DA77E-AB8D-4F51-8C32-96EC029A2224}" v="1" dt="2022-07-21T17:53:23.635"/>
    <p1510:client id="{F6DEF3CE-207A-436B-813B-7BAD7275B51A}" v="1" dt="2022-07-11T16:27:43.566"/>
    <p1510:client id="{F99BA1AA-7CC7-4613-AEF4-B892080B48D9}" v="1" dt="2022-07-04T05:52:30.345"/>
    <p1510:client id="{FC600C31-5C46-4499-A4C2-4D76B3C2C629}" v="552" dt="2022-07-22T02:53:0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07" Type="http://schemas.openxmlformats.org/officeDocument/2006/relationships/theme" Target="theme/theme1.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tableStyles" Target="tableStyles.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microsoft.com/office/2016/11/relationships/changesInfo" Target="changesInfos/changesInfo1.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microsoft.com/office/2015/10/relationships/revisionInfo" Target="revisionInfo.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ITESH KUMAR SINHA(BTECH10268.21@bitmesra.ac.in)" userId="S::btech10268.21@bitmesra.ac.in::1380aae9-0830-4d93-a999-52ab4b1140a6" providerId="AD" clId="Web-{E6389C75-E20F-4A92-9AD4-DF1A6E93B448}"/>
    <pc:docChg chg="modSld">
      <pc:chgData name="AMITESH KUMAR SINHA(BTECH10268.21@bitmesra.ac.in)" userId="S::btech10268.21@bitmesra.ac.in::1380aae9-0830-4d93-a999-52ab4b1140a6" providerId="AD" clId="Web-{E6389C75-E20F-4A92-9AD4-DF1A6E93B448}" dt="2022-07-03T22:03:19.385" v="1" actId="1076"/>
      <pc:docMkLst>
        <pc:docMk/>
      </pc:docMkLst>
      <pc:sldChg chg="modSp">
        <pc:chgData name="AMITESH KUMAR SINHA(BTECH10268.21@bitmesra.ac.in)" userId="S::btech10268.21@bitmesra.ac.in::1380aae9-0830-4d93-a999-52ab4b1140a6" providerId="AD" clId="Web-{E6389C75-E20F-4A92-9AD4-DF1A6E93B448}" dt="2022-07-03T22:03:19.385" v="1" actId="1076"/>
        <pc:sldMkLst>
          <pc:docMk/>
          <pc:sldMk cId="2421620660" sldId="256"/>
        </pc:sldMkLst>
        <pc:spChg chg="mod">
          <ac:chgData name="AMITESH KUMAR SINHA(BTECH10268.21@bitmesra.ac.in)" userId="S::btech10268.21@bitmesra.ac.in::1380aae9-0830-4d93-a999-52ab4b1140a6" providerId="AD" clId="Web-{E6389C75-E20F-4A92-9AD4-DF1A6E93B448}" dt="2022-07-03T22:03:19.385" v="1" actId="1076"/>
          <ac:spMkLst>
            <pc:docMk/>
            <pc:sldMk cId="2421620660" sldId="256"/>
            <ac:spMk id="2" creationId="{00000000-0000-0000-0000-000000000000}"/>
          </ac:spMkLst>
        </pc:spChg>
      </pc:sldChg>
    </pc:docChg>
  </pc:docChgLst>
  <pc:docChgLst>
    <pc:chgData name="SOUNAK BANERJEE(BTECH10083.21@bitmesra.ac.in)" userId="S::btech10083.21@bitmesra.ac.in::7a132670-bcad-4953-9df8-37ec69aacd25" providerId="AD" clId="Web-{5EE050C6-14B9-49A7-991E-AECE811BB451}"/>
    <pc:docChg chg="modSld">
      <pc:chgData name="SOUNAK BANERJEE(BTECH10083.21@bitmesra.ac.in)" userId="S::btech10083.21@bitmesra.ac.in::7a132670-bcad-4953-9df8-37ec69aacd25" providerId="AD" clId="Web-{5EE050C6-14B9-49A7-991E-AECE811BB451}" dt="2022-07-21T17:53:09.422" v="25" actId="20577"/>
      <pc:docMkLst>
        <pc:docMk/>
      </pc:docMkLst>
      <pc:sldChg chg="modSp">
        <pc:chgData name="SOUNAK BANERJEE(BTECH10083.21@bitmesra.ac.in)" userId="S::btech10083.21@bitmesra.ac.in::7a132670-bcad-4953-9df8-37ec69aacd25" providerId="AD" clId="Web-{5EE050C6-14B9-49A7-991E-AECE811BB451}" dt="2022-07-21T17:53:09.422" v="25" actId="20577"/>
        <pc:sldMkLst>
          <pc:docMk/>
          <pc:sldMk cId="1975717846" sldId="259"/>
        </pc:sldMkLst>
        <pc:spChg chg="mod">
          <ac:chgData name="SOUNAK BANERJEE(BTECH10083.21@bitmesra.ac.in)" userId="S::btech10083.21@bitmesra.ac.in::7a132670-bcad-4953-9df8-37ec69aacd25" providerId="AD" clId="Web-{5EE050C6-14B9-49A7-991E-AECE811BB451}" dt="2022-07-21T17:53:09.422" v="25" actId="20577"/>
          <ac:spMkLst>
            <pc:docMk/>
            <pc:sldMk cId="1975717846" sldId="259"/>
            <ac:spMk id="3" creationId="{00000000-0000-0000-0000-000000000000}"/>
          </ac:spMkLst>
        </pc:spChg>
      </pc:sldChg>
    </pc:docChg>
  </pc:docChgLst>
  <pc:docChgLst>
    <pc:chgData name="PRATEEK KRISHNA(BTECH10105.21@bitmesra.ac.in)" userId="S::btech10105.21@bitmesra.ac.in::30784f16-851a-46b3-a8d1-ebd50e0731c8" providerId="AD" clId="Web-{3CDDD106-E07A-45EE-BC87-D66CF39ABA11}"/>
    <pc:docChg chg="modSld">
      <pc:chgData name="PRATEEK KRISHNA(BTECH10105.21@bitmesra.ac.in)" userId="S::btech10105.21@bitmesra.ac.in::30784f16-851a-46b3-a8d1-ebd50e0731c8" providerId="AD" clId="Web-{3CDDD106-E07A-45EE-BC87-D66CF39ABA11}" dt="2022-07-21T21:04:56.685" v="7" actId="1076"/>
      <pc:docMkLst>
        <pc:docMk/>
      </pc:docMkLst>
      <pc:sldChg chg="modSp">
        <pc:chgData name="PRATEEK KRISHNA(BTECH10105.21@bitmesra.ac.in)" userId="S::btech10105.21@bitmesra.ac.in::30784f16-851a-46b3-a8d1-ebd50e0731c8" providerId="AD" clId="Web-{3CDDD106-E07A-45EE-BC87-D66CF39ABA11}" dt="2022-07-21T20:44:43.336" v="5" actId="20577"/>
        <pc:sldMkLst>
          <pc:docMk/>
          <pc:sldMk cId="2764017328" sldId="305"/>
        </pc:sldMkLst>
        <pc:spChg chg="mod">
          <ac:chgData name="PRATEEK KRISHNA(BTECH10105.21@bitmesra.ac.in)" userId="S::btech10105.21@bitmesra.ac.in::30784f16-851a-46b3-a8d1-ebd50e0731c8" providerId="AD" clId="Web-{3CDDD106-E07A-45EE-BC87-D66CF39ABA11}" dt="2022-07-21T20:44:43.336" v="5" actId="20577"/>
          <ac:spMkLst>
            <pc:docMk/>
            <pc:sldMk cId="2764017328" sldId="305"/>
            <ac:spMk id="3" creationId="{C10958CF-060A-D096-F7E0-CC88681457E8}"/>
          </ac:spMkLst>
        </pc:spChg>
      </pc:sldChg>
      <pc:sldChg chg="modSp">
        <pc:chgData name="PRATEEK KRISHNA(BTECH10105.21@bitmesra.ac.in)" userId="S::btech10105.21@bitmesra.ac.in::30784f16-851a-46b3-a8d1-ebd50e0731c8" providerId="AD" clId="Web-{3CDDD106-E07A-45EE-BC87-D66CF39ABA11}" dt="2022-07-21T21:04:56.685" v="7" actId="1076"/>
        <pc:sldMkLst>
          <pc:docMk/>
          <pc:sldMk cId="1457324262" sldId="351"/>
        </pc:sldMkLst>
        <pc:spChg chg="mod">
          <ac:chgData name="PRATEEK KRISHNA(BTECH10105.21@bitmesra.ac.in)" userId="S::btech10105.21@bitmesra.ac.in::30784f16-851a-46b3-a8d1-ebd50e0731c8" providerId="AD" clId="Web-{3CDDD106-E07A-45EE-BC87-D66CF39ABA11}" dt="2022-07-21T21:04:56.685" v="7" actId="1076"/>
          <ac:spMkLst>
            <pc:docMk/>
            <pc:sldMk cId="1457324262" sldId="351"/>
            <ac:spMk id="2" creationId="{00000000-0000-0000-0000-000000000000}"/>
          </ac:spMkLst>
        </pc:spChg>
      </pc:sldChg>
    </pc:docChg>
  </pc:docChgLst>
  <pc:docChgLst>
    <pc:chgData name="ABHIRAJ RANA(BTECH10059.21@bitmesra.ac.in)" userId="S::btech10059.21@bitmesra.ac.in::3e306c63-a1c4-4166-a024-ac58affdb474" providerId="AD" clId="Web-{EBAAEDF0-368A-4845-B2F0-412D69AD5843}"/>
    <pc:docChg chg="modSld">
      <pc:chgData name="ABHIRAJ RANA(BTECH10059.21@bitmesra.ac.in)" userId="S::btech10059.21@bitmesra.ac.in::3e306c63-a1c4-4166-a024-ac58affdb474" providerId="AD" clId="Web-{EBAAEDF0-368A-4845-B2F0-412D69AD5843}" dt="2022-07-21T19:38:11.938" v="0" actId="1076"/>
      <pc:docMkLst>
        <pc:docMk/>
      </pc:docMkLst>
      <pc:sldChg chg="modSp">
        <pc:chgData name="ABHIRAJ RANA(BTECH10059.21@bitmesra.ac.in)" userId="S::btech10059.21@bitmesra.ac.in::3e306c63-a1c4-4166-a024-ac58affdb474" providerId="AD" clId="Web-{EBAAEDF0-368A-4845-B2F0-412D69AD5843}" dt="2022-07-21T19:38:11.938" v="0" actId="1076"/>
        <pc:sldMkLst>
          <pc:docMk/>
          <pc:sldMk cId="1179724878" sldId="267"/>
        </pc:sldMkLst>
        <pc:spChg chg="mod">
          <ac:chgData name="ABHIRAJ RANA(BTECH10059.21@bitmesra.ac.in)" userId="S::btech10059.21@bitmesra.ac.in::3e306c63-a1c4-4166-a024-ac58affdb474" providerId="AD" clId="Web-{EBAAEDF0-368A-4845-B2F0-412D69AD5843}" dt="2022-07-21T19:38:11.938" v="0" actId="1076"/>
          <ac:spMkLst>
            <pc:docMk/>
            <pc:sldMk cId="1179724878" sldId="267"/>
            <ac:spMk id="2" creationId="{00000000-0000-0000-0000-000000000000}"/>
          </ac:spMkLst>
        </pc:spChg>
      </pc:sldChg>
    </pc:docChg>
  </pc:docChgLst>
  <pc:docChgLst>
    <pc:chgData name="SOUMYADITYA SAHA(BTECH10099.21@bitmesra.ac.in)" userId="S::btech10099.21@bitmesra.ac.in::5e9c4661-3e85-4891-8c07-44555748f763" providerId="AD" clId="Web-{A7E698B7-2B76-456C-A59D-9BA3B8B145AE}"/>
    <pc:docChg chg="modSld">
      <pc:chgData name="SOUMYADITYA SAHA(BTECH10099.21@bitmesra.ac.in)" userId="S::btech10099.21@bitmesra.ac.in::5e9c4661-3e85-4891-8c07-44555748f763" providerId="AD" clId="Web-{A7E698B7-2B76-456C-A59D-9BA3B8B145AE}" dt="2022-07-21T19:34:48.330" v="190" actId="20577"/>
      <pc:docMkLst>
        <pc:docMk/>
      </pc:docMkLst>
      <pc:sldChg chg="modSp">
        <pc:chgData name="SOUMYADITYA SAHA(BTECH10099.21@bitmesra.ac.in)" userId="S::btech10099.21@bitmesra.ac.in::5e9c4661-3e85-4891-8c07-44555748f763" providerId="AD" clId="Web-{A7E698B7-2B76-456C-A59D-9BA3B8B145AE}" dt="2022-07-21T19:33:13.026" v="22" actId="20577"/>
        <pc:sldMkLst>
          <pc:docMk/>
          <pc:sldMk cId="1621728299" sldId="278"/>
        </pc:sldMkLst>
        <pc:spChg chg="mod">
          <ac:chgData name="SOUMYADITYA SAHA(BTECH10099.21@bitmesra.ac.in)" userId="S::btech10099.21@bitmesra.ac.in::5e9c4661-3e85-4891-8c07-44555748f763" providerId="AD" clId="Web-{A7E698B7-2B76-456C-A59D-9BA3B8B145AE}" dt="2022-07-21T19:33:13.026" v="22" actId="20577"/>
          <ac:spMkLst>
            <pc:docMk/>
            <pc:sldMk cId="1621728299" sldId="278"/>
            <ac:spMk id="3" creationId="{00000000-0000-0000-0000-000000000000}"/>
          </ac:spMkLst>
        </pc:spChg>
      </pc:sldChg>
      <pc:sldChg chg="modSp">
        <pc:chgData name="SOUMYADITYA SAHA(BTECH10099.21@bitmesra.ac.in)" userId="S::btech10099.21@bitmesra.ac.in::5e9c4661-3e85-4891-8c07-44555748f763" providerId="AD" clId="Web-{A7E698B7-2B76-456C-A59D-9BA3B8B145AE}" dt="2022-07-21T19:33:37.168" v="54" actId="20577"/>
        <pc:sldMkLst>
          <pc:docMk/>
          <pc:sldMk cId="1640787400" sldId="279"/>
        </pc:sldMkLst>
        <pc:spChg chg="mod">
          <ac:chgData name="SOUMYADITYA SAHA(BTECH10099.21@bitmesra.ac.in)" userId="S::btech10099.21@bitmesra.ac.in::5e9c4661-3e85-4891-8c07-44555748f763" providerId="AD" clId="Web-{A7E698B7-2B76-456C-A59D-9BA3B8B145AE}" dt="2022-07-21T19:33:37.168" v="54" actId="20577"/>
          <ac:spMkLst>
            <pc:docMk/>
            <pc:sldMk cId="1640787400" sldId="279"/>
            <ac:spMk id="2" creationId="{00000000-0000-0000-0000-000000000000}"/>
          </ac:spMkLst>
        </pc:spChg>
        <pc:spChg chg="mod">
          <ac:chgData name="SOUMYADITYA SAHA(BTECH10099.21@bitmesra.ac.in)" userId="S::btech10099.21@bitmesra.ac.in::5e9c4661-3e85-4891-8c07-44555748f763" providerId="AD" clId="Web-{A7E698B7-2B76-456C-A59D-9BA3B8B145AE}" dt="2022-07-21T19:33:20.964" v="24" actId="20577"/>
          <ac:spMkLst>
            <pc:docMk/>
            <pc:sldMk cId="1640787400" sldId="279"/>
            <ac:spMk id="3" creationId="{00000000-0000-0000-0000-000000000000}"/>
          </ac:spMkLst>
        </pc:spChg>
      </pc:sldChg>
      <pc:sldChg chg="modSp">
        <pc:chgData name="SOUMYADITYA SAHA(BTECH10099.21@bitmesra.ac.in)" userId="S::btech10099.21@bitmesra.ac.in::5e9c4661-3e85-4891-8c07-44555748f763" providerId="AD" clId="Web-{A7E698B7-2B76-456C-A59D-9BA3B8B145AE}" dt="2022-07-21T19:34:48.330" v="190" actId="20577"/>
        <pc:sldMkLst>
          <pc:docMk/>
          <pc:sldMk cId="3356834688" sldId="310"/>
        </pc:sldMkLst>
        <pc:spChg chg="mod">
          <ac:chgData name="SOUMYADITYA SAHA(BTECH10099.21@bitmesra.ac.in)" userId="S::btech10099.21@bitmesra.ac.in::5e9c4661-3e85-4891-8c07-44555748f763" providerId="AD" clId="Web-{A7E698B7-2B76-456C-A59D-9BA3B8B145AE}" dt="2022-07-21T19:34:48.330" v="190" actId="20577"/>
          <ac:spMkLst>
            <pc:docMk/>
            <pc:sldMk cId="3356834688" sldId="310"/>
            <ac:spMk id="2" creationId="{00000000-0000-0000-0000-000000000000}"/>
          </ac:spMkLst>
        </pc:spChg>
      </pc:sldChg>
      <pc:sldChg chg="modSp">
        <pc:chgData name="SOUMYADITYA SAHA(BTECH10099.21@bitmesra.ac.in)" userId="S::btech10099.21@bitmesra.ac.in::5e9c4661-3e85-4891-8c07-44555748f763" providerId="AD" clId="Web-{A7E698B7-2B76-456C-A59D-9BA3B8B145AE}" dt="2022-07-21T19:34:11.968" v="118" actId="20577"/>
        <pc:sldMkLst>
          <pc:docMk/>
          <pc:sldMk cId="1080959833" sldId="340"/>
        </pc:sldMkLst>
        <pc:spChg chg="mod">
          <ac:chgData name="SOUMYADITYA SAHA(BTECH10099.21@bitmesra.ac.in)" userId="S::btech10099.21@bitmesra.ac.in::5e9c4661-3e85-4891-8c07-44555748f763" providerId="AD" clId="Web-{A7E698B7-2B76-456C-A59D-9BA3B8B145AE}" dt="2022-07-21T19:34:11.968" v="118" actId="20577"/>
          <ac:spMkLst>
            <pc:docMk/>
            <pc:sldMk cId="1080959833" sldId="340"/>
            <ac:spMk id="62469" creationId="{00000000-0000-0000-0000-000000000000}"/>
          </ac:spMkLst>
        </pc:spChg>
      </pc:sldChg>
    </pc:docChg>
  </pc:docChgLst>
  <pc:docChgLst>
    <pc:chgData name="NIKET KUMAR(BTECH10393.21@bitmesra.ac.in)" userId="S::btech10393.21@bitmesra.ac.in::2d72962e-ecf0-452d-b0c6-3717551e0571" providerId="AD" clId="Web-{1E37C1C4-B937-4936-823E-C290D486A494}"/>
    <pc:docChg chg="modSld">
      <pc:chgData name="NIKET KUMAR(BTECH10393.21@bitmesra.ac.in)" userId="S::btech10393.21@bitmesra.ac.in::2d72962e-ecf0-452d-b0c6-3717551e0571" providerId="AD" clId="Web-{1E37C1C4-B937-4936-823E-C290D486A494}" dt="2022-07-22T00:58:16.874" v="0" actId="1076"/>
      <pc:docMkLst>
        <pc:docMk/>
      </pc:docMkLst>
      <pc:sldChg chg="modSp">
        <pc:chgData name="NIKET KUMAR(BTECH10393.21@bitmesra.ac.in)" userId="S::btech10393.21@bitmesra.ac.in::2d72962e-ecf0-452d-b0c6-3717551e0571" providerId="AD" clId="Web-{1E37C1C4-B937-4936-823E-C290D486A494}" dt="2022-07-22T00:58:16.874" v="0" actId="1076"/>
        <pc:sldMkLst>
          <pc:docMk/>
          <pc:sldMk cId="112006805" sldId="300"/>
        </pc:sldMkLst>
        <pc:spChg chg="mod">
          <ac:chgData name="NIKET KUMAR(BTECH10393.21@bitmesra.ac.in)" userId="S::btech10393.21@bitmesra.ac.in::2d72962e-ecf0-452d-b0c6-3717551e0571" providerId="AD" clId="Web-{1E37C1C4-B937-4936-823E-C290D486A494}" dt="2022-07-22T00:58:16.874" v="0" actId="1076"/>
          <ac:spMkLst>
            <pc:docMk/>
            <pc:sldMk cId="112006805" sldId="300"/>
            <ac:spMk id="2" creationId="{00000000-0000-0000-0000-000000000000}"/>
          </ac:spMkLst>
        </pc:spChg>
      </pc:sldChg>
    </pc:docChg>
  </pc:docChgLst>
  <pc:docChgLst>
    <pc:chgData name="AMITESH KUMAR SINHA(BTECH10268.21@bitmesra.ac.in)" userId="S::btech10268.21@bitmesra.ac.in::1380aae9-0830-4d93-a999-52ab4b1140a6" providerId="AD" clId="Web-{CDB36D9C-8E79-4AD0-BABA-19A53352464A}"/>
    <pc:docChg chg="modSld">
      <pc:chgData name="AMITESH KUMAR SINHA(BTECH10268.21@bitmesra.ac.in)" userId="S::btech10268.21@bitmesra.ac.in::1380aae9-0830-4d93-a999-52ab4b1140a6" providerId="AD" clId="Web-{CDB36D9C-8E79-4AD0-BABA-19A53352464A}" dt="2022-07-09T17:12:14.053" v="3"/>
      <pc:docMkLst>
        <pc:docMk/>
      </pc:docMkLst>
      <pc:sldChg chg="modSp">
        <pc:chgData name="AMITESH KUMAR SINHA(BTECH10268.21@bitmesra.ac.in)" userId="S::btech10268.21@bitmesra.ac.in::1380aae9-0830-4d93-a999-52ab4b1140a6" providerId="AD" clId="Web-{CDB36D9C-8E79-4AD0-BABA-19A53352464A}" dt="2022-07-09T17:07:51.466" v="2" actId="1076"/>
        <pc:sldMkLst>
          <pc:docMk/>
          <pc:sldMk cId="3356834688" sldId="310"/>
        </pc:sldMkLst>
        <pc:spChg chg="mod">
          <ac:chgData name="AMITESH KUMAR SINHA(BTECH10268.21@bitmesra.ac.in)" userId="S::btech10268.21@bitmesra.ac.in::1380aae9-0830-4d93-a999-52ab4b1140a6" providerId="AD" clId="Web-{CDB36D9C-8E79-4AD0-BABA-19A53352464A}" dt="2022-07-09T17:07:51.466" v="2" actId="1076"/>
          <ac:spMkLst>
            <pc:docMk/>
            <pc:sldMk cId="3356834688" sldId="310"/>
            <ac:spMk id="3" creationId="{00000000-0000-0000-0000-000000000000}"/>
          </ac:spMkLst>
        </pc:spChg>
      </pc:sldChg>
      <pc:sldChg chg="addSp">
        <pc:chgData name="AMITESH KUMAR SINHA(BTECH10268.21@bitmesra.ac.in)" userId="S::btech10268.21@bitmesra.ac.in::1380aae9-0830-4d93-a999-52ab4b1140a6" providerId="AD" clId="Web-{CDB36D9C-8E79-4AD0-BABA-19A53352464A}" dt="2022-07-09T17:12:14.053" v="3"/>
        <pc:sldMkLst>
          <pc:docMk/>
          <pc:sldMk cId="3568641234" sldId="317"/>
        </pc:sldMkLst>
        <pc:spChg chg="add">
          <ac:chgData name="AMITESH KUMAR SINHA(BTECH10268.21@bitmesra.ac.in)" userId="S::btech10268.21@bitmesra.ac.in::1380aae9-0830-4d93-a999-52ab4b1140a6" providerId="AD" clId="Web-{CDB36D9C-8E79-4AD0-BABA-19A53352464A}" dt="2022-07-09T17:12:14.053" v="3"/>
          <ac:spMkLst>
            <pc:docMk/>
            <pc:sldMk cId="3568641234" sldId="317"/>
            <ac:spMk id="4" creationId="{70B85BE5-1AE1-8606-9A70-9B371241DEDE}"/>
          </ac:spMkLst>
        </pc:spChg>
      </pc:sldChg>
      <pc:sldChg chg="modSp">
        <pc:chgData name="AMITESH KUMAR SINHA(BTECH10268.21@bitmesra.ac.in)" userId="S::btech10268.21@bitmesra.ac.in::1380aae9-0830-4d93-a999-52ab4b1140a6" providerId="AD" clId="Web-{CDB36D9C-8E79-4AD0-BABA-19A53352464A}" dt="2022-07-09T17:02:32.188" v="0" actId="1076"/>
        <pc:sldMkLst>
          <pc:docMk/>
          <pc:sldMk cId="2032300584" sldId="356"/>
        </pc:sldMkLst>
        <pc:picChg chg="mod">
          <ac:chgData name="AMITESH KUMAR SINHA(BTECH10268.21@bitmesra.ac.in)" userId="S::btech10268.21@bitmesra.ac.in::1380aae9-0830-4d93-a999-52ab4b1140a6" providerId="AD" clId="Web-{CDB36D9C-8E79-4AD0-BABA-19A53352464A}" dt="2022-07-09T17:02:32.188" v="0" actId="1076"/>
          <ac:picMkLst>
            <pc:docMk/>
            <pc:sldMk cId="2032300584" sldId="356"/>
            <ac:picMk id="4" creationId="{00000000-0000-0000-0000-000000000000}"/>
          </ac:picMkLst>
        </pc:picChg>
      </pc:sldChg>
    </pc:docChg>
  </pc:docChgLst>
  <pc:docChgLst>
    <pc:chgData name="AGRAWAL ADITYA SHAILESH(BTECH10537.21@bitmesra.ac.in)" userId="S::btech10537.21@bitmesra.ac.in::60435923-3a37-422d-a500-ab92df04bff1" providerId="AD" clId="Web-{31DDF5D6-1B6A-410A-AC08-0016143D54AB}"/>
    <pc:docChg chg="addSld delSld">
      <pc:chgData name="AGRAWAL ADITYA SHAILESH(BTECH10537.21@bitmesra.ac.in)" userId="S::btech10537.21@bitmesra.ac.in::60435923-3a37-422d-a500-ab92df04bff1" providerId="AD" clId="Web-{31DDF5D6-1B6A-410A-AC08-0016143D54AB}" dt="2022-07-11T16:17:51.907" v="1"/>
      <pc:docMkLst>
        <pc:docMk/>
      </pc:docMkLst>
      <pc:sldChg chg="new del">
        <pc:chgData name="AGRAWAL ADITYA SHAILESH(BTECH10537.21@bitmesra.ac.in)" userId="S::btech10537.21@bitmesra.ac.in::60435923-3a37-422d-a500-ab92df04bff1" providerId="AD" clId="Web-{31DDF5D6-1B6A-410A-AC08-0016143D54AB}" dt="2022-07-11T16:17:51.907" v="1"/>
        <pc:sldMkLst>
          <pc:docMk/>
          <pc:sldMk cId="3950996144" sldId="357"/>
        </pc:sldMkLst>
      </pc:sldChg>
    </pc:docChg>
  </pc:docChgLst>
  <pc:docChgLst>
    <pc:chgData name="SYED ABBAS HYDER RAZVI(BTECH10392.21@bitmesra.ac.in)" userId="S::btech10392.21@bitmesra.ac.in::9acb44be-c4ed-4fd9-9f36-12ca1cb3cbd6" providerId="AD" clId="Web-{F43DA77E-AB8D-4F51-8C32-96EC029A2224}"/>
    <pc:docChg chg="modSld">
      <pc:chgData name="SYED ABBAS HYDER RAZVI(BTECH10392.21@bitmesra.ac.in)" userId="S::btech10392.21@bitmesra.ac.in::9acb44be-c4ed-4fd9-9f36-12ca1cb3cbd6" providerId="AD" clId="Web-{F43DA77E-AB8D-4F51-8C32-96EC029A2224}" dt="2022-07-21T17:53:23.635" v="0"/>
      <pc:docMkLst>
        <pc:docMk/>
      </pc:docMkLst>
      <pc:sldChg chg="addSp">
        <pc:chgData name="SYED ABBAS HYDER RAZVI(BTECH10392.21@bitmesra.ac.in)" userId="S::btech10392.21@bitmesra.ac.in::9acb44be-c4ed-4fd9-9f36-12ca1cb3cbd6" providerId="AD" clId="Web-{F43DA77E-AB8D-4F51-8C32-96EC029A2224}" dt="2022-07-21T17:53:23.635" v="0"/>
        <pc:sldMkLst>
          <pc:docMk/>
          <pc:sldMk cId="2764017328" sldId="305"/>
        </pc:sldMkLst>
        <pc:spChg chg="add">
          <ac:chgData name="SYED ABBAS HYDER RAZVI(BTECH10392.21@bitmesra.ac.in)" userId="S::btech10392.21@bitmesra.ac.in::9acb44be-c4ed-4fd9-9f36-12ca1cb3cbd6" providerId="AD" clId="Web-{F43DA77E-AB8D-4F51-8C32-96EC029A2224}" dt="2022-07-21T17:53:23.635" v="0"/>
          <ac:spMkLst>
            <pc:docMk/>
            <pc:sldMk cId="2764017328" sldId="305"/>
            <ac:spMk id="3" creationId="{C10958CF-060A-D096-F7E0-CC88681457E8}"/>
          </ac:spMkLst>
        </pc:spChg>
      </pc:sldChg>
    </pc:docChg>
  </pc:docChgLst>
  <pc:docChgLst>
    <pc:chgData name="SHUBHAM PRIYANSHU(BTECH10274.21@bitmesra.ac.in)" userId="S::btech10274.21@bitmesra.ac.in::4529918e-f5f2-40cc-9dac-2014143f2ba0" providerId="AD" clId="Web-{92865257-334A-49C4-A629-F6CC2DFECF8A}"/>
    <pc:docChg chg="modSld">
      <pc:chgData name="SHUBHAM PRIYANSHU(BTECH10274.21@bitmesra.ac.in)" userId="S::btech10274.21@bitmesra.ac.in::4529918e-f5f2-40cc-9dac-2014143f2ba0" providerId="AD" clId="Web-{92865257-334A-49C4-A629-F6CC2DFECF8A}" dt="2022-07-21T21:43:32.899" v="0" actId="1076"/>
      <pc:docMkLst>
        <pc:docMk/>
      </pc:docMkLst>
      <pc:sldChg chg="modSp">
        <pc:chgData name="SHUBHAM PRIYANSHU(BTECH10274.21@bitmesra.ac.in)" userId="S::btech10274.21@bitmesra.ac.in::4529918e-f5f2-40cc-9dac-2014143f2ba0" providerId="AD" clId="Web-{92865257-334A-49C4-A629-F6CC2DFECF8A}" dt="2022-07-21T21:43:32.899" v="0" actId="1076"/>
        <pc:sldMkLst>
          <pc:docMk/>
          <pc:sldMk cId="2032300584" sldId="356"/>
        </pc:sldMkLst>
        <pc:picChg chg="mod">
          <ac:chgData name="SHUBHAM PRIYANSHU(BTECH10274.21@bitmesra.ac.in)" userId="S::btech10274.21@bitmesra.ac.in::4529918e-f5f2-40cc-9dac-2014143f2ba0" providerId="AD" clId="Web-{92865257-334A-49C4-A629-F6CC2DFECF8A}" dt="2022-07-21T21:43:32.899" v="0" actId="1076"/>
          <ac:picMkLst>
            <pc:docMk/>
            <pc:sldMk cId="2032300584" sldId="356"/>
            <ac:picMk id="4" creationId="{00000000-0000-0000-0000-000000000000}"/>
          </ac:picMkLst>
        </pc:picChg>
      </pc:sldChg>
    </pc:docChg>
  </pc:docChgLst>
  <pc:docChgLst>
    <pc:chgData name="SUMIT AGARWAL(BTECH10067.21@bitmesra.ac.in)" userId="S::btech10067.21@bitmesra.ac.in::276f6ef2-67bb-402b-9abb-9f4eea953946" providerId="AD" clId="Web-{624E990B-CF0B-45A9-BEE9-FD0D221486F5}"/>
    <pc:docChg chg="modSld">
      <pc:chgData name="SUMIT AGARWAL(BTECH10067.21@bitmesra.ac.in)" userId="S::btech10067.21@bitmesra.ac.in::276f6ef2-67bb-402b-9abb-9f4eea953946" providerId="AD" clId="Web-{624E990B-CF0B-45A9-BEE9-FD0D221486F5}" dt="2022-06-28T16:30:12.760" v="2" actId="1076"/>
      <pc:docMkLst>
        <pc:docMk/>
      </pc:docMkLst>
      <pc:sldChg chg="modSp">
        <pc:chgData name="SUMIT AGARWAL(BTECH10067.21@bitmesra.ac.in)" userId="S::btech10067.21@bitmesra.ac.in::276f6ef2-67bb-402b-9abb-9f4eea953946" providerId="AD" clId="Web-{624E990B-CF0B-45A9-BEE9-FD0D221486F5}" dt="2022-06-28T15:12:31.079" v="0" actId="1076"/>
        <pc:sldMkLst>
          <pc:docMk/>
          <pc:sldMk cId="1179724878" sldId="267"/>
        </pc:sldMkLst>
        <pc:spChg chg="mod">
          <ac:chgData name="SUMIT AGARWAL(BTECH10067.21@bitmesra.ac.in)" userId="S::btech10067.21@bitmesra.ac.in::276f6ef2-67bb-402b-9abb-9f4eea953946" providerId="AD" clId="Web-{624E990B-CF0B-45A9-BEE9-FD0D221486F5}" dt="2022-06-28T15:12:31.079" v="0" actId="1076"/>
          <ac:spMkLst>
            <pc:docMk/>
            <pc:sldMk cId="1179724878" sldId="267"/>
            <ac:spMk id="3" creationId="{00000000-0000-0000-0000-000000000000}"/>
          </ac:spMkLst>
        </pc:spChg>
      </pc:sldChg>
      <pc:sldChg chg="modSp">
        <pc:chgData name="SUMIT AGARWAL(BTECH10067.21@bitmesra.ac.in)" userId="S::btech10067.21@bitmesra.ac.in::276f6ef2-67bb-402b-9abb-9f4eea953946" providerId="AD" clId="Web-{624E990B-CF0B-45A9-BEE9-FD0D221486F5}" dt="2022-06-28T16:22:08.588" v="1" actId="1076"/>
        <pc:sldMkLst>
          <pc:docMk/>
          <pc:sldMk cId="2407708154" sldId="282"/>
        </pc:sldMkLst>
        <pc:spChg chg="mod">
          <ac:chgData name="SUMIT AGARWAL(BTECH10067.21@bitmesra.ac.in)" userId="S::btech10067.21@bitmesra.ac.in::276f6ef2-67bb-402b-9abb-9f4eea953946" providerId="AD" clId="Web-{624E990B-CF0B-45A9-BEE9-FD0D221486F5}" dt="2022-06-28T16:22:08.588" v="1" actId="1076"/>
          <ac:spMkLst>
            <pc:docMk/>
            <pc:sldMk cId="2407708154" sldId="282"/>
            <ac:spMk id="3" creationId="{00000000-0000-0000-0000-000000000000}"/>
          </ac:spMkLst>
        </pc:spChg>
      </pc:sldChg>
      <pc:sldChg chg="modSp">
        <pc:chgData name="SUMIT AGARWAL(BTECH10067.21@bitmesra.ac.in)" userId="S::btech10067.21@bitmesra.ac.in::276f6ef2-67bb-402b-9abb-9f4eea953946" providerId="AD" clId="Web-{624E990B-CF0B-45A9-BEE9-FD0D221486F5}" dt="2022-06-28T16:30:12.760" v="2" actId="1076"/>
        <pc:sldMkLst>
          <pc:docMk/>
          <pc:sldMk cId="1396245878" sldId="337"/>
        </pc:sldMkLst>
        <pc:picChg chg="mod">
          <ac:chgData name="SUMIT AGARWAL(BTECH10067.21@bitmesra.ac.in)" userId="S::btech10067.21@bitmesra.ac.in::276f6ef2-67bb-402b-9abb-9f4eea953946" providerId="AD" clId="Web-{624E990B-CF0B-45A9-BEE9-FD0D221486F5}" dt="2022-06-28T16:30:12.760" v="2" actId="1076"/>
          <ac:picMkLst>
            <pc:docMk/>
            <pc:sldMk cId="1396245878" sldId="337"/>
            <ac:picMk id="4" creationId="{00000000-0000-0000-0000-000000000000}"/>
          </ac:picMkLst>
        </pc:picChg>
      </pc:sldChg>
    </pc:docChg>
  </pc:docChgLst>
  <pc:docChgLst>
    <pc:chgData name="DHRUV MITTAL(BTECH10387.21@bitmesra.ac.in)" userId="S::btech10387.21@bitmesra.ac.in::e5dd1ece-d596-40f5-8b10-dc012fe1c39a" providerId="AD" clId="Web-{5A1BB250-D4B1-4C0D-9885-140DCBEF54AC}"/>
    <pc:docChg chg="modSld">
      <pc:chgData name="DHRUV MITTAL(BTECH10387.21@bitmesra.ac.in)" userId="S::btech10387.21@bitmesra.ac.in::e5dd1ece-d596-40f5-8b10-dc012fe1c39a" providerId="AD" clId="Web-{5A1BB250-D4B1-4C0D-9885-140DCBEF54AC}" dt="2022-07-21T20:22:22.994" v="5" actId="1076"/>
      <pc:docMkLst>
        <pc:docMk/>
      </pc:docMkLst>
      <pc:sldChg chg="addSp modSp">
        <pc:chgData name="DHRUV MITTAL(BTECH10387.21@bitmesra.ac.in)" userId="S::btech10387.21@bitmesra.ac.in::e5dd1ece-d596-40f5-8b10-dc012fe1c39a" providerId="AD" clId="Web-{5A1BB250-D4B1-4C0D-9885-140DCBEF54AC}" dt="2022-07-21T20:22:22.994" v="5" actId="1076"/>
        <pc:sldMkLst>
          <pc:docMk/>
          <pc:sldMk cId="3714159821" sldId="257"/>
        </pc:sldMkLst>
        <pc:spChg chg="add mod">
          <ac:chgData name="DHRUV MITTAL(BTECH10387.21@bitmesra.ac.in)" userId="S::btech10387.21@bitmesra.ac.in::e5dd1ece-d596-40f5-8b10-dc012fe1c39a" providerId="AD" clId="Web-{5A1BB250-D4B1-4C0D-9885-140DCBEF54AC}" dt="2022-07-21T20:22:20.009" v="3" actId="1076"/>
          <ac:spMkLst>
            <pc:docMk/>
            <pc:sldMk cId="3714159821" sldId="257"/>
            <ac:spMk id="4" creationId="{1750EEEA-9E23-BEC3-9430-A3C80695EB97}"/>
          </ac:spMkLst>
        </pc:spChg>
        <pc:spChg chg="add mod">
          <ac:chgData name="DHRUV MITTAL(BTECH10387.21@bitmesra.ac.in)" userId="S::btech10387.21@bitmesra.ac.in::e5dd1ece-d596-40f5-8b10-dc012fe1c39a" providerId="AD" clId="Web-{5A1BB250-D4B1-4C0D-9885-140DCBEF54AC}" dt="2022-07-21T20:22:22.994" v="5" actId="1076"/>
          <ac:spMkLst>
            <pc:docMk/>
            <pc:sldMk cId="3714159821" sldId="257"/>
            <ac:spMk id="6" creationId="{420A7AA5-F626-0935-16D1-08C1C809A7EF}"/>
          </ac:spMkLst>
        </pc:spChg>
      </pc:sldChg>
    </pc:docChg>
  </pc:docChgLst>
  <pc:docChgLst>
    <pc:chgData name="HARSH RAJ(BTECH10094.21@bitmesra.ac.in)" userId="S::btech10094.21@bitmesra.ac.in::b5851f9f-9fe9-4022-a2a6-b5b5ce8be4c3" providerId="AD" clId="Web-{D8B71E93-2E96-40D4-A5DD-8DF960D10222}"/>
    <pc:docChg chg="modSld">
      <pc:chgData name="HARSH RAJ(BTECH10094.21@bitmesra.ac.in)" userId="S::btech10094.21@bitmesra.ac.in::b5851f9f-9fe9-4022-a2a6-b5b5ce8be4c3" providerId="AD" clId="Web-{D8B71E93-2E96-40D4-A5DD-8DF960D10222}" dt="2022-07-13T19:29:39.606" v="0" actId="1076"/>
      <pc:docMkLst>
        <pc:docMk/>
      </pc:docMkLst>
      <pc:sldChg chg="modSp">
        <pc:chgData name="HARSH RAJ(BTECH10094.21@bitmesra.ac.in)" userId="S::btech10094.21@bitmesra.ac.in::b5851f9f-9fe9-4022-a2a6-b5b5ce8be4c3" providerId="AD" clId="Web-{D8B71E93-2E96-40D4-A5DD-8DF960D10222}" dt="2022-07-13T19:29:39.606" v="0" actId="1076"/>
        <pc:sldMkLst>
          <pc:docMk/>
          <pc:sldMk cId="301736581" sldId="296"/>
        </pc:sldMkLst>
        <pc:picChg chg="mod">
          <ac:chgData name="HARSH RAJ(BTECH10094.21@bitmesra.ac.in)" userId="S::btech10094.21@bitmesra.ac.in::b5851f9f-9fe9-4022-a2a6-b5b5ce8be4c3" providerId="AD" clId="Web-{D8B71E93-2E96-40D4-A5DD-8DF960D10222}" dt="2022-07-13T19:29:39.606" v="0" actId="1076"/>
          <ac:picMkLst>
            <pc:docMk/>
            <pc:sldMk cId="301736581" sldId="296"/>
            <ac:picMk id="4" creationId="{00000000-0000-0000-0000-000000000000}"/>
          </ac:picMkLst>
        </pc:picChg>
      </pc:sldChg>
    </pc:docChg>
  </pc:docChgLst>
  <pc:docChgLst>
    <pc:chgData name="GADDE ANURAG SREEVASTAV(BTECH10576.21@bitmesra.ac.in)" userId="S::btech10576.21@bitmesra.ac.in::ff8b274c-3e33-4a31-9163-1ed1f1c387ca" providerId="AD" clId="Web-{9547A4E9-BEE0-37EF-9CD0-0538612F7975}"/>
    <pc:docChg chg="modSld">
      <pc:chgData name="GADDE ANURAG SREEVASTAV(BTECH10576.21@bitmesra.ac.in)" userId="S::btech10576.21@bitmesra.ac.in::ff8b274c-3e33-4a31-9163-1ed1f1c387ca" providerId="AD" clId="Web-{9547A4E9-BEE0-37EF-9CD0-0538612F7975}" dt="2022-07-21T09:47:27.734" v="1"/>
      <pc:docMkLst>
        <pc:docMk/>
      </pc:docMkLst>
      <pc:sldChg chg="addSp delSp">
        <pc:chgData name="GADDE ANURAG SREEVASTAV(BTECH10576.21@bitmesra.ac.in)" userId="S::btech10576.21@bitmesra.ac.in::ff8b274c-3e33-4a31-9163-1ed1f1c387ca" providerId="AD" clId="Web-{9547A4E9-BEE0-37EF-9CD0-0538612F7975}" dt="2022-07-21T09:47:27.734" v="1"/>
        <pc:sldMkLst>
          <pc:docMk/>
          <pc:sldMk cId="3714159821" sldId="257"/>
        </pc:sldMkLst>
        <pc:inkChg chg="add del">
          <ac:chgData name="GADDE ANURAG SREEVASTAV(BTECH10576.21@bitmesra.ac.in)" userId="S::btech10576.21@bitmesra.ac.in::ff8b274c-3e33-4a31-9163-1ed1f1c387ca" providerId="AD" clId="Web-{9547A4E9-BEE0-37EF-9CD0-0538612F7975}" dt="2022-07-21T09:47:27.734" v="1"/>
          <ac:inkMkLst>
            <pc:docMk/>
            <pc:sldMk cId="3714159821" sldId="257"/>
            <ac:inkMk id="4" creationId="{6A3D8587-97B0-F7DE-2F6F-3A7D8CDDCBFD}"/>
          </ac:inkMkLst>
        </pc:inkChg>
      </pc:sldChg>
    </pc:docChg>
  </pc:docChgLst>
  <pc:docChgLst>
    <pc:chgData name="RISHAV RAJ(BTECH10087.21@bitmesra.ac.in)" userId="S::btech10087.21@bitmesra.ac.in::1f93d754-2fbc-4193-89e9-fa5346f46968" providerId="AD" clId="Web-{4F4F0DA0-D501-4702-B815-E3E9DD8070C9}"/>
    <pc:docChg chg="modSld">
      <pc:chgData name="RISHAV RAJ(BTECH10087.21@bitmesra.ac.in)" userId="S::btech10087.21@bitmesra.ac.in::1f93d754-2fbc-4193-89e9-fa5346f46968" providerId="AD" clId="Web-{4F4F0DA0-D501-4702-B815-E3E9DD8070C9}" dt="2022-07-03T12:24:39.388" v="0" actId="1076"/>
      <pc:docMkLst>
        <pc:docMk/>
      </pc:docMkLst>
      <pc:sldChg chg="modSp">
        <pc:chgData name="RISHAV RAJ(BTECH10087.21@bitmesra.ac.in)" userId="S::btech10087.21@bitmesra.ac.in::1f93d754-2fbc-4193-89e9-fa5346f46968" providerId="AD" clId="Web-{4F4F0DA0-D501-4702-B815-E3E9DD8070C9}" dt="2022-07-03T12:24:39.388" v="0" actId="1076"/>
        <pc:sldMkLst>
          <pc:docMk/>
          <pc:sldMk cId="719786927" sldId="327"/>
        </pc:sldMkLst>
        <pc:spChg chg="mod">
          <ac:chgData name="RISHAV RAJ(BTECH10087.21@bitmesra.ac.in)" userId="S::btech10087.21@bitmesra.ac.in::1f93d754-2fbc-4193-89e9-fa5346f46968" providerId="AD" clId="Web-{4F4F0DA0-D501-4702-B815-E3E9DD8070C9}" dt="2022-07-03T12:24:39.388" v="0" actId="1076"/>
          <ac:spMkLst>
            <pc:docMk/>
            <pc:sldMk cId="719786927" sldId="327"/>
            <ac:spMk id="264197" creationId="{00000000-0000-0000-0000-000000000000}"/>
          </ac:spMkLst>
        </pc:spChg>
      </pc:sldChg>
    </pc:docChg>
  </pc:docChgLst>
  <pc:docChgLst>
    <pc:chgData name="PRANTESH SINHA(BTECH10396.21@bitmesra.ac.in)" userId="S::btech10396.21@bitmesra.ac.in::77243324-2d65-4898-ba03-472a6252d308" providerId="AD" clId="Web-{AAE5D1D7-1234-4A70-A980-D80E06A6B26E}"/>
    <pc:docChg chg="sldOrd">
      <pc:chgData name="PRANTESH SINHA(BTECH10396.21@bitmesra.ac.in)" userId="S::btech10396.21@bitmesra.ac.in::77243324-2d65-4898-ba03-472a6252d308" providerId="AD" clId="Web-{AAE5D1D7-1234-4A70-A980-D80E06A6B26E}" dt="2022-07-21T16:06:04.144" v="0"/>
      <pc:docMkLst>
        <pc:docMk/>
      </pc:docMkLst>
      <pc:sldChg chg="ord">
        <pc:chgData name="PRANTESH SINHA(BTECH10396.21@bitmesra.ac.in)" userId="S::btech10396.21@bitmesra.ac.in::77243324-2d65-4898-ba03-472a6252d308" providerId="AD" clId="Web-{AAE5D1D7-1234-4A70-A980-D80E06A6B26E}" dt="2022-07-21T16:06:04.144" v="0"/>
        <pc:sldMkLst>
          <pc:docMk/>
          <pc:sldMk cId="3873503556" sldId="320"/>
        </pc:sldMkLst>
      </pc:sldChg>
    </pc:docChg>
  </pc:docChgLst>
  <pc:docChgLst>
    <pc:chgData name="ACHYUT SINGH(BTECH10095.21@bitmesra.ac.in)" userId="S::btech10095.21@bitmesra.ac.in::776288b4-265e-4fbc-a78e-82a5597dd2c9" providerId="AD" clId="Web-{F99BA1AA-7CC7-4613-AEF4-B892080B48D9}"/>
    <pc:docChg chg="modSld">
      <pc:chgData name="ACHYUT SINGH(BTECH10095.21@bitmesra.ac.in)" userId="S::btech10095.21@bitmesra.ac.in::776288b4-265e-4fbc-a78e-82a5597dd2c9" providerId="AD" clId="Web-{F99BA1AA-7CC7-4613-AEF4-B892080B48D9}" dt="2022-07-04T05:52:30.345" v="0" actId="1076"/>
      <pc:docMkLst>
        <pc:docMk/>
      </pc:docMkLst>
      <pc:sldChg chg="modSp">
        <pc:chgData name="ACHYUT SINGH(BTECH10095.21@bitmesra.ac.in)" userId="S::btech10095.21@bitmesra.ac.in::776288b4-265e-4fbc-a78e-82a5597dd2c9" providerId="AD" clId="Web-{F99BA1AA-7CC7-4613-AEF4-B892080B48D9}" dt="2022-07-04T05:52:30.345" v="0" actId="1076"/>
        <pc:sldMkLst>
          <pc:docMk/>
          <pc:sldMk cId="1989939831" sldId="274"/>
        </pc:sldMkLst>
        <pc:spChg chg="mod">
          <ac:chgData name="ACHYUT SINGH(BTECH10095.21@bitmesra.ac.in)" userId="S::btech10095.21@bitmesra.ac.in::776288b4-265e-4fbc-a78e-82a5597dd2c9" providerId="AD" clId="Web-{F99BA1AA-7CC7-4613-AEF4-B892080B48D9}" dt="2022-07-04T05:52:30.345" v="0" actId="1076"/>
          <ac:spMkLst>
            <pc:docMk/>
            <pc:sldMk cId="1989939831" sldId="274"/>
            <ac:spMk id="3" creationId="{00000000-0000-0000-0000-000000000000}"/>
          </ac:spMkLst>
        </pc:spChg>
      </pc:sldChg>
    </pc:docChg>
  </pc:docChgLst>
  <pc:docChgLst>
    <pc:chgData name="VIBHUTI NARAYAN SINGH(BTECH10501.21@bitmesra.ac.in)" userId="S::btech10501.21@bitmesra.ac.in::682831d0-c3ac-4394-b7d7-ffb4e7a0f80e" providerId="AD" clId="Web-{4CC8E019-CF0A-4C9C-B7F8-26408C588AC2}"/>
    <pc:docChg chg="modSld">
      <pc:chgData name="VIBHUTI NARAYAN SINGH(BTECH10501.21@bitmesra.ac.in)" userId="S::btech10501.21@bitmesra.ac.in::682831d0-c3ac-4394-b7d7-ffb4e7a0f80e" providerId="AD" clId="Web-{4CC8E019-CF0A-4C9C-B7F8-26408C588AC2}" dt="2022-07-21T17:37:56.780" v="40" actId="20577"/>
      <pc:docMkLst>
        <pc:docMk/>
      </pc:docMkLst>
      <pc:sldChg chg="modSp">
        <pc:chgData name="VIBHUTI NARAYAN SINGH(BTECH10501.21@bitmesra.ac.in)" userId="S::btech10501.21@bitmesra.ac.in::682831d0-c3ac-4394-b7d7-ffb4e7a0f80e" providerId="AD" clId="Web-{4CC8E019-CF0A-4C9C-B7F8-26408C588AC2}" dt="2022-07-21T17:37:56.780" v="40" actId="20577"/>
        <pc:sldMkLst>
          <pc:docMk/>
          <pc:sldMk cId="2600348328" sldId="260"/>
        </pc:sldMkLst>
        <pc:spChg chg="mod">
          <ac:chgData name="VIBHUTI NARAYAN SINGH(BTECH10501.21@bitmesra.ac.in)" userId="S::btech10501.21@bitmesra.ac.in::682831d0-c3ac-4394-b7d7-ffb4e7a0f80e" providerId="AD" clId="Web-{4CC8E019-CF0A-4C9C-B7F8-26408C588AC2}" dt="2022-07-21T17:37:56.780" v="40" actId="20577"/>
          <ac:spMkLst>
            <pc:docMk/>
            <pc:sldMk cId="2600348328" sldId="260"/>
            <ac:spMk id="3" creationId="{00000000-0000-0000-0000-000000000000}"/>
          </ac:spMkLst>
        </pc:spChg>
      </pc:sldChg>
    </pc:docChg>
  </pc:docChgLst>
  <pc:docChgLst>
    <pc:chgData name="VIBHUTI NARAYAN SINGH(BTECH10501.21@bitmesra.ac.in)" userId="S::btech10501.21@bitmesra.ac.in::682831d0-c3ac-4394-b7d7-ffb4e7a0f80e" providerId="AD" clId="Web-{73C702E0-6041-4F64-B189-68F4DC7ACEFC}"/>
    <pc:docChg chg="modSld">
      <pc:chgData name="VIBHUTI NARAYAN SINGH(BTECH10501.21@bitmesra.ac.in)" userId="S::btech10501.21@bitmesra.ac.in::682831d0-c3ac-4394-b7d7-ffb4e7a0f80e" providerId="AD" clId="Web-{73C702E0-6041-4F64-B189-68F4DC7ACEFC}" dt="2022-07-22T02:47:41.894" v="269" actId="20577"/>
      <pc:docMkLst>
        <pc:docMk/>
      </pc:docMkLst>
      <pc:sldChg chg="modSp">
        <pc:chgData name="VIBHUTI NARAYAN SINGH(BTECH10501.21@bitmesra.ac.in)" userId="S::btech10501.21@bitmesra.ac.in::682831d0-c3ac-4394-b7d7-ffb4e7a0f80e" providerId="AD" clId="Web-{73C702E0-6041-4F64-B189-68F4DC7ACEFC}" dt="2022-07-22T02:32:22.707" v="45" actId="20577"/>
        <pc:sldMkLst>
          <pc:docMk/>
          <pc:sldMk cId="3714159821" sldId="257"/>
        </pc:sldMkLst>
        <pc:spChg chg="mod">
          <ac:chgData name="VIBHUTI NARAYAN SINGH(BTECH10501.21@bitmesra.ac.in)" userId="S::btech10501.21@bitmesra.ac.in::682831d0-c3ac-4394-b7d7-ffb4e7a0f80e" providerId="AD" clId="Web-{73C702E0-6041-4F64-B189-68F4DC7ACEFC}" dt="2022-07-22T02:32:22.707" v="45" actId="20577"/>
          <ac:spMkLst>
            <pc:docMk/>
            <pc:sldMk cId="3714159821" sldId="257"/>
            <ac:spMk id="3" creationId="{00000000-0000-0000-0000-000000000000}"/>
          </ac:spMkLst>
        </pc:spChg>
      </pc:sldChg>
      <pc:sldChg chg="modSp">
        <pc:chgData name="VIBHUTI NARAYAN SINGH(BTECH10501.21@bitmesra.ac.in)" userId="S::btech10501.21@bitmesra.ac.in::682831d0-c3ac-4394-b7d7-ffb4e7a0f80e" providerId="AD" clId="Web-{73C702E0-6041-4F64-B189-68F4DC7ACEFC}" dt="2022-07-22T02:33:03.708" v="62" actId="20577"/>
        <pc:sldMkLst>
          <pc:docMk/>
          <pc:sldMk cId="1532318126" sldId="271"/>
        </pc:sldMkLst>
        <pc:spChg chg="mod">
          <ac:chgData name="VIBHUTI NARAYAN SINGH(BTECH10501.21@bitmesra.ac.in)" userId="S::btech10501.21@bitmesra.ac.in::682831d0-c3ac-4394-b7d7-ffb4e7a0f80e" providerId="AD" clId="Web-{73C702E0-6041-4F64-B189-68F4DC7ACEFC}" dt="2022-07-22T02:33:03.708" v="62" actId="20577"/>
          <ac:spMkLst>
            <pc:docMk/>
            <pc:sldMk cId="1532318126" sldId="271"/>
            <ac:spMk id="3" creationId="{00000000-0000-0000-0000-000000000000}"/>
          </ac:spMkLst>
        </pc:spChg>
      </pc:sldChg>
      <pc:sldChg chg="modSp">
        <pc:chgData name="VIBHUTI NARAYAN SINGH(BTECH10501.21@bitmesra.ac.in)" userId="S::btech10501.21@bitmesra.ac.in::682831d0-c3ac-4394-b7d7-ffb4e7a0f80e" providerId="AD" clId="Web-{73C702E0-6041-4F64-B189-68F4DC7ACEFC}" dt="2022-07-22T02:35:55.792" v="240" actId="20577"/>
        <pc:sldMkLst>
          <pc:docMk/>
          <pc:sldMk cId="3280731341" sldId="273"/>
        </pc:sldMkLst>
        <pc:spChg chg="mod">
          <ac:chgData name="VIBHUTI NARAYAN SINGH(BTECH10501.21@bitmesra.ac.in)" userId="S::btech10501.21@bitmesra.ac.in::682831d0-c3ac-4394-b7d7-ffb4e7a0f80e" providerId="AD" clId="Web-{73C702E0-6041-4F64-B189-68F4DC7ACEFC}" dt="2022-07-22T02:35:55.792" v="240" actId="20577"/>
          <ac:spMkLst>
            <pc:docMk/>
            <pc:sldMk cId="3280731341" sldId="273"/>
            <ac:spMk id="3" creationId="{00000000-0000-0000-0000-000000000000}"/>
          </ac:spMkLst>
        </pc:spChg>
      </pc:sldChg>
      <pc:sldChg chg="modSp">
        <pc:chgData name="VIBHUTI NARAYAN SINGH(BTECH10501.21@bitmesra.ac.in)" userId="S::btech10501.21@bitmesra.ac.in::682831d0-c3ac-4394-b7d7-ffb4e7a0f80e" providerId="AD" clId="Web-{73C702E0-6041-4F64-B189-68F4DC7ACEFC}" dt="2022-07-22T02:47:41.894" v="269" actId="20577"/>
        <pc:sldMkLst>
          <pc:docMk/>
          <pc:sldMk cId="1309874555" sldId="341"/>
        </pc:sldMkLst>
        <pc:spChg chg="mod">
          <ac:chgData name="VIBHUTI NARAYAN SINGH(BTECH10501.21@bitmesra.ac.in)" userId="S::btech10501.21@bitmesra.ac.in::682831d0-c3ac-4394-b7d7-ffb4e7a0f80e" providerId="AD" clId="Web-{73C702E0-6041-4F64-B189-68F4DC7ACEFC}" dt="2022-07-22T02:47:41.894" v="269" actId="20577"/>
          <ac:spMkLst>
            <pc:docMk/>
            <pc:sldMk cId="1309874555" sldId="341"/>
            <ac:spMk id="2" creationId="{1CBB2A57-4E0D-6311-EE2C-590BAC4A196F}"/>
          </ac:spMkLst>
        </pc:spChg>
        <pc:spChg chg="mod">
          <ac:chgData name="VIBHUTI NARAYAN SINGH(BTECH10501.21@bitmesra.ac.in)" userId="S::btech10501.21@bitmesra.ac.in::682831d0-c3ac-4394-b7d7-ffb4e7a0f80e" providerId="AD" clId="Web-{73C702E0-6041-4F64-B189-68F4DC7ACEFC}" dt="2022-07-22T02:46:08.204" v="249" actId="20577"/>
          <ac:spMkLst>
            <pc:docMk/>
            <pc:sldMk cId="1309874555" sldId="341"/>
            <ac:spMk id="63494" creationId="{00000000-0000-0000-0000-000000000000}"/>
          </ac:spMkLst>
        </pc:spChg>
      </pc:sldChg>
    </pc:docChg>
  </pc:docChgLst>
  <pc:docChgLst>
    <pc:chgData name="ACHYUT SINGH(BTECH10095.21@bitmesra.ac.in)" userId="S::btech10095.21@bitmesra.ac.in::776288b4-265e-4fbc-a78e-82a5597dd2c9" providerId="AD" clId="Web-{D1101B00-AEFC-437A-A22F-9726FF819727}"/>
    <pc:docChg chg="modSld">
      <pc:chgData name="ACHYUT SINGH(BTECH10095.21@bitmesra.ac.in)" userId="S::btech10095.21@bitmesra.ac.in::776288b4-265e-4fbc-a78e-82a5597dd2c9" providerId="AD" clId="Web-{D1101B00-AEFC-437A-A22F-9726FF819727}" dt="2022-07-22T03:37:10.150" v="0" actId="1076"/>
      <pc:docMkLst>
        <pc:docMk/>
      </pc:docMkLst>
      <pc:sldChg chg="modSp">
        <pc:chgData name="ACHYUT SINGH(BTECH10095.21@bitmesra.ac.in)" userId="S::btech10095.21@bitmesra.ac.in::776288b4-265e-4fbc-a78e-82a5597dd2c9" providerId="AD" clId="Web-{D1101B00-AEFC-437A-A22F-9726FF819727}" dt="2022-07-22T03:37:10.150" v="0" actId="1076"/>
        <pc:sldMkLst>
          <pc:docMk/>
          <pc:sldMk cId="3714159821" sldId="257"/>
        </pc:sldMkLst>
        <pc:spChg chg="mod">
          <ac:chgData name="ACHYUT SINGH(BTECH10095.21@bitmesra.ac.in)" userId="S::btech10095.21@bitmesra.ac.in::776288b4-265e-4fbc-a78e-82a5597dd2c9" providerId="AD" clId="Web-{D1101B00-AEFC-437A-A22F-9726FF819727}" dt="2022-07-22T03:37:10.150" v="0" actId="1076"/>
          <ac:spMkLst>
            <pc:docMk/>
            <pc:sldMk cId="3714159821" sldId="257"/>
            <ac:spMk id="6" creationId="{420A7AA5-F626-0935-16D1-08C1C809A7EF}"/>
          </ac:spMkLst>
        </pc:spChg>
      </pc:sldChg>
    </pc:docChg>
  </pc:docChgLst>
  <pc:docChgLst>
    <pc:chgData name="SIMRAN KUMARI(BTECH10071.21@bitmesra.ac.in)" userId="S::btech10071.21@bitmesra.ac.in::c35dc07d-0a20-4644-8579-045aa953240d" providerId="AD" clId="Web-{43B936A9-B6F1-4C14-92B7-BB7419377118}"/>
    <pc:docChg chg="sldOrd">
      <pc:chgData name="SIMRAN KUMARI(BTECH10071.21@bitmesra.ac.in)" userId="S::btech10071.21@bitmesra.ac.in::c35dc07d-0a20-4644-8579-045aa953240d" providerId="AD" clId="Web-{43B936A9-B6F1-4C14-92B7-BB7419377118}" dt="2022-07-21T17:21:19.899" v="0"/>
      <pc:docMkLst>
        <pc:docMk/>
      </pc:docMkLst>
      <pc:sldChg chg="ord">
        <pc:chgData name="SIMRAN KUMARI(BTECH10071.21@bitmesra.ac.in)" userId="S::btech10071.21@bitmesra.ac.in::c35dc07d-0a20-4644-8579-045aa953240d" providerId="AD" clId="Web-{43B936A9-B6F1-4C14-92B7-BB7419377118}" dt="2022-07-21T17:21:19.899" v="0"/>
        <pc:sldMkLst>
          <pc:docMk/>
          <pc:sldMk cId="3826928717" sldId="342"/>
        </pc:sldMkLst>
      </pc:sldChg>
    </pc:docChg>
  </pc:docChgLst>
  <pc:docChgLst>
    <pc:chgData name="SUMIT AGARWAL(BTECH10067.21@bitmesra.ac.in)" userId="S::btech10067.21@bitmesra.ac.in::276f6ef2-67bb-402b-9abb-9f4eea953946" providerId="AD" clId="Web-{323CA115-43BE-42DE-B7BE-C8BA7834C2B3}"/>
    <pc:docChg chg="delSld">
      <pc:chgData name="SUMIT AGARWAL(BTECH10067.21@bitmesra.ac.in)" userId="S::btech10067.21@bitmesra.ac.in::276f6ef2-67bb-402b-9abb-9f4eea953946" providerId="AD" clId="Web-{323CA115-43BE-42DE-B7BE-C8BA7834C2B3}" dt="2022-07-21T14:44:20.813" v="0"/>
      <pc:docMkLst>
        <pc:docMk/>
      </pc:docMkLst>
      <pc:sldChg chg="del">
        <pc:chgData name="SUMIT AGARWAL(BTECH10067.21@bitmesra.ac.in)" userId="S::btech10067.21@bitmesra.ac.in::276f6ef2-67bb-402b-9abb-9f4eea953946" providerId="AD" clId="Web-{323CA115-43BE-42DE-B7BE-C8BA7834C2B3}" dt="2022-07-21T14:44:20.813" v="0"/>
        <pc:sldMkLst>
          <pc:docMk/>
          <pc:sldMk cId="2421620660" sldId="256"/>
        </pc:sldMkLst>
      </pc:sldChg>
    </pc:docChg>
  </pc:docChgLst>
  <pc:docChgLst>
    <pc:chgData name="NIKET KUMAR(BTECH10393.21@bitmesra.ac.in)" userId="S::btech10393.21@bitmesra.ac.in::2d72962e-ecf0-452d-b0c6-3717551e0571" providerId="AD" clId="Web-{EDE2D358-B037-4627-8B11-AD032E031F9E}"/>
    <pc:docChg chg="modSld">
      <pc:chgData name="NIKET KUMAR(BTECH10393.21@bitmesra.ac.in)" userId="S::btech10393.21@bitmesra.ac.in::2d72962e-ecf0-452d-b0c6-3717551e0571" providerId="AD" clId="Web-{EDE2D358-B037-4627-8B11-AD032E031F9E}" dt="2022-07-11T16:46:48.372" v="1"/>
      <pc:docMkLst>
        <pc:docMk/>
      </pc:docMkLst>
      <pc:sldChg chg="addSp delSp">
        <pc:chgData name="NIKET KUMAR(BTECH10393.21@bitmesra.ac.in)" userId="S::btech10393.21@bitmesra.ac.in::2d72962e-ecf0-452d-b0c6-3717551e0571" providerId="AD" clId="Web-{EDE2D358-B037-4627-8B11-AD032E031F9E}" dt="2022-07-11T16:46:48.372" v="1"/>
        <pc:sldMkLst>
          <pc:docMk/>
          <pc:sldMk cId="1691037985" sldId="258"/>
        </pc:sldMkLst>
        <pc:spChg chg="add del">
          <ac:chgData name="NIKET KUMAR(BTECH10393.21@bitmesra.ac.in)" userId="S::btech10393.21@bitmesra.ac.in::2d72962e-ecf0-452d-b0c6-3717551e0571" providerId="AD" clId="Web-{EDE2D358-B037-4627-8B11-AD032E031F9E}" dt="2022-07-11T16:46:48.372" v="1"/>
          <ac:spMkLst>
            <pc:docMk/>
            <pc:sldMk cId="1691037985" sldId="258"/>
            <ac:spMk id="4" creationId="{CEC4571F-38B2-C05E-F9AF-6846D023AC00}"/>
          </ac:spMkLst>
        </pc:spChg>
      </pc:sldChg>
    </pc:docChg>
  </pc:docChgLst>
  <pc:docChgLst>
    <pc:chgData name="PRANTESH SINHA(BTECH10396.21@bitmesra.ac.in)" userId="S::btech10396.21@bitmesra.ac.in::77243324-2d65-4898-ba03-472a6252d308" providerId="AD" clId="Web-{5B75C1DC-C120-4A23-80AB-F8D5F93FF5A7}"/>
    <pc:docChg chg="sldOrd">
      <pc:chgData name="PRANTESH SINHA(BTECH10396.21@bitmesra.ac.in)" userId="S::btech10396.21@bitmesra.ac.in::77243324-2d65-4898-ba03-472a6252d308" providerId="AD" clId="Web-{5B75C1DC-C120-4A23-80AB-F8D5F93FF5A7}" dt="2022-07-11T15:03:50.574" v="1"/>
      <pc:docMkLst>
        <pc:docMk/>
      </pc:docMkLst>
      <pc:sldChg chg="ord">
        <pc:chgData name="PRANTESH SINHA(BTECH10396.21@bitmesra.ac.in)" userId="S::btech10396.21@bitmesra.ac.in::77243324-2d65-4898-ba03-472a6252d308" providerId="AD" clId="Web-{5B75C1DC-C120-4A23-80AB-F8D5F93FF5A7}" dt="2022-07-11T15:03:50.574" v="1"/>
        <pc:sldMkLst>
          <pc:docMk/>
          <pc:sldMk cId="2609771219" sldId="266"/>
        </pc:sldMkLst>
      </pc:sldChg>
      <pc:sldChg chg="ord">
        <pc:chgData name="PRANTESH SINHA(BTECH10396.21@bitmesra.ac.in)" userId="S::btech10396.21@bitmesra.ac.in::77243324-2d65-4898-ba03-472a6252d308" providerId="AD" clId="Web-{5B75C1DC-C120-4A23-80AB-F8D5F93FF5A7}" dt="2022-07-11T15:03:40.558" v="0"/>
        <pc:sldMkLst>
          <pc:docMk/>
          <pc:sldMk cId="1179724878" sldId="267"/>
        </pc:sldMkLst>
      </pc:sldChg>
    </pc:docChg>
  </pc:docChgLst>
  <pc:docChgLst>
    <pc:chgData name="SUMIT AGARWAL(BTECH10067.21@bitmesra.ac.in)" userId="S::btech10067.21@bitmesra.ac.in::276f6ef2-67bb-402b-9abb-9f4eea953946" providerId="AD" clId="Web-{C7243287-D772-40D8-8FDB-AF98C271D302}"/>
    <pc:docChg chg="modSld">
      <pc:chgData name="SUMIT AGARWAL(BTECH10067.21@bitmesra.ac.in)" userId="S::btech10067.21@bitmesra.ac.in::276f6ef2-67bb-402b-9abb-9f4eea953946" providerId="AD" clId="Web-{C7243287-D772-40D8-8FDB-AF98C271D302}" dt="2022-07-21T16:34:43.314" v="5" actId="14100"/>
      <pc:docMkLst>
        <pc:docMk/>
      </pc:docMkLst>
      <pc:sldChg chg="modSp">
        <pc:chgData name="SUMIT AGARWAL(BTECH10067.21@bitmesra.ac.in)" userId="S::btech10067.21@bitmesra.ac.in::276f6ef2-67bb-402b-9abb-9f4eea953946" providerId="AD" clId="Web-{C7243287-D772-40D8-8FDB-AF98C271D302}" dt="2022-07-21T16:34:43.314" v="5" actId="14100"/>
        <pc:sldMkLst>
          <pc:docMk/>
          <pc:sldMk cId="112006805" sldId="300"/>
        </pc:sldMkLst>
        <pc:spChg chg="mod">
          <ac:chgData name="SUMIT AGARWAL(BTECH10067.21@bitmesra.ac.in)" userId="S::btech10067.21@bitmesra.ac.in::276f6ef2-67bb-402b-9abb-9f4eea953946" providerId="AD" clId="Web-{C7243287-D772-40D8-8FDB-AF98C271D302}" dt="2022-07-21T16:34:43.314" v="5" actId="14100"/>
          <ac:spMkLst>
            <pc:docMk/>
            <pc:sldMk cId="112006805" sldId="300"/>
            <ac:spMk id="3" creationId="{00000000-0000-0000-0000-000000000000}"/>
          </ac:spMkLst>
        </pc:spChg>
      </pc:sldChg>
      <pc:sldChg chg="modSp">
        <pc:chgData name="SUMIT AGARWAL(BTECH10067.21@bitmesra.ac.in)" userId="S::btech10067.21@bitmesra.ac.in::276f6ef2-67bb-402b-9abb-9f4eea953946" providerId="AD" clId="Web-{C7243287-D772-40D8-8FDB-AF98C271D302}" dt="2022-07-21T16:22:44.276" v="1" actId="1076"/>
        <pc:sldMkLst>
          <pc:docMk/>
          <pc:sldMk cId="1396245878" sldId="337"/>
        </pc:sldMkLst>
        <pc:picChg chg="mod">
          <ac:chgData name="SUMIT AGARWAL(BTECH10067.21@bitmesra.ac.in)" userId="S::btech10067.21@bitmesra.ac.in::276f6ef2-67bb-402b-9abb-9f4eea953946" providerId="AD" clId="Web-{C7243287-D772-40D8-8FDB-AF98C271D302}" dt="2022-07-21T16:22:44.276" v="1" actId="1076"/>
          <ac:picMkLst>
            <pc:docMk/>
            <pc:sldMk cId="1396245878" sldId="337"/>
            <ac:picMk id="4" creationId="{00000000-0000-0000-0000-000000000000}"/>
          </ac:picMkLst>
        </pc:picChg>
      </pc:sldChg>
    </pc:docChg>
  </pc:docChgLst>
  <pc:docChgLst>
    <pc:chgData name="APOORV SHARMA(BTECH10395.21@bitmesra.ac.in)" userId="S::btech10395.21@bitmesra.ac.in::ca935646-2fba-4e84-92a0-d9c85258d4b1" providerId="AD" clId="Web-{A0E3EF02-22DF-4C25-9066-466708BBD6E7}"/>
    <pc:docChg chg="modSld">
      <pc:chgData name="APOORV SHARMA(BTECH10395.21@bitmesra.ac.in)" userId="S::btech10395.21@bitmesra.ac.in::ca935646-2fba-4e84-92a0-d9c85258d4b1" providerId="AD" clId="Web-{A0E3EF02-22DF-4C25-9066-466708BBD6E7}" dt="2022-07-21T19:31:09.163" v="3"/>
      <pc:docMkLst>
        <pc:docMk/>
      </pc:docMkLst>
      <pc:sldChg chg="addSp delSp modSp">
        <pc:chgData name="APOORV SHARMA(BTECH10395.21@bitmesra.ac.in)" userId="S::btech10395.21@bitmesra.ac.in::ca935646-2fba-4e84-92a0-d9c85258d4b1" providerId="AD" clId="Web-{A0E3EF02-22DF-4C25-9066-466708BBD6E7}" dt="2022-07-21T19:31:09.163" v="3"/>
        <pc:sldMkLst>
          <pc:docMk/>
          <pc:sldMk cId="3714159821" sldId="257"/>
        </pc:sldMkLst>
        <pc:spChg chg="add del mod">
          <ac:chgData name="APOORV SHARMA(BTECH10395.21@bitmesra.ac.in)" userId="S::btech10395.21@bitmesra.ac.in::ca935646-2fba-4e84-92a0-d9c85258d4b1" providerId="AD" clId="Web-{A0E3EF02-22DF-4C25-9066-466708BBD6E7}" dt="2022-07-21T19:27:52.267" v="2"/>
          <ac:spMkLst>
            <pc:docMk/>
            <pc:sldMk cId="3714159821" sldId="257"/>
            <ac:spMk id="4" creationId="{CF111AE8-05EB-EA53-C8A2-64A2C1F9E908}"/>
          </ac:spMkLst>
        </pc:spChg>
        <pc:spChg chg="add">
          <ac:chgData name="APOORV SHARMA(BTECH10395.21@bitmesra.ac.in)" userId="S::btech10395.21@bitmesra.ac.in::ca935646-2fba-4e84-92a0-d9c85258d4b1" providerId="AD" clId="Web-{A0E3EF02-22DF-4C25-9066-466708BBD6E7}" dt="2022-07-21T19:31:09.163" v="3"/>
          <ac:spMkLst>
            <pc:docMk/>
            <pc:sldMk cId="3714159821" sldId="257"/>
            <ac:spMk id="5" creationId="{4566B381-C8A4-C33D-ADC7-4B1049585D2D}"/>
          </ac:spMkLst>
        </pc:spChg>
      </pc:sldChg>
    </pc:docChg>
  </pc:docChgLst>
  <pc:docChgLst>
    <pc:chgData name="RAGHUNANDAN GUPTA(BTECH10021.21@bitmesra.ac.in)" userId="S::btech10021.21@bitmesra.ac.in::356602b6-4f1d-413c-8e2d-4dab3878389d" providerId="AD" clId="Web-{FC600C31-5C46-4499-A4C2-4D76B3C2C629}"/>
    <pc:docChg chg="modSld">
      <pc:chgData name="RAGHUNANDAN GUPTA(BTECH10021.21@bitmesra.ac.in)" userId="S::btech10021.21@bitmesra.ac.in::356602b6-4f1d-413c-8e2d-4dab3878389d" providerId="AD" clId="Web-{FC600C31-5C46-4499-A4C2-4D76B3C2C629}" dt="2022-07-22T02:53:02.388" v="564" actId="20577"/>
      <pc:docMkLst>
        <pc:docMk/>
      </pc:docMkLst>
      <pc:sldChg chg="modSp">
        <pc:chgData name="RAGHUNANDAN GUPTA(BTECH10021.21@bitmesra.ac.in)" userId="S::btech10021.21@bitmesra.ac.in::356602b6-4f1d-413c-8e2d-4dab3878389d" providerId="AD" clId="Web-{FC600C31-5C46-4499-A4C2-4D76B3C2C629}" dt="2022-07-22T02:53:02.388" v="564" actId="20577"/>
        <pc:sldMkLst>
          <pc:docMk/>
          <pc:sldMk cId="1532318126" sldId="271"/>
        </pc:sldMkLst>
        <pc:spChg chg="mod">
          <ac:chgData name="RAGHUNANDAN GUPTA(BTECH10021.21@bitmesra.ac.in)" userId="S::btech10021.21@bitmesra.ac.in::356602b6-4f1d-413c-8e2d-4dab3878389d" providerId="AD" clId="Web-{FC600C31-5C46-4499-A4C2-4D76B3C2C629}" dt="2022-07-22T02:53:02.388" v="564" actId="20577"/>
          <ac:spMkLst>
            <pc:docMk/>
            <pc:sldMk cId="1532318126" sldId="271"/>
            <ac:spMk id="3" creationId="{00000000-0000-0000-0000-000000000000}"/>
          </ac:spMkLst>
        </pc:spChg>
      </pc:sldChg>
      <pc:sldChg chg="modSp">
        <pc:chgData name="RAGHUNANDAN GUPTA(BTECH10021.21@bitmesra.ac.in)" userId="S::btech10021.21@bitmesra.ac.in::356602b6-4f1d-413c-8e2d-4dab3878389d" providerId="AD" clId="Web-{FC600C31-5C46-4499-A4C2-4D76B3C2C629}" dt="2022-07-22T02:36:21.088" v="253" actId="20577"/>
        <pc:sldMkLst>
          <pc:docMk/>
          <pc:sldMk cId="3280731341" sldId="273"/>
        </pc:sldMkLst>
        <pc:spChg chg="mod">
          <ac:chgData name="RAGHUNANDAN GUPTA(BTECH10021.21@bitmesra.ac.in)" userId="S::btech10021.21@bitmesra.ac.in::356602b6-4f1d-413c-8e2d-4dab3878389d" providerId="AD" clId="Web-{FC600C31-5C46-4499-A4C2-4D76B3C2C629}" dt="2022-07-22T02:36:21.088" v="253" actId="20577"/>
          <ac:spMkLst>
            <pc:docMk/>
            <pc:sldMk cId="3280731341" sldId="273"/>
            <ac:spMk id="3" creationId="{00000000-0000-0000-0000-000000000000}"/>
          </ac:spMkLst>
        </pc:spChg>
      </pc:sldChg>
      <pc:sldChg chg="addSp modSp">
        <pc:chgData name="RAGHUNANDAN GUPTA(BTECH10021.21@bitmesra.ac.in)" userId="S::btech10021.21@bitmesra.ac.in::356602b6-4f1d-413c-8e2d-4dab3878389d" providerId="AD" clId="Web-{FC600C31-5C46-4499-A4C2-4D76B3C2C629}" dt="2022-07-22T02:47:49.074" v="390" actId="20577"/>
        <pc:sldMkLst>
          <pc:docMk/>
          <pc:sldMk cId="1309874555" sldId="341"/>
        </pc:sldMkLst>
        <pc:spChg chg="add">
          <ac:chgData name="RAGHUNANDAN GUPTA(BTECH10021.21@bitmesra.ac.in)" userId="S::btech10021.21@bitmesra.ac.in::356602b6-4f1d-413c-8e2d-4dab3878389d" providerId="AD" clId="Web-{FC600C31-5C46-4499-A4C2-4D76B3C2C629}" dt="2022-07-22T02:45:38.620" v="255"/>
          <ac:spMkLst>
            <pc:docMk/>
            <pc:sldMk cId="1309874555" sldId="341"/>
            <ac:spMk id="2" creationId="{1CBB2A57-4E0D-6311-EE2C-590BAC4A196F}"/>
          </ac:spMkLst>
        </pc:spChg>
        <pc:spChg chg="mod">
          <ac:chgData name="RAGHUNANDAN GUPTA(BTECH10021.21@bitmesra.ac.in)" userId="S::btech10021.21@bitmesra.ac.in::356602b6-4f1d-413c-8e2d-4dab3878389d" providerId="AD" clId="Web-{FC600C31-5C46-4499-A4C2-4D76B3C2C629}" dt="2022-07-22T02:45:36.620" v="254" actId="14100"/>
          <ac:spMkLst>
            <pc:docMk/>
            <pc:sldMk cId="1309874555" sldId="341"/>
            <ac:spMk id="63493" creationId="{00000000-0000-0000-0000-000000000000}"/>
          </ac:spMkLst>
        </pc:spChg>
        <pc:spChg chg="mod">
          <ac:chgData name="RAGHUNANDAN GUPTA(BTECH10021.21@bitmesra.ac.in)" userId="S::btech10021.21@bitmesra.ac.in::356602b6-4f1d-413c-8e2d-4dab3878389d" providerId="AD" clId="Web-{FC600C31-5C46-4499-A4C2-4D76B3C2C629}" dt="2022-07-22T02:47:49.074" v="390" actId="20577"/>
          <ac:spMkLst>
            <pc:docMk/>
            <pc:sldMk cId="1309874555" sldId="341"/>
            <ac:spMk id="63494" creationId="{00000000-0000-0000-0000-000000000000}"/>
          </ac:spMkLst>
        </pc:spChg>
      </pc:sldChg>
    </pc:docChg>
  </pc:docChgLst>
  <pc:docChgLst>
    <pc:chgData name="PRATEEK KRISHNA(BTECH10105.21@bitmesra.ac.in)" userId="S::btech10105.21@bitmesra.ac.in::30784f16-851a-46b3-a8d1-ebd50e0731c8" providerId="AD" clId="Web-{A835BBC9-CB6A-47C8-9A74-142A4261086F}"/>
    <pc:docChg chg="modSld">
      <pc:chgData name="PRATEEK KRISHNA(BTECH10105.21@bitmesra.ac.in)" userId="S::btech10105.21@bitmesra.ac.in::30784f16-851a-46b3-a8d1-ebd50e0731c8" providerId="AD" clId="Web-{A835BBC9-CB6A-47C8-9A74-142A4261086F}" dt="2022-07-21T21:50:50.214" v="1" actId="14100"/>
      <pc:docMkLst>
        <pc:docMk/>
      </pc:docMkLst>
      <pc:sldChg chg="modSp">
        <pc:chgData name="PRATEEK KRISHNA(BTECH10105.21@bitmesra.ac.in)" userId="S::btech10105.21@bitmesra.ac.in::30784f16-851a-46b3-a8d1-ebd50e0731c8" providerId="AD" clId="Web-{A835BBC9-CB6A-47C8-9A74-142A4261086F}" dt="2022-07-21T21:50:50.214" v="1" actId="14100"/>
        <pc:sldMkLst>
          <pc:docMk/>
          <pc:sldMk cId="2600348328" sldId="260"/>
        </pc:sldMkLst>
        <pc:spChg chg="mod">
          <ac:chgData name="PRATEEK KRISHNA(BTECH10105.21@bitmesra.ac.in)" userId="S::btech10105.21@bitmesra.ac.in::30784f16-851a-46b3-a8d1-ebd50e0731c8" providerId="AD" clId="Web-{A835BBC9-CB6A-47C8-9A74-142A4261086F}" dt="2022-07-21T21:50:50.214" v="1" actId="14100"/>
          <ac:spMkLst>
            <pc:docMk/>
            <pc:sldMk cId="2600348328" sldId="260"/>
            <ac:spMk id="2" creationId="{00000000-0000-0000-0000-000000000000}"/>
          </ac:spMkLst>
        </pc:spChg>
      </pc:sldChg>
    </pc:docChg>
  </pc:docChgLst>
  <pc:docChgLst>
    <pc:chgData name="ANISH KUMAR SINGH(BTECH10076.21@bitmesra.ac.in)" userId="S::btech10076.21@bitmesra.ac.in::2e013991-8e12-4250-a9cd-7bec41f27776" providerId="AD" clId="Web-{11D19C68-4489-4BAD-A1CF-4B225A2D20A5}"/>
    <pc:docChg chg="modSld">
      <pc:chgData name="ANISH KUMAR SINGH(BTECH10076.21@bitmesra.ac.in)" userId="S::btech10076.21@bitmesra.ac.in::2e013991-8e12-4250-a9cd-7bec41f27776" providerId="AD" clId="Web-{11D19C68-4489-4BAD-A1CF-4B225A2D20A5}" dt="2022-07-22T02:34:09.373" v="0"/>
      <pc:docMkLst>
        <pc:docMk/>
      </pc:docMkLst>
      <pc:sldChg chg="delSp">
        <pc:chgData name="ANISH KUMAR SINGH(BTECH10076.21@bitmesra.ac.in)" userId="S::btech10076.21@bitmesra.ac.in::2e013991-8e12-4250-a9cd-7bec41f27776" providerId="AD" clId="Web-{11D19C68-4489-4BAD-A1CF-4B225A2D20A5}" dt="2022-07-22T02:34:09.373" v="0"/>
        <pc:sldMkLst>
          <pc:docMk/>
          <pc:sldMk cId="3568641234" sldId="317"/>
        </pc:sldMkLst>
        <pc:spChg chg="del">
          <ac:chgData name="ANISH KUMAR SINGH(BTECH10076.21@bitmesra.ac.in)" userId="S::btech10076.21@bitmesra.ac.in::2e013991-8e12-4250-a9cd-7bec41f27776" providerId="AD" clId="Web-{11D19C68-4489-4BAD-A1CF-4B225A2D20A5}" dt="2022-07-22T02:34:09.373" v="0"/>
          <ac:spMkLst>
            <pc:docMk/>
            <pc:sldMk cId="3568641234" sldId="317"/>
            <ac:spMk id="4" creationId="{70B85BE5-1AE1-8606-9A70-9B371241DEDE}"/>
          </ac:spMkLst>
        </pc:spChg>
      </pc:sldChg>
    </pc:docChg>
  </pc:docChgLst>
  <pc:docChgLst>
    <pc:chgData name="PRANTESH SINHA(BTECH10396.21@bitmesra.ac.in)" userId="S::btech10396.21@bitmesra.ac.in::77243324-2d65-4898-ba03-472a6252d308" providerId="AD" clId="Web-{F6DEF3CE-207A-436B-813B-7BAD7275B51A}"/>
    <pc:docChg chg="modSld">
      <pc:chgData name="PRANTESH SINHA(BTECH10396.21@bitmesra.ac.in)" userId="S::btech10396.21@bitmesra.ac.in::77243324-2d65-4898-ba03-472a6252d308" providerId="AD" clId="Web-{F6DEF3CE-207A-436B-813B-7BAD7275B51A}" dt="2022-07-11T16:27:43.566" v="0"/>
      <pc:docMkLst>
        <pc:docMk/>
      </pc:docMkLst>
      <pc:sldChg chg="addSp">
        <pc:chgData name="PRANTESH SINHA(BTECH10396.21@bitmesra.ac.in)" userId="S::btech10396.21@bitmesra.ac.in::77243324-2d65-4898-ba03-472a6252d308" providerId="AD" clId="Web-{F6DEF3CE-207A-436B-813B-7BAD7275B51A}" dt="2022-07-11T16:27:43.566" v="0"/>
        <pc:sldMkLst>
          <pc:docMk/>
          <pc:sldMk cId="1644540925" sldId="268"/>
        </pc:sldMkLst>
        <pc:spChg chg="add">
          <ac:chgData name="PRANTESH SINHA(BTECH10396.21@bitmesra.ac.in)" userId="S::btech10396.21@bitmesra.ac.in::77243324-2d65-4898-ba03-472a6252d308" providerId="AD" clId="Web-{F6DEF3CE-207A-436B-813B-7BAD7275B51A}" dt="2022-07-11T16:27:43.566" v="0"/>
          <ac:spMkLst>
            <pc:docMk/>
            <pc:sldMk cId="1644540925" sldId="268"/>
            <ac:spMk id="4" creationId="{141FC44D-5299-FB2C-DBE1-6B7558CD16FE}"/>
          </ac:spMkLst>
        </pc:spChg>
      </pc:sldChg>
    </pc:docChg>
  </pc:docChgLst>
  <pc:docChgLst>
    <pc:chgData name="MOHAMMED NABIL(BTECH10117.21@bitmesra.ac.in)" userId="S::btech10117.21@bitmesra.ac.in::6dcdaffe-030e-4cf7-ae5d-fa31ef50de97" providerId="AD" clId="Web-{26F5CF09-04DD-4653-B78A-A2399D1141D3}"/>
    <pc:docChg chg="addSld delSld">
      <pc:chgData name="MOHAMMED NABIL(BTECH10117.21@bitmesra.ac.in)" userId="S::btech10117.21@bitmesra.ac.in::6dcdaffe-030e-4cf7-ae5d-fa31ef50de97" providerId="AD" clId="Web-{26F5CF09-04DD-4653-B78A-A2399D1141D3}" dt="2022-07-05T16:17:53.531" v="1"/>
      <pc:docMkLst>
        <pc:docMk/>
      </pc:docMkLst>
      <pc:sldChg chg="new del">
        <pc:chgData name="MOHAMMED NABIL(BTECH10117.21@bitmesra.ac.in)" userId="S::btech10117.21@bitmesra.ac.in::6dcdaffe-030e-4cf7-ae5d-fa31ef50de97" providerId="AD" clId="Web-{26F5CF09-04DD-4653-B78A-A2399D1141D3}" dt="2022-07-05T16:17:53.531" v="1"/>
        <pc:sldMkLst>
          <pc:docMk/>
          <pc:sldMk cId="1590246014" sldId="357"/>
        </pc:sldMkLst>
      </pc:sldChg>
    </pc:docChg>
  </pc:docChgLst>
  <pc:docChgLst>
    <pc:chgData name="ADITYA KESHRI(BTECH10183.21@bitmesra.ac.in)" userId="S::btech10183.21@bitmesra.ac.in::0a24f387-7439-4cfe-9648-bfb95f3a5b91" providerId="AD" clId="Web-{7BC8B52D-A8ED-4B97-92CC-4541669CDF09}"/>
    <pc:docChg chg="modSld">
      <pc:chgData name="ADITYA KESHRI(BTECH10183.21@bitmesra.ac.in)" userId="S::btech10183.21@bitmesra.ac.in::0a24f387-7439-4cfe-9648-bfb95f3a5b91" providerId="AD" clId="Web-{7BC8B52D-A8ED-4B97-92CC-4541669CDF09}" dt="2022-07-21T20:16:22.264" v="0" actId="1076"/>
      <pc:docMkLst>
        <pc:docMk/>
      </pc:docMkLst>
      <pc:sldChg chg="modSp">
        <pc:chgData name="ADITYA KESHRI(BTECH10183.21@bitmesra.ac.in)" userId="S::btech10183.21@bitmesra.ac.in::0a24f387-7439-4cfe-9648-bfb95f3a5b91" providerId="AD" clId="Web-{7BC8B52D-A8ED-4B97-92CC-4541669CDF09}" dt="2022-07-21T20:16:22.264" v="0" actId="1076"/>
        <pc:sldMkLst>
          <pc:docMk/>
          <pc:sldMk cId="1179724878" sldId="267"/>
        </pc:sldMkLst>
        <pc:spChg chg="mod">
          <ac:chgData name="ADITYA KESHRI(BTECH10183.21@bitmesra.ac.in)" userId="S::btech10183.21@bitmesra.ac.in::0a24f387-7439-4cfe-9648-bfb95f3a5b91" providerId="AD" clId="Web-{7BC8B52D-A8ED-4B97-92CC-4541669CDF09}" dt="2022-07-21T20:16:22.264" v="0" actId="1076"/>
          <ac:spMkLst>
            <pc:docMk/>
            <pc:sldMk cId="1179724878" sldId="267"/>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DAB9FA1-34D1-49C5-BA04-E6BDDD80F55E}"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8589D1-20CD-4CD6-B8D0-91D419A081A9}" type="slidenum">
              <a:rPr lang="en-US" smtClean="0"/>
              <a:t>‹#›</a:t>
            </a:fld>
            <a:endParaRPr lang="en-US"/>
          </a:p>
        </p:txBody>
      </p:sp>
    </p:spTree>
    <p:extLst>
      <p:ext uri="{BB962C8B-B14F-4D97-AF65-F5344CB8AC3E}">
        <p14:creationId xmlns:p14="http://schemas.microsoft.com/office/powerpoint/2010/main" val="2272354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AB9FA1-34D1-49C5-BA04-E6BDDD80F55E}"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8589D1-20CD-4CD6-B8D0-91D419A081A9}" type="slidenum">
              <a:rPr lang="en-US" smtClean="0"/>
              <a:t>‹#›</a:t>
            </a:fld>
            <a:endParaRPr lang="en-US"/>
          </a:p>
        </p:txBody>
      </p:sp>
    </p:spTree>
    <p:extLst>
      <p:ext uri="{BB962C8B-B14F-4D97-AF65-F5344CB8AC3E}">
        <p14:creationId xmlns:p14="http://schemas.microsoft.com/office/powerpoint/2010/main" val="4188424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DAB9FA1-34D1-49C5-BA04-E6BDDD80F55E}"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8589D1-20CD-4CD6-B8D0-91D419A081A9}" type="slidenum">
              <a:rPr lang="en-US" smtClean="0"/>
              <a:t>‹#›</a:t>
            </a:fld>
            <a:endParaRPr lang="en-US"/>
          </a:p>
        </p:txBody>
      </p:sp>
    </p:spTree>
    <p:extLst>
      <p:ext uri="{BB962C8B-B14F-4D97-AF65-F5344CB8AC3E}">
        <p14:creationId xmlns:p14="http://schemas.microsoft.com/office/powerpoint/2010/main" val="3939821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DAB9FA1-34D1-49C5-BA04-E6BDDD80F55E}" type="datetimeFigureOut">
              <a:rPr lang="en-US" smtClean="0"/>
              <a:t>7/21/2022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8589D1-20CD-4CD6-B8D0-91D419A081A9}" type="slidenum">
              <a:rPr lang="en-US" smtClean="0"/>
              <a:t>‹#›</a:t>
            </a:fld>
            <a:endParaRPr lang="en-US"/>
          </a:p>
        </p:txBody>
      </p:sp>
    </p:spTree>
    <p:extLst>
      <p:ext uri="{BB962C8B-B14F-4D97-AF65-F5344CB8AC3E}">
        <p14:creationId xmlns:p14="http://schemas.microsoft.com/office/powerpoint/2010/main" val="3288500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DAB9FA1-34D1-49C5-BA04-E6BDDD80F55E}" type="datetimeFigureOut">
              <a:rPr lang="en-US" smtClean="0"/>
              <a:t>7/21/2022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38589D1-20CD-4CD6-B8D0-91D419A081A9}" type="slidenum">
              <a:rPr lang="en-US" smtClean="0"/>
              <a:t>‹#›</a:t>
            </a:fld>
            <a:endParaRPr lang="en-US"/>
          </a:p>
        </p:txBody>
      </p:sp>
    </p:spTree>
    <p:extLst>
      <p:ext uri="{BB962C8B-B14F-4D97-AF65-F5344CB8AC3E}">
        <p14:creationId xmlns:p14="http://schemas.microsoft.com/office/powerpoint/2010/main" val="1135973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DAB9FA1-34D1-49C5-BA04-E6BDDD80F55E}" type="datetimeFigureOut">
              <a:rPr lang="en-US" smtClean="0"/>
              <a:t>7/21/2022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38589D1-20CD-4CD6-B8D0-91D419A081A9}" type="slidenum">
              <a:rPr lang="en-US" smtClean="0"/>
              <a:t>‹#›</a:t>
            </a:fld>
            <a:endParaRPr lang="en-US"/>
          </a:p>
        </p:txBody>
      </p:sp>
    </p:spTree>
    <p:extLst>
      <p:ext uri="{BB962C8B-B14F-4D97-AF65-F5344CB8AC3E}">
        <p14:creationId xmlns:p14="http://schemas.microsoft.com/office/powerpoint/2010/main" val="4254388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AB9FA1-34D1-49C5-BA04-E6BDDD80F55E}" type="datetimeFigureOut">
              <a:rPr lang="en-US" smtClean="0"/>
              <a:t>7/21/2022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38589D1-20CD-4CD6-B8D0-91D419A081A9}" type="slidenum">
              <a:rPr lang="en-US" smtClean="0"/>
              <a:t>‹#›</a:t>
            </a:fld>
            <a:endParaRPr lang="en-US"/>
          </a:p>
        </p:txBody>
      </p:sp>
    </p:spTree>
    <p:extLst>
      <p:ext uri="{BB962C8B-B14F-4D97-AF65-F5344CB8AC3E}">
        <p14:creationId xmlns:p14="http://schemas.microsoft.com/office/powerpoint/2010/main" val="573071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DAB9FA1-34D1-49C5-BA04-E6BDDD80F55E}" type="datetimeFigureOut">
              <a:rPr lang="en-US" smtClean="0"/>
              <a:t>7/21/2022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8589D1-20CD-4CD6-B8D0-91D419A081A9}" type="slidenum">
              <a:rPr lang="en-US" smtClean="0"/>
              <a:t>‹#›</a:t>
            </a:fld>
            <a:endParaRPr lang="en-US"/>
          </a:p>
        </p:txBody>
      </p:sp>
    </p:spTree>
    <p:extLst>
      <p:ext uri="{BB962C8B-B14F-4D97-AF65-F5344CB8AC3E}">
        <p14:creationId xmlns:p14="http://schemas.microsoft.com/office/powerpoint/2010/main" val="3012308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DAB9FA1-34D1-49C5-BA04-E6BDDD80F55E}" type="datetimeFigureOut">
              <a:rPr lang="en-US" smtClean="0"/>
              <a:t>7/21/2022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8589D1-20CD-4CD6-B8D0-91D419A081A9}" type="slidenum">
              <a:rPr lang="en-US" smtClean="0"/>
              <a:t>‹#›</a:t>
            </a:fld>
            <a:endParaRPr lang="en-US"/>
          </a:p>
        </p:txBody>
      </p:sp>
    </p:spTree>
    <p:extLst>
      <p:ext uri="{BB962C8B-B14F-4D97-AF65-F5344CB8AC3E}">
        <p14:creationId xmlns:p14="http://schemas.microsoft.com/office/powerpoint/2010/main" val="3229481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AB9FA1-34D1-49C5-BA04-E6BDDD80F55E}"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8589D1-20CD-4CD6-B8D0-91D419A081A9}" type="slidenum">
              <a:rPr lang="en-US" smtClean="0"/>
              <a:t>‹#›</a:t>
            </a:fld>
            <a:endParaRPr lang="en-US"/>
          </a:p>
        </p:txBody>
      </p:sp>
    </p:spTree>
    <p:extLst>
      <p:ext uri="{BB962C8B-B14F-4D97-AF65-F5344CB8AC3E}">
        <p14:creationId xmlns:p14="http://schemas.microsoft.com/office/powerpoint/2010/main" val="2897580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DAB9FA1-34D1-49C5-BA04-E6BDDD80F55E}" type="datetimeFigureOut">
              <a:rPr lang="en-US" smtClean="0"/>
              <a:t>7/21/2022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8589D1-20CD-4CD6-B8D0-91D419A081A9}" type="slidenum">
              <a:rPr lang="en-US" smtClean="0"/>
              <a:t>‹#›</a:t>
            </a:fld>
            <a:endParaRPr lang="en-US"/>
          </a:p>
        </p:txBody>
      </p:sp>
    </p:spTree>
    <p:extLst>
      <p:ext uri="{BB962C8B-B14F-4D97-AF65-F5344CB8AC3E}">
        <p14:creationId xmlns:p14="http://schemas.microsoft.com/office/powerpoint/2010/main" val="1799365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AB9FA1-34D1-49C5-BA04-E6BDDD80F55E}" type="datetimeFigureOut">
              <a:rPr lang="en-US" smtClean="0"/>
              <a:t>7/21/2022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8589D1-20CD-4CD6-B8D0-91D419A081A9}" type="slidenum">
              <a:rPr lang="en-US" smtClean="0"/>
              <a:t>‹#›</a:t>
            </a:fld>
            <a:endParaRPr lang="en-US"/>
          </a:p>
        </p:txBody>
      </p:sp>
    </p:spTree>
    <p:extLst>
      <p:ext uri="{BB962C8B-B14F-4D97-AF65-F5344CB8AC3E}">
        <p14:creationId xmlns:p14="http://schemas.microsoft.com/office/powerpoint/2010/main" val="30395493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Structures</a:t>
            </a:r>
            <a:br>
              <a:rPr lang="en-US" b="1"/>
            </a:br>
            <a:endParaRPr lang="en-US"/>
          </a:p>
        </p:txBody>
      </p:sp>
      <p:sp>
        <p:nvSpPr>
          <p:cNvPr id="3" name="Content Placeholder 2"/>
          <p:cNvSpPr>
            <a:spLocks noGrp="1"/>
          </p:cNvSpPr>
          <p:nvPr>
            <p:ph idx="1"/>
          </p:nvPr>
        </p:nvSpPr>
        <p:spPr/>
        <p:txBody>
          <a:bodyPr vert="horz" lIns="91440" tIns="45720" rIns="91440" bIns="45720" rtlCol="0" anchor="t">
            <a:normAutofit fontScale="92500" lnSpcReduction="20000"/>
          </a:bodyPr>
          <a:lstStyle/>
          <a:p>
            <a:pPr marL="0" indent="0" algn="just">
              <a:buNone/>
            </a:pPr>
            <a:r>
              <a:rPr lang="en-GB"/>
              <a:t>A structure is a customised user-defined data type in C. </a:t>
            </a:r>
          </a:p>
          <a:p>
            <a:pPr marL="0" indent="0" algn="just">
              <a:buNone/>
            </a:pPr>
            <a:r>
              <a:rPr lang="en-GB"/>
              <a:t>It is by definition a collection of variables of any type that are referenced under one name, providing a convenient means of keeping related information together.</a:t>
            </a:r>
            <a:endParaRPr lang="en-US"/>
          </a:p>
          <a:p>
            <a:pPr marL="0" indent="0">
              <a:buNone/>
            </a:pPr>
            <a:r>
              <a:rPr lang="en-US" b="1"/>
              <a:t>Defining Structures  </a:t>
            </a:r>
            <a:endParaRPr lang="en-US" b="1">
              <a:cs typeface="Calibri"/>
            </a:endParaRPr>
          </a:p>
          <a:p>
            <a:pPr marL="0" indent="0">
              <a:buNone/>
            </a:pPr>
            <a:r>
              <a:rPr lang="en-US"/>
              <a:t> Syntax :		</a:t>
            </a:r>
            <a:r>
              <a:rPr lang="en-US" b="1"/>
              <a:t>struct  tag   </a:t>
            </a:r>
            <a:r>
              <a:rPr lang="en-US"/>
              <a:t>{</a:t>
            </a:r>
            <a:endParaRPr lang="en-US">
              <a:cs typeface="Calibri"/>
            </a:endParaRPr>
          </a:p>
          <a:p>
            <a:pPr marL="0" indent="0">
              <a:buNone/>
            </a:pPr>
            <a:r>
              <a:rPr lang="en-US"/>
              <a:t>				type  var_1 ;</a:t>
            </a:r>
            <a:endParaRPr lang="en-US">
              <a:cs typeface="Calibri"/>
            </a:endParaRPr>
          </a:p>
          <a:p>
            <a:pPr marL="0" indent="0">
              <a:buNone/>
            </a:pPr>
            <a:r>
              <a:rPr lang="en-US"/>
              <a:t>				type var_2 ;</a:t>
            </a:r>
            <a:endParaRPr lang="en-US">
              <a:cs typeface="Calibri"/>
            </a:endParaRPr>
          </a:p>
          <a:p>
            <a:pPr marL="0" indent="0">
              <a:buNone/>
            </a:pPr>
            <a:r>
              <a:rPr lang="en-US"/>
              <a:t>				...</a:t>
            </a:r>
            <a:endParaRPr lang="en-US">
              <a:cs typeface="Calibri"/>
            </a:endParaRPr>
          </a:p>
          <a:p>
            <a:pPr marL="0" indent="0">
              <a:buNone/>
            </a:pPr>
            <a:r>
              <a:rPr lang="en-US"/>
              <a:t>				type </a:t>
            </a:r>
            <a:r>
              <a:rPr lang="en-US" err="1"/>
              <a:t>var_n</a:t>
            </a:r>
            <a:r>
              <a:rPr lang="en-US"/>
              <a:t> ;</a:t>
            </a:r>
            <a:endParaRPr lang="en-US">
              <a:cs typeface="Calibri"/>
            </a:endParaRPr>
          </a:p>
          <a:p>
            <a:pPr marL="0" indent="0">
              <a:buNone/>
            </a:pPr>
            <a:r>
              <a:rPr lang="en-US"/>
              <a:t>				}  ;</a:t>
            </a:r>
            <a:endParaRPr lang="en-US">
              <a:cs typeface="Calibri"/>
            </a:endParaRPr>
          </a:p>
          <a:p>
            <a:pPr marL="0" indent="0">
              <a:buNone/>
            </a:pPr>
            <a:endParaRPr lang="en-US"/>
          </a:p>
        </p:txBody>
      </p:sp>
      <p:sp>
        <p:nvSpPr>
          <p:cNvPr id="5" name="TextBox 4">
            <a:extLst>
              <a:ext uri="{FF2B5EF4-FFF2-40B4-BE49-F238E27FC236}">
                <a16:creationId xmlns:a16="http://schemas.microsoft.com/office/drawing/2014/main" id="{4566B381-C8A4-C33D-ADC7-4B1049585D2D}"/>
              </a:ext>
            </a:extLst>
          </p:cNvPr>
          <p:cNvSpPr txBox="1"/>
          <p:nvPr/>
        </p:nvSpPr>
        <p:spPr>
          <a:xfrm>
            <a:off x="4724400" y="3200399"/>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
        <p:nvSpPr>
          <p:cNvPr id="4" name="TextBox 3">
            <a:extLst>
              <a:ext uri="{FF2B5EF4-FFF2-40B4-BE49-F238E27FC236}">
                <a16:creationId xmlns:a16="http://schemas.microsoft.com/office/drawing/2014/main" id="{1750EEEA-9E23-BEC3-9430-A3C80695EB97}"/>
              </a:ext>
            </a:extLst>
          </p:cNvPr>
          <p:cNvSpPr txBox="1"/>
          <p:nvPr/>
        </p:nvSpPr>
        <p:spPr>
          <a:xfrm>
            <a:off x="4724400" y="3209693"/>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
        <p:nvSpPr>
          <p:cNvPr id="6" name="TextBox 5">
            <a:extLst>
              <a:ext uri="{FF2B5EF4-FFF2-40B4-BE49-F238E27FC236}">
                <a16:creationId xmlns:a16="http://schemas.microsoft.com/office/drawing/2014/main" id="{420A7AA5-F626-0935-16D1-08C1C809A7EF}"/>
              </a:ext>
            </a:extLst>
          </p:cNvPr>
          <p:cNvSpPr txBox="1"/>
          <p:nvPr/>
        </p:nvSpPr>
        <p:spPr>
          <a:xfrm>
            <a:off x="4721033" y="3061678"/>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Tree>
    <p:extLst>
      <p:ext uri="{BB962C8B-B14F-4D97-AF65-F5344CB8AC3E}">
        <p14:creationId xmlns:p14="http://schemas.microsoft.com/office/powerpoint/2010/main" val="3714159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Structures</a:t>
            </a:r>
            <a:br>
              <a:rPr lang="en-US" b="1"/>
            </a:br>
            <a:endParaRPr lang="en-US"/>
          </a:p>
        </p:txBody>
      </p:sp>
      <p:sp>
        <p:nvSpPr>
          <p:cNvPr id="3" name="Content Placeholder 2"/>
          <p:cNvSpPr>
            <a:spLocks noGrp="1"/>
          </p:cNvSpPr>
          <p:nvPr>
            <p:ph idx="1"/>
          </p:nvPr>
        </p:nvSpPr>
        <p:spPr>
          <a:xfrm>
            <a:off x="838200" y="1023457"/>
            <a:ext cx="10515600" cy="5153506"/>
          </a:xfrm>
        </p:spPr>
        <p:txBody>
          <a:bodyPr>
            <a:normAutofit fontScale="92500" lnSpcReduction="20000"/>
          </a:bodyPr>
          <a:lstStyle/>
          <a:p>
            <a:pPr marL="0" indent="0">
              <a:buNone/>
            </a:pPr>
            <a:r>
              <a:rPr lang="en-US"/>
              <a:t> Syntax :		</a:t>
            </a:r>
            <a:r>
              <a:rPr lang="en-US" b="1" err="1"/>
              <a:t>struct</a:t>
            </a:r>
            <a:r>
              <a:rPr lang="en-US" b="1"/>
              <a:t>  tag   </a:t>
            </a:r>
            <a:r>
              <a:rPr lang="en-US"/>
              <a:t>{</a:t>
            </a:r>
          </a:p>
          <a:p>
            <a:pPr marL="0" indent="0">
              <a:buNone/>
            </a:pPr>
            <a:r>
              <a:rPr lang="en-US"/>
              <a:t>				type  var_1 ;</a:t>
            </a:r>
          </a:p>
          <a:p>
            <a:pPr marL="0" indent="0">
              <a:buNone/>
            </a:pPr>
            <a:r>
              <a:rPr lang="en-US"/>
              <a:t>				type var_2 ;</a:t>
            </a:r>
          </a:p>
          <a:p>
            <a:pPr marL="0" indent="0">
              <a:buNone/>
            </a:pPr>
            <a:r>
              <a:rPr lang="en-US"/>
              <a:t>				...</a:t>
            </a:r>
          </a:p>
          <a:p>
            <a:pPr marL="0" indent="0">
              <a:buNone/>
            </a:pPr>
            <a:r>
              <a:rPr lang="en-US"/>
              <a:t>				type </a:t>
            </a:r>
            <a:r>
              <a:rPr lang="en-US" err="1"/>
              <a:t>var_n</a:t>
            </a:r>
            <a:r>
              <a:rPr lang="en-US"/>
              <a:t> ;</a:t>
            </a:r>
          </a:p>
          <a:p>
            <a:pPr marL="0" indent="0">
              <a:buNone/>
            </a:pPr>
            <a:r>
              <a:rPr lang="en-US"/>
              <a:t>				}  ;</a:t>
            </a:r>
          </a:p>
          <a:p>
            <a:pPr marL="0" indent="0">
              <a:buNone/>
            </a:pPr>
            <a:r>
              <a:rPr lang="en-GB"/>
              <a:t>The keyword </a:t>
            </a:r>
            <a:r>
              <a:rPr lang="en-GB" b="1" err="1"/>
              <a:t>struct</a:t>
            </a:r>
            <a:r>
              <a:rPr lang="en-GB" b="1"/>
              <a:t> </a:t>
            </a:r>
            <a:r>
              <a:rPr lang="en-GB"/>
              <a:t>tells the compiler we are dealing with a structure and must be present whenever we refer to the new type, </a:t>
            </a:r>
            <a:r>
              <a:rPr lang="en-GB" b="1"/>
              <a:t>tag</a:t>
            </a:r>
            <a:r>
              <a:rPr lang="en-GB"/>
              <a:t> is an identifier which is the name given to the customised "type".</a:t>
            </a:r>
          </a:p>
          <a:p>
            <a:pPr marL="0" indent="0">
              <a:buNone/>
            </a:pPr>
            <a:r>
              <a:rPr lang="en-US"/>
              <a:t>A variable of this new type can now be defined as follows for example. Note that the keyword </a:t>
            </a:r>
            <a:r>
              <a:rPr lang="en-US" err="1"/>
              <a:t>struct</a:t>
            </a:r>
            <a:r>
              <a:rPr lang="en-US"/>
              <a:t> has to be used in conjunction with our own name for the structure, tag.</a:t>
            </a:r>
          </a:p>
          <a:p>
            <a:pPr marL="0" indent="0">
              <a:buNone/>
            </a:pPr>
            <a:r>
              <a:rPr lang="en-US"/>
              <a:t>				</a:t>
            </a:r>
            <a:r>
              <a:rPr lang="en-US" b="1" err="1"/>
              <a:t>struct</a:t>
            </a:r>
            <a:r>
              <a:rPr lang="en-US" b="1"/>
              <a:t> tag </a:t>
            </a:r>
            <a:r>
              <a:rPr lang="en-US" b="1">
                <a:solidFill>
                  <a:srgbClr val="0070C0"/>
                </a:solidFill>
              </a:rPr>
              <a:t>variable ;</a:t>
            </a:r>
            <a:r>
              <a:rPr lang="en-US"/>
              <a:t> </a:t>
            </a:r>
          </a:p>
          <a:p>
            <a:pPr marL="0" indent="0">
              <a:buNone/>
            </a:pPr>
            <a:endParaRPr lang="en-US"/>
          </a:p>
        </p:txBody>
      </p:sp>
    </p:spTree>
    <p:extLst>
      <p:ext uri="{BB962C8B-B14F-4D97-AF65-F5344CB8AC3E}">
        <p14:creationId xmlns:p14="http://schemas.microsoft.com/office/powerpoint/2010/main" val="1691037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Structures</a:t>
            </a:r>
            <a:br>
              <a:rPr lang="en-US" b="1"/>
            </a:br>
            <a:endParaRPr lang="en-US"/>
          </a:p>
        </p:txBody>
      </p:sp>
      <p:sp>
        <p:nvSpPr>
          <p:cNvPr id="3" name="Content Placeholder 2"/>
          <p:cNvSpPr>
            <a:spLocks noGrp="1"/>
          </p:cNvSpPr>
          <p:nvPr>
            <p:ph idx="1"/>
          </p:nvPr>
        </p:nvSpPr>
        <p:spPr>
          <a:xfrm>
            <a:off x="595618" y="1023457"/>
            <a:ext cx="11039912" cy="5153506"/>
          </a:xfrm>
        </p:spPr>
        <p:txBody>
          <a:bodyPr vert="horz" lIns="91440" tIns="45720" rIns="91440" bIns="45720" rtlCol="0" anchor="t">
            <a:normAutofit fontScale="92500" lnSpcReduction="20000"/>
          </a:bodyPr>
          <a:lstStyle/>
          <a:p>
            <a:pPr marL="0" indent="0">
              <a:buNone/>
            </a:pPr>
            <a:r>
              <a:rPr lang="en-US"/>
              <a:t>   </a:t>
            </a:r>
            <a:r>
              <a:rPr lang="en-US">
                <a:solidFill>
                  <a:srgbClr val="000000"/>
                </a:solidFill>
              </a:rPr>
              <a:t>                     </a:t>
            </a:r>
            <a:r>
              <a:rPr lang="en-US" b="1">
                <a:solidFill>
                  <a:srgbClr val="FF0000"/>
                </a:solidFill>
              </a:rPr>
              <a:t>struct RECORD </a:t>
            </a:r>
            <a:r>
              <a:rPr lang="en-US"/>
              <a:t>{</a:t>
            </a:r>
          </a:p>
          <a:p>
            <a:pPr marL="0" indent="0">
              <a:buNone/>
            </a:pPr>
            <a:r>
              <a:rPr lang="en-US"/>
              <a:t>				int </a:t>
            </a:r>
            <a:r>
              <a:rPr lang="en-US" err="1"/>
              <a:t>rec_no</a:t>
            </a:r>
            <a:r>
              <a:rPr lang="en-US"/>
              <a:t> ;</a:t>
            </a:r>
            <a:endParaRPr lang="en-US">
              <a:cs typeface="Calibri"/>
            </a:endParaRPr>
          </a:p>
          <a:p>
            <a:pPr marL="0" indent="0">
              <a:buNone/>
            </a:pPr>
            <a:r>
              <a:rPr lang="en-US"/>
              <a:t>				char name[30] ;</a:t>
            </a:r>
            <a:endParaRPr lang="en-US">
              <a:cs typeface="Calibri"/>
            </a:endParaRPr>
          </a:p>
          <a:p>
            <a:pPr marL="0" indent="0">
              <a:buNone/>
            </a:pPr>
            <a:r>
              <a:rPr lang="en-US"/>
              <a:t>				char town[40] ;</a:t>
            </a:r>
            <a:endParaRPr lang="en-US">
              <a:cs typeface="Calibri"/>
            </a:endParaRPr>
          </a:p>
          <a:p>
            <a:pPr marL="0" indent="0">
              <a:buNone/>
            </a:pPr>
            <a:r>
              <a:rPr lang="en-US"/>
              <a:t>				char country[ 20 ]</a:t>
            </a:r>
            <a:endParaRPr lang="en-US">
              <a:cs typeface="Calibri"/>
            </a:endParaRPr>
          </a:p>
          <a:p>
            <a:pPr marL="0" indent="0">
              <a:buNone/>
            </a:pPr>
            <a:r>
              <a:rPr lang="en-US"/>
              <a:t>				} ;</a:t>
            </a:r>
            <a:endParaRPr lang="en-US">
              <a:cs typeface="Calibri"/>
            </a:endParaRPr>
          </a:p>
          <a:p>
            <a:pPr marL="0" indent="0">
              <a:buNone/>
            </a:pPr>
            <a:r>
              <a:rPr lang="en-US"/>
              <a:t>			</a:t>
            </a:r>
            <a:r>
              <a:rPr lang="en-US" b="1">
                <a:solidFill>
                  <a:srgbClr val="FF0000"/>
                </a:solidFill>
              </a:rPr>
              <a:t>struct RECORD </a:t>
            </a:r>
            <a:r>
              <a:rPr lang="en-US" b="1">
                <a:solidFill>
                  <a:srgbClr val="0070C0"/>
                </a:solidFill>
              </a:rPr>
              <a:t>person ;</a:t>
            </a:r>
            <a:endParaRPr lang="en-US" b="1">
              <a:solidFill>
                <a:srgbClr val="0070C0"/>
              </a:solidFill>
              <a:cs typeface="Calibri"/>
            </a:endParaRPr>
          </a:p>
          <a:p>
            <a:pPr marL="0" indent="0">
              <a:buNone/>
            </a:pPr>
            <a:r>
              <a:rPr lang="en-US"/>
              <a:t>The compiler will automatically allocate enough storage to accommodate all the elements. To find out how much storage is required one might do the following</a:t>
            </a:r>
            <a:endParaRPr lang="en-US">
              <a:cs typeface="Calibri"/>
            </a:endParaRPr>
          </a:p>
          <a:p>
            <a:pPr marL="0" indent="0">
              <a:buNone/>
            </a:pPr>
            <a:r>
              <a:rPr lang="en-US"/>
              <a:t>size = </a:t>
            </a:r>
            <a:r>
              <a:rPr lang="en-US" err="1"/>
              <a:t>sizeof</a:t>
            </a:r>
            <a:r>
              <a:rPr lang="en-US"/>
              <a:t> ( person ) ;</a:t>
            </a:r>
            <a:endParaRPr lang="en-US">
              <a:cs typeface="Calibri"/>
            </a:endParaRPr>
          </a:p>
          <a:p>
            <a:pPr marL="0" indent="0">
              <a:buNone/>
            </a:pPr>
            <a:r>
              <a:rPr lang="en-US"/>
              <a:t>	or</a:t>
            </a:r>
            <a:endParaRPr lang="en-US">
              <a:cs typeface="Calibri"/>
            </a:endParaRPr>
          </a:p>
          <a:p>
            <a:pPr marL="0" indent="0">
              <a:buNone/>
            </a:pPr>
            <a:r>
              <a:rPr lang="en-US"/>
              <a:t>size = </a:t>
            </a:r>
            <a:r>
              <a:rPr lang="en-US" err="1"/>
              <a:t>sizeof</a:t>
            </a:r>
            <a:r>
              <a:rPr lang="en-US"/>
              <a:t>( struct RECORD ) ;</a:t>
            </a:r>
            <a:endParaRPr lang="en-US">
              <a:cs typeface="Calibri"/>
            </a:endParaRPr>
          </a:p>
          <a:p>
            <a:pPr marL="0" indent="0">
              <a:buNone/>
            </a:pPr>
            <a:endParaRPr lang="en-US">
              <a:cs typeface="Calibri"/>
            </a:endParaRPr>
          </a:p>
          <a:p>
            <a:pPr marL="0" indent="0">
              <a:buNone/>
            </a:pPr>
            <a:endParaRPr lang="en-US"/>
          </a:p>
        </p:txBody>
      </p:sp>
    </p:spTree>
    <p:extLst>
      <p:ext uri="{BB962C8B-B14F-4D97-AF65-F5344CB8AC3E}">
        <p14:creationId xmlns:p14="http://schemas.microsoft.com/office/powerpoint/2010/main" val="1975717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3674"/>
            <a:ext cx="10515600" cy="648770"/>
          </a:xfrm>
        </p:spPr>
        <p:txBody>
          <a:bodyPr>
            <a:normAutofit fontScale="90000"/>
          </a:bodyPr>
          <a:lstStyle/>
          <a:p>
            <a:pPr hangingPunct="0"/>
            <a:r>
              <a:rPr lang="en-GB" b="1" i="1"/>
              <a:t>Accessing Structure Elements</a:t>
            </a:r>
            <a:endParaRPr lang="en-US" b="1" i="1"/>
          </a:p>
        </p:txBody>
      </p:sp>
      <p:sp>
        <p:nvSpPr>
          <p:cNvPr id="3" name="Content Placeholder 2"/>
          <p:cNvSpPr>
            <a:spLocks noGrp="1"/>
          </p:cNvSpPr>
          <p:nvPr>
            <p:ph idx="1"/>
          </p:nvPr>
        </p:nvSpPr>
        <p:spPr>
          <a:xfrm>
            <a:off x="838200" y="1023457"/>
            <a:ext cx="10515600" cy="5153506"/>
          </a:xfrm>
        </p:spPr>
        <p:txBody>
          <a:bodyPr vert="horz" lIns="91440" tIns="45720" rIns="91440" bIns="45720" rtlCol="0" anchor="t">
            <a:normAutofit/>
          </a:bodyPr>
          <a:lstStyle/>
          <a:p>
            <a:pPr marL="0" indent="0">
              <a:buNone/>
            </a:pPr>
            <a:r>
              <a:rPr lang="en-US"/>
              <a:t> struct complex {</a:t>
            </a:r>
          </a:p>
          <a:p>
            <a:pPr marL="0" indent="0">
              <a:buNone/>
            </a:pPr>
            <a:r>
              <a:rPr lang="en-US"/>
              <a:t>		double real ;</a:t>
            </a:r>
            <a:endParaRPr lang="en-US">
              <a:cs typeface="Calibri"/>
            </a:endParaRPr>
          </a:p>
          <a:p>
            <a:pPr marL="0" indent="0">
              <a:buNone/>
            </a:pPr>
            <a:r>
              <a:rPr lang="en-US"/>
              <a:t>		double imaginary ;	// Note that a variable may also be </a:t>
            </a:r>
          </a:p>
          <a:p>
            <a:pPr marL="0" indent="0">
              <a:buNone/>
            </a:pPr>
            <a:r>
              <a:rPr lang="en-US"/>
              <a:t>		 } </a:t>
            </a:r>
            <a:r>
              <a:rPr lang="en-US" err="1"/>
              <a:t>cplx</a:t>
            </a:r>
            <a:r>
              <a:rPr lang="en-US"/>
              <a:t> ;		// defined at structure definition time</a:t>
            </a:r>
            <a:endParaRPr lang="en-US">
              <a:cs typeface="Calibri"/>
            </a:endParaRPr>
          </a:p>
          <a:p>
            <a:pPr marL="0" indent="0">
              <a:buNone/>
            </a:pPr>
            <a:r>
              <a:rPr lang="en-US"/>
              <a:t>The elements of the structure are accessed using the </a:t>
            </a:r>
            <a:r>
              <a:rPr lang="en-US" b="1">
                <a:solidFill>
                  <a:srgbClr val="FF0000"/>
                </a:solidFill>
              </a:rPr>
              <a:t>dot operator</a:t>
            </a:r>
            <a:r>
              <a:rPr lang="en-US"/>
              <a:t>, . , as follows</a:t>
            </a:r>
            <a:endParaRPr lang="en-US">
              <a:cs typeface="Calibri"/>
            </a:endParaRPr>
          </a:p>
          <a:p>
            <a:pPr marL="0" indent="0">
              <a:buNone/>
            </a:pPr>
            <a:r>
              <a:rPr lang="en-US"/>
              <a:t>			</a:t>
            </a:r>
            <a:r>
              <a:rPr lang="en-US" b="1" err="1">
                <a:solidFill>
                  <a:srgbClr val="FF0000"/>
                </a:solidFill>
              </a:rPr>
              <a:t>cplx.real</a:t>
            </a:r>
            <a:r>
              <a:rPr lang="en-US" b="1">
                <a:solidFill>
                  <a:srgbClr val="FF0000"/>
                </a:solidFill>
              </a:rPr>
              <a:t>  =  10.0 ;</a:t>
            </a:r>
            <a:endParaRPr lang="en-US" b="1">
              <a:solidFill>
                <a:srgbClr val="FF0000"/>
              </a:solidFill>
              <a:cs typeface="Calibri"/>
            </a:endParaRPr>
          </a:p>
          <a:p>
            <a:pPr marL="0" indent="0">
              <a:buNone/>
            </a:pPr>
            <a:r>
              <a:rPr lang="en-US" b="1">
                <a:solidFill>
                  <a:srgbClr val="FF0000"/>
                </a:solidFill>
              </a:rPr>
              <a:t>			</a:t>
            </a:r>
            <a:r>
              <a:rPr lang="en-US" b="1" err="1">
                <a:solidFill>
                  <a:srgbClr val="FF0000"/>
                </a:solidFill>
              </a:rPr>
              <a:t>cplx.imag</a:t>
            </a:r>
            <a:r>
              <a:rPr lang="en-US" b="1">
                <a:solidFill>
                  <a:srgbClr val="FF0000"/>
                </a:solidFill>
              </a:rPr>
              <a:t>  =  20.23 ; </a:t>
            </a:r>
            <a:endParaRPr lang="en-US" b="1">
              <a:solidFill>
                <a:srgbClr val="FF0000"/>
              </a:solidFill>
              <a:cs typeface="Calibri"/>
            </a:endParaRPr>
          </a:p>
          <a:p>
            <a:pPr marL="0" indent="0">
              <a:buNone/>
            </a:pPr>
            <a:r>
              <a:rPr lang="en-US" b="1">
                <a:solidFill>
                  <a:srgbClr val="FF0000"/>
                </a:solidFill>
              </a:rPr>
              <a:t>			</a:t>
            </a:r>
            <a:r>
              <a:rPr lang="en-US" b="1" err="1">
                <a:solidFill>
                  <a:srgbClr val="FF0000"/>
                </a:solidFill>
              </a:rPr>
              <a:t>scanf</a:t>
            </a:r>
            <a:r>
              <a:rPr lang="en-US" b="1">
                <a:solidFill>
                  <a:srgbClr val="FF0000"/>
                </a:solidFill>
              </a:rPr>
              <a:t> ( "%</a:t>
            </a:r>
            <a:r>
              <a:rPr lang="en-US" b="1" err="1">
                <a:solidFill>
                  <a:srgbClr val="FF0000"/>
                </a:solidFill>
              </a:rPr>
              <a:t>lf</a:t>
            </a:r>
            <a:r>
              <a:rPr lang="en-US" b="1">
                <a:solidFill>
                  <a:srgbClr val="FF0000"/>
                </a:solidFill>
              </a:rPr>
              <a:t>", &amp;</a:t>
            </a:r>
            <a:r>
              <a:rPr lang="en-US" b="1" err="1">
                <a:solidFill>
                  <a:srgbClr val="FF0000"/>
                </a:solidFill>
              </a:rPr>
              <a:t>cplx.real</a:t>
            </a:r>
            <a:r>
              <a:rPr lang="en-US" b="1">
                <a:solidFill>
                  <a:srgbClr val="FF0000"/>
                </a:solidFill>
              </a:rPr>
              <a:t> ) ;</a:t>
            </a:r>
            <a:endParaRPr lang="en-US" b="1">
              <a:solidFill>
                <a:srgbClr val="FF0000"/>
              </a:solidFill>
              <a:cs typeface="Calibri"/>
            </a:endParaRPr>
          </a:p>
        </p:txBody>
      </p:sp>
    </p:spTree>
    <p:extLst>
      <p:ext uri="{BB962C8B-B14F-4D97-AF65-F5344CB8AC3E}">
        <p14:creationId xmlns:p14="http://schemas.microsoft.com/office/powerpoint/2010/main" val="2600348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9609"/>
          </a:xfrm>
        </p:spPr>
        <p:txBody>
          <a:bodyPr>
            <a:normAutofit fontScale="90000"/>
          </a:bodyPr>
          <a:lstStyle/>
          <a:p>
            <a:pPr hangingPunct="0"/>
            <a:r>
              <a:rPr lang="en-GB" b="1" i="1"/>
              <a:t>Accessing Structure Elements</a:t>
            </a:r>
            <a:endParaRPr lang="en-US" b="1" i="1"/>
          </a:p>
        </p:txBody>
      </p:sp>
      <p:sp>
        <p:nvSpPr>
          <p:cNvPr id="3" name="Content Placeholder 2"/>
          <p:cNvSpPr>
            <a:spLocks noGrp="1"/>
          </p:cNvSpPr>
          <p:nvPr>
            <p:ph idx="1"/>
          </p:nvPr>
        </p:nvSpPr>
        <p:spPr>
          <a:xfrm>
            <a:off x="838200" y="1023457"/>
            <a:ext cx="10515600" cy="5153506"/>
          </a:xfrm>
        </p:spPr>
        <p:txBody>
          <a:bodyPr>
            <a:normAutofit/>
          </a:bodyPr>
          <a:lstStyle/>
          <a:p>
            <a:pPr marL="0" indent="0">
              <a:buNone/>
            </a:pPr>
            <a:r>
              <a:rPr lang="en-US"/>
              <a:t> or if we want to access </a:t>
            </a:r>
            <a:r>
              <a:rPr lang="en-US" err="1"/>
              <a:t>struct</a:t>
            </a:r>
            <a:r>
              <a:rPr lang="en-US"/>
              <a:t> RECORD already defined </a:t>
            </a:r>
          </a:p>
          <a:p>
            <a:pPr marL="0" indent="0">
              <a:buNone/>
            </a:pPr>
            <a:r>
              <a:rPr lang="en-US"/>
              <a:t>			puts( person.name ) ;</a:t>
            </a:r>
          </a:p>
          <a:p>
            <a:pPr marL="0" indent="0">
              <a:buNone/>
            </a:pPr>
            <a:r>
              <a:rPr lang="en-US"/>
              <a:t>	or character by character</a:t>
            </a:r>
          </a:p>
          <a:p>
            <a:pPr marL="0" indent="0">
              <a:buNone/>
            </a:pPr>
            <a:r>
              <a:rPr lang="en-US"/>
              <a:t>			person.name[</a:t>
            </a:r>
            <a:r>
              <a:rPr lang="en-US" err="1"/>
              <a:t>i</a:t>
            </a:r>
            <a:r>
              <a:rPr lang="en-US"/>
              <a:t>] = 'a' ;</a:t>
            </a:r>
          </a:p>
          <a:p>
            <a:pPr marL="0" indent="0">
              <a:buNone/>
            </a:pPr>
            <a:r>
              <a:rPr lang="en-US"/>
              <a:t>	</a:t>
            </a:r>
          </a:p>
          <a:p>
            <a:pPr marL="0" indent="0">
              <a:buNone/>
            </a:pPr>
            <a:r>
              <a:rPr lang="en-US"/>
              <a:t>	Thus we treat structure elements exactly as normal variables and view the dot operator as just another appendage like the indirection operator or an array index.</a:t>
            </a:r>
          </a:p>
          <a:p>
            <a:pPr marL="0" indent="0">
              <a:buNone/>
            </a:pPr>
            <a:endParaRPr lang="en-US"/>
          </a:p>
          <a:p>
            <a:pPr marL="0" indent="0">
              <a:buNone/>
            </a:pPr>
            <a:endParaRPr lang="en-US" b="1">
              <a:solidFill>
                <a:srgbClr val="FF0000"/>
              </a:solidFill>
            </a:endParaRPr>
          </a:p>
        </p:txBody>
      </p:sp>
    </p:spTree>
    <p:extLst>
      <p:ext uri="{BB962C8B-B14F-4D97-AF65-F5344CB8AC3E}">
        <p14:creationId xmlns:p14="http://schemas.microsoft.com/office/powerpoint/2010/main" val="4086939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9609"/>
          </a:xfrm>
        </p:spPr>
        <p:txBody>
          <a:bodyPr>
            <a:normAutofit fontScale="90000"/>
          </a:bodyPr>
          <a:lstStyle/>
          <a:p>
            <a:pPr hangingPunct="0"/>
            <a:r>
              <a:rPr lang="en-GB" b="1" i="1"/>
              <a:t>Initialising Structures </a:t>
            </a:r>
            <a:endParaRPr lang="en-US" b="1" i="1"/>
          </a:p>
        </p:txBody>
      </p:sp>
      <p:sp>
        <p:nvSpPr>
          <p:cNvPr id="3" name="Content Placeholder 2"/>
          <p:cNvSpPr>
            <a:spLocks noGrp="1"/>
          </p:cNvSpPr>
          <p:nvPr>
            <p:ph idx="1"/>
          </p:nvPr>
        </p:nvSpPr>
        <p:spPr>
          <a:xfrm>
            <a:off x="838200" y="1023457"/>
            <a:ext cx="10515600" cy="5153506"/>
          </a:xfrm>
        </p:spPr>
        <p:txBody>
          <a:bodyPr>
            <a:normAutofit/>
          </a:bodyPr>
          <a:lstStyle/>
          <a:p>
            <a:pPr marL="0" indent="0">
              <a:buNone/>
            </a:pPr>
            <a:r>
              <a:rPr lang="en-US"/>
              <a:t> Structure elements or fields can be </a:t>
            </a:r>
            <a:r>
              <a:rPr lang="en-US" err="1"/>
              <a:t>initialised</a:t>
            </a:r>
            <a:r>
              <a:rPr lang="en-US"/>
              <a:t> to specific values as follows :-</a:t>
            </a:r>
          </a:p>
          <a:p>
            <a:pPr marL="0" indent="0">
              <a:buNone/>
            </a:pPr>
            <a:r>
              <a:rPr lang="en-US"/>
              <a:t>	</a:t>
            </a:r>
          </a:p>
          <a:p>
            <a:pPr marL="0" indent="0">
              <a:buNone/>
            </a:pPr>
            <a:r>
              <a:rPr lang="en-US"/>
              <a:t>		</a:t>
            </a:r>
            <a:r>
              <a:rPr lang="en-US" err="1"/>
              <a:t>struct</a:t>
            </a:r>
            <a:r>
              <a:rPr lang="en-US"/>
              <a:t> id {</a:t>
            </a:r>
          </a:p>
          <a:p>
            <a:pPr marL="0" indent="0">
              <a:buNone/>
            </a:pPr>
            <a:r>
              <a:rPr lang="en-US"/>
              <a:t>			char name[30] ;</a:t>
            </a:r>
          </a:p>
          <a:p>
            <a:pPr marL="0" indent="0">
              <a:buNone/>
            </a:pPr>
            <a:r>
              <a:rPr lang="en-US"/>
              <a:t>			</a:t>
            </a:r>
            <a:r>
              <a:rPr lang="en-US" err="1"/>
              <a:t>int</a:t>
            </a:r>
            <a:r>
              <a:rPr lang="en-US"/>
              <a:t> </a:t>
            </a:r>
            <a:r>
              <a:rPr lang="en-US" err="1"/>
              <a:t>id_no</a:t>
            </a:r>
            <a:r>
              <a:rPr lang="en-US"/>
              <a:t> ;</a:t>
            </a:r>
          </a:p>
          <a:p>
            <a:pPr marL="0" indent="0">
              <a:buNone/>
            </a:pPr>
            <a:r>
              <a:rPr lang="en-US"/>
              <a:t>			} ;</a:t>
            </a:r>
          </a:p>
          <a:p>
            <a:pPr marL="0" indent="0">
              <a:buNone/>
            </a:pPr>
            <a:r>
              <a:rPr lang="en-US"/>
              <a:t>		</a:t>
            </a:r>
            <a:r>
              <a:rPr lang="en-US" err="1"/>
              <a:t>struct</a:t>
            </a:r>
            <a:r>
              <a:rPr lang="en-US"/>
              <a:t> id student = { "John", 4563 } ;</a:t>
            </a:r>
          </a:p>
          <a:p>
            <a:pPr marL="0" indent="0">
              <a:buNone/>
            </a:pPr>
            <a:endParaRPr lang="en-US" b="1">
              <a:solidFill>
                <a:srgbClr val="FF0000"/>
              </a:solidFill>
            </a:endParaRPr>
          </a:p>
        </p:txBody>
      </p:sp>
    </p:spTree>
    <p:extLst>
      <p:ext uri="{BB962C8B-B14F-4D97-AF65-F5344CB8AC3E}">
        <p14:creationId xmlns:p14="http://schemas.microsoft.com/office/powerpoint/2010/main" val="1376189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9609"/>
          </a:xfrm>
        </p:spPr>
        <p:txBody>
          <a:bodyPr>
            <a:normAutofit fontScale="90000"/>
          </a:bodyPr>
          <a:lstStyle/>
          <a:p>
            <a:pPr hangingPunct="0"/>
            <a:r>
              <a:rPr lang="en-GB" b="1" i="1"/>
              <a:t>Structure Assignment</a:t>
            </a:r>
            <a:endParaRPr lang="en-US" b="1" i="1"/>
          </a:p>
        </p:txBody>
      </p:sp>
      <p:sp>
        <p:nvSpPr>
          <p:cNvPr id="3" name="Content Placeholder 2"/>
          <p:cNvSpPr>
            <a:spLocks noGrp="1"/>
          </p:cNvSpPr>
          <p:nvPr>
            <p:ph idx="1"/>
          </p:nvPr>
        </p:nvSpPr>
        <p:spPr>
          <a:xfrm>
            <a:off x="838200" y="1023457"/>
            <a:ext cx="10515600" cy="5153506"/>
          </a:xfrm>
        </p:spPr>
        <p:txBody>
          <a:bodyPr>
            <a:normAutofit/>
          </a:bodyPr>
          <a:lstStyle/>
          <a:p>
            <a:pPr marL="0" indent="0">
              <a:buNone/>
            </a:pPr>
            <a:r>
              <a:rPr lang="en-US"/>
              <a:t> </a:t>
            </a:r>
            <a:r>
              <a:rPr lang="en-US" err="1"/>
              <a:t>struct</a:t>
            </a:r>
            <a:r>
              <a:rPr lang="en-US"/>
              <a:t> { </a:t>
            </a:r>
          </a:p>
          <a:p>
            <a:pPr marL="0" indent="0">
              <a:buNone/>
            </a:pPr>
            <a:r>
              <a:rPr lang="en-US"/>
              <a:t>	</a:t>
            </a:r>
            <a:r>
              <a:rPr lang="en-US" err="1"/>
              <a:t>int</a:t>
            </a:r>
            <a:r>
              <a:rPr lang="en-US"/>
              <a:t> a, b ;</a:t>
            </a:r>
          </a:p>
          <a:p>
            <a:pPr marL="0" indent="0">
              <a:buNone/>
            </a:pPr>
            <a:r>
              <a:rPr lang="en-US"/>
              <a:t>	}  x = {1, 2 }, y ;</a:t>
            </a:r>
          </a:p>
          <a:p>
            <a:pPr marL="0" indent="0">
              <a:buNone/>
            </a:pPr>
            <a:endParaRPr lang="en-US"/>
          </a:p>
          <a:p>
            <a:pPr marL="0" indent="0">
              <a:buNone/>
            </a:pPr>
            <a:r>
              <a:rPr lang="en-US"/>
              <a:t>y = x ;		// assigns values of all fields in x to fields in y</a:t>
            </a:r>
          </a:p>
          <a:p>
            <a:pPr marL="0" indent="0">
              <a:buNone/>
            </a:pPr>
            <a:endParaRPr lang="en-US" b="1">
              <a:solidFill>
                <a:srgbClr val="FF0000"/>
              </a:solidFill>
            </a:endParaRPr>
          </a:p>
        </p:txBody>
      </p:sp>
    </p:spTree>
    <p:extLst>
      <p:ext uri="{BB962C8B-B14F-4D97-AF65-F5344CB8AC3E}">
        <p14:creationId xmlns:p14="http://schemas.microsoft.com/office/powerpoint/2010/main" val="2879159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9609"/>
          </a:xfrm>
        </p:spPr>
        <p:txBody>
          <a:bodyPr>
            <a:normAutofit fontScale="90000"/>
          </a:bodyPr>
          <a:lstStyle/>
          <a:p>
            <a:pPr hangingPunct="0"/>
            <a:r>
              <a:rPr lang="en-GB" b="1" i="1"/>
              <a:t>Creating more Complex Structures with Structures</a:t>
            </a:r>
            <a:endParaRPr lang="en-US" b="1" i="1"/>
          </a:p>
        </p:txBody>
      </p:sp>
      <p:sp>
        <p:nvSpPr>
          <p:cNvPr id="3" name="Content Placeholder 2"/>
          <p:cNvSpPr>
            <a:spLocks noGrp="1"/>
          </p:cNvSpPr>
          <p:nvPr>
            <p:ph idx="1"/>
          </p:nvPr>
        </p:nvSpPr>
        <p:spPr>
          <a:xfrm>
            <a:off x="838200" y="1023457"/>
            <a:ext cx="10515600" cy="5153506"/>
          </a:xfrm>
        </p:spPr>
        <p:txBody>
          <a:bodyPr>
            <a:noAutofit/>
          </a:bodyPr>
          <a:lstStyle/>
          <a:p>
            <a:pPr marL="0" indent="0">
              <a:buNone/>
            </a:pPr>
            <a:r>
              <a:rPr lang="en-US" sz="1600" b="1"/>
              <a:t>Once again </a:t>
            </a:r>
            <a:r>
              <a:rPr lang="en-US" sz="1600" b="1" err="1"/>
              <a:t>emphasising</a:t>
            </a:r>
            <a:r>
              <a:rPr lang="en-US" sz="1600" b="1"/>
              <a:t> that structures are just like any other type in C we can create arrays of structures, nest structures, pass structures as arguments to functions, etc. </a:t>
            </a:r>
          </a:p>
          <a:p>
            <a:pPr marL="0" indent="0">
              <a:buNone/>
            </a:pPr>
            <a:r>
              <a:rPr lang="en-US" sz="1600" b="1"/>
              <a:t>For example we can nest structures as follows creating a structure </a:t>
            </a:r>
            <a:r>
              <a:rPr lang="en-US" sz="1600" b="1" err="1"/>
              <a:t>employee_log</a:t>
            </a:r>
            <a:r>
              <a:rPr lang="en-US" sz="1600" b="1"/>
              <a:t> that has another structure as one of its members.</a:t>
            </a:r>
          </a:p>
          <a:p>
            <a:pPr marL="0" indent="0">
              <a:buNone/>
            </a:pPr>
            <a:r>
              <a:rPr lang="en-US" sz="1600" b="1"/>
              <a:t>			</a:t>
            </a:r>
            <a:r>
              <a:rPr lang="en-US" sz="2400" b="1" err="1">
                <a:solidFill>
                  <a:srgbClr val="FF0000"/>
                </a:solidFill>
              </a:rPr>
              <a:t>struct</a:t>
            </a:r>
            <a:r>
              <a:rPr lang="en-US" sz="2400" b="1">
                <a:solidFill>
                  <a:srgbClr val="FF0000"/>
                </a:solidFill>
              </a:rPr>
              <a:t> time </a:t>
            </a:r>
            <a:r>
              <a:rPr lang="en-US" sz="1600" b="1"/>
              <a:t>{</a:t>
            </a:r>
          </a:p>
          <a:p>
            <a:pPr marL="0" indent="0">
              <a:buNone/>
            </a:pPr>
            <a:r>
              <a:rPr lang="en-US" sz="1600" b="1"/>
              <a:t>				</a:t>
            </a:r>
            <a:r>
              <a:rPr lang="en-US" sz="1600" b="1" err="1"/>
              <a:t>int</a:t>
            </a:r>
            <a:r>
              <a:rPr lang="en-US" sz="1600" b="1"/>
              <a:t> hour ;</a:t>
            </a:r>
          </a:p>
          <a:p>
            <a:pPr marL="0" indent="0">
              <a:buNone/>
            </a:pPr>
            <a:r>
              <a:rPr lang="en-US" sz="1600" b="1"/>
              <a:t>				</a:t>
            </a:r>
            <a:r>
              <a:rPr lang="en-US" sz="1600" b="1" err="1"/>
              <a:t>int</a:t>
            </a:r>
            <a:r>
              <a:rPr lang="en-US" sz="1600" b="1"/>
              <a:t> min ;</a:t>
            </a:r>
          </a:p>
          <a:p>
            <a:pPr marL="0" indent="0">
              <a:buNone/>
            </a:pPr>
            <a:r>
              <a:rPr lang="en-US" sz="1600" b="1"/>
              <a:t>				</a:t>
            </a:r>
            <a:r>
              <a:rPr lang="en-US" sz="1600" b="1" err="1"/>
              <a:t>int</a:t>
            </a:r>
            <a:r>
              <a:rPr lang="en-US" sz="1600" b="1"/>
              <a:t> sec ;</a:t>
            </a:r>
          </a:p>
          <a:p>
            <a:pPr marL="0" indent="0">
              <a:buNone/>
            </a:pPr>
            <a:r>
              <a:rPr lang="en-US" sz="1600" b="1"/>
              <a:t>			} ;</a:t>
            </a:r>
          </a:p>
          <a:p>
            <a:pPr marL="0" indent="0">
              <a:buNone/>
            </a:pPr>
            <a:r>
              <a:rPr lang="en-US" sz="1600" b="1"/>
              <a:t>			</a:t>
            </a:r>
            <a:r>
              <a:rPr lang="en-US" sz="2000" b="1" err="1">
                <a:solidFill>
                  <a:srgbClr val="00B0F0"/>
                </a:solidFill>
              </a:rPr>
              <a:t>struct</a:t>
            </a:r>
            <a:r>
              <a:rPr lang="en-US" sz="2000" b="1">
                <a:solidFill>
                  <a:srgbClr val="00B0F0"/>
                </a:solidFill>
              </a:rPr>
              <a:t> </a:t>
            </a:r>
            <a:r>
              <a:rPr lang="en-US" sz="2000" b="1" err="1">
                <a:solidFill>
                  <a:srgbClr val="00B0F0"/>
                </a:solidFill>
              </a:rPr>
              <a:t>employee_log</a:t>
            </a:r>
            <a:r>
              <a:rPr lang="en-US" sz="2000" b="1">
                <a:solidFill>
                  <a:srgbClr val="00B0F0"/>
                </a:solidFill>
              </a:rPr>
              <a:t> </a:t>
            </a:r>
            <a:r>
              <a:rPr lang="en-US" sz="1600" b="1"/>
              <a:t>{</a:t>
            </a:r>
          </a:p>
          <a:p>
            <a:pPr marL="0" indent="0">
              <a:buNone/>
            </a:pPr>
            <a:r>
              <a:rPr lang="en-US" sz="1600" b="1"/>
              <a:t>				char name[30] ;</a:t>
            </a:r>
          </a:p>
          <a:p>
            <a:pPr marL="0" indent="0">
              <a:buNone/>
            </a:pPr>
            <a:r>
              <a:rPr lang="en-US" sz="1600" b="1"/>
              <a:t>				</a:t>
            </a:r>
            <a:r>
              <a:rPr lang="en-US" sz="2000" b="1" err="1">
                <a:solidFill>
                  <a:srgbClr val="FF0000"/>
                </a:solidFill>
              </a:rPr>
              <a:t>struct</a:t>
            </a:r>
            <a:r>
              <a:rPr lang="en-US" sz="2000" b="1">
                <a:solidFill>
                  <a:srgbClr val="FF0000"/>
                </a:solidFill>
              </a:rPr>
              <a:t> time start, finish ;</a:t>
            </a:r>
          </a:p>
          <a:p>
            <a:pPr marL="0" indent="0">
              <a:buNone/>
            </a:pPr>
            <a:r>
              <a:rPr lang="en-US" sz="1600" b="1"/>
              <a:t>				} employee_1 ;</a:t>
            </a:r>
          </a:p>
          <a:p>
            <a:pPr marL="0" indent="0">
              <a:buNone/>
            </a:pPr>
            <a:r>
              <a:rPr lang="en-US" sz="1600" b="1"/>
              <a:t>		To access the hour field of time in the variable employee_1 just apply the dot operator twice</a:t>
            </a:r>
          </a:p>
          <a:p>
            <a:pPr marL="0" indent="0">
              <a:buNone/>
            </a:pPr>
            <a:r>
              <a:rPr lang="en-US" sz="1600" b="1"/>
              <a:t>			employee_1.start.hour = 9 ;</a:t>
            </a:r>
          </a:p>
          <a:p>
            <a:pPr marL="0" indent="0">
              <a:buNone/>
            </a:pPr>
            <a:r>
              <a:rPr lang="en-US" sz="1600" b="1"/>
              <a:t>	</a:t>
            </a:r>
          </a:p>
        </p:txBody>
      </p:sp>
    </p:spTree>
    <p:extLst>
      <p:ext uri="{BB962C8B-B14F-4D97-AF65-F5344CB8AC3E}">
        <p14:creationId xmlns:p14="http://schemas.microsoft.com/office/powerpoint/2010/main" val="3457054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9609"/>
          </a:xfrm>
        </p:spPr>
        <p:txBody>
          <a:bodyPr>
            <a:normAutofit fontScale="90000"/>
          </a:bodyPr>
          <a:lstStyle/>
          <a:p>
            <a:pPr hangingPunct="0"/>
            <a:r>
              <a:rPr lang="en-GB" b="1" i="1"/>
              <a:t>Creating more Complex Structures with Structures</a:t>
            </a:r>
            <a:endParaRPr lang="en-US" b="1" i="1"/>
          </a:p>
        </p:txBody>
      </p:sp>
      <p:sp>
        <p:nvSpPr>
          <p:cNvPr id="3" name="Content Placeholder 2"/>
          <p:cNvSpPr>
            <a:spLocks noGrp="1"/>
          </p:cNvSpPr>
          <p:nvPr>
            <p:ph idx="1"/>
          </p:nvPr>
        </p:nvSpPr>
        <p:spPr>
          <a:xfrm>
            <a:off x="838200" y="1023457"/>
            <a:ext cx="10515600" cy="5153506"/>
          </a:xfrm>
        </p:spPr>
        <p:txBody>
          <a:bodyPr>
            <a:noAutofit/>
          </a:bodyPr>
          <a:lstStyle/>
          <a:p>
            <a:pPr marL="0" indent="0">
              <a:buNone/>
            </a:pPr>
            <a:r>
              <a:rPr lang="en-US" sz="1600" b="1"/>
              <a:t>Typically a company will need to keep track of more than one employee so that an array of </a:t>
            </a:r>
            <a:r>
              <a:rPr lang="en-US" sz="1600" b="1" err="1"/>
              <a:t>employee_log</a:t>
            </a:r>
            <a:r>
              <a:rPr lang="en-US" sz="1600" b="1"/>
              <a:t> would be useful. </a:t>
            </a:r>
          </a:p>
          <a:p>
            <a:pPr marL="0" indent="0">
              <a:buNone/>
            </a:pPr>
            <a:r>
              <a:rPr lang="en-US" sz="1600" b="1"/>
              <a:t>		</a:t>
            </a:r>
            <a:r>
              <a:rPr lang="en-US" sz="2400" b="1" err="1"/>
              <a:t>struct</a:t>
            </a:r>
            <a:r>
              <a:rPr lang="en-US" sz="2400" b="1"/>
              <a:t> </a:t>
            </a:r>
            <a:r>
              <a:rPr lang="en-US" sz="2400" b="1" err="1"/>
              <a:t>employee_log</a:t>
            </a:r>
            <a:r>
              <a:rPr lang="en-US" sz="2400" b="1"/>
              <a:t>  workers[100] ;</a:t>
            </a:r>
          </a:p>
          <a:p>
            <a:pPr marL="0" indent="0">
              <a:buNone/>
            </a:pPr>
            <a:r>
              <a:rPr lang="en-US" sz="1600" b="1"/>
              <a:t>	To access specific employees we simply index using square braces as normal, e.g. workers[10]. To access specific members of this structure we simply apply the dot operator on top of the index. </a:t>
            </a:r>
          </a:p>
          <a:p>
            <a:pPr marL="0" indent="0">
              <a:buNone/>
            </a:pPr>
            <a:r>
              <a:rPr lang="en-US" sz="1600" b="1"/>
              <a:t>		</a:t>
            </a:r>
            <a:r>
              <a:rPr lang="en-US" sz="2400" b="1"/>
              <a:t>workers[10].</a:t>
            </a:r>
            <a:r>
              <a:rPr lang="en-US" sz="2400" b="1" err="1"/>
              <a:t>finish.hour</a:t>
            </a:r>
            <a:r>
              <a:rPr lang="en-US" sz="2400" b="1"/>
              <a:t> = 10 ;</a:t>
            </a:r>
          </a:p>
          <a:p>
            <a:pPr marL="0" indent="0">
              <a:buNone/>
            </a:pPr>
            <a:r>
              <a:rPr lang="en-US" sz="1600" b="1"/>
              <a:t>	When structures or arrays of structures are not global they must be passed to functions as parameters subject to the usual rules. For example </a:t>
            </a:r>
          </a:p>
          <a:p>
            <a:pPr marL="0" indent="0">
              <a:buNone/>
            </a:pPr>
            <a:r>
              <a:rPr lang="en-US" sz="1600" b="1"/>
              <a:t>			</a:t>
            </a:r>
            <a:r>
              <a:rPr lang="en-US" sz="2400" b="1"/>
              <a:t>function1( employee_1 ) ;</a:t>
            </a:r>
          </a:p>
          <a:p>
            <a:pPr marL="0" indent="0">
              <a:buNone/>
            </a:pPr>
            <a:r>
              <a:rPr lang="en-US" sz="1600" b="1"/>
              <a:t>	implements a call to function1 which might be prototyped as follows</a:t>
            </a:r>
          </a:p>
          <a:p>
            <a:pPr marL="0" indent="0">
              <a:buNone/>
            </a:pPr>
            <a:r>
              <a:rPr lang="en-US" sz="1600" b="1"/>
              <a:t>		</a:t>
            </a:r>
            <a:r>
              <a:rPr lang="en-US" b="1"/>
              <a:t>	void  function1( </a:t>
            </a:r>
            <a:r>
              <a:rPr lang="en-US" b="1" err="1"/>
              <a:t>struct</a:t>
            </a:r>
            <a:r>
              <a:rPr lang="en-US" b="1"/>
              <a:t> </a:t>
            </a:r>
            <a:r>
              <a:rPr lang="en-US" b="1" err="1"/>
              <a:t>employee_log</a:t>
            </a:r>
            <a:r>
              <a:rPr lang="en-US" b="1"/>
              <a:t> </a:t>
            </a:r>
            <a:r>
              <a:rPr lang="en-US" b="1" err="1"/>
              <a:t>emp</a:t>
            </a:r>
            <a:r>
              <a:rPr lang="en-US" b="1"/>
              <a:t> ) ;</a:t>
            </a:r>
          </a:p>
          <a:p>
            <a:pPr marL="0" indent="0">
              <a:buNone/>
            </a:pPr>
            <a:endParaRPr lang="en-US" sz="1600" b="1"/>
          </a:p>
          <a:p>
            <a:pPr marL="0" indent="0">
              <a:buNone/>
            </a:pPr>
            <a:endParaRPr lang="en-US" sz="1600" b="1"/>
          </a:p>
          <a:p>
            <a:pPr marL="0" indent="0">
              <a:buNone/>
            </a:pPr>
            <a:r>
              <a:rPr lang="en-US" sz="1600" b="1"/>
              <a:t>	</a:t>
            </a:r>
          </a:p>
        </p:txBody>
      </p:sp>
    </p:spTree>
    <p:extLst>
      <p:ext uri="{BB962C8B-B14F-4D97-AF65-F5344CB8AC3E}">
        <p14:creationId xmlns:p14="http://schemas.microsoft.com/office/powerpoint/2010/main" val="4012963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9609"/>
          </a:xfrm>
        </p:spPr>
        <p:txBody>
          <a:bodyPr>
            <a:normAutofit fontScale="90000"/>
          </a:bodyPr>
          <a:lstStyle/>
          <a:p>
            <a:pPr hangingPunct="0"/>
            <a:r>
              <a:rPr lang="en-GB" b="1" i="1"/>
              <a:t>Creating more Complex Structures with Structures</a:t>
            </a:r>
            <a:endParaRPr lang="en-US" b="1" i="1"/>
          </a:p>
        </p:txBody>
      </p:sp>
      <p:sp>
        <p:nvSpPr>
          <p:cNvPr id="3" name="Content Placeholder 2"/>
          <p:cNvSpPr>
            <a:spLocks noGrp="1"/>
          </p:cNvSpPr>
          <p:nvPr>
            <p:ph idx="1"/>
          </p:nvPr>
        </p:nvSpPr>
        <p:spPr>
          <a:xfrm>
            <a:off x="838200" y="1023457"/>
            <a:ext cx="10515600" cy="5153506"/>
          </a:xfrm>
        </p:spPr>
        <p:txBody>
          <a:bodyPr>
            <a:noAutofit/>
          </a:bodyPr>
          <a:lstStyle/>
          <a:p>
            <a:pPr marL="0" indent="0">
              <a:buNone/>
            </a:pPr>
            <a:r>
              <a:rPr lang="en-US" sz="1800"/>
              <a:t>Note however that a full local copy of the structure passed is made so if a large structure is involved memory the overhead to simply copy the parameter will be high so we should employ </a:t>
            </a:r>
            <a:r>
              <a:rPr lang="en-US" sz="1800" b="1"/>
              <a:t>call by reference </a:t>
            </a:r>
            <a:r>
              <a:rPr lang="en-US" sz="1800"/>
              <a:t>instead as we will see in the next section.</a:t>
            </a:r>
          </a:p>
          <a:p>
            <a:pPr marL="0" indent="0">
              <a:buNone/>
            </a:pPr>
            <a:r>
              <a:rPr lang="en-US" sz="1800"/>
              <a:t>	Passing an array of structures to a function also follows the normal rules but note that in this case as it is impossible to pass an array by value no heavy </a:t>
            </a:r>
            <a:r>
              <a:rPr lang="en-US" sz="1800" err="1"/>
              <a:t>initialisation</a:t>
            </a:r>
            <a:r>
              <a:rPr lang="en-US" sz="1800"/>
              <a:t> penalty is paid - we essentially have call by reference. For example </a:t>
            </a:r>
          </a:p>
          <a:p>
            <a:pPr marL="0" indent="0">
              <a:buNone/>
            </a:pPr>
            <a:r>
              <a:rPr lang="en-US" sz="1800" b="1"/>
              <a:t>	</a:t>
            </a:r>
            <a:r>
              <a:rPr lang="en-US" sz="1600" b="1"/>
              <a:t>		</a:t>
            </a:r>
            <a:r>
              <a:rPr lang="en-US" b="1"/>
              <a:t>function2( workers ) ;</a:t>
            </a:r>
          </a:p>
          <a:p>
            <a:pPr marL="0" indent="0">
              <a:buNone/>
            </a:pPr>
            <a:r>
              <a:rPr lang="en-US" sz="1600" b="1"/>
              <a:t>	</a:t>
            </a:r>
          </a:p>
          <a:p>
            <a:pPr marL="0" indent="0">
              <a:buNone/>
            </a:pPr>
            <a:r>
              <a:rPr lang="en-US" sz="1600" b="1"/>
              <a:t>	passes an array of structures to function2 where the function is prototyped as follows.</a:t>
            </a:r>
          </a:p>
          <a:p>
            <a:pPr marL="0" indent="0">
              <a:buNone/>
            </a:pPr>
            <a:r>
              <a:rPr lang="en-US" sz="1600" b="1"/>
              <a:t>			</a:t>
            </a:r>
            <a:r>
              <a:rPr lang="en-US" sz="2400" b="1"/>
              <a:t>function2( </a:t>
            </a:r>
            <a:r>
              <a:rPr lang="en-US" sz="2400" b="1" err="1"/>
              <a:t>struct</a:t>
            </a:r>
            <a:r>
              <a:rPr lang="en-US" sz="2400" b="1"/>
              <a:t> </a:t>
            </a:r>
            <a:r>
              <a:rPr lang="en-US" sz="2400" b="1" err="1"/>
              <a:t>employee_log</a:t>
            </a:r>
            <a:r>
              <a:rPr lang="en-US" sz="2400" b="1"/>
              <a:t> staff[ ] ) ;</a:t>
            </a:r>
          </a:p>
          <a:p>
            <a:pPr marL="0" indent="0">
              <a:buNone/>
            </a:pPr>
            <a:endParaRPr lang="en-US" sz="1600" b="1"/>
          </a:p>
          <a:p>
            <a:pPr marL="0" indent="0">
              <a:buNone/>
            </a:pPr>
            <a:endParaRPr lang="en-US" sz="1600" b="1"/>
          </a:p>
          <a:p>
            <a:pPr marL="0" indent="0">
              <a:buNone/>
            </a:pPr>
            <a:r>
              <a:rPr lang="en-US" sz="1600" b="1"/>
              <a:t>	</a:t>
            </a:r>
          </a:p>
        </p:txBody>
      </p:sp>
    </p:spTree>
    <p:extLst>
      <p:ext uri="{BB962C8B-B14F-4D97-AF65-F5344CB8AC3E}">
        <p14:creationId xmlns:p14="http://schemas.microsoft.com/office/powerpoint/2010/main" val="2609771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263" y="229563"/>
            <a:ext cx="10515600" cy="1325563"/>
          </a:xfrm>
        </p:spPr>
        <p:txBody>
          <a:bodyPr/>
          <a:lstStyle/>
          <a:p>
            <a:r>
              <a:rPr lang="en-GB" b="1" i="1"/>
              <a:t>Structure Pointers</a:t>
            </a:r>
            <a:br>
              <a:rPr lang="en-US" b="1" i="1"/>
            </a:br>
            <a:endParaRPr lang="en-US"/>
          </a:p>
        </p:txBody>
      </p:sp>
      <p:sp>
        <p:nvSpPr>
          <p:cNvPr id="3" name="Content Placeholder 2"/>
          <p:cNvSpPr>
            <a:spLocks noGrp="1"/>
          </p:cNvSpPr>
          <p:nvPr>
            <p:ph idx="1"/>
          </p:nvPr>
        </p:nvSpPr>
        <p:spPr>
          <a:xfrm>
            <a:off x="699051" y="1209052"/>
            <a:ext cx="10791738" cy="5019282"/>
          </a:xfrm>
        </p:spPr>
        <p:txBody>
          <a:bodyPr>
            <a:normAutofit fontScale="85000" lnSpcReduction="20000"/>
          </a:bodyPr>
          <a:lstStyle/>
          <a:p>
            <a:pPr marL="0" indent="0">
              <a:buNone/>
            </a:pPr>
            <a:r>
              <a:rPr lang="en-US"/>
              <a:t>As we have said already we need call by reference calls which are much more efficient than normal call by value calls when passing structures as parameters. </a:t>
            </a:r>
          </a:p>
          <a:p>
            <a:pPr marL="0" indent="0">
              <a:buNone/>
            </a:pPr>
            <a:r>
              <a:rPr lang="en-US"/>
              <a:t>This applies even if we do not intend the function to change the structure argument.</a:t>
            </a:r>
          </a:p>
          <a:p>
            <a:pPr marL="0" indent="0">
              <a:buNone/>
            </a:pPr>
            <a:r>
              <a:rPr lang="en-US"/>
              <a:t>	A structure pointer is declared in the same way as any pointer for example </a:t>
            </a:r>
          </a:p>
          <a:p>
            <a:pPr marL="0" indent="0">
              <a:buNone/>
            </a:pPr>
            <a:r>
              <a:rPr lang="en-US"/>
              <a:t>			</a:t>
            </a:r>
            <a:r>
              <a:rPr lang="en-US" b="1" err="1"/>
              <a:t>struct</a:t>
            </a:r>
            <a:r>
              <a:rPr lang="en-US" b="1"/>
              <a:t> address {</a:t>
            </a:r>
          </a:p>
          <a:p>
            <a:pPr marL="0" indent="0">
              <a:buNone/>
            </a:pPr>
            <a:r>
              <a:rPr lang="en-US" b="1"/>
              <a:t>				char name[20] ;</a:t>
            </a:r>
          </a:p>
          <a:p>
            <a:pPr marL="0" indent="0">
              <a:buNone/>
            </a:pPr>
            <a:r>
              <a:rPr lang="en-US" b="1"/>
              <a:t>				char street[20] ;</a:t>
            </a:r>
          </a:p>
          <a:p>
            <a:pPr marL="0" indent="0">
              <a:buNone/>
            </a:pPr>
            <a:r>
              <a:rPr lang="en-US" b="1"/>
              <a:t>				} ;</a:t>
            </a:r>
          </a:p>
          <a:p>
            <a:pPr marL="0" indent="0">
              <a:buNone/>
            </a:pPr>
            <a:r>
              <a:rPr lang="en-US" b="1"/>
              <a:t>			</a:t>
            </a:r>
            <a:r>
              <a:rPr lang="en-US" b="1" err="1"/>
              <a:t>struct</a:t>
            </a:r>
            <a:r>
              <a:rPr lang="en-US" b="1"/>
              <a:t> address person ;</a:t>
            </a:r>
          </a:p>
          <a:p>
            <a:pPr marL="0" indent="0">
              <a:buNone/>
            </a:pPr>
            <a:r>
              <a:rPr lang="en-US" b="1"/>
              <a:t>		     	</a:t>
            </a:r>
            <a:r>
              <a:rPr lang="en-US" b="1" err="1"/>
              <a:t>struct</a:t>
            </a:r>
            <a:r>
              <a:rPr lang="en-US" b="1"/>
              <a:t> address *</a:t>
            </a:r>
            <a:r>
              <a:rPr lang="en-US" b="1" err="1"/>
              <a:t>addr_ptr</a:t>
            </a:r>
            <a:r>
              <a:rPr lang="en-US" b="1"/>
              <a:t> ;</a:t>
            </a:r>
          </a:p>
          <a:p>
            <a:pPr marL="0" indent="0">
              <a:buNone/>
            </a:pPr>
            <a:r>
              <a:rPr lang="en-US"/>
              <a:t>	</a:t>
            </a:r>
          </a:p>
          <a:p>
            <a:pPr marL="0" indent="0">
              <a:buNone/>
            </a:pPr>
            <a:r>
              <a:rPr lang="en-US"/>
              <a:t>	declares a pointer </a:t>
            </a:r>
            <a:r>
              <a:rPr lang="en-US" err="1"/>
              <a:t>addr_ptr</a:t>
            </a:r>
            <a:r>
              <a:rPr lang="en-US"/>
              <a:t> to data type </a:t>
            </a:r>
            <a:r>
              <a:rPr lang="en-US" err="1"/>
              <a:t>struct</a:t>
            </a:r>
            <a:r>
              <a:rPr lang="en-US"/>
              <a:t> address.</a:t>
            </a:r>
          </a:p>
          <a:p>
            <a:pPr marL="0" indent="0">
              <a:buNone/>
            </a:pPr>
            <a:r>
              <a:rPr lang="en-US"/>
              <a:t>	</a:t>
            </a:r>
            <a:endParaRPr lang="en-US" b="1"/>
          </a:p>
        </p:txBody>
      </p:sp>
    </p:spTree>
    <p:extLst>
      <p:ext uri="{BB962C8B-B14F-4D97-AF65-F5344CB8AC3E}">
        <p14:creationId xmlns:p14="http://schemas.microsoft.com/office/powerpoint/2010/main" val="1179724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a:t>Structure Pointers</a:t>
            </a:r>
            <a:br>
              <a:rPr lang="en-US" b="1" i="1"/>
            </a:br>
            <a:endParaRPr lang="en-US"/>
          </a:p>
        </p:txBody>
      </p:sp>
      <p:sp>
        <p:nvSpPr>
          <p:cNvPr id="3" name="Content Placeholder 2"/>
          <p:cNvSpPr>
            <a:spLocks noGrp="1"/>
          </p:cNvSpPr>
          <p:nvPr>
            <p:ph idx="1"/>
          </p:nvPr>
        </p:nvSpPr>
        <p:spPr>
          <a:xfrm>
            <a:off x="838200" y="1157681"/>
            <a:ext cx="10515600" cy="5019282"/>
          </a:xfrm>
        </p:spPr>
        <p:txBody>
          <a:bodyPr>
            <a:normAutofit lnSpcReduction="10000"/>
          </a:bodyPr>
          <a:lstStyle/>
          <a:p>
            <a:pPr marL="0" indent="0">
              <a:buNone/>
            </a:pPr>
            <a:endParaRPr lang="en-US" b="1"/>
          </a:p>
          <a:p>
            <a:pPr marL="0" indent="0">
              <a:buNone/>
            </a:pPr>
            <a:r>
              <a:rPr lang="en-US"/>
              <a:t>To point to the variable person declared above we simply write</a:t>
            </a:r>
          </a:p>
          <a:p>
            <a:pPr marL="0" indent="0">
              <a:buNone/>
            </a:pPr>
            <a:r>
              <a:rPr lang="en-US"/>
              <a:t>			</a:t>
            </a:r>
            <a:r>
              <a:rPr lang="en-US" b="1" err="1"/>
              <a:t>addr_ptr</a:t>
            </a:r>
            <a:r>
              <a:rPr lang="en-US" b="1"/>
              <a:t> =  &amp;person ;</a:t>
            </a:r>
          </a:p>
          <a:p>
            <a:pPr marL="0" indent="0">
              <a:buNone/>
            </a:pPr>
            <a:r>
              <a:rPr lang="en-GB"/>
              <a:t>which assigns the address of person to </a:t>
            </a:r>
            <a:r>
              <a:rPr lang="en-GB" err="1"/>
              <a:t>addr_ptr</a:t>
            </a:r>
            <a:r>
              <a:rPr lang="en-GB"/>
              <a:t>. </a:t>
            </a:r>
            <a:endParaRPr lang="en-US"/>
          </a:p>
          <a:p>
            <a:pPr marL="0" indent="0">
              <a:buNone/>
            </a:pPr>
            <a:endParaRPr lang="en-US" b="1"/>
          </a:p>
          <a:p>
            <a:pPr marL="0" indent="0">
              <a:buNone/>
            </a:pPr>
            <a:endParaRPr lang="en-US" b="1"/>
          </a:p>
          <a:p>
            <a:pPr marL="0" indent="0">
              <a:buNone/>
            </a:pPr>
            <a:r>
              <a:rPr lang="en-US" b="1"/>
              <a:t>To access the elements using a pointer we need a new operator called the arrow operator, -&gt;, which can be used only with structure pointers. For example </a:t>
            </a:r>
          </a:p>
          <a:p>
            <a:pPr marL="0" indent="0">
              <a:buNone/>
            </a:pPr>
            <a:r>
              <a:rPr lang="en-US" b="1"/>
              <a:t>			puts( </a:t>
            </a:r>
            <a:r>
              <a:rPr lang="en-US" b="1" err="1"/>
              <a:t>addr_ptr</a:t>
            </a:r>
            <a:r>
              <a:rPr lang="en-US" b="1"/>
              <a:t> -&gt; name ) ;</a:t>
            </a:r>
          </a:p>
          <a:p>
            <a:pPr marL="0" indent="0">
              <a:buNone/>
            </a:pPr>
            <a:r>
              <a:rPr lang="en-US" b="1"/>
              <a:t>	For Example :- Program using a structure to store time values.</a:t>
            </a:r>
          </a:p>
          <a:p>
            <a:pPr marL="0" indent="0">
              <a:buNone/>
            </a:pPr>
            <a:endParaRPr lang="en-US" b="1"/>
          </a:p>
          <a:p>
            <a:pPr marL="0" indent="0">
              <a:buNone/>
            </a:pPr>
            <a:endParaRPr lang="en-US" b="1"/>
          </a:p>
        </p:txBody>
      </p:sp>
      <p:sp>
        <p:nvSpPr>
          <p:cNvPr id="4" name="TextBox 3">
            <a:extLst>
              <a:ext uri="{FF2B5EF4-FFF2-40B4-BE49-F238E27FC236}">
                <a16:creationId xmlns:a16="http://schemas.microsoft.com/office/drawing/2014/main" id="{141FC44D-5299-FB2C-DBE1-6B7558CD16FE}"/>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Tree>
    <p:extLst>
      <p:ext uri="{BB962C8B-B14F-4D97-AF65-F5344CB8AC3E}">
        <p14:creationId xmlns:p14="http://schemas.microsoft.com/office/powerpoint/2010/main" val="1644540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a:t>Structure Pointers</a:t>
            </a:r>
            <a:br>
              <a:rPr lang="en-US" b="1" i="1"/>
            </a:br>
            <a:endParaRPr lang="en-US"/>
          </a:p>
        </p:txBody>
      </p:sp>
      <p:sp>
        <p:nvSpPr>
          <p:cNvPr id="3" name="Content Placeholder 2"/>
          <p:cNvSpPr>
            <a:spLocks noGrp="1"/>
          </p:cNvSpPr>
          <p:nvPr>
            <p:ph idx="1"/>
          </p:nvPr>
        </p:nvSpPr>
        <p:spPr>
          <a:xfrm>
            <a:off x="838200" y="1157681"/>
            <a:ext cx="10515600" cy="5019282"/>
          </a:xfrm>
        </p:spPr>
        <p:txBody>
          <a:bodyPr>
            <a:normAutofit fontScale="77500" lnSpcReduction="20000"/>
          </a:bodyPr>
          <a:lstStyle/>
          <a:p>
            <a:pPr marL="0" indent="0">
              <a:buNone/>
            </a:pPr>
            <a:r>
              <a:rPr lang="en-US" b="1"/>
              <a:t>#include &lt;</a:t>
            </a:r>
            <a:r>
              <a:rPr lang="en-US" b="1" err="1"/>
              <a:t>stdio.h</a:t>
            </a:r>
            <a:r>
              <a:rPr lang="en-US" b="1"/>
              <a:t>&gt;</a:t>
            </a:r>
          </a:p>
          <a:p>
            <a:pPr marL="0" indent="0">
              <a:buNone/>
            </a:pPr>
            <a:r>
              <a:rPr lang="en-US" b="1"/>
              <a:t>		</a:t>
            </a:r>
            <a:r>
              <a:rPr lang="en-US" b="1" err="1"/>
              <a:t>struct</a:t>
            </a:r>
            <a:r>
              <a:rPr lang="en-US" b="1"/>
              <a:t> </a:t>
            </a:r>
            <a:r>
              <a:rPr lang="en-US" b="1" err="1"/>
              <a:t>time_var</a:t>
            </a:r>
            <a:r>
              <a:rPr lang="en-US" b="1"/>
              <a:t> {</a:t>
            </a:r>
          </a:p>
          <a:p>
            <a:pPr marL="0" indent="0">
              <a:buNone/>
            </a:pPr>
            <a:r>
              <a:rPr lang="en-US" b="1"/>
              <a:t>			</a:t>
            </a:r>
            <a:r>
              <a:rPr lang="en-US" b="1" err="1"/>
              <a:t>int</a:t>
            </a:r>
            <a:r>
              <a:rPr lang="en-US" b="1"/>
              <a:t> hours, minutes, seconds ;</a:t>
            </a:r>
          </a:p>
          <a:p>
            <a:pPr marL="0" indent="0">
              <a:buNone/>
            </a:pPr>
            <a:r>
              <a:rPr lang="en-US" b="1"/>
              <a:t>			} ;</a:t>
            </a:r>
          </a:p>
          <a:p>
            <a:pPr marL="0" indent="0">
              <a:buNone/>
            </a:pPr>
            <a:r>
              <a:rPr lang="en-US" b="1"/>
              <a:t>void display ( </a:t>
            </a:r>
            <a:r>
              <a:rPr lang="en-US" b="1" err="1"/>
              <a:t>const</a:t>
            </a:r>
            <a:r>
              <a:rPr lang="en-US" b="1"/>
              <a:t> </a:t>
            </a:r>
            <a:r>
              <a:rPr lang="en-US" b="1" err="1"/>
              <a:t>struct</a:t>
            </a:r>
            <a:r>
              <a:rPr lang="en-US" b="1"/>
              <a:t> </a:t>
            </a:r>
            <a:r>
              <a:rPr lang="en-US" b="1" err="1"/>
              <a:t>time_var</a:t>
            </a:r>
            <a:r>
              <a:rPr lang="en-US" b="1"/>
              <a:t> * ) ;		/* note structure pointer and </a:t>
            </a:r>
            <a:r>
              <a:rPr lang="en-US" b="1" err="1"/>
              <a:t>const</a:t>
            </a:r>
            <a:r>
              <a:rPr lang="en-US" b="1"/>
              <a:t> */</a:t>
            </a:r>
          </a:p>
          <a:p>
            <a:pPr marL="0" indent="0">
              <a:buNone/>
            </a:pPr>
            <a:r>
              <a:rPr lang="en-US" b="1"/>
              <a:t>		void main() </a:t>
            </a:r>
          </a:p>
          <a:p>
            <a:pPr marL="0" indent="0">
              <a:buNone/>
            </a:pPr>
            <a:r>
              <a:rPr lang="en-US" b="1"/>
              <a:t>		{</a:t>
            </a:r>
          </a:p>
          <a:p>
            <a:pPr marL="0" indent="0">
              <a:buNone/>
            </a:pPr>
            <a:r>
              <a:rPr lang="en-US" b="1"/>
              <a:t>		</a:t>
            </a:r>
            <a:r>
              <a:rPr lang="en-US" b="1" err="1"/>
              <a:t>struct</a:t>
            </a:r>
            <a:r>
              <a:rPr lang="en-US" b="1"/>
              <a:t> </a:t>
            </a:r>
            <a:r>
              <a:rPr lang="en-US" b="1" err="1"/>
              <a:t>time_var</a:t>
            </a:r>
            <a:r>
              <a:rPr lang="en-US" b="1"/>
              <a:t> time ;</a:t>
            </a:r>
          </a:p>
          <a:p>
            <a:pPr marL="0" indent="0">
              <a:buNone/>
            </a:pPr>
            <a:r>
              <a:rPr lang="en-US" b="1"/>
              <a:t>		</a:t>
            </a:r>
            <a:r>
              <a:rPr lang="en-US" b="1" err="1"/>
              <a:t>time.hours</a:t>
            </a:r>
            <a:r>
              <a:rPr lang="en-US" b="1"/>
              <a:t> = 12 ;</a:t>
            </a:r>
          </a:p>
          <a:p>
            <a:pPr marL="0" indent="0">
              <a:buNone/>
            </a:pPr>
            <a:r>
              <a:rPr lang="en-US" b="1"/>
              <a:t>		</a:t>
            </a:r>
            <a:r>
              <a:rPr lang="en-US" b="1" err="1"/>
              <a:t>time.minutes</a:t>
            </a:r>
            <a:r>
              <a:rPr lang="en-US" b="1"/>
              <a:t> = 0 ;</a:t>
            </a:r>
          </a:p>
          <a:p>
            <a:pPr marL="0" indent="0">
              <a:buNone/>
            </a:pPr>
            <a:r>
              <a:rPr lang="en-US" b="1"/>
              <a:t>		</a:t>
            </a:r>
            <a:r>
              <a:rPr lang="en-US" b="1" err="1"/>
              <a:t>time.seconds</a:t>
            </a:r>
            <a:r>
              <a:rPr lang="en-US" b="1"/>
              <a:t> = 0 ;</a:t>
            </a:r>
          </a:p>
          <a:p>
            <a:pPr marL="0" indent="0">
              <a:buNone/>
            </a:pPr>
            <a:r>
              <a:rPr lang="en-US" b="1"/>
              <a:t>		display( &amp;time ) ;</a:t>
            </a:r>
          </a:p>
          <a:p>
            <a:pPr marL="0" indent="0">
              <a:buNone/>
            </a:pPr>
            <a:r>
              <a:rPr lang="en-US" b="1"/>
              <a:t>		}</a:t>
            </a:r>
          </a:p>
          <a:p>
            <a:pPr marL="0" indent="0">
              <a:buNone/>
            </a:pPr>
            <a:endParaRPr lang="en-US" b="1"/>
          </a:p>
        </p:txBody>
      </p:sp>
    </p:spTree>
    <p:extLst>
      <p:ext uri="{BB962C8B-B14F-4D97-AF65-F5344CB8AC3E}">
        <p14:creationId xmlns:p14="http://schemas.microsoft.com/office/powerpoint/2010/main" val="40752862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a:t>Structure Pointers</a:t>
            </a:r>
            <a:br>
              <a:rPr lang="en-US" b="1" i="1"/>
            </a:br>
            <a:endParaRPr lang="en-US"/>
          </a:p>
        </p:txBody>
      </p:sp>
      <p:sp>
        <p:nvSpPr>
          <p:cNvPr id="3" name="Content Placeholder 2"/>
          <p:cNvSpPr>
            <a:spLocks noGrp="1"/>
          </p:cNvSpPr>
          <p:nvPr>
            <p:ph idx="1"/>
          </p:nvPr>
        </p:nvSpPr>
        <p:spPr>
          <a:xfrm>
            <a:off x="838200" y="1157681"/>
            <a:ext cx="10515600" cy="5019282"/>
          </a:xfrm>
        </p:spPr>
        <p:txBody>
          <a:bodyPr>
            <a:normAutofit/>
          </a:bodyPr>
          <a:lstStyle/>
          <a:p>
            <a:pPr marL="0" indent="0">
              <a:buNone/>
            </a:pPr>
            <a:r>
              <a:rPr lang="en-US" b="1"/>
              <a:t>void display( </a:t>
            </a:r>
            <a:r>
              <a:rPr lang="en-US" b="1" err="1"/>
              <a:t>const</a:t>
            </a:r>
            <a:r>
              <a:rPr lang="en-US" b="1"/>
              <a:t> </a:t>
            </a:r>
            <a:r>
              <a:rPr lang="en-US" b="1" err="1"/>
              <a:t>struct</a:t>
            </a:r>
            <a:r>
              <a:rPr lang="en-US" b="1"/>
              <a:t> </a:t>
            </a:r>
            <a:r>
              <a:rPr lang="en-US" b="1" err="1"/>
              <a:t>time_var</a:t>
            </a:r>
            <a:r>
              <a:rPr lang="en-US" b="1"/>
              <a:t> *t ) </a:t>
            </a:r>
          </a:p>
          <a:p>
            <a:pPr marL="0" indent="0">
              <a:buNone/>
            </a:pPr>
            <a:r>
              <a:rPr lang="en-US" b="1"/>
              <a:t>		{</a:t>
            </a:r>
          </a:p>
          <a:p>
            <a:pPr marL="0" indent="0">
              <a:buNone/>
            </a:pPr>
            <a:r>
              <a:rPr lang="en-US" b="1"/>
              <a:t>		</a:t>
            </a:r>
            <a:r>
              <a:rPr lang="en-US" b="1" err="1"/>
              <a:t>printf</a:t>
            </a:r>
            <a:r>
              <a:rPr lang="en-US" b="1"/>
              <a:t>( "%2d:%2d;%2d\n", t -&gt; hours, t -&gt; minutes, t -&gt; seconds ) ;</a:t>
            </a:r>
          </a:p>
          <a:p>
            <a:pPr marL="0" indent="0">
              <a:buNone/>
            </a:pPr>
            <a:r>
              <a:rPr lang="en-US" b="1"/>
              <a:t>		}</a:t>
            </a:r>
          </a:p>
          <a:p>
            <a:pPr marL="0" indent="0">
              <a:buNone/>
            </a:pPr>
            <a:r>
              <a:rPr lang="en-US" b="1"/>
              <a:t>	</a:t>
            </a:r>
            <a:r>
              <a:rPr lang="en-GB"/>
              <a:t>Note that even though we are not changing any values in the structure variable we still employ call by reference for speed and efficiency. </a:t>
            </a:r>
            <a:endParaRPr lang="en-US" b="1"/>
          </a:p>
        </p:txBody>
      </p:sp>
    </p:spTree>
    <p:extLst>
      <p:ext uri="{BB962C8B-B14F-4D97-AF65-F5344CB8AC3E}">
        <p14:creationId xmlns:p14="http://schemas.microsoft.com/office/powerpoint/2010/main" val="21079327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Pointers</a:t>
            </a:r>
            <a:br>
              <a:rPr lang="en-US"/>
            </a:br>
            <a:endParaRPr lang="en-US"/>
          </a:p>
        </p:txBody>
      </p:sp>
      <p:sp>
        <p:nvSpPr>
          <p:cNvPr id="3" name="Content Placeholder 2"/>
          <p:cNvSpPr>
            <a:spLocks noGrp="1"/>
          </p:cNvSpPr>
          <p:nvPr>
            <p:ph idx="1"/>
          </p:nvPr>
        </p:nvSpPr>
        <p:spPr>
          <a:xfrm>
            <a:off x="192947" y="1308683"/>
            <a:ext cx="11551639" cy="4868280"/>
          </a:xfrm>
        </p:spPr>
        <p:txBody>
          <a:bodyPr vert="horz" lIns="91440" tIns="45720" rIns="91440" bIns="45720" rtlCol="0" anchor="t">
            <a:normAutofit/>
          </a:bodyPr>
          <a:lstStyle/>
          <a:p>
            <a:pPr marL="0" indent="0">
              <a:buNone/>
            </a:pPr>
            <a:r>
              <a:rPr lang="en-US"/>
              <a:t>Pointers are without a doubt one of the most important mechanisms in C. They are the means by which we implement call by reference function calls, they are closely related to arrays and strings in C, they are fundamental to </a:t>
            </a:r>
            <a:r>
              <a:rPr lang="en-US" err="1"/>
              <a:t>utilising</a:t>
            </a:r>
            <a:r>
              <a:rPr lang="en-US"/>
              <a:t> C's dynamic memory allocation features, </a:t>
            </a:r>
          </a:p>
          <a:p>
            <a:pPr marL="0" indent="0">
              <a:buNone/>
            </a:pPr>
            <a:r>
              <a:rPr lang="en-US"/>
              <a:t>and they can lead to faster and more efficient code when used correctly.</a:t>
            </a:r>
            <a:endParaRPr lang="en-US">
              <a:cs typeface="Calibri"/>
            </a:endParaRPr>
          </a:p>
          <a:p>
            <a:pPr marL="0" indent="0">
              <a:buNone/>
            </a:pPr>
            <a:r>
              <a:rPr lang="en-US"/>
              <a:t>	A pointer is a variable that is used to store a memory address. </a:t>
            </a:r>
            <a:endParaRPr lang="en-US">
              <a:cs typeface="Calibri"/>
            </a:endParaRPr>
          </a:p>
          <a:p>
            <a:pPr marL="0" indent="0">
              <a:buNone/>
            </a:pPr>
            <a:r>
              <a:rPr lang="en-US"/>
              <a:t>Most commonly the address is the location of another variable in memory.</a:t>
            </a:r>
            <a:endParaRPr lang="en-US">
              <a:cs typeface="Calibri"/>
            </a:endParaRPr>
          </a:p>
          <a:p>
            <a:pPr marL="0" indent="0">
              <a:buNone/>
            </a:pPr>
            <a:r>
              <a:rPr lang="en-US"/>
              <a:t>	If one variable holds the address of another then it is said to point to the second variable</a:t>
            </a:r>
            <a:endParaRPr lang="en-US">
              <a:cs typeface="Calibri"/>
            </a:endParaRPr>
          </a:p>
          <a:p>
            <a:pPr marL="0" indent="0">
              <a:buNone/>
            </a:pPr>
            <a:endParaRPr lang="en-US">
              <a:cs typeface="Calibri"/>
            </a:endParaRPr>
          </a:p>
          <a:p>
            <a:pPr marL="0" indent="0">
              <a:buNone/>
            </a:pPr>
            <a:endParaRPr lang="en-US">
              <a:cs typeface="Calibri"/>
            </a:endParaRPr>
          </a:p>
          <a:p>
            <a:pPr marL="0" indent="0">
              <a:buNone/>
            </a:pPr>
            <a:endParaRPr lang="en-US">
              <a:cs typeface="Calibri"/>
            </a:endParaRPr>
          </a:p>
        </p:txBody>
      </p:sp>
    </p:spTree>
    <p:extLst>
      <p:ext uri="{BB962C8B-B14F-4D97-AF65-F5344CB8AC3E}">
        <p14:creationId xmlns:p14="http://schemas.microsoft.com/office/powerpoint/2010/main" val="1532318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Pointers</a:t>
            </a:r>
            <a:br>
              <a:rPr lang="en-US"/>
            </a:br>
            <a:endParaRPr lang="en-US"/>
          </a:p>
        </p:txBody>
      </p:sp>
      <p:pic>
        <p:nvPicPr>
          <p:cNvPr id="4" name="Content Placeholder 3"/>
          <p:cNvPicPr>
            <a:picLocks noGrp="1" noChangeAspect="1"/>
          </p:cNvPicPr>
          <p:nvPr>
            <p:ph idx="1"/>
          </p:nvPr>
        </p:nvPicPr>
        <p:blipFill>
          <a:blip r:embed="rId2"/>
          <a:stretch>
            <a:fillRect/>
          </a:stretch>
        </p:blipFill>
        <p:spPr>
          <a:xfrm>
            <a:off x="545561" y="1580750"/>
            <a:ext cx="4219575" cy="2981325"/>
          </a:xfrm>
          <a:prstGeom prst="rect">
            <a:avLst/>
          </a:prstGeom>
        </p:spPr>
      </p:pic>
      <p:sp>
        <p:nvSpPr>
          <p:cNvPr id="5" name="TextBox 4"/>
          <p:cNvSpPr txBox="1"/>
          <p:nvPr/>
        </p:nvSpPr>
        <p:spPr>
          <a:xfrm>
            <a:off x="4639112" y="1690688"/>
            <a:ext cx="7088697" cy="2031325"/>
          </a:xfrm>
          <a:prstGeom prst="rect">
            <a:avLst/>
          </a:prstGeom>
          <a:noFill/>
        </p:spPr>
        <p:txBody>
          <a:bodyPr wrap="square" rtlCol="0">
            <a:spAutoFit/>
          </a:bodyPr>
          <a:lstStyle/>
          <a:p>
            <a:r>
              <a:rPr lang="en-GB"/>
              <a:t>In the above illustration </a:t>
            </a:r>
            <a:r>
              <a:rPr lang="en-GB" i="1" err="1"/>
              <a:t>ivar</a:t>
            </a:r>
            <a:r>
              <a:rPr lang="en-GB"/>
              <a:t> is a variable of type </a:t>
            </a:r>
            <a:r>
              <a:rPr lang="en-GB" err="1"/>
              <a:t>int</a:t>
            </a:r>
            <a:r>
              <a:rPr lang="en-GB"/>
              <a:t> with a value 23 and stored at memory location 1012. </a:t>
            </a:r>
          </a:p>
          <a:p>
            <a:r>
              <a:rPr lang="en-GB" i="1" err="1"/>
              <a:t>ivar_ptr</a:t>
            </a:r>
            <a:r>
              <a:rPr lang="en-GB" i="1"/>
              <a:t> </a:t>
            </a:r>
            <a:r>
              <a:rPr lang="en-GB"/>
              <a:t>is a variable of type </a:t>
            </a:r>
            <a:r>
              <a:rPr lang="en-GB" i="1"/>
              <a:t>pointer to </a:t>
            </a:r>
            <a:r>
              <a:rPr lang="en-GB" i="1" err="1"/>
              <a:t>int</a:t>
            </a:r>
            <a:r>
              <a:rPr lang="en-GB"/>
              <a:t> which has a value of 1012 and is stored at memory location 1004. </a:t>
            </a:r>
          </a:p>
          <a:p>
            <a:r>
              <a:rPr lang="en-GB"/>
              <a:t>Thus </a:t>
            </a:r>
            <a:r>
              <a:rPr lang="en-GB" err="1"/>
              <a:t>ivar_ptr</a:t>
            </a:r>
            <a:r>
              <a:rPr lang="en-GB"/>
              <a:t> is said to point to the variable </a:t>
            </a:r>
            <a:r>
              <a:rPr lang="en-GB" err="1"/>
              <a:t>ivar</a:t>
            </a:r>
            <a:r>
              <a:rPr lang="en-GB"/>
              <a:t> and allows us to refer indirectly  to it in memory. </a:t>
            </a:r>
            <a:endParaRPr lang="en-US"/>
          </a:p>
          <a:p>
            <a:endParaRPr lang="en-US"/>
          </a:p>
        </p:txBody>
      </p:sp>
    </p:spTree>
    <p:extLst>
      <p:ext uri="{BB962C8B-B14F-4D97-AF65-F5344CB8AC3E}">
        <p14:creationId xmlns:p14="http://schemas.microsoft.com/office/powerpoint/2010/main" val="768781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hangingPunct="0"/>
            <a:r>
              <a:rPr lang="en-GB" b="1"/>
              <a:t>Pointer Variables</a:t>
            </a:r>
            <a:endParaRPr lang="en-US" b="1"/>
          </a:p>
        </p:txBody>
      </p:sp>
      <p:sp>
        <p:nvSpPr>
          <p:cNvPr id="3" name="Content Placeholder 2"/>
          <p:cNvSpPr>
            <a:spLocks noGrp="1"/>
          </p:cNvSpPr>
          <p:nvPr>
            <p:ph idx="1"/>
          </p:nvPr>
        </p:nvSpPr>
        <p:spPr>
          <a:xfrm>
            <a:off x="218114" y="1400961"/>
            <a:ext cx="11484528" cy="4776002"/>
          </a:xfrm>
        </p:spPr>
        <p:txBody>
          <a:bodyPr vert="horz" lIns="91440" tIns="45720" rIns="91440" bIns="45720" rtlCol="0" anchor="t">
            <a:normAutofit fontScale="85000" lnSpcReduction="20000"/>
          </a:bodyPr>
          <a:lstStyle/>
          <a:p>
            <a:pPr marL="0" indent="0">
              <a:buNone/>
            </a:pPr>
            <a:r>
              <a:rPr lang="en-US"/>
              <a:t>Pointers like all other variables in C must be declared as such prior to use. </a:t>
            </a:r>
          </a:p>
          <a:p>
            <a:pPr marL="0" indent="0">
              <a:buNone/>
            </a:pPr>
            <a:r>
              <a:rPr lang="en-US"/>
              <a:t>	</a:t>
            </a:r>
            <a:endParaRPr lang="en-US">
              <a:cs typeface="Calibri"/>
            </a:endParaRPr>
          </a:p>
          <a:p>
            <a:pPr marL="0" indent="0">
              <a:buNone/>
            </a:pPr>
            <a:r>
              <a:rPr lang="en-US"/>
              <a:t>	Syntax : 	type   *</a:t>
            </a:r>
            <a:r>
              <a:rPr lang="en-US" err="1"/>
              <a:t>ptr</a:t>
            </a:r>
            <a:r>
              <a:rPr lang="en-US"/>
              <a:t> ;</a:t>
            </a:r>
            <a:endParaRPr lang="en-US">
              <a:cs typeface="Calibri"/>
            </a:endParaRPr>
          </a:p>
          <a:p>
            <a:pPr marL="0" indent="0">
              <a:buNone/>
            </a:pPr>
            <a:r>
              <a:rPr lang="en-US"/>
              <a:t>	</a:t>
            </a:r>
            <a:endParaRPr lang="en-US">
              <a:cs typeface="Calibri"/>
            </a:endParaRPr>
          </a:p>
          <a:p>
            <a:pPr marL="0" indent="0">
              <a:buNone/>
            </a:pPr>
            <a:r>
              <a:rPr lang="en-US"/>
              <a:t>	which indicates that </a:t>
            </a:r>
            <a:r>
              <a:rPr lang="en-US" err="1"/>
              <a:t>ptr</a:t>
            </a:r>
            <a:r>
              <a:rPr lang="en-US"/>
              <a:t> is a pointer to a variable of type </a:t>
            </a:r>
            <a:r>
              <a:rPr lang="en-US" err="1"/>
              <a:t>type</a:t>
            </a:r>
            <a:r>
              <a:rPr lang="en-US"/>
              <a:t>. For example </a:t>
            </a:r>
            <a:endParaRPr lang="en-US">
              <a:cs typeface="Calibri"/>
            </a:endParaRPr>
          </a:p>
          <a:p>
            <a:pPr marL="0" indent="0">
              <a:buNone/>
            </a:pPr>
            <a:r>
              <a:rPr lang="en-US"/>
              <a:t>	</a:t>
            </a:r>
            <a:endParaRPr lang="en-US">
              <a:cs typeface="Calibri"/>
            </a:endParaRPr>
          </a:p>
          <a:p>
            <a:pPr marL="0" indent="0">
              <a:buNone/>
            </a:pPr>
            <a:r>
              <a:rPr lang="en-US"/>
              <a:t>			int  *</a:t>
            </a:r>
            <a:r>
              <a:rPr lang="en-US" err="1"/>
              <a:t>ptr</a:t>
            </a:r>
            <a:r>
              <a:rPr lang="en-US"/>
              <a:t> ;</a:t>
            </a:r>
            <a:endParaRPr lang="en-US">
              <a:cs typeface="Calibri"/>
            </a:endParaRPr>
          </a:p>
          <a:p>
            <a:pPr marL="0" indent="0">
              <a:buNone/>
            </a:pPr>
            <a:r>
              <a:rPr lang="en-US"/>
              <a:t>	declares a pointer </a:t>
            </a:r>
            <a:r>
              <a:rPr lang="en-US" err="1"/>
              <a:t>ptr</a:t>
            </a:r>
            <a:r>
              <a:rPr lang="en-US"/>
              <a:t> to variables of type int.</a:t>
            </a:r>
            <a:endParaRPr lang="en-US">
              <a:cs typeface="Calibri"/>
            </a:endParaRPr>
          </a:p>
          <a:p>
            <a:pPr marL="0" indent="0">
              <a:buNone/>
            </a:pPr>
            <a:r>
              <a:rPr lang="en-US"/>
              <a:t>	</a:t>
            </a:r>
            <a:endParaRPr lang="en-US">
              <a:cs typeface="Calibri"/>
            </a:endParaRPr>
          </a:p>
          <a:p>
            <a:pPr marL="0" indent="0">
              <a:buNone/>
            </a:pPr>
            <a:r>
              <a:rPr lang="en-US"/>
              <a:t>	 The type of the pointer variable </a:t>
            </a:r>
            <a:r>
              <a:rPr lang="en-US" err="1"/>
              <a:t>ptr</a:t>
            </a:r>
            <a:r>
              <a:rPr lang="en-US"/>
              <a:t> is int *. </a:t>
            </a:r>
            <a:endParaRPr lang="en-US">
              <a:cs typeface="Calibri"/>
            </a:endParaRPr>
          </a:p>
          <a:p>
            <a:pPr marL="0" indent="0">
              <a:buNone/>
            </a:pPr>
            <a:r>
              <a:rPr lang="en-US"/>
              <a:t>The declaration of a pointer variable normally sets aside just two or four bytes of storage for the pointer whatever it is defined to point to. </a:t>
            </a:r>
          </a:p>
          <a:p>
            <a:pPr marL="0" indent="0">
              <a:buNone/>
            </a:pPr>
            <a:endParaRPr lang="en-US">
              <a:cs typeface="Calibri"/>
            </a:endParaRPr>
          </a:p>
          <a:p>
            <a:pPr marL="0" indent="0">
              <a:buNone/>
            </a:pPr>
            <a:endParaRPr lang="en-US">
              <a:cs typeface="Calibri"/>
            </a:endParaRPr>
          </a:p>
          <a:p>
            <a:pPr marL="0" indent="0">
              <a:buNone/>
            </a:pPr>
            <a:endParaRPr lang="en-US">
              <a:cs typeface="Calibri"/>
            </a:endParaRPr>
          </a:p>
          <a:p>
            <a:pPr marL="0" indent="0">
              <a:buNone/>
            </a:pPr>
            <a:endParaRPr lang="en-US">
              <a:cs typeface="Calibri"/>
            </a:endParaRPr>
          </a:p>
          <a:p>
            <a:pPr marL="0" indent="0">
              <a:buNone/>
            </a:pPr>
            <a:endParaRPr lang="en-US" err="1">
              <a:cs typeface="Calibri"/>
            </a:endParaRPr>
          </a:p>
          <a:p>
            <a:pPr marL="0" indent="0">
              <a:buNone/>
            </a:pPr>
            <a:endParaRPr lang="en-US">
              <a:cs typeface="Calibri"/>
            </a:endParaRPr>
          </a:p>
          <a:p>
            <a:pPr marL="0" indent="0">
              <a:buNone/>
            </a:pPr>
            <a:endParaRPr lang="en-US">
              <a:cs typeface="Calibri"/>
            </a:endParaRPr>
          </a:p>
          <a:p>
            <a:pPr marL="0" indent="0">
              <a:buNone/>
            </a:pPr>
            <a:endParaRPr lang="en-US">
              <a:cs typeface="Calibri"/>
            </a:endParaRPr>
          </a:p>
        </p:txBody>
      </p:sp>
    </p:spTree>
    <p:extLst>
      <p:ext uri="{BB962C8B-B14F-4D97-AF65-F5344CB8AC3E}">
        <p14:creationId xmlns:p14="http://schemas.microsoft.com/office/powerpoint/2010/main" val="32807313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hangingPunct="0"/>
            <a:r>
              <a:rPr lang="en-GB" b="1"/>
              <a:t>Pointer  Operators  * and &amp;</a:t>
            </a:r>
            <a:endParaRPr lang="en-US" b="1"/>
          </a:p>
        </p:txBody>
      </p:sp>
      <p:sp>
        <p:nvSpPr>
          <p:cNvPr id="3" name="Content Placeholder 2"/>
          <p:cNvSpPr>
            <a:spLocks noGrp="1"/>
          </p:cNvSpPr>
          <p:nvPr>
            <p:ph idx="1"/>
          </p:nvPr>
        </p:nvSpPr>
        <p:spPr>
          <a:xfrm>
            <a:off x="246869" y="1472848"/>
            <a:ext cx="11135686" cy="4776002"/>
          </a:xfrm>
        </p:spPr>
        <p:txBody>
          <a:bodyPr>
            <a:normAutofit fontScale="92500" lnSpcReduction="20000"/>
          </a:bodyPr>
          <a:lstStyle/>
          <a:p>
            <a:pPr marL="0" indent="0">
              <a:buNone/>
            </a:pPr>
            <a:r>
              <a:rPr lang="en-US"/>
              <a:t>&amp; is a unary operator that returns the address of its operand which must be a variable.</a:t>
            </a:r>
          </a:p>
          <a:p>
            <a:pPr marL="0" indent="0">
              <a:buNone/>
            </a:pPr>
            <a:r>
              <a:rPr lang="en-US"/>
              <a:t>	</a:t>
            </a:r>
          </a:p>
          <a:p>
            <a:pPr marL="0" indent="0">
              <a:buNone/>
            </a:pPr>
            <a:r>
              <a:rPr lang="en-US"/>
              <a:t>	For Example :-</a:t>
            </a:r>
          </a:p>
          <a:p>
            <a:pPr marL="0" indent="0">
              <a:buNone/>
            </a:pPr>
            <a:r>
              <a:rPr lang="en-US"/>
              <a:t>			</a:t>
            </a:r>
            <a:r>
              <a:rPr lang="en-US" err="1"/>
              <a:t>int</a:t>
            </a:r>
            <a:r>
              <a:rPr lang="en-US"/>
              <a:t> *m ;</a:t>
            </a:r>
          </a:p>
          <a:p>
            <a:pPr marL="0" indent="0">
              <a:buNone/>
            </a:pPr>
            <a:r>
              <a:rPr lang="en-US"/>
              <a:t>			</a:t>
            </a:r>
            <a:r>
              <a:rPr lang="en-US" err="1"/>
              <a:t>int</a:t>
            </a:r>
            <a:r>
              <a:rPr lang="en-US"/>
              <a:t>  count = 125, </a:t>
            </a:r>
            <a:r>
              <a:rPr lang="en-US" err="1"/>
              <a:t>i</a:t>
            </a:r>
            <a:r>
              <a:rPr lang="en-US"/>
              <a:t> ;	/* m is a pointer to </a:t>
            </a:r>
            <a:r>
              <a:rPr lang="en-US" err="1"/>
              <a:t>int</a:t>
            </a:r>
            <a:r>
              <a:rPr lang="en-US"/>
              <a:t>, count, </a:t>
            </a:r>
            <a:r>
              <a:rPr lang="en-US" err="1"/>
              <a:t>i</a:t>
            </a:r>
            <a:r>
              <a:rPr lang="en-US"/>
              <a:t> are integers */</a:t>
            </a:r>
          </a:p>
          <a:p>
            <a:pPr marL="0" indent="0">
              <a:buNone/>
            </a:pPr>
            <a:r>
              <a:rPr lang="en-US"/>
              <a:t>			m = &amp;count ;</a:t>
            </a:r>
          </a:p>
          <a:p>
            <a:pPr marL="0" indent="0">
              <a:buNone/>
            </a:pPr>
            <a:r>
              <a:rPr lang="en-US"/>
              <a:t>	The address of the variable count is placed in the pointer variable m.</a:t>
            </a:r>
          </a:p>
          <a:p>
            <a:pPr marL="0" indent="0">
              <a:buNone/>
            </a:pPr>
            <a:r>
              <a:rPr lang="en-US"/>
              <a:t>	The * operator is the complement of the address operator &amp; and is normally termed the indirection operator. </a:t>
            </a:r>
          </a:p>
          <a:p>
            <a:pPr marL="0" indent="0">
              <a:buNone/>
            </a:pPr>
            <a:r>
              <a:rPr lang="en-US"/>
              <a:t>Like the &amp; operator it is a unary operator and it returns the value of the variable located at the address its operand stores.</a:t>
            </a:r>
          </a:p>
          <a:p>
            <a:pPr marL="0" indent="0">
              <a:buNone/>
            </a:pPr>
            <a:endParaRPr lang="en-US"/>
          </a:p>
        </p:txBody>
      </p:sp>
    </p:spTree>
    <p:extLst>
      <p:ext uri="{BB962C8B-B14F-4D97-AF65-F5344CB8AC3E}">
        <p14:creationId xmlns:p14="http://schemas.microsoft.com/office/powerpoint/2010/main" val="19899398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hangingPunct="0"/>
            <a:r>
              <a:rPr lang="en-GB" b="1"/>
              <a:t>Pointer  Operators  * and &amp;</a:t>
            </a:r>
            <a:endParaRPr lang="en-US" b="1"/>
          </a:p>
        </p:txBody>
      </p:sp>
      <p:sp>
        <p:nvSpPr>
          <p:cNvPr id="3" name="Content Placeholder 2"/>
          <p:cNvSpPr>
            <a:spLocks noGrp="1"/>
          </p:cNvSpPr>
          <p:nvPr>
            <p:ph idx="1"/>
          </p:nvPr>
        </p:nvSpPr>
        <p:spPr>
          <a:xfrm>
            <a:off x="218114" y="1400961"/>
            <a:ext cx="11135686" cy="4776002"/>
          </a:xfrm>
        </p:spPr>
        <p:txBody>
          <a:bodyPr>
            <a:normAutofit/>
          </a:bodyPr>
          <a:lstStyle/>
          <a:p>
            <a:pPr marL="0" indent="0">
              <a:buNone/>
            </a:pPr>
            <a:r>
              <a:rPr lang="en-US"/>
              <a:t>For Example :- 	</a:t>
            </a:r>
          </a:p>
          <a:p>
            <a:pPr marL="0" indent="0">
              <a:buNone/>
            </a:pPr>
            <a:r>
              <a:rPr lang="en-US"/>
              <a:t>			</a:t>
            </a:r>
            <a:r>
              <a:rPr lang="en-US" err="1"/>
              <a:t>i</a:t>
            </a:r>
            <a:r>
              <a:rPr lang="en-US"/>
              <a:t> = *m ;</a:t>
            </a:r>
          </a:p>
          <a:p>
            <a:pPr marL="0" indent="0">
              <a:buNone/>
            </a:pPr>
            <a:r>
              <a:rPr lang="en-US"/>
              <a:t>	assigns the value which is located at the memory location whose address is stored in m, to the integer </a:t>
            </a:r>
            <a:r>
              <a:rPr lang="en-US" err="1"/>
              <a:t>i</a:t>
            </a:r>
            <a:r>
              <a:rPr lang="en-US"/>
              <a:t>. </a:t>
            </a:r>
          </a:p>
          <a:p>
            <a:pPr marL="0" indent="0">
              <a:buNone/>
            </a:pPr>
            <a:r>
              <a:rPr lang="en-US"/>
              <a:t>So essentially in this case we have assigned the value of the variable count to the variable </a:t>
            </a:r>
            <a:r>
              <a:rPr lang="en-US" err="1"/>
              <a:t>i</a:t>
            </a:r>
            <a:r>
              <a:rPr lang="en-US"/>
              <a:t>. The final situation is illustrated below.</a:t>
            </a:r>
          </a:p>
          <a:p>
            <a:pPr marL="0" indent="0">
              <a:buNone/>
            </a:pPr>
            <a:endParaRPr lang="en-US"/>
          </a:p>
        </p:txBody>
      </p:sp>
      <p:pic>
        <p:nvPicPr>
          <p:cNvPr id="4" name="Picture 3"/>
          <p:cNvPicPr>
            <a:picLocks noChangeAspect="1"/>
          </p:cNvPicPr>
          <p:nvPr/>
        </p:nvPicPr>
        <p:blipFill>
          <a:blip r:embed="rId2"/>
          <a:stretch>
            <a:fillRect/>
          </a:stretch>
        </p:blipFill>
        <p:spPr>
          <a:xfrm>
            <a:off x="505087" y="4295118"/>
            <a:ext cx="5448300" cy="1724025"/>
          </a:xfrm>
          <a:prstGeom prst="rect">
            <a:avLst/>
          </a:prstGeom>
        </p:spPr>
      </p:pic>
    </p:spTree>
    <p:extLst>
      <p:ext uri="{BB962C8B-B14F-4D97-AF65-F5344CB8AC3E}">
        <p14:creationId xmlns:p14="http://schemas.microsoft.com/office/powerpoint/2010/main" val="2152773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2"/>
          <p:cNvSpPr>
            <a:spLocks noGrp="1" noChangeArrowheads="1"/>
          </p:cNvSpPr>
          <p:nvPr>
            <p:ph type="title"/>
          </p:nvPr>
        </p:nvSpPr>
        <p:spPr/>
        <p:txBody>
          <a:bodyPr/>
          <a:lstStyle/>
          <a:p>
            <a:pPr eaLnBrk="1" hangingPunct="1"/>
            <a:r>
              <a:rPr lang="en-US" altLang="en-US"/>
              <a:t>Accessing a Variable Through its Pointer</a:t>
            </a:r>
          </a:p>
        </p:txBody>
      </p:sp>
      <p:sp>
        <p:nvSpPr>
          <p:cNvPr id="241667" name="Rectangle 3"/>
          <p:cNvSpPr>
            <a:spLocks noGrp="1" noChangeArrowheads="1"/>
          </p:cNvSpPr>
          <p:nvPr>
            <p:ph type="body" idx="1"/>
          </p:nvPr>
        </p:nvSpPr>
        <p:spPr/>
        <p:txBody>
          <a:bodyPr/>
          <a:lstStyle/>
          <a:p>
            <a:pPr eaLnBrk="1" hangingPunct="1"/>
            <a:r>
              <a:rPr lang="en-US" altLang="en-US"/>
              <a:t>Once a pointer has been assigned the </a:t>
            </a:r>
            <a:r>
              <a:rPr lang="en-US" altLang="en-US">
                <a:solidFill>
                  <a:srgbClr val="996633"/>
                </a:solidFill>
              </a:rPr>
              <a:t>address</a:t>
            </a:r>
            <a:r>
              <a:rPr lang="en-US" altLang="en-US"/>
              <a:t> of a variable, the </a:t>
            </a:r>
            <a:r>
              <a:rPr lang="en-US" altLang="en-US">
                <a:solidFill>
                  <a:srgbClr val="996633"/>
                </a:solidFill>
              </a:rPr>
              <a:t>value</a:t>
            </a:r>
            <a:r>
              <a:rPr lang="en-US" altLang="en-US"/>
              <a:t> of the variable can be accessed using the </a:t>
            </a:r>
            <a:r>
              <a:rPr lang="en-US" altLang="en-US">
                <a:solidFill>
                  <a:srgbClr val="FF0000"/>
                </a:solidFill>
              </a:rPr>
              <a:t>indirection operator</a:t>
            </a:r>
            <a:r>
              <a:rPr lang="en-US" altLang="en-US"/>
              <a:t> (*).</a:t>
            </a:r>
          </a:p>
          <a:p>
            <a:pPr lvl="1" eaLnBrk="1" hangingPunct="1">
              <a:buFontTx/>
              <a:buNone/>
            </a:pPr>
            <a:r>
              <a:rPr lang="en-US" altLang="en-US"/>
              <a:t>    </a:t>
            </a:r>
            <a:r>
              <a:rPr lang="en-US" altLang="en-US" err="1">
                <a:solidFill>
                  <a:srgbClr val="CC0000"/>
                </a:solidFill>
              </a:rPr>
              <a:t>int</a:t>
            </a:r>
            <a:r>
              <a:rPr lang="en-US" altLang="en-US">
                <a:solidFill>
                  <a:srgbClr val="CC0000"/>
                </a:solidFill>
              </a:rPr>
              <a:t>   a, b;</a:t>
            </a:r>
          </a:p>
          <a:p>
            <a:pPr lvl="1" eaLnBrk="1" hangingPunct="1">
              <a:buFontTx/>
              <a:buNone/>
            </a:pPr>
            <a:r>
              <a:rPr lang="en-US" altLang="en-US">
                <a:solidFill>
                  <a:srgbClr val="CC0000"/>
                </a:solidFill>
              </a:rPr>
              <a:t>    </a:t>
            </a:r>
            <a:r>
              <a:rPr lang="en-US" altLang="en-US" err="1">
                <a:solidFill>
                  <a:srgbClr val="CC0000"/>
                </a:solidFill>
              </a:rPr>
              <a:t>int</a:t>
            </a:r>
            <a:r>
              <a:rPr lang="en-US" altLang="en-US">
                <a:solidFill>
                  <a:srgbClr val="CC0000"/>
                </a:solidFill>
              </a:rPr>
              <a:t>   *p;</a:t>
            </a:r>
          </a:p>
          <a:p>
            <a:pPr lvl="1" eaLnBrk="1" hangingPunct="1">
              <a:buFontTx/>
              <a:buNone/>
            </a:pPr>
            <a:r>
              <a:rPr lang="en-US" altLang="en-US">
                <a:solidFill>
                  <a:srgbClr val="CC0000"/>
                </a:solidFill>
              </a:rPr>
              <a:t>    :</a:t>
            </a:r>
          </a:p>
          <a:p>
            <a:pPr lvl="1" eaLnBrk="1" hangingPunct="1">
              <a:buFontTx/>
              <a:buNone/>
            </a:pPr>
            <a:r>
              <a:rPr lang="en-US" altLang="en-US">
                <a:solidFill>
                  <a:srgbClr val="CC0000"/>
                </a:solidFill>
              </a:rPr>
              <a:t>    p = &amp;a;</a:t>
            </a:r>
          </a:p>
          <a:p>
            <a:pPr lvl="1" eaLnBrk="1" hangingPunct="1">
              <a:buFontTx/>
              <a:buNone/>
            </a:pPr>
            <a:r>
              <a:rPr lang="en-US" altLang="en-US">
                <a:solidFill>
                  <a:srgbClr val="CC0000"/>
                </a:solidFill>
              </a:rPr>
              <a:t>    b = *p;</a:t>
            </a:r>
          </a:p>
        </p:txBody>
      </p:sp>
      <p:sp>
        <p:nvSpPr>
          <p:cNvPr id="241668" name="AutoShape 4"/>
          <p:cNvSpPr>
            <a:spLocks noChangeArrowheads="1"/>
          </p:cNvSpPr>
          <p:nvPr/>
        </p:nvSpPr>
        <p:spPr bwMode="auto">
          <a:xfrm>
            <a:off x="4953000" y="3505200"/>
            <a:ext cx="2590800" cy="762000"/>
          </a:xfrm>
          <a:prstGeom prst="rightArrow">
            <a:avLst>
              <a:gd name="adj1" fmla="val 50000"/>
              <a:gd name="adj2" fmla="val 85000"/>
            </a:avLst>
          </a:prstGeom>
          <a:solidFill>
            <a:srgbClr val="CCFFFF"/>
          </a:solidFill>
          <a:ln w="3810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000">
                <a:solidFill>
                  <a:srgbClr val="FF0000"/>
                </a:solidFill>
              </a:rPr>
              <a:t>Equivalent to</a:t>
            </a:r>
          </a:p>
        </p:txBody>
      </p:sp>
      <p:sp>
        <p:nvSpPr>
          <p:cNvPr id="241669" name="Text Box 5"/>
          <p:cNvSpPr txBox="1">
            <a:spLocks noChangeArrowheads="1"/>
          </p:cNvSpPr>
          <p:nvPr/>
        </p:nvSpPr>
        <p:spPr bwMode="auto">
          <a:xfrm>
            <a:off x="7620000" y="3657601"/>
            <a:ext cx="1981200" cy="5191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810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en-US">
                <a:solidFill>
                  <a:srgbClr val="CC0000"/>
                </a:solidFill>
              </a:rPr>
              <a:t>b = a</a:t>
            </a:r>
          </a:p>
        </p:txBody>
      </p:sp>
    </p:spTree>
    <p:extLst>
      <p:ext uri="{BB962C8B-B14F-4D97-AF65-F5344CB8AC3E}">
        <p14:creationId xmlns:p14="http://schemas.microsoft.com/office/powerpoint/2010/main" val="21070088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41667">
                                            <p:txEl>
                                              <p:pRg st="1" end="1"/>
                                            </p:txEl>
                                          </p:spTgt>
                                        </p:tgtEl>
                                        <p:attrNameLst>
                                          <p:attrName>style.visibility</p:attrName>
                                        </p:attrNameLst>
                                      </p:cBhvr>
                                      <p:to>
                                        <p:strVal val="visible"/>
                                      </p:to>
                                    </p:set>
                                    <p:animEffect transition="in" filter="checkerboard(across)">
                                      <p:cBhvr>
                                        <p:cTn id="7" dur="500"/>
                                        <p:tgtEl>
                                          <p:spTgt spid="241667">
                                            <p:txEl>
                                              <p:pRg st="1" end="1"/>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241667">
                                            <p:txEl>
                                              <p:pRg st="2" end="2"/>
                                            </p:txEl>
                                          </p:spTgt>
                                        </p:tgtEl>
                                        <p:attrNameLst>
                                          <p:attrName>style.visibility</p:attrName>
                                        </p:attrNameLst>
                                      </p:cBhvr>
                                      <p:to>
                                        <p:strVal val="visible"/>
                                      </p:to>
                                    </p:set>
                                    <p:animEffect transition="in" filter="checkerboard(across)">
                                      <p:cBhvr>
                                        <p:cTn id="10" dur="500"/>
                                        <p:tgtEl>
                                          <p:spTgt spid="241667">
                                            <p:txEl>
                                              <p:pRg st="2" end="2"/>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241667">
                                            <p:txEl>
                                              <p:pRg st="3" end="3"/>
                                            </p:txEl>
                                          </p:spTgt>
                                        </p:tgtEl>
                                        <p:attrNameLst>
                                          <p:attrName>style.visibility</p:attrName>
                                        </p:attrNameLst>
                                      </p:cBhvr>
                                      <p:to>
                                        <p:strVal val="visible"/>
                                      </p:to>
                                    </p:set>
                                    <p:animEffect transition="in" filter="checkerboard(across)">
                                      <p:cBhvr>
                                        <p:cTn id="13" dur="500"/>
                                        <p:tgtEl>
                                          <p:spTgt spid="241667">
                                            <p:txEl>
                                              <p:pRg st="3" end="3"/>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241667">
                                            <p:txEl>
                                              <p:pRg st="4" end="4"/>
                                            </p:txEl>
                                          </p:spTgt>
                                        </p:tgtEl>
                                        <p:attrNameLst>
                                          <p:attrName>style.visibility</p:attrName>
                                        </p:attrNameLst>
                                      </p:cBhvr>
                                      <p:to>
                                        <p:strVal val="visible"/>
                                      </p:to>
                                    </p:set>
                                    <p:animEffect transition="in" filter="checkerboard(across)">
                                      <p:cBhvr>
                                        <p:cTn id="16" dur="500"/>
                                        <p:tgtEl>
                                          <p:spTgt spid="241667">
                                            <p:txEl>
                                              <p:pRg st="4" end="4"/>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241667">
                                            <p:txEl>
                                              <p:pRg st="5" end="5"/>
                                            </p:txEl>
                                          </p:spTgt>
                                        </p:tgtEl>
                                        <p:attrNameLst>
                                          <p:attrName>style.visibility</p:attrName>
                                        </p:attrNameLst>
                                      </p:cBhvr>
                                      <p:to>
                                        <p:strVal val="visible"/>
                                      </p:to>
                                    </p:set>
                                    <p:animEffect transition="in" filter="checkerboard(across)">
                                      <p:cBhvr>
                                        <p:cTn id="19" dur="500"/>
                                        <p:tgtEl>
                                          <p:spTgt spid="241667">
                                            <p:txEl>
                                              <p:pRg st="5" end="5"/>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241668"/>
                                        </p:tgtEl>
                                        <p:attrNameLst>
                                          <p:attrName>style.visibility</p:attrName>
                                        </p:attrNameLst>
                                      </p:cBhvr>
                                      <p:to>
                                        <p:strVal val="visible"/>
                                      </p:to>
                                    </p:set>
                                    <p:animEffect transition="in" filter="checkerboard(across)">
                                      <p:cBhvr>
                                        <p:cTn id="24" dur="500"/>
                                        <p:tgtEl>
                                          <p:spTgt spid="24166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41669"/>
                                        </p:tgtEl>
                                        <p:attrNameLst>
                                          <p:attrName>style.visibility</p:attrName>
                                        </p:attrNameLst>
                                      </p:cBhvr>
                                      <p:to>
                                        <p:strVal val="visible"/>
                                      </p:to>
                                    </p:set>
                                    <p:anim calcmode="lin" valueType="num">
                                      <p:cBhvr additive="base">
                                        <p:cTn id="29" dur="500" fill="hold"/>
                                        <p:tgtEl>
                                          <p:spTgt spid="241669"/>
                                        </p:tgtEl>
                                        <p:attrNameLst>
                                          <p:attrName>ppt_x</p:attrName>
                                        </p:attrNameLst>
                                      </p:cBhvr>
                                      <p:tavLst>
                                        <p:tav tm="0">
                                          <p:val>
                                            <p:strVal val="#ppt_x"/>
                                          </p:val>
                                        </p:tav>
                                        <p:tav tm="100000">
                                          <p:val>
                                            <p:strVal val="#ppt_x"/>
                                          </p:val>
                                        </p:tav>
                                      </p:tavLst>
                                    </p:anim>
                                    <p:anim calcmode="lin" valueType="num">
                                      <p:cBhvr additive="base">
                                        <p:cTn id="30" dur="500" fill="hold"/>
                                        <p:tgtEl>
                                          <p:spTgt spid="2416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68" grpId="0" animBg="1"/>
      <p:bldP spid="24166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Rectangle 2"/>
          <p:cNvSpPr>
            <a:spLocks noGrp="1" noChangeArrowheads="1"/>
          </p:cNvSpPr>
          <p:nvPr>
            <p:ph type="title"/>
          </p:nvPr>
        </p:nvSpPr>
        <p:spPr/>
        <p:txBody>
          <a:bodyPr/>
          <a:lstStyle/>
          <a:p>
            <a:pPr eaLnBrk="1" hangingPunct="1"/>
            <a:r>
              <a:rPr lang="en-US" altLang="en-US"/>
              <a:t>Example 1</a:t>
            </a:r>
          </a:p>
        </p:txBody>
      </p:sp>
      <p:sp>
        <p:nvSpPr>
          <p:cNvPr id="17414" name="Text Box 3"/>
          <p:cNvSpPr txBox="1">
            <a:spLocks noChangeArrowheads="1"/>
          </p:cNvSpPr>
          <p:nvPr/>
        </p:nvSpPr>
        <p:spPr bwMode="auto">
          <a:xfrm>
            <a:off x="2362200" y="1371601"/>
            <a:ext cx="4495800" cy="4092575"/>
          </a:xfrm>
          <a:prstGeom prst="rect">
            <a:avLst/>
          </a:prstGeom>
          <a:solidFill>
            <a:srgbClr val="CCFFFF"/>
          </a:solidFill>
          <a:ln w="38100">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solidFill>
                  <a:srgbClr val="008000"/>
                </a:solidFill>
              </a:rPr>
              <a:t>#include  &lt;</a:t>
            </a:r>
            <a:r>
              <a:rPr lang="en-US" altLang="en-US" sz="2000" err="1">
                <a:solidFill>
                  <a:srgbClr val="008000"/>
                </a:solidFill>
              </a:rPr>
              <a:t>stdio.h</a:t>
            </a:r>
            <a:r>
              <a:rPr lang="en-US" altLang="en-US" sz="2000">
                <a:solidFill>
                  <a:srgbClr val="008000"/>
                </a:solidFill>
              </a:rPr>
              <a:t>&gt;</a:t>
            </a:r>
          </a:p>
          <a:p>
            <a:pPr eaLnBrk="1" hangingPunct="1">
              <a:spcBef>
                <a:spcPct val="0"/>
              </a:spcBef>
              <a:buFontTx/>
              <a:buNone/>
            </a:pPr>
            <a:r>
              <a:rPr lang="en-US" altLang="en-US" sz="2000">
                <a:solidFill>
                  <a:srgbClr val="008000"/>
                </a:solidFill>
              </a:rPr>
              <a:t>main()</a:t>
            </a:r>
          </a:p>
          <a:p>
            <a:pPr eaLnBrk="1" hangingPunct="1">
              <a:spcBef>
                <a:spcPct val="0"/>
              </a:spcBef>
              <a:buFontTx/>
              <a:buNone/>
            </a:pPr>
            <a:r>
              <a:rPr lang="en-US" altLang="en-US" sz="2000">
                <a:solidFill>
                  <a:srgbClr val="008000"/>
                </a:solidFill>
              </a:rPr>
              <a:t>{</a:t>
            </a:r>
          </a:p>
          <a:p>
            <a:pPr eaLnBrk="1" hangingPunct="1">
              <a:spcBef>
                <a:spcPct val="0"/>
              </a:spcBef>
              <a:buFontTx/>
              <a:buNone/>
            </a:pPr>
            <a:r>
              <a:rPr lang="en-US" altLang="en-US" sz="2000">
                <a:solidFill>
                  <a:srgbClr val="008000"/>
                </a:solidFill>
              </a:rPr>
              <a:t>    </a:t>
            </a:r>
            <a:r>
              <a:rPr lang="en-US" altLang="en-US" sz="2000" err="1">
                <a:solidFill>
                  <a:srgbClr val="008000"/>
                </a:solidFill>
              </a:rPr>
              <a:t>int</a:t>
            </a:r>
            <a:r>
              <a:rPr lang="en-US" altLang="en-US" sz="2000">
                <a:solidFill>
                  <a:srgbClr val="008000"/>
                </a:solidFill>
              </a:rPr>
              <a:t>   a, b;</a:t>
            </a:r>
          </a:p>
          <a:p>
            <a:pPr eaLnBrk="1" hangingPunct="1">
              <a:spcBef>
                <a:spcPct val="0"/>
              </a:spcBef>
              <a:buFontTx/>
              <a:buNone/>
            </a:pPr>
            <a:r>
              <a:rPr lang="en-US" altLang="en-US" sz="2000">
                <a:solidFill>
                  <a:srgbClr val="008000"/>
                </a:solidFill>
              </a:rPr>
              <a:t>    </a:t>
            </a:r>
            <a:r>
              <a:rPr lang="en-US" altLang="en-US" sz="2000" err="1">
                <a:solidFill>
                  <a:srgbClr val="008000"/>
                </a:solidFill>
              </a:rPr>
              <a:t>int</a:t>
            </a:r>
            <a:r>
              <a:rPr lang="en-US" altLang="en-US" sz="2000">
                <a:solidFill>
                  <a:srgbClr val="008000"/>
                </a:solidFill>
              </a:rPr>
              <a:t>   c = 5;</a:t>
            </a:r>
          </a:p>
          <a:p>
            <a:pPr eaLnBrk="1" hangingPunct="1">
              <a:spcBef>
                <a:spcPct val="0"/>
              </a:spcBef>
              <a:buFontTx/>
              <a:buNone/>
            </a:pPr>
            <a:r>
              <a:rPr lang="en-US" altLang="en-US" sz="2000">
                <a:solidFill>
                  <a:srgbClr val="008000"/>
                </a:solidFill>
              </a:rPr>
              <a:t>    </a:t>
            </a:r>
            <a:r>
              <a:rPr lang="en-US" altLang="en-US" sz="2000" err="1">
                <a:solidFill>
                  <a:srgbClr val="008000"/>
                </a:solidFill>
              </a:rPr>
              <a:t>int</a:t>
            </a:r>
            <a:r>
              <a:rPr lang="en-US" altLang="en-US" sz="2000">
                <a:solidFill>
                  <a:srgbClr val="008000"/>
                </a:solidFill>
              </a:rPr>
              <a:t>   *p;</a:t>
            </a:r>
          </a:p>
          <a:p>
            <a:pPr eaLnBrk="1" hangingPunct="1">
              <a:spcBef>
                <a:spcPct val="0"/>
              </a:spcBef>
              <a:buFontTx/>
              <a:buNone/>
            </a:pPr>
            <a:endParaRPr lang="en-US" altLang="en-US" sz="2000">
              <a:solidFill>
                <a:srgbClr val="008000"/>
              </a:solidFill>
            </a:endParaRPr>
          </a:p>
          <a:p>
            <a:pPr eaLnBrk="1" hangingPunct="1">
              <a:spcBef>
                <a:spcPct val="0"/>
              </a:spcBef>
              <a:buFontTx/>
              <a:buNone/>
            </a:pPr>
            <a:r>
              <a:rPr lang="en-US" altLang="en-US" sz="2000">
                <a:solidFill>
                  <a:srgbClr val="008000"/>
                </a:solidFill>
              </a:rPr>
              <a:t>    a  =  4  *  (c  +  5) ;</a:t>
            </a:r>
          </a:p>
          <a:p>
            <a:pPr eaLnBrk="1" hangingPunct="1">
              <a:spcBef>
                <a:spcPct val="0"/>
              </a:spcBef>
              <a:buFontTx/>
              <a:buNone/>
            </a:pPr>
            <a:endParaRPr lang="en-US" altLang="en-US" sz="2000">
              <a:solidFill>
                <a:srgbClr val="008000"/>
              </a:solidFill>
            </a:endParaRPr>
          </a:p>
          <a:p>
            <a:pPr eaLnBrk="1" hangingPunct="1">
              <a:spcBef>
                <a:spcPct val="0"/>
              </a:spcBef>
              <a:buFontTx/>
              <a:buNone/>
            </a:pPr>
            <a:r>
              <a:rPr lang="en-US" altLang="en-US" sz="2000">
                <a:solidFill>
                  <a:srgbClr val="008000"/>
                </a:solidFill>
              </a:rPr>
              <a:t>    p  =  &amp;c;</a:t>
            </a:r>
          </a:p>
          <a:p>
            <a:pPr eaLnBrk="1" hangingPunct="1">
              <a:spcBef>
                <a:spcPct val="0"/>
              </a:spcBef>
              <a:buFontTx/>
              <a:buNone/>
            </a:pPr>
            <a:r>
              <a:rPr lang="en-US" altLang="en-US" sz="2000">
                <a:solidFill>
                  <a:srgbClr val="008000"/>
                </a:solidFill>
              </a:rPr>
              <a:t>    b  =  4  *  (*p  +  5) ; </a:t>
            </a:r>
          </a:p>
          <a:p>
            <a:pPr eaLnBrk="1" hangingPunct="1">
              <a:spcBef>
                <a:spcPct val="0"/>
              </a:spcBef>
              <a:buFontTx/>
              <a:buNone/>
            </a:pPr>
            <a:r>
              <a:rPr lang="en-US" altLang="en-US" sz="2000">
                <a:solidFill>
                  <a:srgbClr val="008000"/>
                </a:solidFill>
              </a:rPr>
              <a:t>    </a:t>
            </a:r>
            <a:r>
              <a:rPr lang="en-US" altLang="en-US" sz="2000" err="1">
                <a:solidFill>
                  <a:srgbClr val="008000"/>
                </a:solidFill>
              </a:rPr>
              <a:t>printf</a:t>
            </a:r>
            <a:r>
              <a:rPr lang="en-US" altLang="en-US" sz="2000">
                <a:solidFill>
                  <a:srgbClr val="008000"/>
                </a:solidFill>
              </a:rPr>
              <a:t>  (“a=%d  b=%d \n”,  a, b) ;</a:t>
            </a:r>
          </a:p>
          <a:p>
            <a:pPr eaLnBrk="1" hangingPunct="1">
              <a:spcBef>
                <a:spcPct val="0"/>
              </a:spcBef>
              <a:buFontTx/>
              <a:buNone/>
            </a:pPr>
            <a:r>
              <a:rPr lang="en-US" altLang="en-US" sz="2000">
                <a:solidFill>
                  <a:srgbClr val="008000"/>
                </a:solidFill>
              </a:rPr>
              <a:t>}</a:t>
            </a:r>
          </a:p>
        </p:txBody>
      </p:sp>
      <p:grpSp>
        <p:nvGrpSpPr>
          <p:cNvPr id="242695" name="Group 7"/>
          <p:cNvGrpSpPr>
            <a:grpSpLocks/>
          </p:cNvGrpSpPr>
          <p:nvPr/>
        </p:nvGrpSpPr>
        <p:grpSpPr bwMode="auto">
          <a:xfrm>
            <a:off x="5029200" y="2667000"/>
            <a:ext cx="5029200" cy="1828800"/>
            <a:chOff x="2208" y="1680"/>
            <a:chExt cx="3168" cy="1152"/>
          </a:xfrm>
        </p:grpSpPr>
        <p:sp>
          <p:nvSpPr>
            <p:cNvPr id="17416" name="Text Box 4"/>
            <p:cNvSpPr txBox="1">
              <a:spLocks noChangeArrowheads="1"/>
            </p:cNvSpPr>
            <p:nvPr/>
          </p:nvSpPr>
          <p:spPr bwMode="auto">
            <a:xfrm>
              <a:off x="4032" y="1680"/>
              <a:ext cx="1344" cy="28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810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en-US" sz="2400">
                  <a:solidFill>
                    <a:srgbClr val="FF0000"/>
                  </a:solidFill>
                </a:rPr>
                <a:t>Equivalent</a:t>
              </a:r>
            </a:p>
          </p:txBody>
        </p:sp>
        <p:sp>
          <p:nvSpPr>
            <p:cNvPr id="17417" name="Line 5"/>
            <p:cNvSpPr>
              <a:spLocks noChangeShapeType="1"/>
            </p:cNvSpPr>
            <p:nvPr/>
          </p:nvSpPr>
          <p:spPr bwMode="auto">
            <a:xfrm flipH="1">
              <a:off x="2208" y="1824"/>
              <a:ext cx="1920" cy="480"/>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18" name="Line 6"/>
            <p:cNvSpPr>
              <a:spLocks noChangeShapeType="1"/>
            </p:cNvSpPr>
            <p:nvPr/>
          </p:nvSpPr>
          <p:spPr bwMode="auto">
            <a:xfrm flipH="1">
              <a:off x="2208" y="1920"/>
              <a:ext cx="1968" cy="912"/>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26250190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42695"/>
                                        </p:tgtEl>
                                        <p:attrNameLst>
                                          <p:attrName>style.visibility</p:attrName>
                                        </p:attrNameLst>
                                      </p:cBhvr>
                                      <p:to>
                                        <p:strVal val="visible"/>
                                      </p:to>
                                    </p:set>
                                    <p:anim calcmode="lin" valueType="num">
                                      <p:cBhvr additive="base">
                                        <p:cTn id="7" dur="500" fill="hold"/>
                                        <p:tgtEl>
                                          <p:spTgt spid="242695"/>
                                        </p:tgtEl>
                                        <p:attrNameLst>
                                          <p:attrName>ppt_x</p:attrName>
                                        </p:attrNameLst>
                                      </p:cBhvr>
                                      <p:tavLst>
                                        <p:tav tm="0">
                                          <p:val>
                                            <p:strVal val="#ppt_x"/>
                                          </p:val>
                                        </p:tav>
                                        <p:tav tm="100000">
                                          <p:val>
                                            <p:strVal val="#ppt_x"/>
                                          </p:val>
                                        </p:tav>
                                      </p:tavLst>
                                    </p:anim>
                                    <p:anim calcmode="lin" valueType="num">
                                      <p:cBhvr additive="base">
                                        <p:cTn id="8" dur="500" fill="hold"/>
                                        <p:tgtEl>
                                          <p:spTgt spid="2426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Rectangle 2"/>
          <p:cNvSpPr>
            <a:spLocks noGrp="1" noChangeArrowheads="1"/>
          </p:cNvSpPr>
          <p:nvPr>
            <p:ph type="title"/>
          </p:nvPr>
        </p:nvSpPr>
        <p:spPr>
          <a:xfrm>
            <a:off x="2209800" y="304800"/>
            <a:ext cx="7772400" cy="457200"/>
          </a:xfrm>
        </p:spPr>
        <p:txBody>
          <a:bodyPr>
            <a:normAutofit fontScale="90000"/>
          </a:bodyPr>
          <a:lstStyle/>
          <a:p>
            <a:pPr eaLnBrk="1" hangingPunct="1"/>
            <a:r>
              <a:rPr lang="en-US" altLang="en-US" sz="2800"/>
              <a:t>Example 2</a:t>
            </a:r>
          </a:p>
        </p:txBody>
      </p:sp>
      <p:sp>
        <p:nvSpPr>
          <p:cNvPr id="18438" name="Text Box 3"/>
          <p:cNvSpPr txBox="1">
            <a:spLocks noChangeArrowheads="1"/>
          </p:cNvSpPr>
          <p:nvPr/>
        </p:nvSpPr>
        <p:spPr bwMode="auto">
          <a:xfrm>
            <a:off x="2362200" y="838200"/>
            <a:ext cx="7189788" cy="5348288"/>
          </a:xfrm>
          <a:prstGeom prst="rect">
            <a:avLst/>
          </a:prstGeom>
          <a:solidFill>
            <a:srgbClr val="CCFFFF"/>
          </a:solidFill>
          <a:ln w="38100">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solidFill>
                  <a:srgbClr val="008000"/>
                </a:solidFill>
              </a:rPr>
              <a:t>#include  &lt;stdio.h&gt;</a:t>
            </a:r>
          </a:p>
          <a:p>
            <a:pPr eaLnBrk="1" hangingPunct="1">
              <a:spcBef>
                <a:spcPct val="0"/>
              </a:spcBef>
              <a:buFontTx/>
              <a:buNone/>
            </a:pPr>
            <a:r>
              <a:rPr lang="en-US" altLang="en-US" sz="1800">
                <a:solidFill>
                  <a:srgbClr val="008000"/>
                </a:solidFill>
              </a:rPr>
              <a:t>main()</a:t>
            </a:r>
          </a:p>
          <a:p>
            <a:pPr eaLnBrk="1" hangingPunct="1">
              <a:spcBef>
                <a:spcPct val="0"/>
              </a:spcBef>
              <a:buFontTx/>
              <a:buNone/>
            </a:pPr>
            <a:r>
              <a:rPr lang="en-US" altLang="en-US" sz="1800">
                <a:solidFill>
                  <a:srgbClr val="008000"/>
                </a:solidFill>
              </a:rPr>
              <a:t>{</a:t>
            </a:r>
          </a:p>
          <a:p>
            <a:pPr eaLnBrk="1" hangingPunct="1">
              <a:spcBef>
                <a:spcPct val="0"/>
              </a:spcBef>
              <a:buFontTx/>
              <a:buNone/>
            </a:pPr>
            <a:r>
              <a:rPr lang="en-US" altLang="en-US" sz="1800">
                <a:solidFill>
                  <a:srgbClr val="008000"/>
                </a:solidFill>
              </a:rPr>
              <a:t>    int  x, y;</a:t>
            </a:r>
          </a:p>
          <a:p>
            <a:pPr eaLnBrk="1" hangingPunct="1">
              <a:spcBef>
                <a:spcPct val="0"/>
              </a:spcBef>
              <a:buFontTx/>
              <a:buNone/>
            </a:pPr>
            <a:r>
              <a:rPr lang="en-US" altLang="en-US" sz="1800">
                <a:solidFill>
                  <a:srgbClr val="008000"/>
                </a:solidFill>
              </a:rPr>
              <a:t>    int  *ptr;</a:t>
            </a:r>
          </a:p>
          <a:p>
            <a:pPr eaLnBrk="1" hangingPunct="1">
              <a:spcBef>
                <a:spcPct val="0"/>
              </a:spcBef>
              <a:buFontTx/>
              <a:buNone/>
            </a:pPr>
            <a:r>
              <a:rPr lang="en-US" altLang="en-US" sz="1800">
                <a:solidFill>
                  <a:srgbClr val="008000"/>
                </a:solidFill>
              </a:rPr>
              <a:t>    </a:t>
            </a:r>
          </a:p>
          <a:p>
            <a:pPr eaLnBrk="1" hangingPunct="1">
              <a:spcBef>
                <a:spcPct val="0"/>
              </a:spcBef>
              <a:buFontTx/>
              <a:buNone/>
            </a:pPr>
            <a:r>
              <a:rPr lang="en-US" altLang="en-US" sz="1800">
                <a:solidFill>
                  <a:srgbClr val="008000"/>
                </a:solidFill>
              </a:rPr>
              <a:t>    x = 10 ;</a:t>
            </a:r>
          </a:p>
          <a:p>
            <a:pPr eaLnBrk="1" hangingPunct="1">
              <a:spcBef>
                <a:spcPct val="0"/>
              </a:spcBef>
              <a:buFontTx/>
              <a:buNone/>
            </a:pPr>
            <a:r>
              <a:rPr lang="en-US" altLang="en-US" sz="1800">
                <a:solidFill>
                  <a:srgbClr val="008000"/>
                </a:solidFill>
              </a:rPr>
              <a:t>    ptr = &amp;x ;</a:t>
            </a:r>
          </a:p>
          <a:p>
            <a:pPr eaLnBrk="1" hangingPunct="1">
              <a:spcBef>
                <a:spcPct val="0"/>
              </a:spcBef>
              <a:buFontTx/>
              <a:buNone/>
            </a:pPr>
            <a:r>
              <a:rPr lang="en-US" altLang="en-US" sz="1800">
                <a:solidFill>
                  <a:srgbClr val="008000"/>
                </a:solidFill>
              </a:rPr>
              <a:t>    y = *ptr ;</a:t>
            </a:r>
          </a:p>
          <a:p>
            <a:pPr eaLnBrk="1" hangingPunct="1">
              <a:spcBef>
                <a:spcPct val="0"/>
              </a:spcBef>
              <a:buFontTx/>
              <a:buNone/>
            </a:pPr>
            <a:r>
              <a:rPr lang="en-US" altLang="en-US" sz="1800">
                <a:solidFill>
                  <a:srgbClr val="008000"/>
                </a:solidFill>
              </a:rPr>
              <a:t>    printf  (“%d is stored in location %u \n”,  x,  &amp;x) ;</a:t>
            </a:r>
          </a:p>
          <a:p>
            <a:pPr eaLnBrk="1" hangingPunct="1">
              <a:spcBef>
                <a:spcPct val="0"/>
              </a:spcBef>
              <a:buFontTx/>
              <a:buNone/>
            </a:pPr>
            <a:r>
              <a:rPr lang="en-US" altLang="en-US" sz="1800">
                <a:solidFill>
                  <a:srgbClr val="008000"/>
                </a:solidFill>
              </a:rPr>
              <a:t>    printf  (“%d is stored in location %u \n”,  *&amp;x,  &amp;x) ;</a:t>
            </a:r>
          </a:p>
          <a:p>
            <a:pPr eaLnBrk="1" hangingPunct="1">
              <a:spcBef>
                <a:spcPct val="0"/>
              </a:spcBef>
              <a:buFontTx/>
              <a:buNone/>
            </a:pPr>
            <a:r>
              <a:rPr lang="en-US" altLang="en-US" sz="1800">
                <a:solidFill>
                  <a:srgbClr val="008000"/>
                </a:solidFill>
              </a:rPr>
              <a:t>    printf  (“%d is stored in location %u \n”,  *ptr,  ptr) ;</a:t>
            </a:r>
          </a:p>
          <a:p>
            <a:pPr eaLnBrk="1" hangingPunct="1">
              <a:spcBef>
                <a:spcPct val="0"/>
              </a:spcBef>
              <a:buFontTx/>
              <a:buNone/>
            </a:pPr>
            <a:r>
              <a:rPr lang="en-US" altLang="en-US" sz="1800">
                <a:solidFill>
                  <a:srgbClr val="008000"/>
                </a:solidFill>
              </a:rPr>
              <a:t>    printf  (“%d is stored in location %u \n”,  y,  &amp;*ptr) ;</a:t>
            </a:r>
          </a:p>
          <a:p>
            <a:pPr eaLnBrk="1" hangingPunct="1">
              <a:spcBef>
                <a:spcPct val="0"/>
              </a:spcBef>
              <a:buFontTx/>
              <a:buNone/>
            </a:pPr>
            <a:r>
              <a:rPr lang="en-US" altLang="en-US" sz="1800">
                <a:solidFill>
                  <a:srgbClr val="008000"/>
                </a:solidFill>
              </a:rPr>
              <a:t>    printf  (“%u is stored in location %u \n”,  ptr, &amp;ptr) ;</a:t>
            </a:r>
          </a:p>
          <a:p>
            <a:pPr eaLnBrk="1" hangingPunct="1">
              <a:spcBef>
                <a:spcPct val="0"/>
              </a:spcBef>
              <a:buFontTx/>
              <a:buNone/>
            </a:pPr>
            <a:r>
              <a:rPr lang="en-US" altLang="en-US" sz="1800">
                <a:solidFill>
                  <a:srgbClr val="008000"/>
                </a:solidFill>
              </a:rPr>
              <a:t>    printf  (“%d is stored in location %u \n”,  y,  &amp;y) ;</a:t>
            </a:r>
          </a:p>
          <a:p>
            <a:pPr eaLnBrk="1" hangingPunct="1">
              <a:spcBef>
                <a:spcPct val="0"/>
              </a:spcBef>
              <a:buFontTx/>
              <a:buNone/>
            </a:pPr>
            <a:r>
              <a:rPr lang="en-US" altLang="en-US" sz="1800">
                <a:solidFill>
                  <a:srgbClr val="008000"/>
                </a:solidFill>
              </a:rPr>
              <a:t>    </a:t>
            </a:r>
          </a:p>
          <a:p>
            <a:pPr eaLnBrk="1" hangingPunct="1">
              <a:spcBef>
                <a:spcPct val="0"/>
              </a:spcBef>
              <a:buFontTx/>
              <a:buNone/>
            </a:pPr>
            <a:r>
              <a:rPr lang="en-US" altLang="en-US" sz="1800">
                <a:solidFill>
                  <a:srgbClr val="008000"/>
                </a:solidFill>
              </a:rPr>
              <a:t>   *ptr = 25;</a:t>
            </a:r>
          </a:p>
          <a:p>
            <a:pPr eaLnBrk="1" hangingPunct="1">
              <a:spcBef>
                <a:spcPct val="0"/>
              </a:spcBef>
              <a:buFontTx/>
              <a:buNone/>
            </a:pPr>
            <a:r>
              <a:rPr lang="en-US" altLang="en-US" sz="1800">
                <a:solidFill>
                  <a:srgbClr val="008000"/>
                </a:solidFill>
              </a:rPr>
              <a:t>    printf  (“\nNow x = %d \n”, x);</a:t>
            </a:r>
          </a:p>
          <a:p>
            <a:pPr eaLnBrk="1" hangingPunct="1">
              <a:spcBef>
                <a:spcPct val="0"/>
              </a:spcBef>
              <a:buFontTx/>
              <a:buNone/>
            </a:pPr>
            <a:r>
              <a:rPr lang="en-US" altLang="en-US" sz="1800">
                <a:solidFill>
                  <a:srgbClr val="008000"/>
                </a:solidFill>
              </a:rPr>
              <a:t>}</a:t>
            </a:r>
          </a:p>
        </p:txBody>
      </p:sp>
      <p:sp>
        <p:nvSpPr>
          <p:cNvPr id="248836" name="Rectangle 4"/>
          <p:cNvSpPr>
            <a:spLocks noChangeArrowheads="1"/>
          </p:cNvSpPr>
          <p:nvPr/>
        </p:nvSpPr>
        <p:spPr bwMode="auto">
          <a:xfrm>
            <a:off x="6096000" y="1431926"/>
            <a:ext cx="1447800" cy="614363"/>
          </a:xfrm>
          <a:prstGeom prst="rect">
            <a:avLst/>
          </a:prstGeom>
          <a:solidFill>
            <a:srgbClr val="CCFFFF"/>
          </a:solidFill>
          <a:ln w="3810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400">
                <a:solidFill>
                  <a:srgbClr val="FF0000"/>
                </a:solidFill>
              </a:rPr>
              <a:t>*&amp;x</a:t>
            </a:r>
            <a:r>
              <a:rPr lang="en-US" altLang="en-US" sz="2400">
                <a:solidFill>
                  <a:srgbClr val="FF0000"/>
                </a:solidFill>
                <a:sym typeface="Wingdings" panose="05000000000000000000" pitchFamily="2" charset="2"/>
              </a:rPr>
              <a:t>x</a:t>
            </a:r>
            <a:endParaRPr lang="en-US" altLang="en-US" sz="2400">
              <a:solidFill>
                <a:srgbClr val="FF0000"/>
              </a:solidFill>
            </a:endParaRPr>
          </a:p>
        </p:txBody>
      </p:sp>
      <p:sp>
        <p:nvSpPr>
          <p:cNvPr id="248837" name="Rectangle 5"/>
          <p:cNvSpPr>
            <a:spLocks noChangeArrowheads="1"/>
          </p:cNvSpPr>
          <p:nvPr/>
        </p:nvSpPr>
        <p:spPr bwMode="auto">
          <a:xfrm>
            <a:off x="5942014" y="2162175"/>
            <a:ext cx="1804987" cy="1074738"/>
          </a:xfrm>
          <a:prstGeom prst="rect">
            <a:avLst/>
          </a:prstGeom>
          <a:solidFill>
            <a:srgbClr val="CCFFFF"/>
          </a:solidFill>
          <a:ln w="3810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400">
                <a:solidFill>
                  <a:srgbClr val="FF0000"/>
                </a:solidFill>
              </a:rPr>
              <a:t>ptr=&amp;x;</a:t>
            </a:r>
          </a:p>
          <a:p>
            <a:pPr algn="ctr" eaLnBrk="1" hangingPunct="1">
              <a:spcBef>
                <a:spcPct val="0"/>
              </a:spcBef>
              <a:buFontTx/>
              <a:buNone/>
            </a:pPr>
            <a:r>
              <a:rPr lang="en-US" altLang="en-US" sz="2400">
                <a:solidFill>
                  <a:srgbClr val="FF0000"/>
                </a:solidFill>
              </a:rPr>
              <a:t>&amp;x</a:t>
            </a:r>
            <a:r>
              <a:rPr lang="en-US" altLang="en-US" sz="2400">
                <a:solidFill>
                  <a:srgbClr val="FF0000"/>
                </a:solidFill>
                <a:sym typeface="Wingdings" panose="05000000000000000000" pitchFamily="2" charset="2"/>
              </a:rPr>
              <a:t>&amp;*ptr</a:t>
            </a:r>
            <a:endParaRPr lang="en-US" altLang="en-US" sz="2400">
              <a:solidFill>
                <a:srgbClr val="FF0000"/>
              </a:solidFill>
            </a:endParaRPr>
          </a:p>
        </p:txBody>
      </p:sp>
    </p:spTree>
    <p:extLst>
      <p:ext uri="{BB962C8B-B14F-4D97-AF65-F5344CB8AC3E}">
        <p14:creationId xmlns:p14="http://schemas.microsoft.com/office/powerpoint/2010/main" val="27071970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8836"/>
                                        </p:tgtEl>
                                        <p:attrNameLst>
                                          <p:attrName>style.visibility</p:attrName>
                                        </p:attrNameLst>
                                      </p:cBhvr>
                                      <p:to>
                                        <p:strVal val="visible"/>
                                      </p:to>
                                    </p:set>
                                    <p:anim calcmode="lin" valueType="num">
                                      <p:cBhvr additive="base">
                                        <p:cTn id="7" dur="500" fill="hold"/>
                                        <p:tgtEl>
                                          <p:spTgt spid="248836"/>
                                        </p:tgtEl>
                                        <p:attrNameLst>
                                          <p:attrName>ppt_x</p:attrName>
                                        </p:attrNameLst>
                                      </p:cBhvr>
                                      <p:tavLst>
                                        <p:tav tm="0">
                                          <p:val>
                                            <p:strVal val="#ppt_x"/>
                                          </p:val>
                                        </p:tav>
                                        <p:tav tm="100000">
                                          <p:val>
                                            <p:strVal val="#ppt_x"/>
                                          </p:val>
                                        </p:tav>
                                      </p:tavLst>
                                    </p:anim>
                                    <p:anim calcmode="lin" valueType="num">
                                      <p:cBhvr additive="base">
                                        <p:cTn id="8" dur="500" fill="hold"/>
                                        <p:tgtEl>
                                          <p:spTgt spid="24883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8837"/>
                                        </p:tgtEl>
                                        <p:attrNameLst>
                                          <p:attrName>style.visibility</p:attrName>
                                        </p:attrNameLst>
                                      </p:cBhvr>
                                      <p:to>
                                        <p:strVal val="visible"/>
                                      </p:to>
                                    </p:set>
                                    <p:anim calcmode="lin" valueType="num">
                                      <p:cBhvr additive="base">
                                        <p:cTn id="13" dur="500" fill="hold"/>
                                        <p:tgtEl>
                                          <p:spTgt spid="248837"/>
                                        </p:tgtEl>
                                        <p:attrNameLst>
                                          <p:attrName>ppt_x</p:attrName>
                                        </p:attrNameLst>
                                      </p:cBhvr>
                                      <p:tavLst>
                                        <p:tav tm="0">
                                          <p:val>
                                            <p:strVal val="#ppt_x"/>
                                          </p:val>
                                        </p:tav>
                                        <p:tav tm="100000">
                                          <p:val>
                                            <p:strVal val="#ppt_x"/>
                                          </p:val>
                                        </p:tav>
                                      </p:tavLst>
                                    </p:anim>
                                    <p:anim calcmode="lin" valueType="num">
                                      <p:cBhvr additive="base">
                                        <p:cTn id="14" dur="500" fill="hold"/>
                                        <p:tgtEl>
                                          <p:spTgt spid="2488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6" grpId="0" animBg="1"/>
      <p:bldP spid="24883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Rectangle 3"/>
          <p:cNvSpPr>
            <a:spLocks noChangeArrowheads="1"/>
          </p:cNvSpPr>
          <p:nvPr/>
        </p:nvSpPr>
        <p:spPr bwMode="auto">
          <a:xfrm>
            <a:off x="2286000" y="1600200"/>
            <a:ext cx="4572000" cy="3684588"/>
          </a:xfrm>
          <a:prstGeom prst="rect">
            <a:avLst/>
          </a:prstGeom>
          <a:solidFill>
            <a:srgbClr val="CCFFFF"/>
          </a:solidFill>
          <a:ln w="38100">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u="sng"/>
              <a:t>Output:</a:t>
            </a:r>
          </a:p>
          <a:p>
            <a:pPr eaLnBrk="1" hangingPunct="1">
              <a:spcBef>
                <a:spcPct val="50000"/>
              </a:spcBef>
              <a:buFontTx/>
              <a:buNone/>
            </a:pPr>
            <a:endParaRPr lang="en-US" altLang="en-US" sz="2400" u="sng"/>
          </a:p>
          <a:p>
            <a:pPr eaLnBrk="1" hangingPunct="1">
              <a:buFontTx/>
              <a:buNone/>
            </a:pPr>
            <a:r>
              <a:rPr lang="en-US" altLang="en-US" sz="1800">
                <a:solidFill>
                  <a:srgbClr val="993300"/>
                </a:solidFill>
              </a:rPr>
              <a:t>10 is stored in location 3221224908</a:t>
            </a:r>
          </a:p>
          <a:p>
            <a:pPr eaLnBrk="1" hangingPunct="1">
              <a:buFontTx/>
              <a:buNone/>
            </a:pPr>
            <a:r>
              <a:rPr lang="en-US" altLang="en-US" sz="1800">
                <a:solidFill>
                  <a:srgbClr val="993300"/>
                </a:solidFill>
              </a:rPr>
              <a:t>10 is stored in location 3221224908</a:t>
            </a:r>
          </a:p>
          <a:p>
            <a:pPr eaLnBrk="1" hangingPunct="1">
              <a:buFontTx/>
              <a:buNone/>
            </a:pPr>
            <a:r>
              <a:rPr lang="en-US" altLang="en-US" sz="1800">
                <a:solidFill>
                  <a:srgbClr val="993300"/>
                </a:solidFill>
              </a:rPr>
              <a:t>10 is stored in location 3221224908</a:t>
            </a:r>
          </a:p>
          <a:p>
            <a:pPr eaLnBrk="1" hangingPunct="1">
              <a:buFontTx/>
              <a:buNone/>
            </a:pPr>
            <a:r>
              <a:rPr lang="en-US" altLang="en-US" sz="1800">
                <a:solidFill>
                  <a:srgbClr val="993300"/>
                </a:solidFill>
              </a:rPr>
              <a:t>10 is stored in location 3221224908</a:t>
            </a:r>
          </a:p>
          <a:p>
            <a:pPr eaLnBrk="1" hangingPunct="1">
              <a:buFontTx/>
              <a:buNone/>
            </a:pPr>
            <a:r>
              <a:rPr lang="en-US" altLang="en-US" sz="1800">
                <a:solidFill>
                  <a:srgbClr val="993300"/>
                </a:solidFill>
              </a:rPr>
              <a:t>3221224908 is stored in location 3221224900</a:t>
            </a:r>
          </a:p>
          <a:p>
            <a:pPr eaLnBrk="1" hangingPunct="1">
              <a:buFontTx/>
              <a:buNone/>
            </a:pPr>
            <a:r>
              <a:rPr lang="en-US" altLang="en-US" sz="1800">
                <a:solidFill>
                  <a:srgbClr val="993300"/>
                </a:solidFill>
              </a:rPr>
              <a:t>10 is stored in location 3221224904</a:t>
            </a:r>
          </a:p>
          <a:p>
            <a:pPr eaLnBrk="1" hangingPunct="1">
              <a:buFontTx/>
              <a:buNone/>
            </a:pPr>
            <a:endParaRPr lang="en-US" altLang="en-US" sz="1800">
              <a:solidFill>
                <a:srgbClr val="993300"/>
              </a:solidFill>
            </a:endParaRPr>
          </a:p>
          <a:p>
            <a:pPr eaLnBrk="1" hangingPunct="1">
              <a:buFontTx/>
              <a:buNone/>
            </a:pPr>
            <a:r>
              <a:rPr lang="en-US" altLang="en-US" sz="1800">
                <a:solidFill>
                  <a:srgbClr val="993300"/>
                </a:solidFill>
              </a:rPr>
              <a:t>Now x = 25 </a:t>
            </a:r>
          </a:p>
        </p:txBody>
      </p:sp>
      <p:sp>
        <p:nvSpPr>
          <p:cNvPr id="19462" name="Text Box 4"/>
          <p:cNvSpPr txBox="1">
            <a:spLocks noChangeArrowheads="1"/>
          </p:cNvSpPr>
          <p:nvPr/>
        </p:nvSpPr>
        <p:spPr bwMode="auto">
          <a:xfrm>
            <a:off x="7010400" y="1524001"/>
            <a:ext cx="3429000" cy="1349375"/>
          </a:xfrm>
          <a:prstGeom prst="rect">
            <a:avLst/>
          </a:prstGeom>
          <a:solidFill>
            <a:srgbClr val="FFCC99"/>
          </a:solidFill>
          <a:ln w="38100">
            <a:solidFill>
              <a:srgbClr val="00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a:t>Address of x:</a:t>
            </a:r>
            <a:r>
              <a:rPr lang="en-US" altLang="en-US" sz="2000">
                <a:solidFill>
                  <a:srgbClr val="FF0000"/>
                </a:solidFill>
              </a:rPr>
              <a:t>     3221224908</a:t>
            </a:r>
          </a:p>
          <a:p>
            <a:pPr eaLnBrk="1" hangingPunct="1">
              <a:spcBef>
                <a:spcPct val="50000"/>
              </a:spcBef>
              <a:buFontTx/>
              <a:buNone/>
            </a:pPr>
            <a:r>
              <a:rPr lang="en-US" altLang="en-US" sz="2000"/>
              <a:t>Address of y:</a:t>
            </a:r>
            <a:r>
              <a:rPr lang="en-US" altLang="en-US" sz="2000">
                <a:solidFill>
                  <a:srgbClr val="FF0000"/>
                </a:solidFill>
              </a:rPr>
              <a:t>     3221224904</a:t>
            </a:r>
          </a:p>
          <a:p>
            <a:pPr eaLnBrk="1" hangingPunct="1">
              <a:spcBef>
                <a:spcPct val="50000"/>
              </a:spcBef>
              <a:buFontTx/>
              <a:buNone/>
            </a:pPr>
            <a:r>
              <a:rPr lang="en-US" altLang="en-US" sz="2000"/>
              <a:t>Address of ptr:</a:t>
            </a:r>
            <a:r>
              <a:rPr lang="en-US" altLang="en-US" sz="2000">
                <a:solidFill>
                  <a:srgbClr val="FF0000"/>
                </a:solidFill>
              </a:rPr>
              <a:t>  3221224900</a:t>
            </a:r>
          </a:p>
        </p:txBody>
      </p:sp>
    </p:spTree>
    <p:extLst>
      <p:ext uri="{BB962C8B-B14F-4D97-AF65-F5344CB8AC3E}">
        <p14:creationId xmlns:p14="http://schemas.microsoft.com/office/powerpoint/2010/main" val="35869629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Call by Reference</a:t>
            </a:r>
            <a:br>
              <a:rPr lang="en-US" b="1"/>
            </a:br>
            <a:endParaRPr lang="en-US"/>
          </a:p>
        </p:txBody>
      </p:sp>
      <p:sp>
        <p:nvSpPr>
          <p:cNvPr id="3" name="Content Placeholder 2"/>
          <p:cNvSpPr>
            <a:spLocks noGrp="1"/>
          </p:cNvSpPr>
          <p:nvPr>
            <p:ph idx="1"/>
          </p:nvPr>
        </p:nvSpPr>
        <p:spPr/>
        <p:txBody>
          <a:bodyPr/>
          <a:lstStyle/>
          <a:p>
            <a:pPr marL="0" indent="0" algn="just">
              <a:buNone/>
            </a:pPr>
            <a:r>
              <a:rPr lang="en-US"/>
              <a:t>Recall when we wanted to swap two values using a function we were unable to actually swap the calling parameters as the call by value standard was employed.</a:t>
            </a:r>
          </a:p>
          <a:p>
            <a:pPr marL="0" indent="0" algn="just">
              <a:buNone/>
            </a:pPr>
            <a:r>
              <a:rPr lang="en-US"/>
              <a:t> The solution to the problem is to use call by reference which is implemented in C by using pointers as is illustrated in the following example.</a:t>
            </a:r>
          </a:p>
        </p:txBody>
      </p:sp>
    </p:spTree>
    <p:extLst>
      <p:ext uri="{BB962C8B-B14F-4D97-AF65-F5344CB8AC3E}">
        <p14:creationId xmlns:p14="http://schemas.microsoft.com/office/powerpoint/2010/main" val="41096044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Call by Reference</a:t>
            </a:r>
            <a:br>
              <a:rPr lang="en-US" b="1"/>
            </a:br>
            <a:endParaRPr lang="en-US"/>
          </a:p>
        </p:txBody>
      </p:sp>
      <p:sp>
        <p:nvSpPr>
          <p:cNvPr id="3" name="Content Placeholder 2"/>
          <p:cNvSpPr>
            <a:spLocks noGrp="1"/>
          </p:cNvSpPr>
          <p:nvPr>
            <p:ph idx="1"/>
          </p:nvPr>
        </p:nvSpPr>
        <p:spPr/>
        <p:txBody>
          <a:bodyPr>
            <a:normAutofit fontScale="85000" lnSpcReduction="20000"/>
          </a:bodyPr>
          <a:lstStyle/>
          <a:p>
            <a:pPr marL="0" indent="0" algn="just">
              <a:buNone/>
            </a:pPr>
            <a:r>
              <a:rPr lang="en-US"/>
              <a:t>#include &lt;</a:t>
            </a:r>
            <a:r>
              <a:rPr lang="en-US" err="1"/>
              <a:t>stdio.h</a:t>
            </a:r>
            <a:r>
              <a:rPr lang="en-US"/>
              <a:t>&gt;</a:t>
            </a:r>
          </a:p>
          <a:p>
            <a:pPr marL="0" indent="0" algn="just">
              <a:buNone/>
            </a:pPr>
            <a:r>
              <a:rPr lang="en-US"/>
              <a:t>		void swap( </a:t>
            </a:r>
            <a:r>
              <a:rPr lang="en-US" err="1"/>
              <a:t>int</a:t>
            </a:r>
            <a:r>
              <a:rPr lang="en-US"/>
              <a:t> *, </a:t>
            </a:r>
            <a:r>
              <a:rPr lang="en-US" err="1"/>
              <a:t>int</a:t>
            </a:r>
            <a:r>
              <a:rPr lang="en-US"/>
              <a:t>  * ) ;</a:t>
            </a:r>
          </a:p>
          <a:p>
            <a:pPr marL="0" indent="0" algn="just">
              <a:buNone/>
            </a:pPr>
            <a:r>
              <a:rPr lang="en-US"/>
              <a:t>		void main( )</a:t>
            </a:r>
          </a:p>
          <a:p>
            <a:pPr marL="0" indent="0" algn="just">
              <a:buNone/>
            </a:pPr>
            <a:r>
              <a:rPr lang="en-US"/>
              <a:t>		{</a:t>
            </a:r>
          </a:p>
          <a:p>
            <a:pPr marL="0" indent="0" algn="just">
              <a:buNone/>
            </a:pPr>
            <a:r>
              <a:rPr lang="en-US"/>
              <a:t>		</a:t>
            </a:r>
            <a:r>
              <a:rPr lang="en-US" err="1"/>
              <a:t>int</a:t>
            </a:r>
            <a:r>
              <a:rPr lang="en-US"/>
              <a:t> a, b ;</a:t>
            </a:r>
          </a:p>
          <a:p>
            <a:pPr marL="0" indent="0" algn="just">
              <a:buNone/>
            </a:pPr>
            <a:r>
              <a:rPr lang="en-US"/>
              <a:t>		</a:t>
            </a:r>
            <a:r>
              <a:rPr lang="en-US" err="1"/>
              <a:t>printf</a:t>
            </a:r>
            <a:r>
              <a:rPr lang="en-US"/>
              <a:t>( "Enter two numbers" ) ;</a:t>
            </a:r>
          </a:p>
          <a:p>
            <a:pPr marL="0" indent="0" algn="just">
              <a:buNone/>
            </a:pPr>
            <a:r>
              <a:rPr lang="en-US"/>
              <a:t>		</a:t>
            </a:r>
            <a:r>
              <a:rPr lang="en-US" err="1"/>
              <a:t>scanf</a:t>
            </a:r>
            <a:r>
              <a:rPr lang="en-US"/>
              <a:t>( " %d %d ", &amp;a, &amp;b ) ;</a:t>
            </a:r>
          </a:p>
          <a:p>
            <a:pPr marL="0" indent="0" algn="just">
              <a:buNone/>
            </a:pPr>
            <a:r>
              <a:rPr lang="en-US"/>
              <a:t>		</a:t>
            </a:r>
            <a:r>
              <a:rPr lang="en-US" err="1"/>
              <a:t>printf</a:t>
            </a:r>
            <a:r>
              <a:rPr lang="en-US"/>
              <a:t>( "a = %d ;  b = %d \n", a, b ) ;</a:t>
            </a:r>
          </a:p>
          <a:p>
            <a:pPr marL="0" indent="0" algn="just">
              <a:buNone/>
            </a:pPr>
            <a:r>
              <a:rPr lang="en-US"/>
              <a:t>		swap( &amp;a, &amp;b ) ;</a:t>
            </a:r>
          </a:p>
          <a:p>
            <a:pPr marL="0" indent="0" algn="just">
              <a:buNone/>
            </a:pPr>
            <a:r>
              <a:rPr lang="en-US"/>
              <a:t>		</a:t>
            </a:r>
            <a:r>
              <a:rPr lang="en-US" err="1"/>
              <a:t>printf</a:t>
            </a:r>
            <a:r>
              <a:rPr lang="en-US"/>
              <a:t>( "a = %d ;  b = %d \n", a, b ) ;</a:t>
            </a:r>
          </a:p>
          <a:p>
            <a:pPr marL="0" indent="0" algn="just">
              <a:buNone/>
            </a:pPr>
            <a:r>
              <a:rPr lang="en-US"/>
              <a:t>		}</a:t>
            </a:r>
          </a:p>
        </p:txBody>
      </p:sp>
    </p:spTree>
    <p:extLst>
      <p:ext uri="{BB962C8B-B14F-4D97-AF65-F5344CB8AC3E}">
        <p14:creationId xmlns:p14="http://schemas.microsoft.com/office/powerpoint/2010/main" val="662303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Call by Reference</a:t>
            </a:r>
            <a:br>
              <a:rPr lang="en-US" b="1"/>
            </a:br>
            <a:endParaRPr lang="en-US"/>
          </a:p>
        </p:txBody>
      </p:sp>
      <p:sp>
        <p:nvSpPr>
          <p:cNvPr id="3" name="Content Placeholder 2"/>
          <p:cNvSpPr>
            <a:spLocks noGrp="1"/>
          </p:cNvSpPr>
          <p:nvPr>
            <p:ph idx="1"/>
          </p:nvPr>
        </p:nvSpPr>
        <p:spPr/>
        <p:txBody>
          <a:bodyPr vert="horz" lIns="91440" tIns="45720" rIns="91440" bIns="45720" rtlCol="0" anchor="t">
            <a:normAutofit/>
          </a:bodyPr>
          <a:lstStyle/>
          <a:p>
            <a:pPr marL="0" indent="0" algn="just">
              <a:buNone/>
            </a:pPr>
            <a:r>
              <a:rPr lang="en-US"/>
              <a:t>void swap ( int  *ptr1, int  *ptr2 ) 		</a:t>
            </a:r>
          </a:p>
          <a:p>
            <a:pPr marL="0" indent="0" algn="just">
              <a:buNone/>
            </a:pPr>
            <a:r>
              <a:rPr lang="en-US"/>
              <a:t>		{</a:t>
            </a:r>
            <a:endParaRPr lang="en-US">
              <a:cs typeface="Calibri"/>
            </a:endParaRPr>
          </a:p>
          <a:p>
            <a:pPr marL="0" indent="0" algn="just">
              <a:buNone/>
            </a:pPr>
            <a:r>
              <a:rPr lang="en-US"/>
              <a:t>		int temp ;</a:t>
            </a:r>
            <a:endParaRPr lang="en-US">
              <a:cs typeface="Calibri"/>
            </a:endParaRPr>
          </a:p>
          <a:p>
            <a:pPr marL="0" indent="0" algn="just">
              <a:buNone/>
            </a:pPr>
            <a:r>
              <a:rPr lang="en-US"/>
              <a:t>		temp = *ptr2 ;</a:t>
            </a:r>
            <a:endParaRPr lang="en-US">
              <a:cs typeface="Calibri"/>
            </a:endParaRPr>
          </a:p>
          <a:p>
            <a:pPr marL="0" indent="0" algn="just">
              <a:buNone/>
            </a:pPr>
            <a:r>
              <a:rPr lang="en-US"/>
              <a:t>		*ptr2 = *ptr1 ;</a:t>
            </a:r>
            <a:endParaRPr lang="en-US">
              <a:cs typeface="Calibri"/>
            </a:endParaRPr>
          </a:p>
          <a:p>
            <a:pPr marL="0" indent="0" algn="just">
              <a:buNone/>
            </a:pPr>
            <a:r>
              <a:rPr lang="en-US"/>
              <a:t>		*ptr1 = temp ;</a:t>
            </a:r>
            <a:endParaRPr lang="en-US">
              <a:cs typeface="Calibri"/>
            </a:endParaRPr>
          </a:p>
          <a:p>
            <a:pPr marL="0" indent="0" algn="just">
              <a:buNone/>
            </a:pPr>
            <a:r>
              <a:rPr lang="en-US"/>
              <a:t>		}</a:t>
            </a:r>
            <a:endParaRPr lang="en-US">
              <a:cs typeface="Calibri"/>
            </a:endParaRPr>
          </a:p>
          <a:p>
            <a:pPr marL="0" indent="0" algn="just">
              <a:buNone/>
            </a:pPr>
            <a:r>
              <a:rPr lang="en-US">
                <a:cs typeface="Calibri"/>
              </a:rPr>
              <a:t>`</a:t>
            </a:r>
          </a:p>
        </p:txBody>
      </p:sp>
    </p:spTree>
    <p:extLst>
      <p:ext uri="{BB962C8B-B14F-4D97-AF65-F5344CB8AC3E}">
        <p14:creationId xmlns:p14="http://schemas.microsoft.com/office/powerpoint/2010/main" val="16217282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a:t>Call by Reference   </a:t>
            </a:r>
            <a:br>
              <a:rPr lang="en-US" b="1"/>
            </a:br>
            <a:endParaRPr lang="en-US"/>
          </a:p>
        </p:txBody>
      </p:sp>
      <p:sp>
        <p:nvSpPr>
          <p:cNvPr id="3" name="Content Placeholder 2"/>
          <p:cNvSpPr>
            <a:spLocks noGrp="1"/>
          </p:cNvSpPr>
          <p:nvPr>
            <p:ph idx="1"/>
          </p:nvPr>
        </p:nvSpPr>
        <p:spPr>
          <a:xfrm>
            <a:off x="838200" y="1333850"/>
            <a:ext cx="10515600" cy="4843113"/>
          </a:xfrm>
        </p:spPr>
        <p:txBody>
          <a:bodyPr vert="horz" lIns="91440" tIns="45720" rIns="91440" bIns="45720" rtlCol="0" anchor="t">
            <a:normAutofit fontScale="77500" lnSpcReduction="20000"/>
          </a:bodyPr>
          <a:lstStyle/>
          <a:p>
            <a:pPr marL="0" indent="0" algn="just">
              <a:buNone/>
            </a:pPr>
            <a:r>
              <a:rPr lang="en-US"/>
              <a:t>The swap() function is now written to take integer pointers as parameters and so is called in main() as </a:t>
            </a:r>
          </a:p>
          <a:p>
            <a:pPr marL="0" indent="0" algn="just">
              <a:buNone/>
            </a:pPr>
            <a:r>
              <a:rPr lang="en-US"/>
              <a:t>			swap( &amp;a, &amp;b ) ;</a:t>
            </a:r>
            <a:endParaRPr lang="en-US">
              <a:cs typeface="Calibri"/>
            </a:endParaRPr>
          </a:p>
          <a:p>
            <a:pPr marL="0" indent="0" algn="just">
              <a:buNone/>
            </a:pPr>
            <a:r>
              <a:rPr lang="en-US"/>
              <a:t>	</a:t>
            </a:r>
            <a:endParaRPr lang="en-US">
              <a:cs typeface="Calibri"/>
            </a:endParaRPr>
          </a:p>
          <a:p>
            <a:pPr marL="0" indent="0" algn="just">
              <a:buNone/>
            </a:pPr>
            <a:r>
              <a:rPr lang="en-US"/>
              <a:t>	where the addresses of the variables are passed and copied into the pointer variables in the parameter list of swap(). These pointers must be de-referenced to manipulate the values, and it is values in the </a:t>
            </a:r>
            <a:r>
              <a:rPr lang="en-US" err="1"/>
              <a:t>the</a:t>
            </a:r>
            <a:r>
              <a:rPr lang="en-US"/>
              <a:t> same memory locations as in main() we are swapping unlike the previous version of swap where we were only swapping local data values.</a:t>
            </a:r>
            <a:endParaRPr lang="en-US">
              <a:cs typeface="Calibri"/>
            </a:endParaRPr>
          </a:p>
          <a:p>
            <a:pPr marL="0" indent="0" algn="just">
              <a:buNone/>
            </a:pPr>
            <a:r>
              <a:rPr lang="en-US"/>
              <a:t>	In our earlier call-by-value version of the program we called the function from main() as swap(</a:t>
            </a:r>
            <a:r>
              <a:rPr lang="en-US" err="1"/>
              <a:t>a,b</a:t>
            </a:r>
            <a:r>
              <a:rPr lang="en-US"/>
              <a:t>); and the values of these two calling arguments were copied into the formal arguments of function swap. </a:t>
            </a:r>
            <a:endParaRPr lang="en-US">
              <a:cs typeface="Calibri"/>
            </a:endParaRPr>
          </a:p>
          <a:p>
            <a:pPr marL="0" indent="0" algn="just">
              <a:buNone/>
            </a:pPr>
            <a:r>
              <a:rPr lang="en-US"/>
              <a:t>	In our call-by-reference version above our formal arguments are pointers to int and it is the addresses contained in these pointers, (i.e. the pointer values), that are copied here into the formal arguments of the function. However when we de-reference these pointers we are accessing the values in the main() function as their addresses do not change. </a:t>
            </a:r>
          </a:p>
          <a:p>
            <a:pPr marL="0" indent="0" algn="just">
              <a:buNone/>
            </a:pPr>
            <a:endParaRPr lang="en-US">
              <a:cs typeface="Calibri"/>
            </a:endParaRPr>
          </a:p>
          <a:p>
            <a:pPr marL="0" indent="0" algn="just">
              <a:buNone/>
            </a:pPr>
            <a:endParaRPr lang="en-US"/>
          </a:p>
          <a:p>
            <a:pPr marL="0" indent="0" algn="just">
              <a:buNone/>
            </a:pPr>
            <a:endParaRPr lang="en-US"/>
          </a:p>
        </p:txBody>
      </p:sp>
    </p:spTree>
    <p:extLst>
      <p:ext uri="{BB962C8B-B14F-4D97-AF65-F5344CB8AC3E}">
        <p14:creationId xmlns:p14="http://schemas.microsoft.com/office/powerpoint/2010/main" val="16407874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hangingPunct="0"/>
            <a:r>
              <a:rPr lang="en-GB" b="1"/>
              <a:t>Pointers and Arrays</a:t>
            </a:r>
            <a:endParaRPr lang="en-US" b="1"/>
          </a:p>
        </p:txBody>
      </p:sp>
      <p:sp>
        <p:nvSpPr>
          <p:cNvPr id="3" name="Content Placeholder 2"/>
          <p:cNvSpPr>
            <a:spLocks noGrp="1"/>
          </p:cNvSpPr>
          <p:nvPr>
            <p:ph idx="1"/>
          </p:nvPr>
        </p:nvSpPr>
        <p:spPr>
          <a:xfrm>
            <a:off x="838200" y="1224793"/>
            <a:ext cx="10515600" cy="4952170"/>
          </a:xfrm>
        </p:spPr>
        <p:txBody>
          <a:bodyPr>
            <a:normAutofit fontScale="85000" lnSpcReduction="20000"/>
          </a:bodyPr>
          <a:lstStyle/>
          <a:p>
            <a:pPr marL="0" indent="0">
              <a:buNone/>
            </a:pPr>
            <a:endParaRPr lang="en-US"/>
          </a:p>
          <a:p>
            <a:pPr marL="0" indent="0">
              <a:buNone/>
            </a:pPr>
            <a:r>
              <a:rPr lang="en-US"/>
              <a:t>There is a very close relationship between pointer and array notation in C. As we have seen already the name of an array ( or string ) is actually the address in memory of the array and so it is essentially a constant pointer. </a:t>
            </a:r>
          </a:p>
          <a:p>
            <a:pPr marL="0" indent="0">
              <a:buNone/>
            </a:pPr>
            <a:r>
              <a:rPr lang="en-US"/>
              <a:t>			char </a:t>
            </a:r>
            <a:r>
              <a:rPr lang="en-US" err="1"/>
              <a:t>str</a:t>
            </a:r>
            <a:r>
              <a:rPr lang="en-US"/>
              <a:t>[80], *</a:t>
            </a:r>
            <a:r>
              <a:rPr lang="en-US" err="1"/>
              <a:t>ptr</a:t>
            </a:r>
            <a:r>
              <a:rPr lang="en-US"/>
              <a:t> ;</a:t>
            </a:r>
          </a:p>
          <a:p>
            <a:pPr marL="0" indent="0">
              <a:buNone/>
            </a:pPr>
            <a:r>
              <a:rPr lang="en-US"/>
              <a:t>			</a:t>
            </a:r>
            <a:r>
              <a:rPr lang="en-US" err="1"/>
              <a:t>ptr</a:t>
            </a:r>
            <a:r>
              <a:rPr lang="en-US"/>
              <a:t> =  </a:t>
            </a:r>
            <a:r>
              <a:rPr lang="en-US" err="1"/>
              <a:t>str</a:t>
            </a:r>
            <a:r>
              <a:rPr lang="en-US"/>
              <a:t> ;	/* causes </a:t>
            </a:r>
            <a:r>
              <a:rPr lang="en-US" err="1"/>
              <a:t>ptr</a:t>
            </a:r>
            <a:r>
              <a:rPr lang="en-US"/>
              <a:t> to point to start of string </a:t>
            </a:r>
            <a:r>
              <a:rPr lang="en-US" err="1"/>
              <a:t>str</a:t>
            </a:r>
            <a:r>
              <a:rPr lang="en-US"/>
              <a:t>  */</a:t>
            </a:r>
          </a:p>
          <a:p>
            <a:pPr marL="0" indent="0">
              <a:buNone/>
            </a:pPr>
            <a:r>
              <a:rPr lang="en-US"/>
              <a:t>			</a:t>
            </a:r>
            <a:r>
              <a:rPr lang="en-US" err="1"/>
              <a:t>ptr</a:t>
            </a:r>
            <a:r>
              <a:rPr lang="en-US"/>
              <a:t> = &amp;</a:t>
            </a:r>
            <a:r>
              <a:rPr lang="en-US" err="1"/>
              <a:t>str</a:t>
            </a:r>
            <a:r>
              <a:rPr lang="en-US"/>
              <a:t>[0] ;	/* this performs the same as above */</a:t>
            </a:r>
          </a:p>
          <a:p>
            <a:pPr marL="0" indent="0">
              <a:buNone/>
            </a:pPr>
            <a:r>
              <a:rPr lang="en-US"/>
              <a:t>	It is illegal however to do the following</a:t>
            </a:r>
          </a:p>
          <a:p>
            <a:pPr marL="0" indent="0">
              <a:buNone/>
            </a:pPr>
            <a:r>
              <a:rPr lang="en-US"/>
              <a:t>			</a:t>
            </a:r>
            <a:r>
              <a:rPr lang="en-US" err="1"/>
              <a:t>str</a:t>
            </a:r>
            <a:r>
              <a:rPr lang="en-US"/>
              <a:t> = </a:t>
            </a:r>
            <a:r>
              <a:rPr lang="en-US" err="1"/>
              <a:t>ptr</a:t>
            </a:r>
            <a:r>
              <a:rPr lang="en-US"/>
              <a:t> ;	/* illegal */</a:t>
            </a:r>
          </a:p>
          <a:p>
            <a:pPr marL="0" indent="0">
              <a:buNone/>
            </a:pPr>
            <a:r>
              <a:rPr lang="en-US"/>
              <a:t>	</a:t>
            </a:r>
          </a:p>
          <a:p>
            <a:pPr marL="0" indent="0">
              <a:buNone/>
            </a:pPr>
            <a:r>
              <a:rPr lang="en-US"/>
              <a:t>	as </a:t>
            </a:r>
            <a:r>
              <a:rPr lang="en-US" err="1"/>
              <a:t>str</a:t>
            </a:r>
            <a:r>
              <a:rPr lang="en-US"/>
              <a:t> is a constant pointer and so its value i.e. the address it holds cannot be changed.</a:t>
            </a:r>
          </a:p>
          <a:p>
            <a:pPr marL="0" indent="0">
              <a:buNone/>
            </a:pPr>
            <a:r>
              <a:rPr lang="en-US"/>
              <a:t>	</a:t>
            </a:r>
          </a:p>
        </p:txBody>
      </p:sp>
    </p:spTree>
    <p:extLst>
      <p:ext uri="{BB962C8B-B14F-4D97-AF65-F5344CB8AC3E}">
        <p14:creationId xmlns:p14="http://schemas.microsoft.com/office/powerpoint/2010/main" val="31431544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hangingPunct="0"/>
            <a:r>
              <a:rPr lang="en-GB" b="1"/>
              <a:t>Pointers and Arrays</a:t>
            </a:r>
            <a:endParaRPr lang="en-US" b="1"/>
          </a:p>
        </p:txBody>
      </p:sp>
      <p:sp>
        <p:nvSpPr>
          <p:cNvPr id="3" name="Content Placeholder 2"/>
          <p:cNvSpPr>
            <a:spLocks noGrp="1"/>
          </p:cNvSpPr>
          <p:nvPr>
            <p:ph idx="1"/>
          </p:nvPr>
        </p:nvSpPr>
        <p:spPr>
          <a:xfrm>
            <a:off x="838200" y="1224793"/>
            <a:ext cx="10515600" cy="4952170"/>
          </a:xfrm>
        </p:spPr>
        <p:txBody>
          <a:bodyPr>
            <a:normAutofit/>
          </a:bodyPr>
          <a:lstStyle/>
          <a:p>
            <a:pPr marL="0" indent="0">
              <a:buNone/>
            </a:pPr>
            <a:r>
              <a:rPr lang="en-US"/>
              <a:t>Instead of using the normal method of accessing array elements using an index we can </a:t>
            </a:r>
          </a:p>
          <a:p>
            <a:pPr marL="0" indent="0">
              <a:buNone/>
            </a:pPr>
            <a:r>
              <a:rPr lang="en-US"/>
              <a:t>	use pointers in much the same way to access them as follows.</a:t>
            </a:r>
          </a:p>
          <a:p>
            <a:pPr marL="0" indent="0">
              <a:buNone/>
            </a:pPr>
            <a:r>
              <a:rPr lang="en-US"/>
              <a:t>char </a:t>
            </a:r>
            <a:r>
              <a:rPr lang="en-US" err="1"/>
              <a:t>str</a:t>
            </a:r>
            <a:r>
              <a:rPr lang="en-US"/>
              <a:t>[80], *</a:t>
            </a:r>
            <a:r>
              <a:rPr lang="en-US" err="1"/>
              <a:t>ptr</a:t>
            </a:r>
            <a:r>
              <a:rPr lang="en-US"/>
              <a:t> , </a:t>
            </a:r>
            <a:r>
              <a:rPr lang="en-US" err="1"/>
              <a:t>ch</a:t>
            </a:r>
            <a:r>
              <a:rPr lang="en-US"/>
              <a:t>;</a:t>
            </a:r>
          </a:p>
          <a:p>
            <a:pPr marL="0" indent="0">
              <a:buNone/>
            </a:pPr>
            <a:r>
              <a:rPr lang="en-US"/>
              <a:t>			</a:t>
            </a:r>
            <a:r>
              <a:rPr lang="en-US" err="1"/>
              <a:t>ptr</a:t>
            </a:r>
            <a:r>
              <a:rPr lang="en-US"/>
              <a:t> = </a:t>
            </a:r>
            <a:r>
              <a:rPr lang="en-US" err="1"/>
              <a:t>str</a:t>
            </a:r>
            <a:r>
              <a:rPr lang="en-US"/>
              <a:t> ;		// position the pointer appropriately</a:t>
            </a:r>
          </a:p>
          <a:p>
            <a:pPr marL="0" indent="0">
              <a:buNone/>
            </a:pPr>
            <a:r>
              <a:rPr lang="en-US"/>
              <a:t>			*</a:t>
            </a:r>
            <a:r>
              <a:rPr lang="en-US" err="1"/>
              <a:t>ptr</a:t>
            </a:r>
            <a:r>
              <a:rPr lang="en-US"/>
              <a:t> = 'a' ;		// access first element i.e. </a:t>
            </a:r>
            <a:r>
              <a:rPr lang="en-US" err="1"/>
              <a:t>str</a:t>
            </a:r>
            <a:r>
              <a:rPr lang="en-US"/>
              <a:t>[0]  </a:t>
            </a:r>
          </a:p>
          <a:p>
            <a:pPr marL="0" indent="0">
              <a:buNone/>
            </a:pPr>
            <a:r>
              <a:rPr lang="en-US"/>
              <a:t>			</a:t>
            </a:r>
            <a:r>
              <a:rPr lang="en-US" err="1"/>
              <a:t>ch</a:t>
            </a:r>
            <a:r>
              <a:rPr lang="en-US"/>
              <a:t> = *( </a:t>
            </a:r>
            <a:r>
              <a:rPr lang="en-US" err="1"/>
              <a:t>ptr</a:t>
            </a:r>
            <a:r>
              <a:rPr lang="en-US"/>
              <a:t> + 1 )  ;	// access second element i.e. </a:t>
            </a:r>
            <a:r>
              <a:rPr lang="en-US" err="1"/>
              <a:t>str</a:t>
            </a:r>
            <a:r>
              <a:rPr lang="en-US"/>
              <a:t>[1] </a:t>
            </a:r>
          </a:p>
          <a:p>
            <a:pPr marL="0" indent="0">
              <a:buNone/>
            </a:pPr>
            <a:r>
              <a:rPr lang="en-US"/>
              <a:t>	</a:t>
            </a:r>
          </a:p>
        </p:txBody>
      </p:sp>
    </p:spTree>
    <p:extLst>
      <p:ext uri="{BB962C8B-B14F-4D97-AF65-F5344CB8AC3E}">
        <p14:creationId xmlns:p14="http://schemas.microsoft.com/office/powerpoint/2010/main" val="33983593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Pointer Arithmetic</a:t>
            </a:r>
          </a:p>
        </p:txBody>
      </p:sp>
      <p:sp>
        <p:nvSpPr>
          <p:cNvPr id="3" name="Content Placeholder 2"/>
          <p:cNvSpPr>
            <a:spLocks noGrp="1"/>
          </p:cNvSpPr>
          <p:nvPr>
            <p:ph idx="1"/>
          </p:nvPr>
        </p:nvSpPr>
        <p:spPr>
          <a:xfrm>
            <a:off x="881009" y="1714322"/>
            <a:ext cx="10515600" cy="4751344"/>
          </a:xfrm>
        </p:spPr>
        <p:txBody>
          <a:bodyPr>
            <a:normAutofit fontScale="77500" lnSpcReduction="20000"/>
          </a:bodyPr>
          <a:lstStyle/>
          <a:p>
            <a:pPr marL="0" indent="0">
              <a:buNone/>
            </a:pPr>
            <a:r>
              <a:rPr lang="en-US"/>
              <a:t>Pointer variables can be manipulated in certain limited ways. Many of the manipulations are most useful when dealing with arrays which are stored in contiguous memory locations. Knowing the layout of memory enables us to traverse it using a pointer and not get completely lost.</a:t>
            </a:r>
          </a:p>
          <a:p>
            <a:pPr marL="0" indent="0">
              <a:buNone/>
            </a:pPr>
            <a:r>
              <a:rPr lang="en-US"/>
              <a:t>•	Assignment</a:t>
            </a:r>
          </a:p>
          <a:p>
            <a:pPr marL="0" indent="0">
              <a:buNone/>
            </a:pPr>
            <a:r>
              <a:rPr lang="en-US"/>
              <a:t>		</a:t>
            </a:r>
            <a:r>
              <a:rPr lang="en-US" err="1"/>
              <a:t>int</a:t>
            </a:r>
            <a:r>
              <a:rPr lang="en-US"/>
              <a:t> count, *p1, *p2 ;</a:t>
            </a:r>
          </a:p>
          <a:p>
            <a:pPr marL="0" indent="0">
              <a:buNone/>
            </a:pPr>
            <a:r>
              <a:rPr lang="en-US"/>
              <a:t>		p1 = &amp;count ;		// assign the address of a variable directly</a:t>
            </a:r>
          </a:p>
          <a:p>
            <a:pPr marL="0" indent="0">
              <a:buNone/>
            </a:pPr>
            <a:r>
              <a:rPr lang="en-US"/>
              <a:t>		p2 = p1 ;		// assign the value of another pointer variable, an address</a:t>
            </a:r>
          </a:p>
          <a:p>
            <a:pPr marL="0" indent="0">
              <a:buNone/>
            </a:pPr>
            <a:r>
              <a:rPr lang="en-US"/>
              <a:t>	</a:t>
            </a:r>
          </a:p>
          <a:p>
            <a:pPr marL="0" indent="0">
              <a:buNone/>
            </a:pPr>
            <a:r>
              <a:rPr lang="en-US"/>
              <a:t>•	Addition / Subtraction</a:t>
            </a:r>
          </a:p>
          <a:p>
            <a:pPr marL="0" indent="0">
              <a:buNone/>
            </a:pPr>
            <a:r>
              <a:rPr lang="en-US"/>
              <a:t>	The value a pointer holds is just the address of a variable in memory, which is normally a four byte entity. It is possible to modify this address by integer addition and subtraction if necessary.  Consider the following we assume a 32-bit system and hence 32-bit integers</a:t>
            </a:r>
          </a:p>
          <a:p>
            <a:pPr marL="0" indent="0">
              <a:buNone/>
            </a:pPr>
            <a:endParaRPr lang="en-US"/>
          </a:p>
        </p:txBody>
      </p:sp>
    </p:spTree>
    <p:extLst>
      <p:ext uri="{BB962C8B-B14F-4D97-AF65-F5344CB8AC3E}">
        <p14:creationId xmlns:p14="http://schemas.microsoft.com/office/powerpoint/2010/main" val="24077081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Pointer Arithmetic</a:t>
            </a:r>
          </a:p>
        </p:txBody>
      </p:sp>
      <p:pic>
        <p:nvPicPr>
          <p:cNvPr id="4" name="Content Placeholder 3"/>
          <p:cNvPicPr>
            <a:picLocks noGrp="1" noChangeAspect="1"/>
          </p:cNvPicPr>
          <p:nvPr>
            <p:ph idx="1"/>
          </p:nvPr>
        </p:nvPicPr>
        <p:blipFill>
          <a:blip r:embed="rId2"/>
          <a:stretch>
            <a:fillRect/>
          </a:stretch>
        </p:blipFill>
        <p:spPr>
          <a:xfrm>
            <a:off x="570452" y="1889366"/>
            <a:ext cx="9834038" cy="3600450"/>
          </a:xfrm>
          <a:prstGeom prst="rect">
            <a:avLst/>
          </a:prstGeom>
        </p:spPr>
      </p:pic>
    </p:spTree>
    <p:extLst>
      <p:ext uri="{BB962C8B-B14F-4D97-AF65-F5344CB8AC3E}">
        <p14:creationId xmlns:p14="http://schemas.microsoft.com/office/powerpoint/2010/main" val="35503752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Pointer Arithmetic</a:t>
            </a:r>
          </a:p>
        </p:txBody>
      </p:sp>
      <p:sp>
        <p:nvSpPr>
          <p:cNvPr id="3" name="Content Placeholder 2"/>
          <p:cNvSpPr>
            <a:spLocks noGrp="1"/>
          </p:cNvSpPr>
          <p:nvPr>
            <p:ph idx="1"/>
          </p:nvPr>
        </p:nvSpPr>
        <p:spPr>
          <a:xfrm>
            <a:off x="142613" y="1510018"/>
            <a:ext cx="11601973" cy="4666945"/>
          </a:xfrm>
        </p:spPr>
        <p:txBody>
          <a:bodyPr>
            <a:normAutofit fontScale="77500" lnSpcReduction="20000"/>
          </a:bodyPr>
          <a:lstStyle/>
          <a:p>
            <a:pPr marL="0" indent="0" algn="just">
              <a:buNone/>
            </a:pPr>
            <a:r>
              <a:rPr lang="en-US"/>
              <a:t>We now have the pointer variable </a:t>
            </a:r>
            <a:r>
              <a:rPr lang="en-US" err="1"/>
              <a:t>ptr</a:t>
            </a:r>
            <a:r>
              <a:rPr lang="en-US"/>
              <a:t> pointing at the start of array which is stored at memory location 2008 in our illustration. </a:t>
            </a:r>
          </a:p>
          <a:p>
            <a:pPr marL="0" indent="0" algn="just">
              <a:buNone/>
            </a:pPr>
            <a:r>
              <a:rPr lang="en-US"/>
              <a:t>Since we know that element array[1] is stored at address 2012 directly after element array[0] we could perform the following to access its value using the pointer.</a:t>
            </a:r>
          </a:p>
          <a:p>
            <a:pPr marL="0" indent="0" algn="just">
              <a:buNone/>
            </a:pPr>
            <a:r>
              <a:rPr lang="en-US"/>
              <a:t>	</a:t>
            </a:r>
          </a:p>
          <a:p>
            <a:pPr marL="0" indent="0" algn="just">
              <a:buNone/>
            </a:pPr>
            <a:r>
              <a:rPr lang="en-US"/>
              <a:t>			</a:t>
            </a:r>
            <a:r>
              <a:rPr lang="en-US" err="1"/>
              <a:t>ptr</a:t>
            </a:r>
            <a:r>
              <a:rPr lang="en-US"/>
              <a:t> += 1 ;</a:t>
            </a:r>
          </a:p>
          <a:p>
            <a:pPr marL="0" indent="0" algn="just">
              <a:buNone/>
            </a:pPr>
            <a:r>
              <a:rPr lang="en-US"/>
              <a:t>		This surprisingly will cause </a:t>
            </a:r>
            <a:r>
              <a:rPr lang="en-US" err="1"/>
              <a:t>ptr</a:t>
            </a:r>
            <a:r>
              <a:rPr lang="en-US"/>
              <a:t> to hold the value 2012 which is the address of array[1], so we can access the value of element array[1]. </a:t>
            </a:r>
          </a:p>
          <a:p>
            <a:pPr marL="0" indent="0" algn="just">
              <a:buNone/>
            </a:pPr>
            <a:r>
              <a:rPr lang="en-US"/>
              <a:t>The reason for this is that </a:t>
            </a:r>
            <a:r>
              <a:rPr lang="en-US" err="1"/>
              <a:t>ptr</a:t>
            </a:r>
            <a:r>
              <a:rPr lang="en-US"/>
              <a:t> is defined to be a pointer to type </a:t>
            </a:r>
            <a:r>
              <a:rPr lang="en-US" err="1"/>
              <a:t>int</a:t>
            </a:r>
            <a:r>
              <a:rPr lang="en-US"/>
              <a:t>, which are four bytes in size on a 32-bit system.</a:t>
            </a:r>
          </a:p>
          <a:p>
            <a:pPr marL="0" indent="0" algn="just">
              <a:buNone/>
            </a:pPr>
            <a:r>
              <a:rPr lang="en-US"/>
              <a:t> When we add 1 to </a:t>
            </a:r>
            <a:r>
              <a:rPr lang="en-US" err="1"/>
              <a:t>ptr</a:t>
            </a:r>
            <a:r>
              <a:rPr lang="en-US"/>
              <a:t> what we want to happen is to point to the next integer in memory. Since an integer requires four bytes of storage the compiler increments </a:t>
            </a:r>
            <a:r>
              <a:rPr lang="en-US" err="1"/>
              <a:t>ptr</a:t>
            </a:r>
            <a:r>
              <a:rPr lang="en-US"/>
              <a:t> by 4. </a:t>
            </a:r>
          </a:p>
          <a:p>
            <a:pPr marL="0" indent="0" algn="just">
              <a:buNone/>
            </a:pPr>
            <a:r>
              <a:rPr lang="en-US"/>
              <a:t>Likewise a pointer to type char would be incremented by 1, a pointer to float by 4, etc.</a:t>
            </a:r>
          </a:p>
          <a:p>
            <a:pPr marL="0" indent="0" algn="just">
              <a:buNone/>
            </a:pPr>
            <a:r>
              <a:rPr lang="en-US"/>
              <a:t>	</a:t>
            </a:r>
          </a:p>
        </p:txBody>
      </p:sp>
    </p:spTree>
    <p:extLst>
      <p:ext uri="{BB962C8B-B14F-4D97-AF65-F5344CB8AC3E}">
        <p14:creationId xmlns:p14="http://schemas.microsoft.com/office/powerpoint/2010/main" val="31107141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Pointer Arithmetic</a:t>
            </a:r>
          </a:p>
        </p:txBody>
      </p:sp>
      <p:sp>
        <p:nvSpPr>
          <p:cNvPr id="3" name="Content Placeholder 2"/>
          <p:cNvSpPr>
            <a:spLocks noGrp="1"/>
          </p:cNvSpPr>
          <p:nvPr>
            <p:ph idx="1"/>
          </p:nvPr>
        </p:nvSpPr>
        <p:spPr>
          <a:xfrm>
            <a:off x="360727" y="1825625"/>
            <a:ext cx="10993073" cy="4351338"/>
          </a:xfrm>
        </p:spPr>
        <p:txBody>
          <a:bodyPr>
            <a:normAutofit lnSpcReduction="10000"/>
          </a:bodyPr>
          <a:lstStyle/>
          <a:p>
            <a:pPr marL="0" indent="0">
              <a:buNone/>
            </a:pPr>
            <a:r>
              <a:rPr lang="en-US"/>
              <a:t>Similarly we can carry out integer subtraction to move the pointer backwards in memory.</a:t>
            </a:r>
          </a:p>
          <a:p>
            <a:pPr marL="0" indent="0">
              <a:buNone/>
            </a:pPr>
            <a:r>
              <a:rPr lang="en-US"/>
              <a:t>		</a:t>
            </a:r>
            <a:r>
              <a:rPr lang="en-US" err="1"/>
              <a:t>ptr</a:t>
            </a:r>
            <a:r>
              <a:rPr lang="en-US"/>
              <a:t> = </a:t>
            </a:r>
            <a:r>
              <a:rPr lang="en-US" err="1"/>
              <a:t>ptr</a:t>
            </a:r>
            <a:r>
              <a:rPr lang="en-US"/>
              <a:t> - 1 ;</a:t>
            </a:r>
          </a:p>
          <a:p>
            <a:pPr marL="0" indent="0">
              <a:buNone/>
            </a:pPr>
            <a:r>
              <a:rPr lang="en-US"/>
              <a:t>			</a:t>
            </a:r>
            <a:r>
              <a:rPr lang="en-US" err="1"/>
              <a:t>ptr</a:t>
            </a:r>
            <a:r>
              <a:rPr lang="en-US"/>
              <a:t> -= 10 ;</a:t>
            </a:r>
          </a:p>
          <a:p>
            <a:pPr marL="0" indent="0">
              <a:buNone/>
            </a:pPr>
            <a:r>
              <a:rPr lang="en-US"/>
              <a:t>	The shorthand operators ++ and -- can also be used with pointers. In our continuing example with integers the statement  </a:t>
            </a:r>
            <a:r>
              <a:rPr lang="en-US" err="1"/>
              <a:t>ptr</a:t>
            </a:r>
            <a:r>
              <a:rPr lang="en-US"/>
              <a:t>++ ; will cause the address in </a:t>
            </a:r>
            <a:r>
              <a:rPr lang="en-US" err="1"/>
              <a:t>ptr</a:t>
            </a:r>
            <a:r>
              <a:rPr lang="en-US"/>
              <a:t> to be incremented by 4 and so point to the next integer in memory and similarly </a:t>
            </a:r>
            <a:r>
              <a:rPr lang="en-US" err="1"/>
              <a:t>ptr</a:t>
            </a:r>
            <a:r>
              <a:rPr lang="en-US"/>
              <a:t>-- ; </a:t>
            </a:r>
          </a:p>
          <a:p>
            <a:pPr marL="0" indent="0">
              <a:buNone/>
            </a:pPr>
            <a:r>
              <a:rPr lang="en-US"/>
              <a:t>will cause the address in </a:t>
            </a:r>
            <a:r>
              <a:rPr lang="en-US" err="1"/>
              <a:t>ptr</a:t>
            </a:r>
            <a:r>
              <a:rPr lang="en-US"/>
              <a:t> to be decremented by 4 and point to the previous integer in memory.</a:t>
            </a:r>
          </a:p>
          <a:p>
            <a:pPr marL="0" indent="0">
              <a:buNone/>
            </a:pPr>
            <a:endParaRPr lang="en-US"/>
          </a:p>
          <a:p>
            <a:pPr marL="0" indent="0">
              <a:buNone/>
            </a:pPr>
            <a:endParaRPr lang="en-US"/>
          </a:p>
        </p:txBody>
      </p:sp>
    </p:spTree>
    <p:extLst>
      <p:ext uri="{BB962C8B-B14F-4D97-AF65-F5344CB8AC3E}">
        <p14:creationId xmlns:p14="http://schemas.microsoft.com/office/powerpoint/2010/main" val="8982865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2"/>
          <p:cNvSpPr>
            <a:spLocks noGrp="1" noChangeArrowheads="1"/>
          </p:cNvSpPr>
          <p:nvPr>
            <p:ph type="title"/>
          </p:nvPr>
        </p:nvSpPr>
        <p:spPr>
          <a:xfrm>
            <a:off x="2209800" y="304800"/>
            <a:ext cx="7772400" cy="685800"/>
          </a:xfrm>
        </p:spPr>
        <p:txBody>
          <a:bodyPr>
            <a:normAutofit fontScale="90000"/>
          </a:bodyPr>
          <a:lstStyle/>
          <a:p>
            <a:pPr eaLnBrk="1" hangingPunct="1"/>
            <a:r>
              <a:rPr lang="en-US" altLang="en-US"/>
              <a:t>Example</a:t>
            </a:r>
          </a:p>
        </p:txBody>
      </p:sp>
      <p:sp>
        <p:nvSpPr>
          <p:cNvPr id="262147" name="Rectangle 3"/>
          <p:cNvSpPr>
            <a:spLocks noGrp="1" noChangeArrowheads="1"/>
          </p:cNvSpPr>
          <p:nvPr>
            <p:ph type="body" idx="1"/>
          </p:nvPr>
        </p:nvSpPr>
        <p:spPr>
          <a:xfrm>
            <a:off x="2209800" y="1143000"/>
            <a:ext cx="7772400" cy="4724400"/>
          </a:xfrm>
        </p:spPr>
        <p:txBody>
          <a:bodyPr/>
          <a:lstStyle/>
          <a:p>
            <a:pPr eaLnBrk="1" hangingPunct="1"/>
            <a:r>
              <a:rPr lang="en-US" altLang="en-US"/>
              <a:t>Consider the declaration:</a:t>
            </a:r>
          </a:p>
          <a:p>
            <a:pPr lvl="1" eaLnBrk="1" hangingPunct="1">
              <a:buFontTx/>
              <a:buNone/>
            </a:pPr>
            <a:r>
              <a:rPr lang="en-US" altLang="en-US"/>
              <a:t>    int  x[5]  =  {1, 2, 3, 4, 5} ;</a:t>
            </a:r>
          </a:p>
          <a:p>
            <a:pPr lvl="1" eaLnBrk="1" hangingPunct="1"/>
            <a:r>
              <a:rPr lang="en-US" altLang="en-US"/>
              <a:t>Suppose that the base address of x is 2500, and each integer requires 4 bytes.</a:t>
            </a:r>
          </a:p>
          <a:p>
            <a:pPr lvl="1" eaLnBrk="1" hangingPunct="1">
              <a:spcBef>
                <a:spcPct val="5000"/>
              </a:spcBef>
              <a:buFontTx/>
              <a:buNone/>
            </a:pPr>
            <a:r>
              <a:rPr lang="en-US" altLang="en-US"/>
              <a:t>         </a:t>
            </a:r>
            <a:r>
              <a:rPr lang="en-US" altLang="en-US" sz="2000" u="sng">
                <a:solidFill>
                  <a:srgbClr val="CC9900"/>
                </a:solidFill>
              </a:rPr>
              <a:t>Element</a:t>
            </a:r>
            <a:r>
              <a:rPr lang="en-US" altLang="en-US" sz="2000">
                <a:solidFill>
                  <a:srgbClr val="CC9900"/>
                </a:solidFill>
              </a:rPr>
              <a:t>    </a:t>
            </a:r>
            <a:r>
              <a:rPr lang="en-US" altLang="en-US" sz="2000" u="sng">
                <a:solidFill>
                  <a:srgbClr val="CC9900"/>
                </a:solidFill>
              </a:rPr>
              <a:t>Value</a:t>
            </a:r>
            <a:r>
              <a:rPr lang="en-US" altLang="en-US" sz="2000">
                <a:solidFill>
                  <a:srgbClr val="CC9900"/>
                </a:solidFill>
              </a:rPr>
              <a:t>    </a:t>
            </a:r>
            <a:r>
              <a:rPr lang="en-US" altLang="en-US" sz="2000" u="sng">
                <a:solidFill>
                  <a:srgbClr val="CC9900"/>
                </a:solidFill>
              </a:rPr>
              <a:t>Address</a:t>
            </a:r>
          </a:p>
          <a:p>
            <a:pPr lvl="1" eaLnBrk="1" hangingPunct="1">
              <a:spcBef>
                <a:spcPct val="5000"/>
              </a:spcBef>
              <a:buFontTx/>
              <a:buNone/>
            </a:pPr>
            <a:r>
              <a:rPr lang="en-US" altLang="en-US" sz="2000">
                <a:solidFill>
                  <a:srgbClr val="CC9900"/>
                </a:solidFill>
              </a:rPr>
              <a:t>             x[0]             1           2500</a:t>
            </a:r>
          </a:p>
          <a:p>
            <a:pPr lvl="1" eaLnBrk="1" hangingPunct="1">
              <a:spcBef>
                <a:spcPct val="5000"/>
              </a:spcBef>
              <a:buFontTx/>
              <a:buNone/>
            </a:pPr>
            <a:r>
              <a:rPr lang="en-US" altLang="en-US" sz="2000">
                <a:solidFill>
                  <a:srgbClr val="CC9900"/>
                </a:solidFill>
              </a:rPr>
              <a:t>             x[1]             2           2504</a:t>
            </a:r>
          </a:p>
          <a:p>
            <a:pPr lvl="1" eaLnBrk="1" hangingPunct="1">
              <a:spcBef>
                <a:spcPct val="5000"/>
              </a:spcBef>
              <a:buFontTx/>
              <a:buNone/>
            </a:pPr>
            <a:r>
              <a:rPr lang="en-US" altLang="en-US" sz="2000">
                <a:solidFill>
                  <a:srgbClr val="CC9900"/>
                </a:solidFill>
              </a:rPr>
              <a:t>             x[2]             3           2508</a:t>
            </a:r>
          </a:p>
          <a:p>
            <a:pPr lvl="1" eaLnBrk="1" hangingPunct="1">
              <a:spcBef>
                <a:spcPct val="5000"/>
              </a:spcBef>
              <a:buFontTx/>
              <a:buNone/>
            </a:pPr>
            <a:r>
              <a:rPr lang="en-US" altLang="en-US" sz="2000">
                <a:solidFill>
                  <a:srgbClr val="CC9900"/>
                </a:solidFill>
              </a:rPr>
              <a:t>             x[3]             4           2512</a:t>
            </a:r>
          </a:p>
          <a:p>
            <a:pPr lvl="1" eaLnBrk="1" hangingPunct="1">
              <a:spcBef>
                <a:spcPct val="5000"/>
              </a:spcBef>
              <a:buFontTx/>
              <a:buNone/>
            </a:pPr>
            <a:r>
              <a:rPr lang="en-US" altLang="en-US" sz="2000">
                <a:solidFill>
                  <a:srgbClr val="CC9900"/>
                </a:solidFill>
              </a:rPr>
              <a:t>             x[4]             5           2516</a:t>
            </a:r>
            <a:endParaRPr lang="en-US" altLang="en-US" sz="2000">
              <a:solidFill>
                <a:srgbClr val="008000"/>
              </a:solidFill>
            </a:endParaRPr>
          </a:p>
        </p:txBody>
      </p:sp>
    </p:spTree>
    <p:extLst>
      <p:ext uri="{BB962C8B-B14F-4D97-AF65-F5344CB8AC3E}">
        <p14:creationId xmlns:p14="http://schemas.microsoft.com/office/powerpoint/2010/main" val="29758635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62147">
                                            <p:txEl>
                                              <p:pRg st="4" end="4"/>
                                            </p:txEl>
                                          </p:spTgt>
                                        </p:tgtEl>
                                        <p:attrNameLst>
                                          <p:attrName>style.visibility</p:attrName>
                                        </p:attrNameLst>
                                      </p:cBhvr>
                                      <p:to>
                                        <p:strVal val="visible"/>
                                      </p:to>
                                    </p:set>
                                    <p:animEffect transition="in" filter="checkerboard(across)">
                                      <p:cBhvr>
                                        <p:cTn id="7" dur="500"/>
                                        <p:tgtEl>
                                          <p:spTgt spid="262147">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62147">
                                            <p:txEl>
                                              <p:pRg st="5" end="5"/>
                                            </p:txEl>
                                          </p:spTgt>
                                        </p:tgtEl>
                                        <p:attrNameLst>
                                          <p:attrName>style.visibility</p:attrName>
                                        </p:attrNameLst>
                                      </p:cBhvr>
                                      <p:to>
                                        <p:strVal val="visible"/>
                                      </p:to>
                                    </p:set>
                                    <p:animEffect transition="in" filter="checkerboard(across)">
                                      <p:cBhvr>
                                        <p:cTn id="12" dur="500"/>
                                        <p:tgtEl>
                                          <p:spTgt spid="262147">
                                            <p:txEl>
                                              <p:pRg st="5" end="5"/>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62147">
                                            <p:txEl>
                                              <p:pRg st="6" end="6"/>
                                            </p:txEl>
                                          </p:spTgt>
                                        </p:tgtEl>
                                        <p:attrNameLst>
                                          <p:attrName>style.visibility</p:attrName>
                                        </p:attrNameLst>
                                      </p:cBhvr>
                                      <p:to>
                                        <p:strVal val="visible"/>
                                      </p:to>
                                    </p:set>
                                    <p:animEffect transition="in" filter="checkerboard(across)">
                                      <p:cBhvr>
                                        <p:cTn id="17" dur="500"/>
                                        <p:tgtEl>
                                          <p:spTgt spid="262147">
                                            <p:txEl>
                                              <p:pRg st="6" end="6"/>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262147">
                                            <p:txEl>
                                              <p:pRg st="7" end="7"/>
                                            </p:txEl>
                                          </p:spTgt>
                                        </p:tgtEl>
                                        <p:attrNameLst>
                                          <p:attrName>style.visibility</p:attrName>
                                        </p:attrNameLst>
                                      </p:cBhvr>
                                      <p:to>
                                        <p:strVal val="visible"/>
                                      </p:to>
                                    </p:set>
                                    <p:animEffect transition="in" filter="checkerboard(across)">
                                      <p:cBhvr>
                                        <p:cTn id="22" dur="500"/>
                                        <p:tgtEl>
                                          <p:spTgt spid="262147">
                                            <p:txEl>
                                              <p:pRg st="7" end="7"/>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262147">
                                            <p:txEl>
                                              <p:pRg st="8" end="8"/>
                                            </p:txEl>
                                          </p:spTgt>
                                        </p:tgtEl>
                                        <p:attrNameLst>
                                          <p:attrName>style.visibility</p:attrName>
                                        </p:attrNameLst>
                                      </p:cBhvr>
                                      <p:to>
                                        <p:strVal val="visible"/>
                                      </p:to>
                                    </p:set>
                                    <p:animEffect transition="in" filter="checkerboard(across)">
                                      <p:cBhvr>
                                        <p:cTn id="27" dur="500"/>
                                        <p:tgtEl>
                                          <p:spTgt spid="26214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2"/>
          <p:cNvSpPr>
            <a:spLocks noGrp="1" noChangeArrowheads="1"/>
          </p:cNvSpPr>
          <p:nvPr>
            <p:ph type="title"/>
          </p:nvPr>
        </p:nvSpPr>
        <p:spPr/>
        <p:txBody>
          <a:bodyPr/>
          <a:lstStyle/>
          <a:p>
            <a:pPr eaLnBrk="1" hangingPunct="1"/>
            <a:r>
              <a:rPr lang="en-US" altLang="en-US"/>
              <a:t>Contd.</a:t>
            </a:r>
          </a:p>
        </p:txBody>
      </p:sp>
      <p:sp>
        <p:nvSpPr>
          <p:cNvPr id="263171" name="Rectangle 3"/>
          <p:cNvSpPr>
            <a:spLocks noGrp="1" noChangeArrowheads="1"/>
          </p:cNvSpPr>
          <p:nvPr>
            <p:ph type="body" idx="1"/>
          </p:nvPr>
        </p:nvSpPr>
        <p:spPr/>
        <p:txBody>
          <a:bodyPr/>
          <a:lstStyle/>
          <a:p>
            <a:pPr lvl="1" eaLnBrk="1" hangingPunct="1">
              <a:buFontTx/>
              <a:buNone/>
            </a:pPr>
            <a:r>
              <a:rPr lang="en-US" altLang="en-US"/>
              <a:t>    x   </a:t>
            </a:r>
            <a:r>
              <a:rPr lang="en-US" altLang="en-US">
                <a:sym typeface="Wingdings" panose="05000000000000000000" pitchFamily="2" charset="2"/>
              </a:rPr>
              <a:t></a:t>
            </a:r>
            <a:r>
              <a:rPr lang="en-US" altLang="en-US"/>
              <a:t>   &amp;x[0]   </a:t>
            </a:r>
            <a:r>
              <a:rPr lang="en-US" altLang="en-US">
                <a:sym typeface="Wingdings" panose="05000000000000000000" pitchFamily="2" charset="2"/>
              </a:rPr>
              <a:t></a:t>
            </a:r>
            <a:r>
              <a:rPr lang="en-US" altLang="en-US"/>
              <a:t>   2500 ;</a:t>
            </a:r>
          </a:p>
          <a:p>
            <a:pPr lvl="1" eaLnBrk="1" hangingPunct="1">
              <a:buFontTx/>
              <a:buNone/>
            </a:pPr>
            <a:endParaRPr lang="en-US" altLang="en-US"/>
          </a:p>
          <a:p>
            <a:pPr lvl="1" eaLnBrk="1" hangingPunct="1"/>
            <a:r>
              <a:rPr lang="en-US" altLang="en-US">
                <a:solidFill>
                  <a:srgbClr val="CC0000"/>
                </a:solidFill>
              </a:rPr>
              <a:t>p = x;</a:t>
            </a:r>
            <a:r>
              <a:rPr lang="en-US" altLang="en-US"/>
              <a:t>    and    </a:t>
            </a:r>
            <a:r>
              <a:rPr lang="en-US" altLang="en-US">
                <a:solidFill>
                  <a:srgbClr val="CC0000"/>
                </a:solidFill>
              </a:rPr>
              <a:t>p = &amp;x[0];</a:t>
            </a:r>
            <a:r>
              <a:rPr lang="en-US" altLang="en-US"/>
              <a:t>  are equivalent.</a:t>
            </a:r>
          </a:p>
          <a:p>
            <a:pPr lvl="1" eaLnBrk="1" hangingPunct="1"/>
            <a:r>
              <a:rPr lang="en-US" altLang="en-US"/>
              <a:t>We can access successive values of x by using p++ or p- - to move from one element to another.</a:t>
            </a:r>
          </a:p>
          <a:p>
            <a:pPr eaLnBrk="1" hangingPunct="1"/>
            <a:r>
              <a:rPr lang="en-US" altLang="en-US"/>
              <a:t>Relationship between p and x:</a:t>
            </a:r>
          </a:p>
          <a:p>
            <a:pPr lvl="2" eaLnBrk="1" hangingPunct="1">
              <a:buFontTx/>
              <a:buNone/>
            </a:pPr>
            <a:r>
              <a:rPr lang="en-US" altLang="en-US"/>
              <a:t>p      =   &amp;x[0]   =   2500</a:t>
            </a:r>
          </a:p>
          <a:p>
            <a:pPr lvl="2" eaLnBrk="1" hangingPunct="1">
              <a:buFontTx/>
              <a:buNone/>
            </a:pPr>
            <a:r>
              <a:rPr lang="en-US" altLang="en-US"/>
              <a:t>p+1  =   &amp;x[1]   =   2504</a:t>
            </a:r>
          </a:p>
          <a:p>
            <a:pPr lvl="2" eaLnBrk="1" hangingPunct="1">
              <a:buFontTx/>
              <a:buNone/>
            </a:pPr>
            <a:r>
              <a:rPr lang="en-US" altLang="en-US"/>
              <a:t>p+2  =   &amp;x[2]   =   2508</a:t>
            </a:r>
          </a:p>
          <a:p>
            <a:pPr lvl="2" eaLnBrk="1" hangingPunct="1">
              <a:buFontTx/>
              <a:buNone/>
            </a:pPr>
            <a:r>
              <a:rPr lang="en-US" altLang="en-US"/>
              <a:t>p+3  =   &amp;x[3]   =   2512</a:t>
            </a:r>
          </a:p>
          <a:p>
            <a:pPr lvl="2" eaLnBrk="1" hangingPunct="1">
              <a:buFontTx/>
              <a:buNone/>
            </a:pPr>
            <a:r>
              <a:rPr lang="en-US" altLang="en-US"/>
              <a:t>p+4  =   &amp;x[4]   =   2516</a:t>
            </a:r>
          </a:p>
        </p:txBody>
      </p:sp>
      <p:sp>
        <p:nvSpPr>
          <p:cNvPr id="263172" name="Text Box 4"/>
          <p:cNvSpPr txBox="1">
            <a:spLocks noChangeArrowheads="1"/>
          </p:cNvSpPr>
          <p:nvPr/>
        </p:nvSpPr>
        <p:spPr bwMode="auto">
          <a:xfrm>
            <a:off x="7239000" y="4648201"/>
            <a:ext cx="2438400" cy="85407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810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a:solidFill>
                  <a:srgbClr val="FF0000"/>
                </a:solidFill>
              </a:rPr>
              <a:t>*(p+i) gives the</a:t>
            </a:r>
          </a:p>
          <a:p>
            <a:pPr eaLnBrk="1" hangingPunct="1">
              <a:spcBef>
                <a:spcPct val="50000"/>
              </a:spcBef>
              <a:buFontTx/>
              <a:buNone/>
            </a:pPr>
            <a:r>
              <a:rPr lang="en-US" altLang="en-US" sz="2000">
                <a:solidFill>
                  <a:srgbClr val="FF0000"/>
                </a:solidFill>
              </a:rPr>
              <a:t>     value of x[i]</a:t>
            </a:r>
          </a:p>
        </p:txBody>
      </p:sp>
    </p:spTree>
    <p:extLst>
      <p:ext uri="{BB962C8B-B14F-4D97-AF65-F5344CB8AC3E}">
        <p14:creationId xmlns:p14="http://schemas.microsoft.com/office/powerpoint/2010/main" val="20035229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63171">
                                            <p:txEl>
                                              <p:pRg st="2" end="2"/>
                                            </p:txEl>
                                          </p:spTgt>
                                        </p:tgtEl>
                                        <p:attrNameLst>
                                          <p:attrName>style.visibility</p:attrName>
                                        </p:attrNameLst>
                                      </p:cBhvr>
                                      <p:to>
                                        <p:strVal val="visible"/>
                                      </p:to>
                                    </p:set>
                                    <p:anim calcmode="lin" valueType="num">
                                      <p:cBhvr additive="base">
                                        <p:cTn id="7" dur="500" fill="hold"/>
                                        <p:tgtEl>
                                          <p:spTgt spid="26317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31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63171">
                                            <p:txEl>
                                              <p:pRg st="3" end="3"/>
                                            </p:txEl>
                                          </p:spTgt>
                                        </p:tgtEl>
                                        <p:attrNameLst>
                                          <p:attrName>style.visibility</p:attrName>
                                        </p:attrNameLst>
                                      </p:cBhvr>
                                      <p:to>
                                        <p:strVal val="visible"/>
                                      </p:to>
                                    </p:set>
                                    <p:anim calcmode="lin" valueType="num">
                                      <p:cBhvr additive="base">
                                        <p:cTn id="13" dur="500" fill="hold"/>
                                        <p:tgtEl>
                                          <p:spTgt spid="263171">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31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5" presetClass="entr" presetSubtype="10" fill="hold" nodeType="clickEffect">
                                  <p:stCondLst>
                                    <p:cond delay="0"/>
                                  </p:stCondLst>
                                  <p:childTnLst>
                                    <p:set>
                                      <p:cBhvr>
                                        <p:cTn id="18" dur="1" fill="hold">
                                          <p:stCondLst>
                                            <p:cond delay="0"/>
                                          </p:stCondLst>
                                        </p:cTn>
                                        <p:tgtEl>
                                          <p:spTgt spid="263171">
                                            <p:txEl>
                                              <p:pRg st="4" end="4"/>
                                            </p:txEl>
                                          </p:spTgt>
                                        </p:tgtEl>
                                        <p:attrNameLst>
                                          <p:attrName>style.visibility</p:attrName>
                                        </p:attrNameLst>
                                      </p:cBhvr>
                                      <p:to>
                                        <p:strVal val="visible"/>
                                      </p:to>
                                    </p:set>
                                    <p:animEffect transition="in" filter="checkerboard(across)">
                                      <p:cBhvr>
                                        <p:cTn id="19" dur="500"/>
                                        <p:tgtEl>
                                          <p:spTgt spid="263171">
                                            <p:txEl>
                                              <p:pRg st="4" end="4"/>
                                            </p:txEl>
                                          </p:spTgt>
                                        </p:tgtEl>
                                      </p:cBhvr>
                                    </p:animEffect>
                                  </p:childTnLst>
                                </p:cTn>
                              </p:par>
                              <p:par>
                                <p:cTn id="20" presetID="5" presetClass="entr" presetSubtype="10" fill="hold" nodeType="withEffect">
                                  <p:stCondLst>
                                    <p:cond delay="0"/>
                                  </p:stCondLst>
                                  <p:childTnLst>
                                    <p:set>
                                      <p:cBhvr>
                                        <p:cTn id="21" dur="1" fill="hold">
                                          <p:stCondLst>
                                            <p:cond delay="0"/>
                                          </p:stCondLst>
                                        </p:cTn>
                                        <p:tgtEl>
                                          <p:spTgt spid="263171">
                                            <p:txEl>
                                              <p:pRg st="5" end="5"/>
                                            </p:txEl>
                                          </p:spTgt>
                                        </p:tgtEl>
                                        <p:attrNameLst>
                                          <p:attrName>style.visibility</p:attrName>
                                        </p:attrNameLst>
                                      </p:cBhvr>
                                      <p:to>
                                        <p:strVal val="visible"/>
                                      </p:to>
                                    </p:set>
                                    <p:animEffect transition="in" filter="checkerboard(across)">
                                      <p:cBhvr>
                                        <p:cTn id="22" dur="500"/>
                                        <p:tgtEl>
                                          <p:spTgt spid="263171">
                                            <p:txEl>
                                              <p:pRg st="5" end="5"/>
                                            </p:txEl>
                                          </p:spTgt>
                                        </p:tgtEl>
                                      </p:cBhvr>
                                    </p:animEffect>
                                  </p:childTnLst>
                                </p:cTn>
                              </p:par>
                              <p:par>
                                <p:cTn id="23" presetID="5" presetClass="entr" presetSubtype="10" fill="hold" nodeType="withEffect">
                                  <p:stCondLst>
                                    <p:cond delay="0"/>
                                  </p:stCondLst>
                                  <p:childTnLst>
                                    <p:set>
                                      <p:cBhvr>
                                        <p:cTn id="24" dur="1" fill="hold">
                                          <p:stCondLst>
                                            <p:cond delay="0"/>
                                          </p:stCondLst>
                                        </p:cTn>
                                        <p:tgtEl>
                                          <p:spTgt spid="263171">
                                            <p:txEl>
                                              <p:pRg st="6" end="6"/>
                                            </p:txEl>
                                          </p:spTgt>
                                        </p:tgtEl>
                                        <p:attrNameLst>
                                          <p:attrName>style.visibility</p:attrName>
                                        </p:attrNameLst>
                                      </p:cBhvr>
                                      <p:to>
                                        <p:strVal val="visible"/>
                                      </p:to>
                                    </p:set>
                                    <p:animEffect transition="in" filter="checkerboard(across)">
                                      <p:cBhvr>
                                        <p:cTn id="25" dur="500"/>
                                        <p:tgtEl>
                                          <p:spTgt spid="263171">
                                            <p:txEl>
                                              <p:pRg st="6" end="6"/>
                                            </p:txEl>
                                          </p:spTgt>
                                        </p:tgtEl>
                                      </p:cBhvr>
                                    </p:animEffect>
                                  </p:childTnLst>
                                </p:cTn>
                              </p:par>
                              <p:par>
                                <p:cTn id="26" presetID="5" presetClass="entr" presetSubtype="10" fill="hold" nodeType="withEffect">
                                  <p:stCondLst>
                                    <p:cond delay="0"/>
                                  </p:stCondLst>
                                  <p:childTnLst>
                                    <p:set>
                                      <p:cBhvr>
                                        <p:cTn id="27" dur="1" fill="hold">
                                          <p:stCondLst>
                                            <p:cond delay="0"/>
                                          </p:stCondLst>
                                        </p:cTn>
                                        <p:tgtEl>
                                          <p:spTgt spid="263171">
                                            <p:txEl>
                                              <p:pRg st="7" end="7"/>
                                            </p:txEl>
                                          </p:spTgt>
                                        </p:tgtEl>
                                        <p:attrNameLst>
                                          <p:attrName>style.visibility</p:attrName>
                                        </p:attrNameLst>
                                      </p:cBhvr>
                                      <p:to>
                                        <p:strVal val="visible"/>
                                      </p:to>
                                    </p:set>
                                    <p:animEffect transition="in" filter="checkerboard(across)">
                                      <p:cBhvr>
                                        <p:cTn id="28" dur="500"/>
                                        <p:tgtEl>
                                          <p:spTgt spid="263171">
                                            <p:txEl>
                                              <p:pRg st="7" end="7"/>
                                            </p:txEl>
                                          </p:spTgt>
                                        </p:tgtEl>
                                      </p:cBhvr>
                                    </p:animEffect>
                                  </p:childTnLst>
                                </p:cTn>
                              </p:par>
                              <p:par>
                                <p:cTn id="29" presetID="5" presetClass="entr" presetSubtype="10" fill="hold" nodeType="withEffect">
                                  <p:stCondLst>
                                    <p:cond delay="0"/>
                                  </p:stCondLst>
                                  <p:childTnLst>
                                    <p:set>
                                      <p:cBhvr>
                                        <p:cTn id="30" dur="1" fill="hold">
                                          <p:stCondLst>
                                            <p:cond delay="0"/>
                                          </p:stCondLst>
                                        </p:cTn>
                                        <p:tgtEl>
                                          <p:spTgt spid="263171">
                                            <p:txEl>
                                              <p:pRg st="8" end="8"/>
                                            </p:txEl>
                                          </p:spTgt>
                                        </p:tgtEl>
                                        <p:attrNameLst>
                                          <p:attrName>style.visibility</p:attrName>
                                        </p:attrNameLst>
                                      </p:cBhvr>
                                      <p:to>
                                        <p:strVal val="visible"/>
                                      </p:to>
                                    </p:set>
                                    <p:animEffect transition="in" filter="checkerboard(across)">
                                      <p:cBhvr>
                                        <p:cTn id="31" dur="500"/>
                                        <p:tgtEl>
                                          <p:spTgt spid="263171">
                                            <p:txEl>
                                              <p:pRg st="8" end="8"/>
                                            </p:txEl>
                                          </p:spTgt>
                                        </p:tgtEl>
                                      </p:cBhvr>
                                    </p:animEffect>
                                  </p:childTnLst>
                                </p:cTn>
                              </p:par>
                              <p:par>
                                <p:cTn id="32" presetID="5" presetClass="entr" presetSubtype="10" fill="hold" nodeType="withEffect">
                                  <p:stCondLst>
                                    <p:cond delay="0"/>
                                  </p:stCondLst>
                                  <p:childTnLst>
                                    <p:set>
                                      <p:cBhvr>
                                        <p:cTn id="33" dur="1" fill="hold">
                                          <p:stCondLst>
                                            <p:cond delay="0"/>
                                          </p:stCondLst>
                                        </p:cTn>
                                        <p:tgtEl>
                                          <p:spTgt spid="263171">
                                            <p:txEl>
                                              <p:pRg st="9" end="9"/>
                                            </p:txEl>
                                          </p:spTgt>
                                        </p:tgtEl>
                                        <p:attrNameLst>
                                          <p:attrName>style.visibility</p:attrName>
                                        </p:attrNameLst>
                                      </p:cBhvr>
                                      <p:to>
                                        <p:strVal val="visible"/>
                                      </p:to>
                                    </p:set>
                                    <p:animEffect transition="in" filter="checkerboard(across)">
                                      <p:cBhvr>
                                        <p:cTn id="34" dur="500"/>
                                        <p:tgtEl>
                                          <p:spTgt spid="263171">
                                            <p:txEl>
                                              <p:pRg st="9" end="9"/>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263172"/>
                                        </p:tgtEl>
                                        <p:attrNameLst>
                                          <p:attrName>style.visibility</p:attrName>
                                        </p:attrNameLst>
                                      </p:cBhvr>
                                      <p:to>
                                        <p:strVal val="visible"/>
                                      </p:to>
                                    </p:set>
                                    <p:anim calcmode="lin" valueType="num">
                                      <p:cBhvr additive="base">
                                        <p:cTn id="39" dur="500" fill="hold"/>
                                        <p:tgtEl>
                                          <p:spTgt spid="263172"/>
                                        </p:tgtEl>
                                        <p:attrNameLst>
                                          <p:attrName>ppt_x</p:attrName>
                                        </p:attrNameLst>
                                      </p:cBhvr>
                                      <p:tavLst>
                                        <p:tav tm="0">
                                          <p:val>
                                            <p:strVal val="#ppt_x"/>
                                          </p:val>
                                        </p:tav>
                                        <p:tav tm="100000">
                                          <p:val>
                                            <p:strVal val="#ppt_x"/>
                                          </p:val>
                                        </p:tav>
                                      </p:tavLst>
                                    </p:anim>
                                    <p:anim calcmode="lin" valueType="num">
                                      <p:cBhvr additive="base">
                                        <p:cTn id="40" dur="500" fill="hold"/>
                                        <p:tgtEl>
                                          <p:spTgt spid="2631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Date Placeholder 2"/>
          <p:cNvSpPr>
            <a:spLocks noGrp="1"/>
          </p:cNvSpPr>
          <p:nvPr>
            <p:ph type="dt" sz="quarter" idx="10"/>
          </p:nvPr>
        </p:nvSpPr>
        <p:spPr>
          <a:noFill/>
        </p:spPr>
        <p:txBody>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05A20A5-71DB-4FF7-95E4-EC8ED8B7F56A}" type="datetime3">
              <a:rPr lang="en-US" altLang="en-US" sz="1400" b="0">
                <a:solidFill>
                  <a:schemeClr val="tx1"/>
                </a:solidFill>
              </a:rPr>
              <a:pPr>
                <a:spcBef>
                  <a:spcPct val="0"/>
                </a:spcBef>
                <a:buFontTx/>
                <a:buNone/>
              </a:pPr>
              <a:t>21 July 2022</a:t>
            </a:fld>
            <a:endParaRPr lang="en-US" altLang="en-US" sz="1400" b="0">
              <a:solidFill>
                <a:schemeClr val="tx1"/>
              </a:solidFill>
            </a:endParaRPr>
          </a:p>
        </p:txBody>
      </p:sp>
      <p:sp>
        <p:nvSpPr>
          <p:cNvPr id="36867" name="Footer Placeholder 3"/>
          <p:cNvSpPr>
            <a:spLocks noGrp="1"/>
          </p:cNvSpPr>
          <p:nvPr>
            <p:ph type="ftr" sz="quarter" idx="11"/>
          </p:nvPr>
        </p:nvSpPr>
        <p:spPr>
          <a:noFill/>
        </p:spPr>
        <p:txBody>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b="0">
                <a:solidFill>
                  <a:schemeClr val="tx1"/>
                </a:solidFill>
              </a:rPr>
              <a:t>Programming and Data Structure</a:t>
            </a:r>
          </a:p>
        </p:txBody>
      </p:sp>
      <p:sp>
        <p:nvSpPr>
          <p:cNvPr id="36868" name="Slide Number Placeholder 4"/>
          <p:cNvSpPr>
            <a:spLocks noGrp="1"/>
          </p:cNvSpPr>
          <p:nvPr>
            <p:ph type="sldNum" sz="quarter" idx="12"/>
          </p:nvPr>
        </p:nvSpPr>
        <p:spPr>
          <a:noFill/>
        </p:spPr>
        <p:txBody>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383B8D1-0225-4AA6-B507-1847703FE12F}" type="slidenum">
              <a:rPr lang="en-US" altLang="en-US" sz="1400" b="0">
                <a:solidFill>
                  <a:schemeClr val="tx1"/>
                </a:solidFill>
              </a:rPr>
              <a:pPr>
                <a:spcBef>
                  <a:spcPct val="0"/>
                </a:spcBef>
                <a:buFontTx/>
                <a:buNone/>
              </a:pPr>
              <a:t>36</a:t>
            </a:fld>
            <a:endParaRPr lang="en-US" altLang="en-US" sz="1400" b="0">
              <a:solidFill>
                <a:schemeClr val="tx1"/>
              </a:solidFill>
            </a:endParaRPr>
          </a:p>
        </p:txBody>
      </p:sp>
      <p:sp>
        <p:nvSpPr>
          <p:cNvPr id="36869" name="Rectangle 2"/>
          <p:cNvSpPr>
            <a:spLocks noGrp="1" noChangeArrowheads="1"/>
          </p:cNvSpPr>
          <p:nvPr>
            <p:ph type="title"/>
          </p:nvPr>
        </p:nvSpPr>
        <p:spPr/>
        <p:txBody>
          <a:bodyPr/>
          <a:lstStyle/>
          <a:p>
            <a:pPr eaLnBrk="1" hangingPunct="1"/>
            <a:r>
              <a:rPr lang="en-US" altLang="en-US"/>
              <a:t>Example: function to find average</a:t>
            </a:r>
          </a:p>
        </p:txBody>
      </p:sp>
      <p:sp>
        <p:nvSpPr>
          <p:cNvPr id="36870" name="Text Box 3"/>
          <p:cNvSpPr txBox="1">
            <a:spLocks noChangeArrowheads="1"/>
          </p:cNvSpPr>
          <p:nvPr/>
        </p:nvSpPr>
        <p:spPr bwMode="auto">
          <a:xfrm>
            <a:off x="1981200" y="1600201"/>
            <a:ext cx="4038600" cy="4092575"/>
          </a:xfrm>
          <a:prstGeom prst="rect">
            <a:avLst/>
          </a:prstGeom>
          <a:solidFill>
            <a:srgbClr val="CCFFFF"/>
          </a:solidFill>
          <a:ln w="38100">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solidFill>
                  <a:srgbClr val="008000"/>
                </a:solidFill>
              </a:rPr>
              <a:t>#include  &lt;stdio.h&gt;</a:t>
            </a:r>
          </a:p>
          <a:p>
            <a:pPr eaLnBrk="1" hangingPunct="1">
              <a:spcBef>
                <a:spcPct val="0"/>
              </a:spcBef>
              <a:buFontTx/>
              <a:buNone/>
            </a:pPr>
            <a:r>
              <a:rPr lang="en-US" altLang="en-US" sz="2000">
                <a:solidFill>
                  <a:srgbClr val="008000"/>
                </a:solidFill>
              </a:rPr>
              <a:t>main()</a:t>
            </a:r>
          </a:p>
          <a:p>
            <a:pPr eaLnBrk="1" hangingPunct="1">
              <a:spcBef>
                <a:spcPct val="0"/>
              </a:spcBef>
              <a:buFontTx/>
              <a:buNone/>
            </a:pPr>
            <a:r>
              <a:rPr lang="en-US" altLang="en-US" sz="2000">
                <a:solidFill>
                  <a:srgbClr val="008000"/>
                </a:solidFill>
              </a:rPr>
              <a:t>{</a:t>
            </a:r>
          </a:p>
          <a:p>
            <a:pPr eaLnBrk="1" hangingPunct="1">
              <a:spcBef>
                <a:spcPct val="0"/>
              </a:spcBef>
              <a:buFontTx/>
              <a:buNone/>
            </a:pPr>
            <a:r>
              <a:rPr lang="en-US" altLang="en-US" sz="2000">
                <a:solidFill>
                  <a:srgbClr val="008000"/>
                </a:solidFill>
              </a:rPr>
              <a:t>      int  x[100], k, n ;</a:t>
            </a:r>
          </a:p>
          <a:p>
            <a:pPr eaLnBrk="1" hangingPunct="1">
              <a:spcBef>
                <a:spcPct val="0"/>
              </a:spcBef>
              <a:buFontTx/>
              <a:buNone/>
            </a:pPr>
            <a:endParaRPr lang="en-US" altLang="en-US" sz="2000">
              <a:solidFill>
                <a:srgbClr val="008000"/>
              </a:solidFill>
            </a:endParaRPr>
          </a:p>
          <a:p>
            <a:pPr eaLnBrk="1" hangingPunct="1">
              <a:spcBef>
                <a:spcPct val="0"/>
              </a:spcBef>
              <a:buFontTx/>
              <a:buNone/>
            </a:pPr>
            <a:r>
              <a:rPr lang="en-US" altLang="en-US" sz="2000">
                <a:solidFill>
                  <a:srgbClr val="008000"/>
                </a:solidFill>
              </a:rPr>
              <a:t>      scanf  (“%d”, &amp;n) ;</a:t>
            </a:r>
          </a:p>
          <a:p>
            <a:pPr eaLnBrk="1" hangingPunct="1">
              <a:spcBef>
                <a:spcPct val="0"/>
              </a:spcBef>
              <a:buFontTx/>
              <a:buNone/>
            </a:pPr>
            <a:endParaRPr lang="en-US" altLang="en-US" sz="2000">
              <a:solidFill>
                <a:srgbClr val="008000"/>
              </a:solidFill>
            </a:endParaRPr>
          </a:p>
          <a:p>
            <a:pPr eaLnBrk="1" hangingPunct="1">
              <a:spcBef>
                <a:spcPct val="0"/>
              </a:spcBef>
              <a:buFontTx/>
              <a:buNone/>
            </a:pPr>
            <a:r>
              <a:rPr lang="en-US" altLang="en-US" sz="2000">
                <a:solidFill>
                  <a:srgbClr val="008000"/>
                </a:solidFill>
              </a:rPr>
              <a:t>      for  (k=0; k&lt;n; k++)</a:t>
            </a:r>
          </a:p>
          <a:p>
            <a:pPr eaLnBrk="1" hangingPunct="1">
              <a:spcBef>
                <a:spcPct val="0"/>
              </a:spcBef>
              <a:buFontTx/>
              <a:buNone/>
            </a:pPr>
            <a:r>
              <a:rPr lang="en-US" altLang="en-US" sz="2000">
                <a:solidFill>
                  <a:srgbClr val="008000"/>
                </a:solidFill>
              </a:rPr>
              <a:t>          scanf  (“%d”, &amp;x[k]) ;</a:t>
            </a:r>
          </a:p>
          <a:p>
            <a:pPr eaLnBrk="1" hangingPunct="1">
              <a:spcBef>
                <a:spcPct val="0"/>
              </a:spcBef>
              <a:buFontTx/>
              <a:buNone/>
            </a:pPr>
            <a:endParaRPr lang="en-US" altLang="en-US" sz="2000">
              <a:solidFill>
                <a:srgbClr val="008000"/>
              </a:solidFill>
            </a:endParaRPr>
          </a:p>
          <a:p>
            <a:pPr eaLnBrk="1" hangingPunct="1">
              <a:spcBef>
                <a:spcPct val="0"/>
              </a:spcBef>
              <a:buFontTx/>
              <a:buNone/>
            </a:pPr>
            <a:r>
              <a:rPr lang="en-US" altLang="en-US" sz="2000">
                <a:solidFill>
                  <a:srgbClr val="008000"/>
                </a:solidFill>
              </a:rPr>
              <a:t>      printf  (“\nAverage is %f”, </a:t>
            </a:r>
          </a:p>
          <a:p>
            <a:pPr eaLnBrk="1" hangingPunct="1">
              <a:spcBef>
                <a:spcPct val="0"/>
              </a:spcBef>
              <a:buFontTx/>
              <a:buNone/>
            </a:pPr>
            <a:r>
              <a:rPr lang="en-US" altLang="en-US" sz="2000">
                <a:solidFill>
                  <a:srgbClr val="008000"/>
                </a:solidFill>
              </a:rPr>
              <a:t>                                      avg (x, n));</a:t>
            </a:r>
          </a:p>
          <a:p>
            <a:pPr eaLnBrk="1" hangingPunct="1">
              <a:spcBef>
                <a:spcPct val="0"/>
              </a:spcBef>
              <a:buFontTx/>
              <a:buNone/>
            </a:pPr>
            <a:r>
              <a:rPr lang="en-US" altLang="en-US" sz="2000">
                <a:solidFill>
                  <a:srgbClr val="008000"/>
                </a:solidFill>
              </a:rPr>
              <a:t>}</a:t>
            </a:r>
          </a:p>
        </p:txBody>
      </p:sp>
      <p:sp>
        <p:nvSpPr>
          <p:cNvPr id="36871" name="Text Box 4"/>
          <p:cNvSpPr txBox="1">
            <a:spLocks noChangeArrowheads="1"/>
          </p:cNvSpPr>
          <p:nvPr/>
        </p:nvSpPr>
        <p:spPr bwMode="auto">
          <a:xfrm>
            <a:off x="6324600" y="1600201"/>
            <a:ext cx="4038600" cy="3482975"/>
          </a:xfrm>
          <a:prstGeom prst="rect">
            <a:avLst/>
          </a:prstGeom>
          <a:solidFill>
            <a:srgbClr val="CCFFFF"/>
          </a:solidFill>
          <a:ln w="38100">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solidFill>
                  <a:srgbClr val="008000"/>
                </a:solidFill>
              </a:rPr>
              <a:t>float  avg  (int array[ ],int  size)</a:t>
            </a:r>
          </a:p>
          <a:p>
            <a:pPr eaLnBrk="1" hangingPunct="1">
              <a:spcBef>
                <a:spcPct val="0"/>
              </a:spcBef>
              <a:buFontTx/>
              <a:buNone/>
            </a:pPr>
            <a:r>
              <a:rPr lang="en-US" altLang="en-US" sz="2000">
                <a:solidFill>
                  <a:srgbClr val="008000"/>
                </a:solidFill>
              </a:rPr>
              <a:t>{</a:t>
            </a:r>
          </a:p>
          <a:p>
            <a:pPr eaLnBrk="1" hangingPunct="1">
              <a:spcBef>
                <a:spcPct val="0"/>
              </a:spcBef>
              <a:buFontTx/>
              <a:buNone/>
            </a:pPr>
            <a:r>
              <a:rPr lang="en-US" altLang="en-US" sz="2000">
                <a:solidFill>
                  <a:srgbClr val="008000"/>
                </a:solidFill>
              </a:rPr>
              <a:t>      int  *p, i , sum = 0;</a:t>
            </a:r>
          </a:p>
          <a:p>
            <a:pPr eaLnBrk="1" hangingPunct="1">
              <a:spcBef>
                <a:spcPct val="0"/>
              </a:spcBef>
              <a:buFontTx/>
              <a:buNone/>
            </a:pPr>
            <a:endParaRPr lang="en-US" altLang="en-US" sz="2000">
              <a:solidFill>
                <a:srgbClr val="008000"/>
              </a:solidFill>
            </a:endParaRPr>
          </a:p>
          <a:p>
            <a:pPr eaLnBrk="1" hangingPunct="1">
              <a:spcBef>
                <a:spcPct val="0"/>
              </a:spcBef>
              <a:buFontTx/>
              <a:buNone/>
            </a:pPr>
            <a:r>
              <a:rPr lang="en-US" altLang="en-US" sz="2000">
                <a:solidFill>
                  <a:srgbClr val="008000"/>
                </a:solidFill>
              </a:rPr>
              <a:t>      p = array ;</a:t>
            </a:r>
          </a:p>
          <a:p>
            <a:pPr eaLnBrk="1" hangingPunct="1">
              <a:spcBef>
                <a:spcPct val="0"/>
              </a:spcBef>
              <a:buFontTx/>
              <a:buNone/>
            </a:pPr>
            <a:endParaRPr lang="en-US" altLang="en-US" sz="2000">
              <a:solidFill>
                <a:srgbClr val="008000"/>
              </a:solidFill>
            </a:endParaRPr>
          </a:p>
          <a:p>
            <a:pPr eaLnBrk="1" hangingPunct="1">
              <a:spcBef>
                <a:spcPct val="0"/>
              </a:spcBef>
              <a:buFontTx/>
              <a:buNone/>
            </a:pPr>
            <a:r>
              <a:rPr lang="en-US" altLang="en-US" sz="2000">
                <a:solidFill>
                  <a:srgbClr val="008000"/>
                </a:solidFill>
              </a:rPr>
              <a:t>      for  (i=0; i&lt;size; i++)</a:t>
            </a:r>
          </a:p>
          <a:p>
            <a:pPr eaLnBrk="1" hangingPunct="1">
              <a:spcBef>
                <a:spcPct val="0"/>
              </a:spcBef>
              <a:buFontTx/>
              <a:buNone/>
            </a:pPr>
            <a:r>
              <a:rPr lang="en-US" altLang="en-US" sz="2000">
                <a:solidFill>
                  <a:srgbClr val="008000"/>
                </a:solidFill>
              </a:rPr>
              <a:t>           sum = sum + *(p+i);</a:t>
            </a:r>
          </a:p>
          <a:p>
            <a:pPr eaLnBrk="1" hangingPunct="1">
              <a:spcBef>
                <a:spcPct val="0"/>
              </a:spcBef>
              <a:buFontTx/>
              <a:buNone/>
            </a:pPr>
            <a:r>
              <a:rPr lang="en-US" altLang="en-US" sz="2000">
                <a:solidFill>
                  <a:srgbClr val="008000"/>
                </a:solidFill>
              </a:rPr>
              <a:t>   </a:t>
            </a:r>
          </a:p>
          <a:p>
            <a:pPr eaLnBrk="1" hangingPunct="1">
              <a:spcBef>
                <a:spcPct val="0"/>
              </a:spcBef>
              <a:buFontTx/>
              <a:buNone/>
            </a:pPr>
            <a:r>
              <a:rPr lang="en-US" altLang="en-US" sz="2000">
                <a:solidFill>
                  <a:srgbClr val="008000"/>
                </a:solidFill>
              </a:rPr>
              <a:t>      return  ((float) sum / size);</a:t>
            </a:r>
          </a:p>
          <a:p>
            <a:pPr eaLnBrk="1" hangingPunct="1">
              <a:spcBef>
                <a:spcPct val="0"/>
              </a:spcBef>
              <a:buFontTx/>
              <a:buNone/>
            </a:pPr>
            <a:r>
              <a:rPr lang="en-US" altLang="en-US" sz="2000">
                <a:solidFill>
                  <a:srgbClr val="008000"/>
                </a:solidFill>
              </a:rPr>
              <a:t>}</a:t>
            </a:r>
          </a:p>
        </p:txBody>
      </p:sp>
      <p:sp>
        <p:nvSpPr>
          <p:cNvPr id="264197" name="Rectangle 5"/>
          <p:cNvSpPr>
            <a:spLocks noChangeArrowheads="1"/>
          </p:cNvSpPr>
          <p:nvPr/>
        </p:nvSpPr>
        <p:spPr bwMode="auto">
          <a:xfrm>
            <a:off x="8877056" y="522166"/>
            <a:ext cx="1804988" cy="652463"/>
          </a:xfrm>
          <a:prstGeom prst="rect">
            <a:avLst/>
          </a:prstGeom>
          <a:solidFill>
            <a:srgbClr val="CCFFFF"/>
          </a:solidFill>
          <a:ln w="3810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400">
                <a:solidFill>
                  <a:srgbClr val="FF0000"/>
                </a:solidFill>
              </a:rPr>
              <a:t>int *array</a:t>
            </a:r>
          </a:p>
        </p:txBody>
      </p:sp>
      <p:grpSp>
        <p:nvGrpSpPr>
          <p:cNvPr id="264200" name="Group 8"/>
          <p:cNvGrpSpPr>
            <a:grpSpLocks/>
          </p:cNvGrpSpPr>
          <p:nvPr/>
        </p:nvGrpSpPr>
        <p:grpSpPr bwMode="auto">
          <a:xfrm>
            <a:off x="8975726" y="2736851"/>
            <a:ext cx="1306513" cy="1152525"/>
            <a:chOff x="4694" y="1724"/>
            <a:chExt cx="823" cy="726"/>
          </a:xfrm>
        </p:grpSpPr>
        <p:sp>
          <p:nvSpPr>
            <p:cNvPr id="36874" name="Rectangle 6"/>
            <p:cNvSpPr>
              <a:spLocks noChangeArrowheads="1"/>
            </p:cNvSpPr>
            <p:nvPr/>
          </p:nvSpPr>
          <p:spPr bwMode="auto">
            <a:xfrm>
              <a:off x="4791" y="1724"/>
              <a:ext cx="726" cy="436"/>
            </a:xfrm>
            <a:prstGeom prst="rect">
              <a:avLst/>
            </a:prstGeom>
            <a:solidFill>
              <a:srgbClr val="CCFFFF"/>
            </a:solidFill>
            <a:ln w="3810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400">
                  <a:solidFill>
                    <a:srgbClr val="FF0000"/>
                  </a:solidFill>
                </a:rPr>
                <a:t>p[i]</a:t>
              </a:r>
            </a:p>
          </p:txBody>
        </p:sp>
        <p:sp>
          <p:nvSpPr>
            <p:cNvPr id="36875" name="Line 7"/>
            <p:cNvSpPr>
              <a:spLocks noChangeShapeType="1"/>
            </p:cNvSpPr>
            <p:nvPr/>
          </p:nvSpPr>
          <p:spPr bwMode="auto">
            <a:xfrm flipH="1">
              <a:off x="4694" y="2160"/>
              <a:ext cx="460" cy="290"/>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7197869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4197"/>
                                        </p:tgtEl>
                                        <p:attrNameLst>
                                          <p:attrName>style.visibility</p:attrName>
                                        </p:attrNameLst>
                                      </p:cBhvr>
                                      <p:to>
                                        <p:strVal val="visible"/>
                                      </p:to>
                                    </p:set>
                                    <p:anim calcmode="lin" valueType="num">
                                      <p:cBhvr additive="base">
                                        <p:cTn id="7" dur="500" fill="hold"/>
                                        <p:tgtEl>
                                          <p:spTgt spid="264197"/>
                                        </p:tgtEl>
                                        <p:attrNameLst>
                                          <p:attrName>ppt_x</p:attrName>
                                        </p:attrNameLst>
                                      </p:cBhvr>
                                      <p:tavLst>
                                        <p:tav tm="0">
                                          <p:val>
                                            <p:strVal val="#ppt_x"/>
                                          </p:val>
                                        </p:tav>
                                        <p:tav tm="100000">
                                          <p:val>
                                            <p:strVal val="#ppt_x"/>
                                          </p:val>
                                        </p:tav>
                                      </p:tavLst>
                                    </p:anim>
                                    <p:anim calcmode="lin" valueType="num">
                                      <p:cBhvr additive="base">
                                        <p:cTn id="8" dur="500" fill="hold"/>
                                        <p:tgtEl>
                                          <p:spTgt spid="26419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64200"/>
                                        </p:tgtEl>
                                        <p:attrNameLst>
                                          <p:attrName>style.visibility</p:attrName>
                                        </p:attrNameLst>
                                      </p:cBhvr>
                                      <p:to>
                                        <p:strVal val="visible"/>
                                      </p:to>
                                    </p:set>
                                    <p:anim calcmode="lin" valueType="num">
                                      <p:cBhvr additive="base">
                                        <p:cTn id="13" dur="500" fill="hold"/>
                                        <p:tgtEl>
                                          <p:spTgt spid="264200"/>
                                        </p:tgtEl>
                                        <p:attrNameLst>
                                          <p:attrName>ppt_x</p:attrName>
                                        </p:attrNameLst>
                                      </p:cBhvr>
                                      <p:tavLst>
                                        <p:tav tm="0">
                                          <p:val>
                                            <p:strVal val="#ppt_x"/>
                                          </p:val>
                                        </p:tav>
                                        <p:tav tm="100000">
                                          <p:val>
                                            <p:strVal val="#ppt_x"/>
                                          </p:val>
                                        </p:tav>
                                      </p:tavLst>
                                    </p:anim>
                                    <p:anim calcmode="lin" valueType="num">
                                      <p:cBhvr additive="base">
                                        <p:cTn id="14" dur="500" fill="hold"/>
                                        <p:tgtEl>
                                          <p:spTgt spid="2642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Strings and pointers</a:t>
            </a:r>
          </a:p>
        </p:txBody>
      </p:sp>
      <p:sp>
        <p:nvSpPr>
          <p:cNvPr id="3" name="Content Placeholder 2"/>
          <p:cNvSpPr>
            <a:spLocks noGrp="1"/>
          </p:cNvSpPr>
          <p:nvPr>
            <p:ph idx="1"/>
          </p:nvPr>
        </p:nvSpPr>
        <p:spPr>
          <a:xfrm>
            <a:off x="360727" y="1825625"/>
            <a:ext cx="10993073" cy="4351338"/>
          </a:xfrm>
        </p:spPr>
        <p:txBody>
          <a:bodyPr>
            <a:normAutofit fontScale="85000" lnSpcReduction="10000"/>
          </a:bodyPr>
          <a:lstStyle/>
          <a:p>
            <a:pPr marL="0" indent="0">
              <a:buNone/>
            </a:pPr>
            <a:r>
              <a:rPr lang="en-US"/>
              <a:t>C's standard library string handling functions use pointers to manipulate the strings. For example the prototype for the </a:t>
            </a:r>
            <a:r>
              <a:rPr lang="en-US" err="1"/>
              <a:t>strcmp</a:t>
            </a:r>
            <a:r>
              <a:rPr lang="en-US"/>
              <a:t>() function found in &lt;</a:t>
            </a:r>
            <a:r>
              <a:rPr lang="en-US" err="1"/>
              <a:t>string.h</a:t>
            </a:r>
            <a:r>
              <a:rPr lang="en-US"/>
              <a:t>&gt; is </a:t>
            </a:r>
          </a:p>
          <a:p>
            <a:pPr marL="0" indent="0">
              <a:buNone/>
            </a:pPr>
            <a:endParaRPr lang="en-US"/>
          </a:p>
          <a:p>
            <a:pPr marL="0" indent="0">
              <a:buNone/>
            </a:pPr>
            <a:r>
              <a:rPr lang="en-US"/>
              <a:t>		</a:t>
            </a:r>
            <a:r>
              <a:rPr lang="en-US" err="1"/>
              <a:t>int</a:t>
            </a:r>
            <a:r>
              <a:rPr lang="en-US"/>
              <a:t> </a:t>
            </a:r>
            <a:r>
              <a:rPr lang="en-US" err="1"/>
              <a:t>strcmp</a:t>
            </a:r>
            <a:r>
              <a:rPr lang="en-US"/>
              <a:t>( </a:t>
            </a:r>
            <a:r>
              <a:rPr lang="en-US" err="1"/>
              <a:t>const</a:t>
            </a:r>
            <a:r>
              <a:rPr lang="en-US"/>
              <a:t> char *string1, </a:t>
            </a:r>
            <a:r>
              <a:rPr lang="en-US" err="1"/>
              <a:t>const</a:t>
            </a:r>
            <a:r>
              <a:rPr lang="en-US"/>
              <a:t> char *string2 ) ;</a:t>
            </a:r>
          </a:p>
          <a:p>
            <a:pPr marL="0" indent="0">
              <a:buNone/>
            </a:pPr>
            <a:endParaRPr lang="en-US"/>
          </a:p>
          <a:p>
            <a:pPr marL="0" indent="0">
              <a:buNone/>
            </a:pPr>
            <a:r>
              <a:rPr lang="en-US"/>
              <a:t>where </a:t>
            </a:r>
            <a:r>
              <a:rPr lang="en-US" err="1"/>
              <a:t>const</a:t>
            </a:r>
            <a:r>
              <a:rPr lang="en-US"/>
              <a:t> is a C keyword which locks the variable it is associated with and prevents any inadvertent changes to it within the function.</a:t>
            </a:r>
          </a:p>
          <a:p>
            <a:pPr marL="0" indent="0">
              <a:buNone/>
            </a:pPr>
            <a:r>
              <a:rPr lang="en-US"/>
              <a:t>Strings can be </a:t>
            </a:r>
            <a:r>
              <a:rPr lang="en-US" err="1"/>
              <a:t>initialised</a:t>
            </a:r>
            <a:r>
              <a:rPr lang="en-US"/>
              <a:t> using pointer or array notation as follows </a:t>
            </a:r>
          </a:p>
          <a:p>
            <a:pPr marL="0" indent="0">
              <a:buNone/>
            </a:pPr>
            <a:r>
              <a:rPr lang="en-US"/>
              <a:t>		char *</a:t>
            </a:r>
            <a:r>
              <a:rPr lang="en-US" err="1"/>
              <a:t>str</a:t>
            </a:r>
            <a:r>
              <a:rPr lang="en-US"/>
              <a:t> = "Hello\n" ;</a:t>
            </a:r>
          </a:p>
          <a:p>
            <a:pPr marL="0" indent="0">
              <a:buNone/>
            </a:pPr>
            <a:r>
              <a:rPr lang="en-US"/>
              <a:t>		char string[] = "Hello\n" ;</a:t>
            </a:r>
          </a:p>
          <a:p>
            <a:pPr marL="0" indent="0">
              <a:buNone/>
            </a:pPr>
            <a:r>
              <a:rPr lang="en-US"/>
              <a:t>in both cases the compiler allocates just sufficient storage for both strings.</a:t>
            </a:r>
          </a:p>
          <a:p>
            <a:pPr marL="0" indent="0">
              <a:buNone/>
            </a:pPr>
            <a:endParaRPr lang="en-US"/>
          </a:p>
          <a:p>
            <a:pPr marL="0" indent="0">
              <a:buNone/>
            </a:pPr>
            <a:endParaRPr lang="en-US"/>
          </a:p>
        </p:txBody>
      </p:sp>
    </p:spTree>
    <p:extLst>
      <p:ext uri="{BB962C8B-B14F-4D97-AF65-F5344CB8AC3E}">
        <p14:creationId xmlns:p14="http://schemas.microsoft.com/office/powerpoint/2010/main" val="34301842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Strings and pointers</a:t>
            </a:r>
          </a:p>
        </p:txBody>
      </p:sp>
      <p:sp>
        <p:nvSpPr>
          <p:cNvPr id="3" name="Content Placeholder 2"/>
          <p:cNvSpPr>
            <a:spLocks noGrp="1"/>
          </p:cNvSpPr>
          <p:nvPr>
            <p:ph idx="1"/>
          </p:nvPr>
        </p:nvSpPr>
        <p:spPr>
          <a:xfrm>
            <a:off x="360727" y="1825625"/>
            <a:ext cx="10993073" cy="4351338"/>
          </a:xfrm>
        </p:spPr>
        <p:txBody>
          <a:bodyPr>
            <a:normAutofit/>
          </a:bodyPr>
          <a:lstStyle/>
          <a:p>
            <a:pPr hangingPunct="0"/>
            <a:r>
              <a:rPr lang="en-GB"/>
              <a:t>Strings can be initialised using pointer or array notation as follows </a:t>
            </a:r>
            <a:endParaRPr lang="en-US"/>
          </a:p>
          <a:p>
            <a:pPr hangingPunct="0"/>
            <a:r>
              <a:rPr lang="en-GB"/>
              <a:t>		char *</a:t>
            </a:r>
            <a:r>
              <a:rPr lang="en-GB" err="1"/>
              <a:t>str</a:t>
            </a:r>
            <a:r>
              <a:rPr lang="en-GB"/>
              <a:t> = "Hello\n" ;</a:t>
            </a:r>
            <a:endParaRPr lang="en-US"/>
          </a:p>
          <a:p>
            <a:pPr hangingPunct="0"/>
            <a:r>
              <a:rPr lang="en-GB"/>
              <a:t>		char string[] = "Hello\n" ;</a:t>
            </a:r>
            <a:endParaRPr lang="en-US"/>
          </a:p>
          <a:p>
            <a:pPr hangingPunct="0"/>
            <a:r>
              <a:rPr lang="en-GB"/>
              <a:t>in both cases the compiler allocates just sufficient storage for both strings.</a:t>
            </a:r>
            <a:endParaRPr lang="en-US"/>
          </a:p>
          <a:p>
            <a:pPr marL="0" indent="0">
              <a:buNone/>
            </a:pPr>
            <a:endParaRPr lang="en-US"/>
          </a:p>
        </p:txBody>
      </p:sp>
    </p:spTree>
    <p:extLst>
      <p:ext uri="{BB962C8B-B14F-4D97-AF65-F5344CB8AC3E}">
        <p14:creationId xmlns:p14="http://schemas.microsoft.com/office/powerpoint/2010/main" val="12888854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Arrays of Pointers</a:t>
            </a:r>
          </a:p>
        </p:txBody>
      </p:sp>
      <p:sp>
        <p:nvSpPr>
          <p:cNvPr id="3" name="Content Placeholder 2"/>
          <p:cNvSpPr>
            <a:spLocks noGrp="1"/>
          </p:cNvSpPr>
          <p:nvPr>
            <p:ph idx="1"/>
          </p:nvPr>
        </p:nvSpPr>
        <p:spPr>
          <a:xfrm>
            <a:off x="436228" y="1585519"/>
            <a:ext cx="10917572" cy="4591444"/>
          </a:xfrm>
        </p:spPr>
        <p:txBody>
          <a:bodyPr>
            <a:normAutofit fontScale="85000" lnSpcReduction="20000"/>
          </a:bodyPr>
          <a:lstStyle/>
          <a:p>
            <a:pPr marL="0" indent="0">
              <a:buNone/>
            </a:pPr>
            <a:r>
              <a:rPr lang="en-US"/>
              <a:t>It is possible to declare arrays of pointers in C the same as any other 'type'. For example</a:t>
            </a:r>
          </a:p>
          <a:p>
            <a:pPr marL="0" indent="0">
              <a:buNone/>
            </a:pPr>
            <a:endParaRPr lang="en-US"/>
          </a:p>
          <a:p>
            <a:pPr marL="0" indent="0">
              <a:buNone/>
            </a:pPr>
            <a:r>
              <a:rPr lang="en-US"/>
              <a:t>		</a:t>
            </a:r>
            <a:r>
              <a:rPr lang="en-US" err="1"/>
              <a:t>int</a:t>
            </a:r>
            <a:r>
              <a:rPr lang="en-US"/>
              <a:t> *x[10] ;</a:t>
            </a:r>
          </a:p>
          <a:p>
            <a:pPr marL="0" indent="0">
              <a:buNone/>
            </a:pPr>
            <a:r>
              <a:rPr lang="en-US"/>
              <a:t>declares an array of ten integer pointers.</a:t>
            </a:r>
          </a:p>
          <a:p>
            <a:pPr marL="0" indent="0">
              <a:buNone/>
            </a:pPr>
            <a:r>
              <a:rPr lang="en-US"/>
              <a:t>To make one of the pointers point to a variable one might do the following.</a:t>
            </a:r>
          </a:p>
          <a:p>
            <a:pPr marL="0" indent="0">
              <a:buNone/>
            </a:pPr>
            <a:r>
              <a:rPr lang="en-US"/>
              <a:t>		x[ 2 ]  =  &amp;</a:t>
            </a:r>
            <a:r>
              <a:rPr lang="en-US" err="1"/>
              <a:t>var</a:t>
            </a:r>
            <a:r>
              <a:rPr lang="en-US"/>
              <a:t> ;</a:t>
            </a:r>
          </a:p>
          <a:p>
            <a:pPr marL="0" indent="0">
              <a:buNone/>
            </a:pPr>
            <a:r>
              <a:rPr lang="en-US"/>
              <a:t>To access the value pointed to by x[ 2 ] we would do the following</a:t>
            </a:r>
          </a:p>
          <a:p>
            <a:pPr marL="0" indent="0">
              <a:buNone/>
            </a:pPr>
            <a:r>
              <a:rPr lang="en-US"/>
              <a:t>		*x[ 2 ]</a:t>
            </a:r>
          </a:p>
          <a:p>
            <a:pPr marL="0" indent="0">
              <a:buNone/>
            </a:pPr>
            <a:r>
              <a:rPr lang="en-US"/>
              <a:t>which simply de-references the pointer x[ 2 ] using the * operator.</a:t>
            </a:r>
          </a:p>
          <a:p>
            <a:pPr marL="0" indent="0">
              <a:buNone/>
            </a:pPr>
            <a:r>
              <a:rPr lang="en-US"/>
              <a:t>Passing this array to a function can be done by treating it  the same as a normal array which happens to be an array of elements of type </a:t>
            </a:r>
            <a:r>
              <a:rPr lang="en-US" err="1"/>
              <a:t>int</a:t>
            </a:r>
            <a:r>
              <a:rPr lang="en-US"/>
              <a:t> *.</a:t>
            </a:r>
          </a:p>
          <a:p>
            <a:pPr marL="0" indent="0">
              <a:buNone/>
            </a:pPr>
            <a:endParaRPr lang="en-US"/>
          </a:p>
        </p:txBody>
      </p:sp>
    </p:spTree>
    <p:extLst>
      <p:ext uri="{BB962C8B-B14F-4D97-AF65-F5344CB8AC3E}">
        <p14:creationId xmlns:p14="http://schemas.microsoft.com/office/powerpoint/2010/main" val="32882845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Arrays of Pointers</a:t>
            </a:r>
          </a:p>
        </p:txBody>
      </p:sp>
      <p:sp>
        <p:nvSpPr>
          <p:cNvPr id="3" name="Content Placeholder 2"/>
          <p:cNvSpPr>
            <a:spLocks noGrp="1"/>
          </p:cNvSpPr>
          <p:nvPr>
            <p:ph idx="1"/>
          </p:nvPr>
        </p:nvSpPr>
        <p:spPr>
          <a:xfrm>
            <a:off x="436228" y="1585519"/>
            <a:ext cx="10917572" cy="4591444"/>
          </a:xfrm>
        </p:spPr>
        <p:txBody>
          <a:bodyPr>
            <a:normAutofit fontScale="92500" lnSpcReduction="20000"/>
          </a:bodyPr>
          <a:lstStyle/>
          <a:p>
            <a:pPr marL="0" indent="0">
              <a:buNone/>
            </a:pPr>
            <a:r>
              <a:rPr lang="en-US"/>
              <a:t>For Example : -</a:t>
            </a:r>
          </a:p>
          <a:p>
            <a:pPr marL="0" indent="0">
              <a:buNone/>
            </a:pPr>
            <a:r>
              <a:rPr lang="en-US"/>
              <a:t>		void display( </a:t>
            </a:r>
            <a:r>
              <a:rPr lang="en-US" err="1"/>
              <a:t>int</a:t>
            </a:r>
            <a:r>
              <a:rPr lang="en-US"/>
              <a:t> *q[ ], </a:t>
            </a:r>
            <a:r>
              <a:rPr lang="en-US" err="1"/>
              <a:t>int</a:t>
            </a:r>
            <a:r>
              <a:rPr lang="en-US"/>
              <a:t> size )</a:t>
            </a:r>
          </a:p>
          <a:p>
            <a:pPr marL="0" indent="0">
              <a:buNone/>
            </a:pPr>
            <a:r>
              <a:rPr lang="en-US"/>
              <a:t>		{</a:t>
            </a:r>
          </a:p>
          <a:p>
            <a:pPr marL="0" indent="0">
              <a:buNone/>
            </a:pPr>
            <a:r>
              <a:rPr lang="en-US"/>
              <a:t>		</a:t>
            </a:r>
            <a:r>
              <a:rPr lang="en-US" err="1"/>
              <a:t>int</a:t>
            </a:r>
            <a:r>
              <a:rPr lang="en-US"/>
              <a:t> t ;</a:t>
            </a:r>
          </a:p>
          <a:p>
            <a:pPr marL="0" indent="0">
              <a:buNone/>
            </a:pPr>
            <a:r>
              <a:rPr lang="en-US"/>
              <a:t>		for ( t=0; t &lt; size; t++ )</a:t>
            </a:r>
          </a:p>
          <a:p>
            <a:pPr marL="0" indent="0">
              <a:buNone/>
            </a:pPr>
            <a:r>
              <a:rPr lang="en-US"/>
              <a:t>			</a:t>
            </a:r>
            <a:r>
              <a:rPr lang="en-US" err="1"/>
              <a:t>printf</a:t>
            </a:r>
            <a:r>
              <a:rPr lang="en-US"/>
              <a:t>( "%d ", *q[t] ) ;</a:t>
            </a:r>
          </a:p>
          <a:p>
            <a:pPr marL="0" indent="0">
              <a:buNone/>
            </a:pPr>
            <a:r>
              <a:rPr lang="en-US"/>
              <a:t>		}</a:t>
            </a:r>
          </a:p>
          <a:p>
            <a:pPr marL="0" indent="0">
              <a:buNone/>
            </a:pPr>
            <a:endParaRPr lang="en-US"/>
          </a:p>
          <a:p>
            <a:pPr marL="0" indent="0">
              <a:buNone/>
            </a:pPr>
            <a:r>
              <a:rPr lang="en-US"/>
              <a:t>Note that q is actually a pointer to an array of pointers as we will see later on with multiple indirection.</a:t>
            </a:r>
          </a:p>
          <a:p>
            <a:pPr marL="0" indent="0">
              <a:buNone/>
            </a:pPr>
            <a:r>
              <a:rPr lang="en-US"/>
              <a:t>A common use of pointer arrays is to hold arrays of strings.</a:t>
            </a:r>
          </a:p>
        </p:txBody>
      </p:sp>
    </p:spTree>
    <p:extLst>
      <p:ext uri="{BB962C8B-B14F-4D97-AF65-F5344CB8AC3E}">
        <p14:creationId xmlns:p14="http://schemas.microsoft.com/office/powerpoint/2010/main" val="12043143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Arrays of Pointers</a:t>
            </a:r>
          </a:p>
        </p:txBody>
      </p:sp>
      <p:sp>
        <p:nvSpPr>
          <p:cNvPr id="3" name="Content Placeholder 2"/>
          <p:cNvSpPr>
            <a:spLocks noGrp="1"/>
          </p:cNvSpPr>
          <p:nvPr>
            <p:ph idx="1"/>
          </p:nvPr>
        </p:nvSpPr>
        <p:spPr>
          <a:xfrm>
            <a:off x="436228" y="1585519"/>
            <a:ext cx="10917572" cy="4591444"/>
          </a:xfrm>
        </p:spPr>
        <p:txBody>
          <a:bodyPr>
            <a:normAutofit fontScale="92500" lnSpcReduction="10000"/>
          </a:bodyPr>
          <a:lstStyle/>
          <a:p>
            <a:pPr marL="0" indent="0">
              <a:buNone/>
            </a:pPr>
            <a:r>
              <a:rPr lang="en-US"/>
              <a:t>For  Example :-  A function to print  error messages.</a:t>
            </a:r>
          </a:p>
          <a:p>
            <a:pPr marL="0" indent="0">
              <a:buNone/>
            </a:pPr>
            <a:endParaRPr lang="en-US"/>
          </a:p>
          <a:p>
            <a:pPr marL="0" indent="0">
              <a:buNone/>
            </a:pPr>
            <a:r>
              <a:rPr lang="en-US"/>
              <a:t>		void </a:t>
            </a:r>
            <a:r>
              <a:rPr lang="en-US" err="1"/>
              <a:t>serror</a:t>
            </a:r>
            <a:r>
              <a:rPr lang="en-US"/>
              <a:t>( </a:t>
            </a:r>
            <a:r>
              <a:rPr lang="en-US" err="1"/>
              <a:t>int</a:t>
            </a:r>
            <a:r>
              <a:rPr lang="en-US"/>
              <a:t> </a:t>
            </a:r>
            <a:r>
              <a:rPr lang="en-US" err="1"/>
              <a:t>num</a:t>
            </a:r>
            <a:r>
              <a:rPr lang="en-US"/>
              <a:t> ) </a:t>
            </a:r>
          </a:p>
          <a:p>
            <a:pPr marL="0" indent="0">
              <a:buNone/>
            </a:pPr>
            <a:r>
              <a:rPr lang="en-US"/>
              <a:t>		{</a:t>
            </a:r>
          </a:p>
          <a:p>
            <a:pPr marL="0" indent="0">
              <a:buNone/>
            </a:pPr>
            <a:r>
              <a:rPr lang="en-US"/>
              <a:t>		static char *err[] = {</a:t>
            </a:r>
          </a:p>
          <a:p>
            <a:pPr marL="0" indent="0">
              <a:buNone/>
            </a:pPr>
            <a:r>
              <a:rPr lang="en-US"/>
              <a:t>			"Cannot Open File\n",</a:t>
            </a:r>
          </a:p>
          <a:p>
            <a:pPr marL="0" indent="0">
              <a:buNone/>
            </a:pPr>
            <a:r>
              <a:rPr lang="en-US"/>
              <a:t>			"Read Error\n",</a:t>
            </a:r>
          </a:p>
          <a:p>
            <a:pPr marL="0" indent="0">
              <a:buNone/>
            </a:pPr>
            <a:r>
              <a:rPr lang="en-US"/>
              <a:t>			"Write Error\n" } ;</a:t>
            </a:r>
          </a:p>
          <a:p>
            <a:pPr marL="0" indent="0">
              <a:buNone/>
            </a:pPr>
            <a:r>
              <a:rPr lang="en-US"/>
              <a:t>		puts( err[</a:t>
            </a:r>
            <a:r>
              <a:rPr lang="en-US" err="1"/>
              <a:t>num</a:t>
            </a:r>
            <a:r>
              <a:rPr lang="en-US"/>
              <a:t>] );</a:t>
            </a:r>
          </a:p>
          <a:p>
            <a:pPr marL="0" indent="0">
              <a:buNone/>
            </a:pPr>
            <a:r>
              <a:rPr lang="en-US"/>
              <a:t>		}</a:t>
            </a:r>
          </a:p>
        </p:txBody>
      </p:sp>
    </p:spTree>
    <p:extLst>
      <p:ext uri="{BB962C8B-B14F-4D97-AF65-F5344CB8AC3E}">
        <p14:creationId xmlns:p14="http://schemas.microsoft.com/office/powerpoint/2010/main" val="37433529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 name="Rectangle 2"/>
          <p:cNvSpPr>
            <a:spLocks noGrp="1" noChangeArrowheads="1"/>
          </p:cNvSpPr>
          <p:nvPr>
            <p:ph type="title"/>
          </p:nvPr>
        </p:nvSpPr>
        <p:spPr/>
        <p:txBody>
          <a:bodyPr/>
          <a:lstStyle/>
          <a:p>
            <a:pPr eaLnBrk="1" hangingPunct="1"/>
            <a:r>
              <a:rPr lang="en-US" altLang="en-US"/>
              <a:t>Basic Idea</a:t>
            </a:r>
          </a:p>
        </p:txBody>
      </p:sp>
      <p:sp>
        <p:nvSpPr>
          <p:cNvPr id="279555" name="Rectangle 3"/>
          <p:cNvSpPr>
            <a:spLocks noGrp="1" noChangeArrowheads="1"/>
          </p:cNvSpPr>
          <p:nvPr>
            <p:ph type="body" idx="1"/>
          </p:nvPr>
        </p:nvSpPr>
        <p:spPr/>
        <p:txBody>
          <a:bodyPr/>
          <a:lstStyle/>
          <a:p>
            <a:pPr eaLnBrk="1" hangingPunct="1"/>
            <a:r>
              <a:rPr lang="en-US" altLang="en-US"/>
              <a:t>Many a time we face situations where data is dynamic in nature.</a:t>
            </a:r>
          </a:p>
          <a:p>
            <a:pPr lvl="1" eaLnBrk="1" hangingPunct="1"/>
            <a:r>
              <a:rPr lang="en-US" altLang="en-US"/>
              <a:t>Amount of data cannot be predicted beforehand.</a:t>
            </a:r>
          </a:p>
          <a:p>
            <a:pPr lvl="1" eaLnBrk="1" hangingPunct="1"/>
            <a:r>
              <a:rPr lang="en-US" altLang="en-US"/>
              <a:t>Number of data item keeps changing during program execution.</a:t>
            </a:r>
          </a:p>
          <a:p>
            <a:pPr eaLnBrk="1" hangingPunct="1"/>
            <a:r>
              <a:rPr lang="en-US" altLang="en-US"/>
              <a:t>Such situations can be handled more easily and effectively using </a:t>
            </a:r>
            <a:r>
              <a:rPr lang="en-US" altLang="en-US">
                <a:solidFill>
                  <a:srgbClr val="FF0000"/>
                </a:solidFill>
              </a:rPr>
              <a:t>dynamic memory management</a:t>
            </a:r>
            <a:r>
              <a:rPr lang="en-US" altLang="en-US"/>
              <a:t> techniques.</a:t>
            </a:r>
          </a:p>
        </p:txBody>
      </p:sp>
    </p:spTree>
    <p:extLst>
      <p:ext uri="{BB962C8B-B14F-4D97-AF65-F5344CB8AC3E}">
        <p14:creationId xmlns:p14="http://schemas.microsoft.com/office/powerpoint/2010/main" val="9496899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79555">
                                            <p:txEl>
                                              <p:pRg st="3" end="3"/>
                                            </p:txEl>
                                          </p:spTgt>
                                        </p:tgtEl>
                                        <p:attrNameLst>
                                          <p:attrName>style.visibility</p:attrName>
                                        </p:attrNameLst>
                                      </p:cBhvr>
                                      <p:to>
                                        <p:strVal val="visible"/>
                                      </p:to>
                                    </p:set>
                                    <p:animEffect transition="in" filter="checkerboard(across)">
                                      <p:cBhvr>
                                        <p:cTn id="7" dur="500"/>
                                        <p:tgtEl>
                                          <p:spTgt spid="2795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5" name="Rectangle 2"/>
          <p:cNvSpPr>
            <a:spLocks noGrp="1" noChangeArrowheads="1"/>
          </p:cNvSpPr>
          <p:nvPr>
            <p:ph type="title"/>
          </p:nvPr>
        </p:nvSpPr>
        <p:spPr/>
        <p:txBody>
          <a:bodyPr/>
          <a:lstStyle/>
          <a:p>
            <a:pPr eaLnBrk="1" hangingPunct="1"/>
            <a:r>
              <a:rPr lang="en-US" altLang="en-US"/>
              <a:t>Contd.</a:t>
            </a:r>
          </a:p>
        </p:txBody>
      </p:sp>
      <p:sp>
        <p:nvSpPr>
          <p:cNvPr id="280579" name="Rectangle 3"/>
          <p:cNvSpPr>
            <a:spLocks noGrp="1" noChangeArrowheads="1"/>
          </p:cNvSpPr>
          <p:nvPr>
            <p:ph type="body" idx="1"/>
          </p:nvPr>
        </p:nvSpPr>
        <p:spPr/>
        <p:txBody>
          <a:bodyPr/>
          <a:lstStyle/>
          <a:p>
            <a:pPr eaLnBrk="1" hangingPunct="1"/>
            <a:r>
              <a:rPr lang="en-US" altLang="en-US"/>
              <a:t>C language requires the number of elements in an array to be specified at compile time.</a:t>
            </a:r>
          </a:p>
          <a:p>
            <a:pPr lvl="1" eaLnBrk="1" hangingPunct="1"/>
            <a:r>
              <a:rPr lang="en-US" altLang="en-US"/>
              <a:t>Often leads to wastage or memory space or program failure.</a:t>
            </a:r>
          </a:p>
          <a:p>
            <a:pPr eaLnBrk="1" hangingPunct="1"/>
            <a:r>
              <a:rPr lang="en-US" altLang="en-US"/>
              <a:t>Dynamic Memory Allocation</a:t>
            </a:r>
          </a:p>
          <a:p>
            <a:pPr lvl="1" eaLnBrk="1" hangingPunct="1"/>
            <a:r>
              <a:rPr lang="en-US" altLang="en-US"/>
              <a:t>Memory space required can be specified at the time of execution.</a:t>
            </a:r>
          </a:p>
          <a:p>
            <a:pPr lvl="1" eaLnBrk="1" hangingPunct="1"/>
            <a:r>
              <a:rPr lang="en-US" altLang="en-US"/>
              <a:t>C supports allocating and freeing memory dynamically using library routines.</a:t>
            </a:r>
          </a:p>
        </p:txBody>
      </p:sp>
    </p:spTree>
    <p:extLst>
      <p:ext uri="{BB962C8B-B14F-4D97-AF65-F5344CB8AC3E}">
        <p14:creationId xmlns:p14="http://schemas.microsoft.com/office/powerpoint/2010/main" val="25147785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80579">
                                            <p:txEl>
                                              <p:pRg st="3" end="3"/>
                                            </p:txEl>
                                          </p:spTgt>
                                        </p:tgtEl>
                                        <p:attrNameLst>
                                          <p:attrName>style.visibility</p:attrName>
                                        </p:attrNameLst>
                                      </p:cBhvr>
                                      <p:to>
                                        <p:strVal val="visible"/>
                                      </p:to>
                                    </p:set>
                                    <p:anim calcmode="lin" valueType="num">
                                      <p:cBhvr additive="base">
                                        <p:cTn id="7" dur="500" fill="hold"/>
                                        <p:tgtEl>
                                          <p:spTgt spid="280579">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057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80579">
                                            <p:txEl>
                                              <p:pRg st="4" end="4"/>
                                            </p:txEl>
                                          </p:spTgt>
                                        </p:tgtEl>
                                        <p:attrNameLst>
                                          <p:attrName>style.visibility</p:attrName>
                                        </p:attrNameLst>
                                      </p:cBhvr>
                                      <p:to>
                                        <p:strVal val="visible"/>
                                      </p:to>
                                    </p:set>
                                    <p:anim calcmode="lin" valueType="num">
                                      <p:cBhvr additive="base">
                                        <p:cTn id="13" dur="500" fill="hold"/>
                                        <p:tgtEl>
                                          <p:spTgt spid="280579">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057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9" name="Rectangle 2"/>
          <p:cNvSpPr>
            <a:spLocks noGrp="1" noChangeArrowheads="1"/>
          </p:cNvSpPr>
          <p:nvPr>
            <p:ph type="title"/>
          </p:nvPr>
        </p:nvSpPr>
        <p:spPr/>
        <p:txBody>
          <a:bodyPr/>
          <a:lstStyle/>
          <a:p>
            <a:pPr eaLnBrk="1" hangingPunct="1"/>
            <a:r>
              <a:rPr lang="en-US" altLang="en-US"/>
              <a:t>Memory Allocation Process  in C</a:t>
            </a:r>
          </a:p>
        </p:txBody>
      </p:sp>
      <p:sp>
        <p:nvSpPr>
          <p:cNvPr id="52230" name="Rectangle 3"/>
          <p:cNvSpPr>
            <a:spLocks noChangeArrowheads="1"/>
          </p:cNvSpPr>
          <p:nvPr/>
        </p:nvSpPr>
        <p:spPr bwMode="auto">
          <a:xfrm>
            <a:off x="4343400" y="1752600"/>
            <a:ext cx="2895600" cy="609600"/>
          </a:xfrm>
          <a:prstGeom prst="rect">
            <a:avLst/>
          </a:prstGeom>
          <a:solidFill>
            <a:srgbClr val="CCFFFF"/>
          </a:solidFill>
          <a:ln w="3810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400">
                <a:solidFill>
                  <a:srgbClr val="FF0000"/>
                </a:solidFill>
              </a:rPr>
              <a:t>Local variables</a:t>
            </a:r>
          </a:p>
        </p:txBody>
      </p:sp>
      <p:sp>
        <p:nvSpPr>
          <p:cNvPr id="52231" name="Rectangle 4"/>
          <p:cNvSpPr>
            <a:spLocks noChangeArrowheads="1"/>
          </p:cNvSpPr>
          <p:nvPr/>
        </p:nvSpPr>
        <p:spPr bwMode="auto">
          <a:xfrm>
            <a:off x="4343400" y="2362200"/>
            <a:ext cx="2895600" cy="609600"/>
          </a:xfrm>
          <a:prstGeom prst="rect">
            <a:avLst/>
          </a:prstGeom>
          <a:solidFill>
            <a:srgbClr val="CCFFFF"/>
          </a:solidFill>
          <a:ln w="3810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400">
                <a:solidFill>
                  <a:srgbClr val="FF0000"/>
                </a:solidFill>
              </a:rPr>
              <a:t>Free memory</a:t>
            </a:r>
          </a:p>
        </p:txBody>
      </p:sp>
      <p:sp>
        <p:nvSpPr>
          <p:cNvPr id="52232" name="Rectangle 5"/>
          <p:cNvSpPr>
            <a:spLocks noChangeArrowheads="1"/>
          </p:cNvSpPr>
          <p:nvPr/>
        </p:nvSpPr>
        <p:spPr bwMode="auto">
          <a:xfrm>
            <a:off x="4343400" y="2971800"/>
            <a:ext cx="2895600" cy="609600"/>
          </a:xfrm>
          <a:prstGeom prst="rect">
            <a:avLst/>
          </a:prstGeom>
          <a:solidFill>
            <a:srgbClr val="CCFFFF"/>
          </a:solidFill>
          <a:ln w="3810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400">
                <a:solidFill>
                  <a:srgbClr val="FF0000"/>
                </a:solidFill>
              </a:rPr>
              <a:t>Global variables</a:t>
            </a:r>
          </a:p>
        </p:txBody>
      </p:sp>
      <p:sp>
        <p:nvSpPr>
          <p:cNvPr id="52233" name="Rectangle 6"/>
          <p:cNvSpPr>
            <a:spLocks noChangeArrowheads="1"/>
          </p:cNvSpPr>
          <p:nvPr/>
        </p:nvSpPr>
        <p:spPr bwMode="auto">
          <a:xfrm>
            <a:off x="4343400" y="3581400"/>
            <a:ext cx="2895600" cy="609600"/>
          </a:xfrm>
          <a:prstGeom prst="rect">
            <a:avLst/>
          </a:prstGeom>
          <a:solidFill>
            <a:srgbClr val="CCFFFF"/>
          </a:solidFill>
          <a:ln w="3810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400">
                <a:solidFill>
                  <a:srgbClr val="FF0000"/>
                </a:solidFill>
              </a:rPr>
              <a:t>Instructions</a:t>
            </a:r>
          </a:p>
        </p:txBody>
      </p:sp>
      <p:sp>
        <p:nvSpPr>
          <p:cNvPr id="52234" name="AutoShape 7"/>
          <p:cNvSpPr>
            <a:spLocks/>
          </p:cNvSpPr>
          <p:nvPr/>
        </p:nvSpPr>
        <p:spPr bwMode="auto">
          <a:xfrm>
            <a:off x="7467600" y="2971800"/>
            <a:ext cx="457200" cy="1219200"/>
          </a:xfrm>
          <a:prstGeom prst="rightBrace">
            <a:avLst>
              <a:gd name="adj1" fmla="val 22222"/>
              <a:gd name="adj2" fmla="val 50000"/>
            </a:avLst>
          </a:prstGeom>
          <a:noFill/>
          <a:ln w="38100">
            <a:solidFill>
              <a:srgbClr val="CC0000"/>
            </a:solidFill>
            <a:round/>
            <a:headEnd/>
            <a:tailEnd type="triangle" w="med" len="med"/>
          </a:ln>
          <a:effectLst/>
          <a:extLst>
            <a:ext uri="{909E8E84-426E-40DD-AFC4-6F175D3DCCD1}">
              <a14:hiddenFill xmlns:a14="http://schemas.microsoft.com/office/drawing/2010/main">
                <a:solidFill>
                  <a:srgbClr val="CC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000">
              <a:solidFill>
                <a:srgbClr val="993300"/>
              </a:solidFill>
            </a:endParaRPr>
          </a:p>
        </p:txBody>
      </p:sp>
      <p:sp>
        <p:nvSpPr>
          <p:cNvPr id="52235" name="Text Box 8"/>
          <p:cNvSpPr txBox="1">
            <a:spLocks noChangeArrowheads="1"/>
          </p:cNvSpPr>
          <p:nvPr/>
        </p:nvSpPr>
        <p:spPr bwMode="auto">
          <a:xfrm>
            <a:off x="8001000" y="3200401"/>
            <a:ext cx="2438400" cy="70167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810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a:solidFill>
                  <a:srgbClr val="993300"/>
                </a:solidFill>
              </a:rPr>
              <a:t>Permanent storage area</a:t>
            </a:r>
          </a:p>
        </p:txBody>
      </p:sp>
      <p:sp>
        <p:nvSpPr>
          <p:cNvPr id="52236" name="Text Box 9"/>
          <p:cNvSpPr txBox="1">
            <a:spLocks noChangeArrowheads="1"/>
          </p:cNvSpPr>
          <p:nvPr/>
        </p:nvSpPr>
        <p:spPr bwMode="auto">
          <a:xfrm>
            <a:off x="8001000" y="1828801"/>
            <a:ext cx="2438400" cy="39687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810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a:solidFill>
                  <a:srgbClr val="993300"/>
                </a:solidFill>
              </a:rPr>
              <a:t>Stack</a:t>
            </a:r>
          </a:p>
        </p:txBody>
      </p:sp>
      <p:sp>
        <p:nvSpPr>
          <p:cNvPr id="52237" name="Text Box 10"/>
          <p:cNvSpPr txBox="1">
            <a:spLocks noChangeArrowheads="1"/>
          </p:cNvSpPr>
          <p:nvPr/>
        </p:nvSpPr>
        <p:spPr bwMode="auto">
          <a:xfrm>
            <a:off x="8001000" y="2514601"/>
            <a:ext cx="2438400" cy="39687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810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a:solidFill>
                  <a:srgbClr val="993300"/>
                </a:solidFill>
              </a:rPr>
              <a:t>Heap</a:t>
            </a:r>
          </a:p>
        </p:txBody>
      </p:sp>
    </p:spTree>
    <p:extLst>
      <p:ext uri="{BB962C8B-B14F-4D97-AF65-F5344CB8AC3E}">
        <p14:creationId xmlns:p14="http://schemas.microsoft.com/office/powerpoint/2010/main" val="19299194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3" name="Rectangle 2"/>
          <p:cNvSpPr>
            <a:spLocks noGrp="1" noChangeArrowheads="1"/>
          </p:cNvSpPr>
          <p:nvPr>
            <p:ph type="title"/>
          </p:nvPr>
        </p:nvSpPr>
        <p:spPr/>
        <p:txBody>
          <a:bodyPr/>
          <a:lstStyle/>
          <a:p>
            <a:pPr eaLnBrk="1" hangingPunct="1"/>
            <a:r>
              <a:rPr lang="en-US" altLang="en-US"/>
              <a:t>Contd.</a:t>
            </a:r>
          </a:p>
        </p:txBody>
      </p:sp>
      <p:sp>
        <p:nvSpPr>
          <p:cNvPr id="282627" name="Rectangle 3"/>
          <p:cNvSpPr>
            <a:spLocks noGrp="1" noChangeArrowheads="1"/>
          </p:cNvSpPr>
          <p:nvPr>
            <p:ph type="body" idx="1"/>
          </p:nvPr>
        </p:nvSpPr>
        <p:spPr/>
        <p:txBody>
          <a:bodyPr/>
          <a:lstStyle/>
          <a:p>
            <a:pPr eaLnBrk="1" hangingPunct="1"/>
            <a:r>
              <a:rPr lang="en-US" altLang="en-US"/>
              <a:t>The program instructions and the global variables are stored in a region known as permanent storage area.</a:t>
            </a:r>
          </a:p>
          <a:p>
            <a:pPr eaLnBrk="1" hangingPunct="1"/>
            <a:r>
              <a:rPr lang="en-US" altLang="en-US"/>
              <a:t>The local variables are stored in another area called stack.</a:t>
            </a:r>
          </a:p>
          <a:p>
            <a:pPr eaLnBrk="1" hangingPunct="1"/>
            <a:r>
              <a:rPr lang="en-US" altLang="en-US"/>
              <a:t>The memory space between these two areas is available for dynamic allocation during execution of the program.</a:t>
            </a:r>
          </a:p>
          <a:p>
            <a:pPr lvl="1" eaLnBrk="1" hangingPunct="1"/>
            <a:r>
              <a:rPr lang="en-US" altLang="en-US"/>
              <a:t>This free region is called the heap.</a:t>
            </a:r>
          </a:p>
          <a:p>
            <a:pPr lvl="1" eaLnBrk="1" hangingPunct="1"/>
            <a:r>
              <a:rPr lang="en-US" altLang="en-US"/>
              <a:t>The size of the heap keeps changing</a:t>
            </a:r>
          </a:p>
        </p:txBody>
      </p:sp>
    </p:spTree>
    <p:extLst>
      <p:ext uri="{BB962C8B-B14F-4D97-AF65-F5344CB8AC3E}">
        <p14:creationId xmlns:p14="http://schemas.microsoft.com/office/powerpoint/2010/main" val="14593512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82627">
                                            <p:txEl>
                                              <p:pRg st="0" end="0"/>
                                            </p:txEl>
                                          </p:spTgt>
                                        </p:tgtEl>
                                        <p:attrNameLst>
                                          <p:attrName>style.visibility</p:attrName>
                                        </p:attrNameLst>
                                      </p:cBhvr>
                                      <p:to>
                                        <p:strVal val="visible"/>
                                      </p:to>
                                    </p:set>
                                    <p:animEffect transition="in" filter="checkerboard(across)">
                                      <p:cBhvr>
                                        <p:cTn id="7" dur="500"/>
                                        <p:tgtEl>
                                          <p:spTgt spid="2826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82627">
                                            <p:txEl>
                                              <p:pRg st="1" end="1"/>
                                            </p:txEl>
                                          </p:spTgt>
                                        </p:tgtEl>
                                        <p:attrNameLst>
                                          <p:attrName>style.visibility</p:attrName>
                                        </p:attrNameLst>
                                      </p:cBhvr>
                                      <p:to>
                                        <p:strVal val="visible"/>
                                      </p:to>
                                    </p:set>
                                    <p:animEffect transition="in" filter="checkerboard(across)">
                                      <p:cBhvr>
                                        <p:cTn id="12" dur="500"/>
                                        <p:tgtEl>
                                          <p:spTgt spid="2826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82627">
                                            <p:txEl>
                                              <p:pRg st="2" end="2"/>
                                            </p:txEl>
                                          </p:spTgt>
                                        </p:tgtEl>
                                        <p:attrNameLst>
                                          <p:attrName>style.visibility</p:attrName>
                                        </p:attrNameLst>
                                      </p:cBhvr>
                                      <p:to>
                                        <p:strVal val="visible"/>
                                      </p:to>
                                    </p:set>
                                    <p:animEffect transition="in" filter="checkerboard(across)">
                                      <p:cBhvr>
                                        <p:cTn id="17" dur="500"/>
                                        <p:tgtEl>
                                          <p:spTgt spid="2826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nodeType="clickEffect">
                                  <p:stCondLst>
                                    <p:cond delay="0"/>
                                  </p:stCondLst>
                                  <p:childTnLst>
                                    <p:set>
                                      <p:cBhvr>
                                        <p:cTn id="21" dur="1" fill="hold">
                                          <p:stCondLst>
                                            <p:cond delay="0"/>
                                          </p:stCondLst>
                                        </p:cTn>
                                        <p:tgtEl>
                                          <p:spTgt spid="282627">
                                            <p:txEl>
                                              <p:pRg st="3" end="3"/>
                                            </p:txEl>
                                          </p:spTgt>
                                        </p:tgtEl>
                                        <p:attrNameLst>
                                          <p:attrName>style.visibility</p:attrName>
                                        </p:attrNameLst>
                                      </p:cBhvr>
                                      <p:to>
                                        <p:strVal val="visible"/>
                                      </p:to>
                                    </p:set>
                                    <p:anim calcmode="lin" valueType="num">
                                      <p:cBhvr additive="base">
                                        <p:cTn id="22" dur="500" fill="hold"/>
                                        <p:tgtEl>
                                          <p:spTgt spid="282627">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826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nodeType="clickEffect">
                                  <p:stCondLst>
                                    <p:cond delay="0"/>
                                  </p:stCondLst>
                                  <p:childTnLst>
                                    <p:set>
                                      <p:cBhvr>
                                        <p:cTn id="27" dur="1" fill="hold">
                                          <p:stCondLst>
                                            <p:cond delay="0"/>
                                          </p:stCondLst>
                                        </p:cTn>
                                        <p:tgtEl>
                                          <p:spTgt spid="282627">
                                            <p:txEl>
                                              <p:pRg st="4" end="4"/>
                                            </p:txEl>
                                          </p:spTgt>
                                        </p:tgtEl>
                                        <p:attrNameLst>
                                          <p:attrName>style.visibility</p:attrName>
                                        </p:attrNameLst>
                                      </p:cBhvr>
                                      <p:to>
                                        <p:strVal val="visible"/>
                                      </p:to>
                                    </p:set>
                                    <p:anim calcmode="lin" valueType="num">
                                      <p:cBhvr additive="base">
                                        <p:cTn id="28" dur="500" fill="hold"/>
                                        <p:tgtEl>
                                          <p:spTgt spid="282627">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28262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7" name="Rectangle 2"/>
          <p:cNvSpPr>
            <a:spLocks noGrp="1" noChangeArrowheads="1"/>
          </p:cNvSpPr>
          <p:nvPr>
            <p:ph type="title"/>
          </p:nvPr>
        </p:nvSpPr>
        <p:spPr/>
        <p:txBody>
          <a:bodyPr/>
          <a:lstStyle/>
          <a:p>
            <a:pPr eaLnBrk="1" hangingPunct="1"/>
            <a:r>
              <a:rPr lang="en-US" altLang="en-US"/>
              <a:t>Memory Allocation Functions</a:t>
            </a:r>
          </a:p>
        </p:txBody>
      </p:sp>
      <p:sp>
        <p:nvSpPr>
          <p:cNvPr id="283651" name="Rectangle 3"/>
          <p:cNvSpPr>
            <a:spLocks noGrp="1" noChangeArrowheads="1"/>
          </p:cNvSpPr>
          <p:nvPr>
            <p:ph type="body" idx="1"/>
          </p:nvPr>
        </p:nvSpPr>
        <p:spPr/>
        <p:txBody>
          <a:bodyPr/>
          <a:lstStyle/>
          <a:p>
            <a:pPr eaLnBrk="1" hangingPunct="1">
              <a:lnSpc>
                <a:spcPct val="90000"/>
              </a:lnSpc>
            </a:pPr>
            <a:r>
              <a:rPr lang="en-US" altLang="en-US" err="1"/>
              <a:t>malloc</a:t>
            </a:r>
            <a:endParaRPr lang="en-US" altLang="en-US"/>
          </a:p>
          <a:p>
            <a:pPr lvl="1" eaLnBrk="1" hangingPunct="1">
              <a:lnSpc>
                <a:spcPct val="90000"/>
              </a:lnSpc>
            </a:pPr>
            <a:r>
              <a:rPr lang="en-US" altLang="en-US"/>
              <a:t>Allocates requested number of bytes and returns a pointer to the first byte of the allocated space.</a:t>
            </a:r>
          </a:p>
          <a:p>
            <a:pPr eaLnBrk="1" hangingPunct="1">
              <a:lnSpc>
                <a:spcPct val="90000"/>
              </a:lnSpc>
            </a:pPr>
            <a:r>
              <a:rPr lang="en-US" altLang="en-US" err="1"/>
              <a:t>calloc</a:t>
            </a:r>
            <a:endParaRPr lang="en-US" altLang="en-US"/>
          </a:p>
          <a:p>
            <a:pPr lvl="1" eaLnBrk="1" hangingPunct="1">
              <a:lnSpc>
                <a:spcPct val="90000"/>
              </a:lnSpc>
            </a:pPr>
            <a:r>
              <a:rPr lang="en-US" altLang="en-US"/>
              <a:t>Allocates space for an array of elements, initializes them to zero and then returns a pointer to the memory.</a:t>
            </a:r>
          </a:p>
          <a:p>
            <a:pPr eaLnBrk="1" hangingPunct="1">
              <a:lnSpc>
                <a:spcPct val="90000"/>
              </a:lnSpc>
            </a:pPr>
            <a:r>
              <a:rPr lang="en-US" altLang="en-US"/>
              <a:t>free</a:t>
            </a:r>
          </a:p>
          <a:p>
            <a:pPr lvl="1" eaLnBrk="1" hangingPunct="1">
              <a:lnSpc>
                <a:spcPct val="90000"/>
              </a:lnSpc>
              <a:buFontTx/>
              <a:buNone/>
            </a:pPr>
            <a:r>
              <a:rPr lang="en-US" altLang="en-US"/>
              <a:t>Frees previously allocated space.</a:t>
            </a:r>
          </a:p>
          <a:p>
            <a:pPr eaLnBrk="1" hangingPunct="1">
              <a:lnSpc>
                <a:spcPct val="90000"/>
              </a:lnSpc>
            </a:pPr>
            <a:r>
              <a:rPr lang="en-US" altLang="en-US" err="1"/>
              <a:t>realloc</a:t>
            </a:r>
            <a:endParaRPr lang="en-US" altLang="en-US"/>
          </a:p>
          <a:p>
            <a:pPr lvl="1" eaLnBrk="1" hangingPunct="1">
              <a:lnSpc>
                <a:spcPct val="90000"/>
              </a:lnSpc>
            </a:pPr>
            <a:r>
              <a:rPr lang="en-US" altLang="en-US"/>
              <a:t>Modifies the size of previously allocated space.</a:t>
            </a:r>
          </a:p>
          <a:p>
            <a:pPr eaLnBrk="1" hangingPunct="1">
              <a:lnSpc>
                <a:spcPct val="90000"/>
              </a:lnSpc>
              <a:buFontTx/>
              <a:buNone/>
            </a:pPr>
            <a:endParaRPr lang="en-US" altLang="en-US"/>
          </a:p>
        </p:txBody>
      </p:sp>
    </p:spTree>
    <p:extLst>
      <p:ext uri="{BB962C8B-B14F-4D97-AF65-F5344CB8AC3E}">
        <p14:creationId xmlns:p14="http://schemas.microsoft.com/office/powerpoint/2010/main" val="40683834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83651">
                                            <p:txEl>
                                              <p:pRg st="1" end="1"/>
                                            </p:txEl>
                                          </p:spTgt>
                                        </p:tgtEl>
                                        <p:attrNameLst>
                                          <p:attrName>style.visibility</p:attrName>
                                        </p:attrNameLst>
                                      </p:cBhvr>
                                      <p:to>
                                        <p:strVal val="visible"/>
                                      </p:to>
                                    </p:set>
                                    <p:anim calcmode="lin" valueType="num">
                                      <p:cBhvr additive="base">
                                        <p:cTn id="7" dur="500" fill="hold"/>
                                        <p:tgtEl>
                                          <p:spTgt spid="28365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36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83651">
                                            <p:txEl>
                                              <p:pRg st="3" end="3"/>
                                            </p:txEl>
                                          </p:spTgt>
                                        </p:tgtEl>
                                        <p:attrNameLst>
                                          <p:attrName>style.visibility</p:attrName>
                                        </p:attrNameLst>
                                      </p:cBhvr>
                                      <p:to>
                                        <p:strVal val="visible"/>
                                      </p:to>
                                    </p:set>
                                    <p:anim calcmode="lin" valueType="num">
                                      <p:cBhvr additive="base">
                                        <p:cTn id="13" dur="500" fill="hold"/>
                                        <p:tgtEl>
                                          <p:spTgt spid="283651">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365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83651">
                                            <p:txEl>
                                              <p:pRg st="5" end="5"/>
                                            </p:txEl>
                                          </p:spTgt>
                                        </p:tgtEl>
                                        <p:attrNameLst>
                                          <p:attrName>style.visibility</p:attrName>
                                        </p:attrNameLst>
                                      </p:cBhvr>
                                      <p:to>
                                        <p:strVal val="visible"/>
                                      </p:to>
                                    </p:set>
                                    <p:anim calcmode="lin" valueType="num">
                                      <p:cBhvr additive="base">
                                        <p:cTn id="19" dur="500" fill="hold"/>
                                        <p:tgtEl>
                                          <p:spTgt spid="283651">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8365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83651">
                                            <p:txEl>
                                              <p:pRg st="7" end="7"/>
                                            </p:txEl>
                                          </p:spTgt>
                                        </p:tgtEl>
                                        <p:attrNameLst>
                                          <p:attrName>style.visibility</p:attrName>
                                        </p:attrNameLst>
                                      </p:cBhvr>
                                      <p:to>
                                        <p:strVal val="visible"/>
                                      </p:to>
                                    </p:set>
                                    <p:anim calcmode="lin" valueType="num">
                                      <p:cBhvr additive="base">
                                        <p:cTn id="25" dur="500" fill="hold"/>
                                        <p:tgtEl>
                                          <p:spTgt spid="283651">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83651">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1" name="Rectangle 2"/>
          <p:cNvSpPr>
            <a:spLocks noGrp="1" noChangeArrowheads="1"/>
          </p:cNvSpPr>
          <p:nvPr>
            <p:ph type="title"/>
          </p:nvPr>
        </p:nvSpPr>
        <p:spPr/>
        <p:txBody>
          <a:bodyPr/>
          <a:lstStyle/>
          <a:p>
            <a:pPr eaLnBrk="1" hangingPunct="1"/>
            <a:r>
              <a:rPr lang="en-US" altLang="en-US"/>
              <a:t>Allocating a Block of Memory</a:t>
            </a:r>
          </a:p>
        </p:txBody>
      </p:sp>
      <p:sp>
        <p:nvSpPr>
          <p:cNvPr id="284675" name="Rectangle 3"/>
          <p:cNvSpPr>
            <a:spLocks noGrp="1" noChangeArrowheads="1"/>
          </p:cNvSpPr>
          <p:nvPr>
            <p:ph type="body" idx="1"/>
          </p:nvPr>
        </p:nvSpPr>
        <p:spPr/>
        <p:txBody>
          <a:bodyPr/>
          <a:lstStyle/>
          <a:p>
            <a:pPr eaLnBrk="1" hangingPunct="1"/>
            <a:r>
              <a:rPr lang="en-US" altLang="en-US"/>
              <a:t>A block of memory can be allocated using the function </a:t>
            </a:r>
            <a:r>
              <a:rPr lang="en-US" altLang="en-US">
                <a:solidFill>
                  <a:srgbClr val="CC0000"/>
                </a:solidFill>
              </a:rPr>
              <a:t>malloc</a:t>
            </a:r>
            <a:r>
              <a:rPr lang="en-US" altLang="en-US"/>
              <a:t>.</a:t>
            </a:r>
          </a:p>
          <a:p>
            <a:pPr lvl="1" eaLnBrk="1" hangingPunct="1"/>
            <a:r>
              <a:rPr lang="en-US" altLang="en-US"/>
              <a:t>Reserves a block of memory of specified size and returns a pointer of type </a:t>
            </a:r>
            <a:r>
              <a:rPr lang="en-US" altLang="en-US">
                <a:solidFill>
                  <a:srgbClr val="CC0000"/>
                </a:solidFill>
              </a:rPr>
              <a:t>void</a:t>
            </a:r>
            <a:r>
              <a:rPr lang="en-US" altLang="en-US"/>
              <a:t>.</a:t>
            </a:r>
          </a:p>
          <a:p>
            <a:pPr lvl="1" eaLnBrk="1" hangingPunct="1"/>
            <a:r>
              <a:rPr lang="en-US" altLang="en-US"/>
              <a:t>The return pointer can be assigned to any pointer type.</a:t>
            </a:r>
          </a:p>
          <a:p>
            <a:pPr eaLnBrk="1" hangingPunct="1"/>
            <a:r>
              <a:rPr lang="en-US" altLang="en-US"/>
              <a:t>General format:</a:t>
            </a:r>
          </a:p>
          <a:p>
            <a:pPr lvl="1" eaLnBrk="1" hangingPunct="1">
              <a:buFontTx/>
              <a:buNone/>
            </a:pPr>
            <a:r>
              <a:rPr lang="en-US" altLang="en-US"/>
              <a:t>    ptr  =  (type *)  malloc (byte_size) ;</a:t>
            </a:r>
          </a:p>
        </p:txBody>
      </p:sp>
    </p:spTree>
    <p:extLst>
      <p:ext uri="{BB962C8B-B14F-4D97-AF65-F5344CB8AC3E}">
        <p14:creationId xmlns:p14="http://schemas.microsoft.com/office/powerpoint/2010/main" val="37862889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84675">
                                            <p:txEl>
                                              <p:pRg st="1" end="1"/>
                                            </p:txEl>
                                          </p:spTgt>
                                        </p:tgtEl>
                                        <p:attrNameLst>
                                          <p:attrName>style.visibility</p:attrName>
                                        </p:attrNameLst>
                                      </p:cBhvr>
                                      <p:to>
                                        <p:strVal val="visible"/>
                                      </p:to>
                                    </p:set>
                                    <p:anim calcmode="lin" valueType="num">
                                      <p:cBhvr additive="base">
                                        <p:cTn id="7" dur="500" fill="hold"/>
                                        <p:tgtEl>
                                          <p:spTgt spid="28467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46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84675">
                                            <p:txEl>
                                              <p:pRg st="2" end="2"/>
                                            </p:txEl>
                                          </p:spTgt>
                                        </p:tgtEl>
                                        <p:attrNameLst>
                                          <p:attrName>style.visibility</p:attrName>
                                        </p:attrNameLst>
                                      </p:cBhvr>
                                      <p:to>
                                        <p:strVal val="visible"/>
                                      </p:to>
                                    </p:set>
                                    <p:anim calcmode="lin" valueType="num">
                                      <p:cBhvr additive="base">
                                        <p:cTn id="13" dur="500" fill="hold"/>
                                        <p:tgtEl>
                                          <p:spTgt spid="28467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46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84675">
                                            <p:txEl>
                                              <p:pRg st="4" end="4"/>
                                            </p:txEl>
                                          </p:spTgt>
                                        </p:tgtEl>
                                        <p:attrNameLst>
                                          <p:attrName>style.visibility</p:attrName>
                                        </p:attrNameLst>
                                      </p:cBhvr>
                                      <p:to>
                                        <p:strVal val="visible"/>
                                      </p:to>
                                    </p:set>
                                    <p:anim calcmode="lin" valueType="num">
                                      <p:cBhvr additive="base">
                                        <p:cTn id="19" dur="500" fill="hold"/>
                                        <p:tgtEl>
                                          <p:spTgt spid="28467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8467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Date Placeholder 3"/>
          <p:cNvSpPr>
            <a:spLocks noGrp="1"/>
          </p:cNvSpPr>
          <p:nvPr>
            <p:ph type="dt" sz="quarter" idx="10"/>
          </p:nvPr>
        </p:nvSpPr>
        <p:spPr>
          <a:noFill/>
        </p:spPr>
        <p:txBody>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FE25C3E-D245-4C80-A9CE-5AC6DA682C58}" type="datetime3">
              <a:rPr lang="en-US" altLang="en-US" sz="1400" b="0">
                <a:solidFill>
                  <a:schemeClr val="tx1"/>
                </a:solidFill>
              </a:rPr>
              <a:pPr>
                <a:spcBef>
                  <a:spcPct val="0"/>
                </a:spcBef>
                <a:buFontTx/>
                <a:buNone/>
              </a:pPr>
              <a:t>21 July 2022</a:t>
            </a:fld>
            <a:endParaRPr lang="en-US" altLang="en-US" sz="1400" b="0">
              <a:solidFill>
                <a:schemeClr val="tx1"/>
              </a:solidFill>
            </a:endParaRPr>
          </a:p>
        </p:txBody>
      </p:sp>
      <p:sp>
        <p:nvSpPr>
          <p:cNvPr id="56323" name="Footer Placeholder 4"/>
          <p:cNvSpPr>
            <a:spLocks noGrp="1"/>
          </p:cNvSpPr>
          <p:nvPr>
            <p:ph type="ftr" sz="quarter" idx="11"/>
          </p:nvPr>
        </p:nvSpPr>
        <p:spPr>
          <a:noFill/>
        </p:spPr>
        <p:txBody>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b="0">
                <a:solidFill>
                  <a:schemeClr val="tx1"/>
                </a:solidFill>
              </a:rPr>
              <a:t>Programming and Data Structure</a:t>
            </a:r>
          </a:p>
        </p:txBody>
      </p:sp>
      <p:sp>
        <p:nvSpPr>
          <p:cNvPr id="56324" name="Slide Number Placeholder 5"/>
          <p:cNvSpPr>
            <a:spLocks noGrp="1"/>
          </p:cNvSpPr>
          <p:nvPr>
            <p:ph type="sldNum" sz="quarter" idx="12"/>
          </p:nvPr>
        </p:nvSpPr>
        <p:spPr>
          <a:noFill/>
        </p:spPr>
        <p:txBody>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9020D5F-2F15-4903-853F-AC6D124614A5}" type="slidenum">
              <a:rPr lang="en-US" altLang="en-US" sz="1400" b="0">
                <a:solidFill>
                  <a:schemeClr val="tx1"/>
                </a:solidFill>
              </a:rPr>
              <a:pPr>
                <a:spcBef>
                  <a:spcPct val="0"/>
                </a:spcBef>
                <a:buFontTx/>
                <a:buNone/>
              </a:pPr>
              <a:t>48</a:t>
            </a:fld>
            <a:endParaRPr lang="en-US" altLang="en-US" sz="1400" b="0">
              <a:solidFill>
                <a:schemeClr val="tx1"/>
              </a:solidFill>
            </a:endParaRPr>
          </a:p>
        </p:txBody>
      </p:sp>
      <p:sp>
        <p:nvSpPr>
          <p:cNvPr id="56325" name="Rectangle 2"/>
          <p:cNvSpPr>
            <a:spLocks noGrp="1" noChangeArrowheads="1"/>
          </p:cNvSpPr>
          <p:nvPr>
            <p:ph type="title"/>
          </p:nvPr>
        </p:nvSpPr>
        <p:spPr/>
        <p:txBody>
          <a:bodyPr/>
          <a:lstStyle/>
          <a:p>
            <a:pPr eaLnBrk="1" hangingPunct="1"/>
            <a:r>
              <a:rPr lang="en-US" altLang="en-US"/>
              <a:t>Contd.</a:t>
            </a:r>
          </a:p>
        </p:txBody>
      </p:sp>
      <p:sp>
        <p:nvSpPr>
          <p:cNvPr id="285699" name="Rectangle 3"/>
          <p:cNvSpPr>
            <a:spLocks noGrp="1" noChangeArrowheads="1"/>
          </p:cNvSpPr>
          <p:nvPr>
            <p:ph type="body" idx="1"/>
          </p:nvPr>
        </p:nvSpPr>
        <p:spPr/>
        <p:txBody>
          <a:bodyPr/>
          <a:lstStyle/>
          <a:p>
            <a:pPr eaLnBrk="1" hangingPunct="1"/>
            <a:r>
              <a:rPr lang="en-US" altLang="en-US"/>
              <a:t>Examples</a:t>
            </a:r>
          </a:p>
          <a:p>
            <a:pPr lvl="1" eaLnBrk="1" hangingPunct="1">
              <a:buFontTx/>
              <a:buNone/>
            </a:pPr>
            <a:r>
              <a:rPr lang="en-US" altLang="en-US"/>
              <a:t>    </a:t>
            </a:r>
            <a:r>
              <a:rPr lang="en-US" altLang="en-US" sz="2800">
                <a:solidFill>
                  <a:srgbClr val="CC0000"/>
                </a:solidFill>
              </a:rPr>
              <a:t>p  =  (int *)  malloc (100 * sizeof (int)) ;</a:t>
            </a:r>
          </a:p>
          <a:p>
            <a:pPr lvl="2" eaLnBrk="1" hangingPunct="1"/>
            <a:r>
              <a:rPr lang="en-US" altLang="en-US"/>
              <a:t>A memory space equivalent to “100 times the size of an int” bytes is reserved.</a:t>
            </a:r>
          </a:p>
          <a:p>
            <a:pPr lvl="2" eaLnBrk="1" hangingPunct="1"/>
            <a:r>
              <a:rPr lang="en-US" altLang="en-US"/>
              <a:t>The address of the first byte of the allocated memory is assigned to the pointer p of type int.</a:t>
            </a:r>
          </a:p>
        </p:txBody>
      </p:sp>
      <p:grpSp>
        <p:nvGrpSpPr>
          <p:cNvPr id="285711" name="Group 15"/>
          <p:cNvGrpSpPr>
            <a:grpSpLocks/>
          </p:cNvGrpSpPr>
          <p:nvPr/>
        </p:nvGrpSpPr>
        <p:grpSpPr bwMode="auto">
          <a:xfrm>
            <a:off x="5257800" y="4876800"/>
            <a:ext cx="4191000" cy="533400"/>
            <a:chOff x="2352" y="3072"/>
            <a:chExt cx="2640" cy="336"/>
          </a:xfrm>
        </p:grpSpPr>
        <p:sp>
          <p:nvSpPr>
            <p:cNvPr id="56333" name="Rectangle 4"/>
            <p:cNvSpPr>
              <a:spLocks noChangeArrowheads="1"/>
            </p:cNvSpPr>
            <p:nvPr/>
          </p:nvSpPr>
          <p:spPr bwMode="auto">
            <a:xfrm>
              <a:off x="2352" y="3072"/>
              <a:ext cx="2640" cy="336"/>
            </a:xfrm>
            <a:prstGeom prst="rect">
              <a:avLst/>
            </a:prstGeom>
            <a:solidFill>
              <a:srgbClr val="CCFFFF"/>
            </a:solidFill>
            <a:ln w="3810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000">
                <a:solidFill>
                  <a:srgbClr val="993300"/>
                </a:solidFill>
              </a:endParaRPr>
            </a:p>
          </p:txBody>
        </p:sp>
        <p:sp>
          <p:nvSpPr>
            <p:cNvPr id="56334" name="Line 5"/>
            <p:cNvSpPr>
              <a:spLocks noChangeShapeType="1"/>
            </p:cNvSpPr>
            <p:nvPr/>
          </p:nvSpPr>
          <p:spPr bwMode="auto">
            <a:xfrm>
              <a:off x="2640" y="3072"/>
              <a:ext cx="0" cy="336"/>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335" name="Line 6"/>
            <p:cNvSpPr>
              <a:spLocks noChangeShapeType="1"/>
            </p:cNvSpPr>
            <p:nvPr/>
          </p:nvSpPr>
          <p:spPr bwMode="auto">
            <a:xfrm>
              <a:off x="2928" y="3072"/>
              <a:ext cx="0" cy="336"/>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336" name="Line 7"/>
            <p:cNvSpPr>
              <a:spLocks noChangeShapeType="1"/>
            </p:cNvSpPr>
            <p:nvPr/>
          </p:nvSpPr>
          <p:spPr bwMode="auto">
            <a:xfrm>
              <a:off x="3216" y="3072"/>
              <a:ext cx="0" cy="336"/>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337" name="Line 8"/>
            <p:cNvSpPr>
              <a:spLocks noChangeShapeType="1"/>
            </p:cNvSpPr>
            <p:nvPr/>
          </p:nvSpPr>
          <p:spPr bwMode="auto">
            <a:xfrm>
              <a:off x="3504" y="3072"/>
              <a:ext cx="0" cy="336"/>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338" name="Line 9"/>
            <p:cNvSpPr>
              <a:spLocks noChangeShapeType="1"/>
            </p:cNvSpPr>
            <p:nvPr/>
          </p:nvSpPr>
          <p:spPr bwMode="auto">
            <a:xfrm>
              <a:off x="4704" y="3072"/>
              <a:ext cx="0" cy="336"/>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85710" name="Group 14"/>
          <p:cNvGrpSpPr>
            <a:grpSpLocks/>
          </p:cNvGrpSpPr>
          <p:nvPr/>
        </p:nvGrpSpPr>
        <p:grpSpPr bwMode="auto">
          <a:xfrm>
            <a:off x="2667000" y="4038600"/>
            <a:ext cx="2514600" cy="838200"/>
            <a:chOff x="720" y="2544"/>
            <a:chExt cx="1584" cy="528"/>
          </a:xfrm>
        </p:grpSpPr>
        <p:sp>
          <p:nvSpPr>
            <p:cNvPr id="56331" name="Rectangle 10"/>
            <p:cNvSpPr>
              <a:spLocks noChangeArrowheads="1"/>
            </p:cNvSpPr>
            <p:nvPr/>
          </p:nvSpPr>
          <p:spPr bwMode="auto">
            <a:xfrm>
              <a:off x="720" y="2544"/>
              <a:ext cx="384" cy="336"/>
            </a:xfrm>
            <a:prstGeom prst="rect">
              <a:avLst/>
            </a:prstGeom>
            <a:solidFill>
              <a:srgbClr val="FF99CC"/>
            </a:solidFill>
            <a:ln w="38100">
              <a:solidFill>
                <a:srgbClr val="0033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000">
                <a:solidFill>
                  <a:srgbClr val="993300"/>
                </a:solidFill>
              </a:endParaRPr>
            </a:p>
          </p:txBody>
        </p:sp>
        <p:sp>
          <p:nvSpPr>
            <p:cNvPr id="56332" name="Line 11"/>
            <p:cNvSpPr>
              <a:spLocks noChangeShapeType="1"/>
            </p:cNvSpPr>
            <p:nvPr/>
          </p:nvSpPr>
          <p:spPr bwMode="auto">
            <a:xfrm>
              <a:off x="960" y="2688"/>
              <a:ext cx="1344" cy="384"/>
            </a:xfrm>
            <a:prstGeom prst="line">
              <a:avLst/>
            </a:prstGeom>
            <a:noFill/>
            <a:ln w="3810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85708" name="Text Box 12"/>
          <p:cNvSpPr txBox="1">
            <a:spLocks noChangeArrowheads="1"/>
          </p:cNvSpPr>
          <p:nvPr/>
        </p:nvSpPr>
        <p:spPr bwMode="auto">
          <a:xfrm>
            <a:off x="2667000" y="3581400"/>
            <a:ext cx="609600" cy="4572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810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en-US" sz="2400">
                <a:solidFill>
                  <a:srgbClr val="FF0000"/>
                </a:solidFill>
              </a:rPr>
              <a:t>p</a:t>
            </a:r>
          </a:p>
        </p:txBody>
      </p:sp>
      <p:sp>
        <p:nvSpPr>
          <p:cNvPr id="285709" name="Text Box 13"/>
          <p:cNvSpPr txBox="1">
            <a:spLocks noChangeArrowheads="1"/>
          </p:cNvSpPr>
          <p:nvPr/>
        </p:nvSpPr>
        <p:spPr bwMode="auto">
          <a:xfrm>
            <a:off x="5486400" y="5486400"/>
            <a:ext cx="3733800" cy="4572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8100">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en-US" sz="2400">
                <a:solidFill>
                  <a:srgbClr val="A50021"/>
                </a:solidFill>
              </a:rPr>
              <a:t>400 bytes of space</a:t>
            </a:r>
          </a:p>
        </p:txBody>
      </p:sp>
    </p:spTree>
    <p:extLst>
      <p:ext uri="{BB962C8B-B14F-4D97-AF65-F5344CB8AC3E}">
        <p14:creationId xmlns:p14="http://schemas.microsoft.com/office/powerpoint/2010/main" val="947281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85699">
                                            <p:txEl>
                                              <p:pRg st="1" end="1"/>
                                            </p:txEl>
                                          </p:spTgt>
                                        </p:tgtEl>
                                        <p:attrNameLst>
                                          <p:attrName>style.visibility</p:attrName>
                                        </p:attrNameLst>
                                      </p:cBhvr>
                                      <p:to>
                                        <p:strVal val="visible"/>
                                      </p:to>
                                    </p:set>
                                    <p:anim calcmode="lin" valueType="num">
                                      <p:cBhvr additive="base">
                                        <p:cTn id="7" dur="500" fill="hold"/>
                                        <p:tgtEl>
                                          <p:spTgt spid="28569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56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nodeType="clickEffect">
                                  <p:stCondLst>
                                    <p:cond delay="0"/>
                                  </p:stCondLst>
                                  <p:childTnLst>
                                    <p:set>
                                      <p:cBhvr>
                                        <p:cTn id="12" dur="1" fill="hold">
                                          <p:stCondLst>
                                            <p:cond delay="0"/>
                                          </p:stCondLst>
                                        </p:cTn>
                                        <p:tgtEl>
                                          <p:spTgt spid="285699">
                                            <p:txEl>
                                              <p:pRg st="2" end="2"/>
                                            </p:txEl>
                                          </p:spTgt>
                                        </p:tgtEl>
                                        <p:attrNameLst>
                                          <p:attrName>style.visibility</p:attrName>
                                        </p:attrNameLst>
                                      </p:cBhvr>
                                      <p:to>
                                        <p:strVal val="visible"/>
                                      </p:to>
                                    </p:set>
                                    <p:animEffect transition="in" filter="checkerboard(across)">
                                      <p:cBhvr>
                                        <p:cTn id="13" dur="500"/>
                                        <p:tgtEl>
                                          <p:spTgt spid="285699">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nodeType="clickEffect">
                                  <p:stCondLst>
                                    <p:cond delay="0"/>
                                  </p:stCondLst>
                                  <p:childTnLst>
                                    <p:set>
                                      <p:cBhvr>
                                        <p:cTn id="17" dur="1" fill="hold">
                                          <p:stCondLst>
                                            <p:cond delay="0"/>
                                          </p:stCondLst>
                                        </p:cTn>
                                        <p:tgtEl>
                                          <p:spTgt spid="285699">
                                            <p:txEl>
                                              <p:pRg st="3" end="3"/>
                                            </p:txEl>
                                          </p:spTgt>
                                        </p:tgtEl>
                                        <p:attrNameLst>
                                          <p:attrName>style.visibility</p:attrName>
                                        </p:attrNameLst>
                                      </p:cBhvr>
                                      <p:to>
                                        <p:strVal val="visible"/>
                                      </p:to>
                                    </p:set>
                                    <p:animEffect transition="in" filter="checkerboard(across)">
                                      <p:cBhvr>
                                        <p:cTn id="18" dur="500"/>
                                        <p:tgtEl>
                                          <p:spTgt spid="285699">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285711"/>
                                        </p:tgtEl>
                                        <p:attrNameLst>
                                          <p:attrName>style.visibility</p:attrName>
                                        </p:attrNameLst>
                                      </p:cBhvr>
                                      <p:to>
                                        <p:strVal val="visible"/>
                                      </p:to>
                                    </p:set>
                                    <p:anim calcmode="lin" valueType="num">
                                      <p:cBhvr additive="base">
                                        <p:cTn id="23" dur="500" fill="hold"/>
                                        <p:tgtEl>
                                          <p:spTgt spid="285711"/>
                                        </p:tgtEl>
                                        <p:attrNameLst>
                                          <p:attrName>ppt_x</p:attrName>
                                        </p:attrNameLst>
                                      </p:cBhvr>
                                      <p:tavLst>
                                        <p:tav tm="0">
                                          <p:val>
                                            <p:strVal val="#ppt_x"/>
                                          </p:val>
                                        </p:tav>
                                        <p:tav tm="100000">
                                          <p:val>
                                            <p:strVal val="#ppt_x"/>
                                          </p:val>
                                        </p:tav>
                                      </p:tavLst>
                                    </p:anim>
                                    <p:anim calcmode="lin" valueType="num">
                                      <p:cBhvr additive="base">
                                        <p:cTn id="24" dur="500" fill="hold"/>
                                        <p:tgtEl>
                                          <p:spTgt spid="285711"/>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85709"/>
                                        </p:tgtEl>
                                        <p:attrNameLst>
                                          <p:attrName>style.visibility</p:attrName>
                                        </p:attrNameLst>
                                      </p:cBhvr>
                                      <p:to>
                                        <p:strVal val="visible"/>
                                      </p:to>
                                    </p:set>
                                    <p:anim calcmode="lin" valueType="num">
                                      <p:cBhvr additive="base">
                                        <p:cTn id="29" dur="500" fill="hold"/>
                                        <p:tgtEl>
                                          <p:spTgt spid="285709"/>
                                        </p:tgtEl>
                                        <p:attrNameLst>
                                          <p:attrName>ppt_x</p:attrName>
                                        </p:attrNameLst>
                                      </p:cBhvr>
                                      <p:tavLst>
                                        <p:tav tm="0">
                                          <p:val>
                                            <p:strVal val="#ppt_x"/>
                                          </p:val>
                                        </p:tav>
                                        <p:tav tm="100000">
                                          <p:val>
                                            <p:strVal val="#ppt_x"/>
                                          </p:val>
                                        </p:tav>
                                      </p:tavLst>
                                    </p:anim>
                                    <p:anim calcmode="lin" valueType="num">
                                      <p:cBhvr additive="base">
                                        <p:cTn id="30" dur="500" fill="hold"/>
                                        <p:tgtEl>
                                          <p:spTgt spid="285709"/>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285710"/>
                                        </p:tgtEl>
                                        <p:attrNameLst>
                                          <p:attrName>style.visibility</p:attrName>
                                        </p:attrNameLst>
                                      </p:cBhvr>
                                      <p:to>
                                        <p:strVal val="visible"/>
                                      </p:to>
                                    </p:set>
                                    <p:anim calcmode="lin" valueType="num">
                                      <p:cBhvr additive="base">
                                        <p:cTn id="35" dur="500" fill="hold"/>
                                        <p:tgtEl>
                                          <p:spTgt spid="285710"/>
                                        </p:tgtEl>
                                        <p:attrNameLst>
                                          <p:attrName>ppt_x</p:attrName>
                                        </p:attrNameLst>
                                      </p:cBhvr>
                                      <p:tavLst>
                                        <p:tav tm="0">
                                          <p:val>
                                            <p:strVal val="#ppt_x"/>
                                          </p:val>
                                        </p:tav>
                                        <p:tav tm="100000">
                                          <p:val>
                                            <p:strVal val="#ppt_x"/>
                                          </p:val>
                                        </p:tav>
                                      </p:tavLst>
                                    </p:anim>
                                    <p:anim calcmode="lin" valueType="num">
                                      <p:cBhvr additive="base">
                                        <p:cTn id="36" dur="500" fill="hold"/>
                                        <p:tgtEl>
                                          <p:spTgt spid="285710"/>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5" presetClass="entr" presetSubtype="10" fill="hold" grpId="0" nodeType="clickEffect">
                                  <p:stCondLst>
                                    <p:cond delay="0"/>
                                  </p:stCondLst>
                                  <p:childTnLst>
                                    <p:set>
                                      <p:cBhvr>
                                        <p:cTn id="40" dur="1" fill="hold">
                                          <p:stCondLst>
                                            <p:cond delay="0"/>
                                          </p:stCondLst>
                                        </p:cTn>
                                        <p:tgtEl>
                                          <p:spTgt spid="285708"/>
                                        </p:tgtEl>
                                        <p:attrNameLst>
                                          <p:attrName>style.visibility</p:attrName>
                                        </p:attrNameLst>
                                      </p:cBhvr>
                                      <p:to>
                                        <p:strVal val="visible"/>
                                      </p:to>
                                    </p:set>
                                    <p:animEffect transition="in" filter="checkerboard(across)">
                                      <p:cBhvr>
                                        <p:cTn id="41" dur="500"/>
                                        <p:tgtEl>
                                          <p:spTgt spid="285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708" grpId="0"/>
      <p:bldP spid="28570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9" name="Rectangle 2"/>
          <p:cNvSpPr>
            <a:spLocks noGrp="1" noChangeArrowheads="1"/>
          </p:cNvSpPr>
          <p:nvPr>
            <p:ph type="title"/>
          </p:nvPr>
        </p:nvSpPr>
        <p:spPr/>
        <p:txBody>
          <a:bodyPr/>
          <a:lstStyle/>
          <a:p>
            <a:pPr eaLnBrk="1" hangingPunct="1"/>
            <a:r>
              <a:rPr lang="en-US" altLang="en-US"/>
              <a:t>Contd.</a:t>
            </a:r>
          </a:p>
        </p:txBody>
      </p:sp>
      <p:sp>
        <p:nvSpPr>
          <p:cNvPr id="286723" name="Rectangle 3"/>
          <p:cNvSpPr>
            <a:spLocks noGrp="1" noChangeArrowheads="1"/>
          </p:cNvSpPr>
          <p:nvPr>
            <p:ph type="body" idx="1"/>
          </p:nvPr>
        </p:nvSpPr>
        <p:spPr>
          <a:xfrm>
            <a:off x="1905000" y="1371600"/>
            <a:ext cx="8382000" cy="4724400"/>
          </a:xfrm>
        </p:spPr>
        <p:txBody>
          <a:bodyPr/>
          <a:lstStyle/>
          <a:p>
            <a:pPr lvl="1" eaLnBrk="1" hangingPunct="1">
              <a:buFontTx/>
              <a:buNone/>
            </a:pPr>
            <a:r>
              <a:rPr lang="en-US" altLang="en-US"/>
              <a:t>    </a:t>
            </a:r>
            <a:r>
              <a:rPr lang="en-US" altLang="en-US" sz="2800" err="1">
                <a:solidFill>
                  <a:srgbClr val="CC0000"/>
                </a:solidFill>
              </a:rPr>
              <a:t>cptr</a:t>
            </a:r>
            <a:r>
              <a:rPr lang="en-US" altLang="en-US" sz="2800">
                <a:solidFill>
                  <a:srgbClr val="CC0000"/>
                </a:solidFill>
              </a:rPr>
              <a:t>  =  (char *)  </a:t>
            </a:r>
            <a:r>
              <a:rPr lang="en-US" altLang="en-US" sz="2800" err="1">
                <a:solidFill>
                  <a:srgbClr val="CC0000"/>
                </a:solidFill>
              </a:rPr>
              <a:t>malloc</a:t>
            </a:r>
            <a:r>
              <a:rPr lang="en-US" altLang="en-US" sz="2800">
                <a:solidFill>
                  <a:srgbClr val="CC0000"/>
                </a:solidFill>
              </a:rPr>
              <a:t> (20) ;</a:t>
            </a:r>
          </a:p>
          <a:p>
            <a:pPr lvl="2" eaLnBrk="1" hangingPunct="1"/>
            <a:r>
              <a:rPr lang="en-US" altLang="en-US"/>
              <a:t>Allocates 10 bytes of space for the pointer </a:t>
            </a:r>
            <a:r>
              <a:rPr lang="en-US" altLang="en-US" err="1"/>
              <a:t>cptr</a:t>
            </a:r>
            <a:r>
              <a:rPr lang="en-US" altLang="en-US"/>
              <a:t> of type char.</a:t>
            </a:r>
          </a:p>
          <a:p>
            <a:pPr lvl="2" eaLnBrk="1" hangingPunct="1"/>
            <a:endParaRPr lang="en-US" altLang="en-US"/>
          </a:p>
          <a:p>
            <a:pPr lvl="1" eaLnBrk="1" hangingPunct="1">
              <a:buFontTx/>
              <a:buNone/>
            </a:pPr>
            <a:r>
              <a:rPr lang="en-US" altLang="en-US"/>
              <a:t>    </a:t>
            </a:r>
            <a:r>
              <a:rPr lang="en-US" altLang="en-US" sz="2800" err="1">
                <a:solidFill>
                  <a:srgbClr val="CC0000"/>
                </a:solidFill>
              </a:rPr>
              <a:t>sptr</a:t>
            </a:r>
            <a:r>
              <a:rPr lang="en-US" altLang="en-US" sz="2800">
                <a:solidFill>
                  <a:srgbClr val="CC0000"/>
                </a:solidFill>
              </a:rPr>
              <a:t>  =  (</a:t>
            </a:r>
            <a:r>
              <a:rPr lang="en-US" altLang="en-US" sz="2800" err="1">
                <a:solidFill>
                  <a:srgbClr val="CC0000"/>
                </a:solidFill>
              </a:rPr>
              <a:t>struct</a:t>
            </a:r>
            <a:r>
              <a:rPr lang="en-US" altLang="en-US" sz="2800">
                <a:solidFill>
                  <a:srgbClr val="CC0000"/>
                </a:solidFill>
              </a:rPr>
              <a:t> stud *)  </a:t>
            </a:r>
            <a:r>
              <a:rPr lang="en-US" altLang="en-US" sz="2800" err="1">
                <a:solidFill>
                  <a:srgbClr val="CC0000"/>
                </a:solidFill>
              </a:rPr>
              <a:t>malloc</a:t>
            </a:r>
            <a:r>
              <a:rPr lang="en-US" altLang="en-US" sz="2800">
                <a:solidFill>
                  <a:srgbClr val="CC0000"/>
                </a:solidFill>
              </a:rPr>
              <a:t> (10 * </a:t>
            </a:r>
          </a:p>
          <a:p>
            <a:pPr lvl="1" eaLnBrk="1" hangingPunct="1">
              <a:buFontTx/>
              <a:buNone/>
            </a:pPr>
            <a:r>
              <a:rPr lang="en-US" altLang="en-US" sz="2800">
                <a:solidFill>
                  <a:srgbClr val="CC0000"/>
                </a:solidFill>
              </a:rPr>
              <a:t>                                                  </a:t>
            </a:r>
            <a:r>
              <a:rPr lang="en-US" altLang="en-US" sz="2800" err="1">
                <a:solidFill>
                  <a:srgbClr val="CC0000"/>
                </a:solidFill>
              </a:rPr>
              <a:t>sizeof</a:t>
            </a:r>
            <a:r>
              <a:rPr lang="en-US" altLang="en-US" sz="2800">
                <a:solidFill>
                  <a:srgbClr val="CC0000"/>
                </a:solidFill>
              </a:rPr>
              <a:t> (</a:t>
            </a:r>
            <a:r>
              <a:rPr lang="en-US" altLang="en-US" sz="2800" err="1">
                <a:solidFill>
                  <a:srgbClr val="CC0000"/>
                </a:solidFill>
              </a:rPr>
              <a:t>struct</a:t>
            </a:r>
            <a:r>
              <a:rPr lang="en-US" altLang="en-US" sz="2800">
                <a:solidFill>
                  <a:srgbClr val="CC0000"/>
                </a:solidFill>
              </a:rPr>
              <a:t> stud));</a:t>
            </a:r>
          </a:p>
        </p:txBody>
      </p:sp>
    </p:spTree>
    <p:extLst>
      <p:ext uri="{BB962C8B-B14F-4D97-AF65-F5344CB8AC3E}">
        <p14:creationId xmlns:p14="http://schemas.microsoft.com/office/powerpoint/2010/main" val="33845685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86723">
                                            <p:txEl>
                                              <p:pRg st="1" end="1"/>
                                            </p:txEl>
                                          </p:spTgt>
                                        </p:tgtEl>
                                        <p:attrNameLst>
                                          <p:attrName>style.visibility</p:attrName>
                                        </p:attrNameLst>
                                      </p:cBhvr>
                                      <p:to>
                                        <p:strVal val="visible"/>
                                      </p:to>
                                    </p:set>
                                    <p:anim calcmode="lin" valueType="num">
                                      <p:cBhvr additive="base">
                                        <p:cTn id="7" dur="500" fill="hold"/>
                                        <p:tgtEl>
                                          <p:spTgt spid="28672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67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86723">
                                            <p:txEl>
                                              <p:pRg st="3" end="3"/>
                                            </p:txEl>
                                          </p:spTgt>
                                        </p:tgtEl>
                                        <p:attrNameLst>
                                          <p:attrName>style.visibility</p:attrName>
                                        </p:attrNameLst>
                                      </p:cBhvr>
                                      <p:to>
                                        <p:strVal val="visible"/>
                                      </p:to>
                                    </p:set>
                                    <p:anim calcmode="lin" valueType="num">
                                      <p:cBhvr additive="base">
                                        <p:cTn id="13" dur="500" fill="hold"/>
                                        <p:tgtEl>
                                          <p:spTgt spid="28672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6723">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86723">
                                            <p:txEl>
                                              <p:pRg st="4" end="4"/>
                                            </p:txEl>
                                          </p:spTgt>
                                        </p:tgtEl>
                                        <p:attrNameLst>
                                          <p:attrName>style.visibility</p:attrName>
                                        </p:attrNameLst>
                                      </p:cBhvr>
                                      <p:to>
                                        <p:strVal val="visible"/>
                                      </p:to>
                                    </p:set>
                                    <p:anim calcmode="lin" valueType="num">
                                      <p:cBhvr additive="base">
                                        <p:cTn id="17" dur="500" fill="hold"/>
                                        <p:tgtEl>
                                          <p:spTgt spid="28672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8672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3" name="Rectangle 2"/>
          <p:cNvSpPr>
            <a:spLocks noGrp="1" noChangeArrowheads="1"/>
          </p:cNvSpPr>
          <p:nvPr>
            <p:ph type="title"/>
          </p:nvPr>
        </p:nvSpPr>
        <p:spPr/>
        <p:txBody>
          <a:bodyPr/>
          <a:lstStyle/>
          <a:p>
            <a:pPr eaLnBrk="1" hangingPunct="1"/>
            <a:r>
              <a:rPr lang="en-US" altLang="en-US"/>
              <a:t>Points to Note</a:t>
            </a:r>
          </a:p>
        </p:txBody>
      </p:sp>
      <p:sp>
        <p:nvSpPr>
          <p:cNvPr id="58374" name="Rectangle 3"/>
          <p:cNvSpPr>
            <a:spLocks noGrp="1" noChangeArrowheads="1"/>
          </p:cNvSpPr>
          <p:nvPr>
            <p:ph type="body" idx="1"/>
          </p:nvPr>
        </p:nvSpPr>
        <p:spPr/>
        <p:txBody>
          <a:bodyPr/>
          <a:lstStyle/>
          <a:p>
            <a:pPr eaLnBrk="1" hangingPunct="1"/>
            <a:r>
              <a:rPr lang="en-US" altLang="en-US">
                <a:solidFill>
                  <a:srgbClr val="CC0000"/>
                </a:solidFill>
              </a:rPr>
              <a:t>malloc</a:t>
            </a:r>
            <a:r>
              <a:rPr lang="en-US" altLang="en-US"/>
              <a:t> always allocates a block of contiguous bytes.</a:t>
            </a:r>
          </a:p>
          <a:p>
            <a:pPr lvl="1" eaLnBrk="1" hangingPunct="1"/>
            <a:r>
              <a:rPr lang="en-US" altLang="en-US"/>
              <a:t>The allocation can fail if sufficient contiguous memory space is not available.</a:t>
            </a:r>
          </a:p>
          <a:p>
            <a:pPr lvl="1" eaLnBrk="1" hangingPunct="1"/>
            <a:r>
              <a:rPr lang="en-US" altLang="en-US"/>
              <a:t>If it fails, </a:t>
            </a:r>
            <a:r>
              <a:rPr lang="en-US" altLang="en-US">
                <a:solidFill>
                  <a:srgbClr val="CC0000"/>
                </a:solidFill>
              </a:rPr>
              <a:t>malloc</a:t>
            </a:r>
            <a:r>
              <a:rPr lang="en-US" altLang="en-US"/>
              <a:t> returns </a:t>
            </a:r>
            <a:r>
              <a:rPr lang="en-US" altLang="en-US">
                <a:solidFill>
                  <a:srgbClr val="CC0000"/>
                </a:solidFill>
              </a:rPr>
              <a:t>NULL</a:t>
            </a:r>
            <a:r>
              <a:rPr lang="en-US" altLang="en-US"/>
              <a:t>.</a:t>
            </a:r>
          </a:p>
        </p:txBody>
      </p:sp>
    </p:spTree>
    <p:extLst>
      <p:ext uri="{BB962C8B-B14F-4D97-AF65-F5344CB8AC3E}">
        <p14:creationId xmlns:p14="http://schemas.microsoft.com/office/powerpoint/2010/main" val="29606445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130959" y="463295"/>
            <a:ext cx="10310069" cy="5807847"/>
          </a:xfrm>
          <a:prstGeom prst="rect">
            <a:avLst/>
          </a:prstGeom>
        </p:spPr>
      </p:pic>
    </p:spTree>
    <p:extLst>
      <p:ext uri="{BB962C8B-B14F-4D97-AF65-F5344CB8AC3E}">
        <p14:creationId xmlns:p14="http://schemas.microsoft.com/office/powerpoint/2010/main" val="13962458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1" name="Rectangle 2"/>
          <p:cNvSpPr>
            <a:spLocks noGrp="1" noChangeArrowheads="1"/>
          </p:cNvSpPr>
          <p:nvPr>
            <p:ph type="title"/>
          </p:nvPr>
        </p:nvSpPr>
        <p:spPr/>
        <p:txBody>
          <a:bodyPr/>
          <a:lstStyle/>
          <a:p>
            <a:pPr eaLnBrk="1" hangingPunct="1"/>
            <a:r>
              <a:rPr lang="en-US" altLang="en-US"/>
              <a:t>Releasing the Used Space</a:t>
            </a:r>
          </a:p>
        </p:txBody>
      </p:sp>
      <p:sp>
        <p:nvSpPr>
          <p:cNvPr id="289795" name="Rectangle 3"/>
          <p:cNvSpPr>
            <a:spLocks noGrp="1" noChangeArrowheads="1"/>
          </p:cNvSpPr>
          <p:nvPr>
            <p:ph type="body" idx="1"/>
          </p:nvPr>
        </p:nvSpPr>
        <p:spPr>
          <a:xfrm>
            <a:off x="520117" y="1593908"/>
            <a:ext cx="10833683" cy="4583055"/>
          </a:xfrm>
        </p:spPr>
        <p:txBody>
          <a:bodyPr/>
          <a:lstStyle/>
          <a:p>
            <a:pPr eaLnBrk="1" hangingPunct="1"/>
            <a:r>
              <a:rPr lang="en-US" altLang="en-US"/>
              <a:t>When we no longer need the data stored in a block of memory, we may release the block for future use.</a:t>
            </a:r>
          </a:p>
          <a:p>
            <a:pPr eaLnBrk="1" hangingPunct="1"/>
            <a:r>
              <a:rPr lang="en-US" altLang="en-US"/>
              <a:t>How?</a:t>
            </a:r>
          </a:p>
          <a:p>
            <a:pPr lvl="1" eaLnBrk="1" hangingPunct="1"/>
            <a:r>
              <a:rPr lang="en-US" altLang="en-US"/>
              <a:t>By using the </a:t>
            </a:r>
            <a:r>
              <a:rPr lang="en-US" altLang="en-US">
                <a:solidFill>
                  <a:srgbClr val="CC0000"/>
                </a:solidFill>
              </a:rPr>
              <a:t>free</a:t>
            </a:r>
            <a:r>
              <a:rPr lang="en-US" altLang="en-US"/>
              <a:t> function.</a:t>
            </a:r>
          </a:p>
          <a:p>
            <a:pPr eaLnBrk="1" hangingPunct="1"/>
            <a:r>
              <a:rPr lang="en-US" altLang="en-US"/>
              <a:t>General format:</a:t>
            </a:r>
          </a:p>
          <a:p>
            <a:pPr lvl="1" eaLnBrk="1" hangingPunct="1">
              <a:buFontTx/>
              <a:buNone/>
            </a:pPr>
            <a:r>
              <a:rPr lang="en-US" altLang="en-US"/>
              <a:t>        </a:t>
            </a:r>
            <a:r>
              <a:rPr lang="en-US" altLang="en-US" sz="2800">
                <a:solidFill>
                  <a:srgbClr val="CC0000"/>
                </a:solidFill>
              </a:rPr>
              <a:t>free (</a:t>
            </a:r>
            <a:r>
              <a:rPr lang="en-US" altLang="en-US" sz="2800" err="1">
                <a:solidFill>
                  <a:srgbClr val="CC0000"/>
                </a:solidFill>
              </a:rPr>
              <a:t>ptr</a:t>
            </a:r>
            <a:r>
              <a:rPr lang="en-US" altLang="en-US" sz="2800">
                <a:solidFill>
                  <a:srgbClr val="CC0000"/>
                </a:solidFill>
              </a:rPr>
              <a:t>) ;</a:t>
            </a:r>
          </a:p>
          <a:p>
            <a:pPr eaLnBrk="1" hangingPunct="1">
              <a:buFontTx/>
              <a:buNone/>
            </a:pPr>
            <a:r>
              <a:rPr lang="en-US" altLang="en-US"/>
              <a:t>    where </a:t>
            </a:r>
            <a:r>
              <a:rPr lang="en-US" altLang="en-US" err="1"/>
              <a:t>ptr</a:t>
            </a:r>
            <a:r>
              <a:rPr lang="en-US" altLang="en-US"/>
              <a:t> is a pointer to a memory block which has been already created using </a:t>
            </a:r>
            <a:r>
              <a:rPr lang="en-US" altLang="en-US" err="1">
                <a:solidFill>
                  <a:srgbClr val="CC0000"/>
                </a:solidFill>
              </a:rPr>
              <a:t>malloc</a:t>
            </a:r>
            <a:r>
              <a:rPr lang="en-US" altLang="en-US"/>
              <a:t>.</a:t>
            </a:r>
          </a:p>
        </p:txBody>
      </p:sp>
    </p:spTree>
    <p:extLst>
      <p:ext uri="{BB962C8B-B14F-4D97-AF65-F5344CB8AC3E}">
        <p14:creationId xmlns:p14="http://schemas.microsoft.com/office/powerpoint/2010/main" val="21120926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89795">
                                            <p:txEl>
                                              <p:pRg st="2" end="2"/>
                                            </p:txEl>
                                          </p:spTgt>
                                        </p:tgtEl>
                                        <p:attrNameLst>
                                          <p:attrName>style.visibility</p:attrName>
                                        </p:attrNameLst>
                                      </p:cBhvr>
                                      <p:to>
                                        <p:strVal val="visible"/>
                                      </p:to>
                                    </p:set>
                                    <p:anim calcmode="lin" valueType="num">
                                      <p:cBhvr additive="base">
                                        <p:cTn id="7" dur="500" fill="hold"/>
                                        <p:tgtEl>
                                          <p:spTgt spid="28979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97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nodeType="clickEffect">
                                  <p:stCondLst>
                                    <p:cond delay="0"/>
                                  </p:stCondLst>
                                  <p:childTnLst>
                                    <p:set>
                                      <p:cBhvr>
                                        <p:cTn id="12" dur="1" fill="hold">
                                          <p:stCondLst>
                                            <p:cond delay="0"/>
                                          </p:stCondLst>
                                        </p:cTn>
                                        <p:tgtEl>
                                          <p:spTgt spid="289795">
                                            <p:txEl>
                                              <p:pRg st="4" end="4"/>
                                            </p:txEl>
                                          </p:spTgt>
                                        </p:tgtEl>
                                        <p:attrNameLst>
                                          <p:attrName>style.visibility</p:attrName>
                                        </p:attrNameLst>
                                      </p:cBhvr>
                                      <p:to>
                                        <p:strVal val="visible"/>
                                      </p:to>
                                    </p:set>
                                    <p:animEffect transition="in" filter="checkerboard(across)">
                                      <p:cBhvr>
                                        <p:cTn id="13" dur="500"/>
                                        <p:tgtEl>
                                          <p:spTgt spid="289795">
                                            <p:txEl>
                                              <p:pRg st="4" end="4"/>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nodeType="clickEffect">
                                  <p:stCondLst>
                                    <p:cond delay="0"/>
                                  </p:stCondLst>
                                  <p:childTnLst>
                                    <p:set>
                                      <p:cBhvr>
                                        <p:cTn id="17" dur="1" fill="hold">
                                          <p:stCondLst>
                                            <p:cond delay="0"/>
                                          </p:stCondLst>
                                        </p:cTn>
                                        <p:tgtEl>
                                          <p:spTgt spid="289795">
                                            <p:txEl>
                                              <p:pRg st="5" end="5"/>
                                            </p:txEl>
                                          </p:spTgt>
                                        </p:tgtEl>
                                        <p:attrNameLst>
                                          <p:attrName>style.visibility</p:attrName>
                                        </p:attrNameLst>
                                      </p:cBhvr>
                                      <p:to>
                                        <p:strVal val="visible"/>
                                      </p:to>
                                    </p:set>
                                    <p:animEffect transition="in" filter="checkerboard(across)">
                                      <p:cBhvr>
                                        <p:cTn id="18" dur="500"/>
                                        <p:tgtEl>
                                          <p:spTgt spid="2897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a:t>A completely different way to represent a list:</a:t>
            </a:r>
          </a:p>
          <a:p>
            <a:pPr lvl="1"/>
            <a:r>
              <a:rPr lang="en-US" altLang="en-US"/>
              <a:t>Make each item in the list part of a structure.</a:t>
            </a:r>
          </a:p>
          <a:p>
            <a:pPr lvl="1"/>
            <a:r>
              <a:rPr lang="en-US" altLang="en-US"/>
              <a:t>The structure also contains a pointer or link to the structure containing the next item.</a:t>
            </a:r>
          </a:p>
          <a:p>
            <a:pPr lvl="1"/>
            <a:r>
              <a:rPr lang="en-US" altLang="en-US"/>
              <a:t>This type of list is called a </a:t>
            </a:r>
            <a:r>
              <a:rPr lang="en-US" altLang="en-US">
                <a:solidFill>
                  <a:srgbClr val="FF0000"/>
                </a:solidFill>
              </a:rPr>
              <a:t>linked list</a:t>
            </a:r>
            <a:r>
              <a:rPr lang="en-US" altLang="en-US"/>
              <a:t>.</a:t>
            </a:r>
          </a:p>
          <a:p>
            <a:pPr marL="0" indent="0">
              <a:buNone/>
            </a:pPr>
            <a:endParaRPr lang="en-US"/>
          </a:p>
        </p:txBody>
      </p:sp>
      <p:pic>
        <p:nvPicPr>
          <p:cNvPr id="4" name="Picture 3"/>
          <p:cNvPicPr>
            <a:picLocks noChangeAspect="1"/>
          </p:cNvPicPr>
          <p:nvPr/>
        </p:nvPicPr>
        <p:blipFill>
          <a:blip r:embed="rId2"/>
          <a:stretch>
            <a:fillRect/>
          </a:stretch>
        </p:blipFill>
        <p:spPr>
          <a:xfrm>
            <a:off x="934978" y="4327584"/>
            <a:ext cx="8963025" cy="1390650"/>
          </a:xfrm>
          <a:prstGeom prst="rect">
            <a:avLst/>
          </a:prstGeom>
        </p:spPr>
      </p:pic>
    </p:spTree>
    <p:extLst>
      <p:ext uri="{BB962C8B-B14F-4D97-AF65-F5344CB8AC3E}">
        <p14:creationId xmlns:p14="http://schemas.microsoft.com/office/powerpoint/2010/main" val="38269287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5" name="Rectangle 2"/>
          <p:cNvSpPr>
            <a:spLocks noGrp="1" noChangeArrowheads="1"/>
          </p:cNvSpPr>
          <p:nvPr>
            <p:ph type="title"/>
          </p:nvPr>
        </p:nvSpPr>
        <p:spPr/>
        <p:txBody>
          <a:bodyPr/>
          <a:lstStyle/>
          <a:p>
            <a:pPr eaLnBrk="1" hangingPunct="1"/>
            <a:r>
              <a:rPr lang="en-US" altLang="en-US"/>
              <a:t>Altering the Size of a Block</a:t>
            </a:r>
          </a:p>
        </p:txBody>
      </p:sp>
      <p:sp>
        <p:nvSpPr>
          <p:cNvPr id="290819" name="Rectangle 3"/>
          <p:cNvSpPr>
            <a:spLocks noGrp="1" noChangeArrowheads="1"/>
          </p:cNvSpPr>
          <p:nvPr>
            <p:ph type="body" idx="1"/>
          </p:nvPr>
        </p:nvSpPr>
        <p:spPr>
          <a:xfrm>
            <a:off x="2133600" y="1295400"/>
            <a:ext cx="8077200" cy="4724400"/>
          </a:xfrm>
        </p:spPr>
        <p:txBody>
          <a:bodyPr/>
          <a:lstStyle/>
          <a:p>
            <a:pPr eaLnBrk="1" hangingPunct="1"/>
            <a:r>
              <a:rPr lang="en-US" altLang="en-US"/>
              <a:t>Sometimes we need to alter the size of some previously allocated memory block.</a:t>
            </a:r>
          </a:p>
          <a:p>
            <a:pPr lvl="1" eaLnBrk="1" hangingPunct="1"/>
            <a:r>
              <a:rPr lang="en-US" altLang="en-US"/>
              <a:t>More memory needed.</a:t>
            </a:r>
          </a:p>
          <a:p>
            <a:pPr lvl="1" eaLnBrk="1" hangingPunct="1"/>
            <a:r>
              <a:rPr lang="en-US" altLang="en-US"/>
              <a:t>Memory allocated is larger than necessary.</a:t>
            </a:r>
          </a:p>
          <a:p>
            <a:pPr eaLnBrk="1" hangingPunct="1"/>
            <a:r>
              <a:rPr lang="en-US" altLang="en-US"/>
              <a:t>How?</a:t>
            </a:r>
          </a:p>
          <a:p>
            <a:pPr lvl="1" eaLnBrk="1" hangingPunct="1"/>
            <a:r>
              <a:rPr lang="en-US" altLang="en-US"/>
              <a:t>By using the </a:t>
            </a:r>
            <a:r>
              <a:rPr lang="en-US" altLang="en-US">
                <a:solidFill>
                  <a:srgbClr val="CC0000"/>
                </a:solidFill>
              </a:rPr>
              <a:t>realloc</a:t>
            </a:r>
            <a:r>
              <a:rPr lang="en-US" altLang="en-US"/>
              <a:t> function.</a:t>
            </a:r>
          </a:p>
          <a:p>
            <a:pPr eaLnBrk="1" hangingPunct="1"/>
            <a:r>
              <a:rPr lang="en-US" altLang="en-US"/>
              <a:t>If the original allocation is done by the statement</a:t>
            </a:r>
          </a:p>
          <a:p>
            <a:pPr lvl="1" eaLnBrk="1" hangingPunct="1">
              <a:buFontTx/>
              <a:buNone/>
            </a:pPr>
            <a:r>
              <a:rPr lang="en-US" altLang="en-US"/>
              <a:t>        ptr  =  malloc (size) ;</a:t>
            </a:r>
          </a:p>
          <a:p>
            <a:pPr eaLnBrk="1" hangingPunct="1">
              <a:buFontTx/>
              <a:buNone/>
            </a:pPr>
            <a:r>
              <a:rPr lang="en-US" altLang="en-US"/>
              <a:t>    then reallocation of space may be done as</a:t>
            </a:r>
          </a:p>
          <a:p>
            <a:pPr lvl="1" eaLnBrk="1" hangingPunct="1">
              <a:buFontTx/>
              <a:buNone/>
            </a:pPr>
            <a:r>
              <a:rPr lang="en-US" altLang="en-US"/>
              <a:t>        ptr  =  realloc (ptr, newsize) ;</a:t>
            </a:r>
          </a:p>
        </p:txBody>
      </p:sp>
    </p:spTree>
    <p:extLst>
      <p:ext uri="{BB962C8B-B14F-4D97-AF65-F5344CB8AC3E}">
        <p14:creationId xmlns:p14="http://schemas.microsoft.com/office/powerpoint/2010/main" val="16688673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90819">
                                            <p:txEl>
                                              <p:pRg st="4" end="4"/>
                                            </p:txEl>
                                          </p:spTgt>
                                        </p:tgtEl>
                                        <p:attrNameLst>
                                          <p:attrName>style.visibility</p:attrName>
                                        </p:attrNameLst>
                                      </p:cBhvr>
                                      <p:to>
                                        <p:strVal val="visible"/>
                                      </p:to>
                                    </p:set>
                                    <p:anim calcmode="lin" valueType="num">
                                      <p:cBhvr additive="base">
                                        <p:cTn id="7" dur="500" fill="hold"/>
                                        <p:tgtEl>
                                          <p:spTgt spid="290819">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081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90819">
                                            <p:txEl>
                                              <p:pRg st="5" end="5"/>
                                            </p:txEl>
                                          </p:spTgt>
                                        </p:tgtEl>
                                        <p:attrNameLst>
                                          <p:attrName>style.visibility</p:attrName>
                                        </p:attrNameLst>
                                      </p:cBhvr>
                                      <p:to>
                                        <p:strVal val="visible"/>
                                      </p:to>
                                    </p:set>
                                    <p:anim calcmode="lin" valueType="num">
                                      <p:cBhvr additive="base">
                                        <p:cTn id="13" dur="500" fill="hold"/>
                                        <p:tgtEl>
                                          <p:spTgt spid="290819">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0819">
                                            <p:txEl>
                                              <p:pRg st="5" end="5"/>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90819">
                                            <p:txEl>
                                              <p:pRg st="6" end="6"/>
                                            </p:txEl>
                                          </p:spTgt>
                                        </p:tgtEl>
                                        <p:attrNameLst>
                                          <p:attrName>style.visibility</p:attrName>
                                        </p:attrNameLst>
                                      </p:cBhvr>
                                      <p:to>
                                        <p:strVal val="visible"/>
                                      </p:to>
                                    </p:set>
                                    <p:anim calcmode="lin" valueType="num">
                                      <p:cBhvr additive="base">
                                        <p:cTn id="17" dur="500" fill="hold"/>
                                        <p:tgtEl>
                                          <p:spTgt spid="290819">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9081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290819">
                                            <p:txEl>
                                              <p:pRg st="7" end="7"/>
                                            </p:txEl>
                                          </p:spTgt>
                                        </p:tgtEl>
                                        <p:attrNameLst>
                                          <p:attrName>style.visibility</p:attrName>
                                        </p:attrNameLst>
                                      </p:cBhvr>
                                      <p:to>
                                        <p:strVal val="visible"/>
                                      </p:to>
                                    </p:set>
                                    <p:anim calcmode="lin" valueType="num">
                                      <p:cBhvr additive="base">
                                        <p:cTn id="23" dur="500" fill="hold"/>
                                        <p:tgtEl>
                                          <p:spTgt spid="290819">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90819">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90819">
                                            <p:txEl>
                                              <p:pRg st="8" end="8"/>
                                            </p:txEl>
                                          </p:spTgt>
                                        </p:tgtEl>
                                        <p:attrNameLst>
                                          <p:attrName>style.visibility</p:attrName>
                                        </p:attrNameLst>
                                      </p:cBhvr>
                                      <p:to>
                                        <p:strVal val="visible"/>
                                      </p:to>
                                    </p:set>
                                    <p:anim calcmode="lin" valueType="num">
                                      <p:cBhvr additive="base">
                                        <p:cTn id="27" dur="500" fill="hold"/>
                                        <p:tgtEl>
                                          <p:spTgt spid="290819">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9081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9" name="Rectangle 2"/>
          <p:cNvSpPr>
            <a:spLocks noGrp="1" noChangeArrowheads="1"/>
          </p:cNvSpPr>
          <p:nvPr>
            <p:ph type="title"/>
          </p:nvPr>
        </p:nvSpPr>
        <p:spPr/>
        <p:txBody>
          <a:bodyPr/>
          <a:lstStyle/>
          <a:p>
            <a:r>
              <a:rPr lang="en-US" altLang="en-US"/>
              <a:t>Contd.  </a:t>
            </a:r>
            <a:endParaRPr lang="en-US" altLang="en-US">
              <a:cs typeface="Calibri Light"/>
            </a:endParaRPr>
          </a:p>
        </p:txBody>
      </p:sp>
      <p:sp>
        <p:nvSpPr>
          <p:cNvPr id="291843" name="Rectangle 3"/>
          <p:cNvSpPr>
            <a:spLocks noGrp="1" noChangeArrowheads="1"/>
          </p:cNvSpPr>
          <p:nvPr>
            <p:ph type="body" idx="1"/>
          </p:nvPr>
        </p:nvSpPr>
        <p:spPr/>
        <p:txBody>
          <a:bodyPr/>
          <a:lstStyle/>
          <a:p>
            <a:pPr lvl="1" eaLnBrk="1" hangingPunct="1"/>
            <a:r>
              <a:rPr lang="en-US" altLang="en-US"/>
              <a:t>The new memory block may or may not begin at the same place as the old one.</a:t>
            </a:r>
          </a:p>
          <a:p>
            <a:pPr lvl="2" eaLnBrk="1" hangingPunct="1"/>
            <a:r>
              <a:rPr lang="en-US" altLang="en-US"/>
              <a:t>If it does not find space, it will create it in an entirely different region and move the contents of the old block into the new block.</a:t>
            </a:r>
          </a:p>
          <a:p>
            <a:pPr lvl="1" eaLnBrk="1" hangingPunct="1"/>
            <a:r>
              <a:rPr lang="en-US" altLang="en-US"/>
              <a:t>The function guarantees that the old data remains intact.</a:t>
            </a:r>
          </a:p>
          <a:p>
            <a:pPr lvl="1" eaLnBrk="1" hangingPunct="1"/>
            <a:r>
              <a:rPr lang="en-US" altLang="en-US"/>
              <a:t>If it is unable to allocate, it returns NULL and frees the original block.</a:t>
            </a:r>
          </a:p>
          <a:p>
            <a:pPr lvl="1" eaLnBrk="1" hangingPunct="1">
              <a:buFontTx/>
              <a:buNone/>
            </a:pPr>
            <a:endParaRPr lang="en-US" altLang="en-US"/>
          </a:p>
        </p:txBody>
      </p:sp>
    </p:spTree>
    <p:extLst>
      <p:ext uri="{BB962C8B-B14F-4D97-AF65-F5344CB8AC3E}">
        <p14:creationId xmlns:p14="http://schemas.microsoft.com/office/powerpoint/2010/main" val="10809598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91843">
                                            <p:txEl>
                                              <p:pRg st="1" end="1"/>
                                            </p:txEl>
                                          </p:spTgt>
                                        </p:tgtEl>
                                        <p:attrNameLst>
                                          <p:attrName>style.visibility</p:attrName>
                                        </p:attrNameLst>
                                      </p:cBhvr>
                                      <p:to>
                                        <p:strVal val="visible"/>
                                      </p:to>
                                    </p:set>
                                    <p:anim calcmode="lin" valueType="num">
                                      <p:cBhvr additive="base">
                                        <p:cTn id="7" dur="500" fill="hold"/>
                                        <p:tgtEl>
                                          <p:spTgt spid="29184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18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91843">
                                            <p:txEl>
                                              <p:pRg st="3" end="3"/>
                                            </p:txEl>
                                          </p:spTgt>
                                        </p:tgtEl>
                                        <p:attrNameLst>
                                          <p:attrName>style.visibility</p:attrName>
                                        </p:attrNameLst>
                                      </p:cBhvr>
                                      <p:to>
                                        <p:strVal val="visible"/>
                                      </p:to>
                                    </p:set>
                                    <p:anim calcmode="lin" valueType="num">
                                      <p:cBhvr additive="base">
                                        <p:cTn id="13" dur="500" fill="hold"/>
                                        <p:tgtEl>
                                          <p:spTgt spid="29184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184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3" name="Rectangle 2"/>
          <p:cNvSpPr>
            <a:spLocks noGrp="1" noChangeArrowheads="1"/>
          </p:cNvSpPr>
          <p:nvPr>
            <p:ph type="title"/>
          </p:nvPr>
        </p:nvSpPr>
        <p:spPr>
          <a:xfrm>
            <a:off x="838200" y="365125"/>
            <a:ext cx="10515600" cy="1284374"/>
          </a:xfrm>
        </p:spPr>
        <p:txBody>
          <a:bodyPr/>
          <a:lstStyle/>
          <a:p>
            <a:pPr eaLnBrk="1" hangingPunct="1"/>
            <a:r>
              <a:rPr lang="en-US" altLang="en-US"/>
              <a:t>Pointer to Pointer</a:t>
            </a:r>
          </a:p>
        </p:txBody>
      </p:sp>
      <p:sp>
        <p:nvSpPr>
          <p:cNvPr id="63494" name="Rectangle 3"/>
          <p:cNvSpPr>
            <a:spLocks noGrp="1" noChangeArrowheads="1"/>
          </p:cNvSpPr>
          <p:nvPr>
            <p:ph type="body" idx="1"/>
          </p:nvPr>
        </p:nvSpPr>
        <p:spPr/>
        <p:txBody>
          <a:bodyPr vert="horz" lIns="91440" tIns="45720" rIns="91440" bIns="45720" rtlCol="0" anchor="t">
            <a:normAutofit/>
          </a:bodyPr>
          <a:lstStyle/>
          <a:p>
            <a:pPr eaLnBrk="1" hangingPunct="1"/>
            <a:r>
              <a:rPr lang="en-US" altLang="en-US"/>
              <a:t>Example:</a:t>
            </a:r>
          </a:p>
          <a:p>
            <a:pPr>
              <a:buNone/>
            </a:pPr>
            <a:r>
              <a:rPr lang="en-US" altLang="en-US"/>
              <a:t>                int **p;</a:t>
            </a:r>
            <a:endParaRPr lang="en-US" altLang="en-US">
              <a:cs typeface="Calibri"/>
            </a:endParaRPr>
          </a:p>
          <a:p>
            <a:pPr>
              <a:buNone/>
            </a:pPr>
            <a:r>
              <a:rPr lang="en-US" altLang="en-US"/>
              <a:t>               p=(int **) malloc(3 * </a:t>
            </a:r>
            <a:r>
              <a:rPr lang="en-US" altLang="en-US" err="1"/>
              <a:t>sizeof</a:t>
            </a:r>
            <a:r>
              <a:rPr lang="en-US" altLang="en-US"/>
              <a:t>(int *)); </a:t>
            </a:r>
          </a:p>
          <a:p>
            <a:pPr>
              <a:buFontTx/>
              <a:buNone/>
            </a:pPr>
            <a:endParaRPr lang="en-US" altLang="en-US">
              <a:cs typeface="Calibri"/>
            </a:endParaRPr>
          </a:p>
          <a:p>
            <a:pPr>
              <a:buNone/>
            </a:pPr>
            <a:endParaRPr lang="en-US" altLang="en-US">
              <a:cs typeface="Calibri"/>
            </a:endParaRPr>
          </a:p>
          <a:p>
            <a:pPr>
              <a:buNone/>
            </a:pPr>
            <a:endParaRPr lang="en-US" altLang="en-US">
              <a:cs typeface="Calibri"/>
            </a:endParaRPr>
          </a:p>
          <a:p>
            <a:pPr>
              <a:buNone/>
            </a:pPr>
            <a:endParaRPr lang="en-US" altLang="en-US">
              <a:cs typeface="Calibri"/>
            </a:endParaRPr>
          </a:p>
        </p:txBody>
      </p:sp>
      <p:grpSp>
        <p:nvGrpSpPr>
          <p:cNvPr id="304150" name="Group 22"/>
          <p:cNvGrpSpPr>
            <a:grpSpLocks/>
          </p:cNvGrpSpPr>
          <p:nvPr/>
        </p:nvGrpSpPr>
        <p:grpSpPr bwMode="auto">
          <a:xfrm>
            <a:off x="3330576" y="3775076"/>
            <a:ext cx="1306513" cy="384175"/>
            <a:chOff x="1138" y="2378"/>
            <a:chExt cx="823" cy="242"/>
          </a:xfrm>
        </p:grpSpPr>
        <p:sp>
          <p:nvSpPr>
            <p:cNvPr id="63512" name="Rectangle 5"/>
            <p:cNvSpPr>
              <a:spLocks noChangeArrowheads="1"/>
            </p:cNvSpPr>
            <p:nvPr/>
          </p:nvSpPr>
          <p:spPr bwMode="auto">
            <a:xfrm>
              <a:off x="1138" y="2378"/>
              <a:ext cx="508" cy="242"/>
            </a:xfrm>
            <a:prstGeom prst="rect">
              <a:avLst/>
            </a:prstGeom>
            <a:solidFill>
              <a:srgbClr val="CCFFFF"/>
            </a:solidFill>
            <a:ln w="3810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000">
                <a:solidFill>
                  <a:srgbClr val="993300"/>
                </a:solidFill>
              </a:endParaRPr>
            </a:p>
          </p:txBody>
        </p:sp>
        <p:sp>
          <p:nvSpPr>
            <p:cNvPr id="63513" name="Line 13"/>
            <p:cNvSpPr>
              <a:spLocks noChangeShapeType="1"/>
            </p:cNvSpPr>
            <p:nvPr/>
          </p:nvSpPr>
          <p:spPr bwMode="auto">
            <a:xfrm>
              <a:off x="1429" y="2523"/>
              <a:ext cx="532" cy="0"/>
            </a:xfrm>
            <a:prstGeom prst="line">
              <a:avLst/>
            </a:prstGeom>
            <a:noFill/>
            <a:ln w="50800">
              <a:solidFill>
                <a:srgbClr val="FF66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04146" name="Group 18"/>
          <p:cNvGrpSpPr>
            <a:grpSpLocks/>
          </p:cNvGrpSpPr>
          <p:nvPr/>
        </p:nvGrpSpPr>
        <p:grpSpPr bwMode="auto">
          <a:xfrm>
            <a:off x="4637088" y="3775076"/>
            <a:ext cx="1192212" cy="1190625"/>
            <a:chOff x="1960" y="2378"/>
            <a:chExt cx="751" cy="750"/>
          </a:xfrm>
        </p:grpSpPr>
        <p:grpSp>
          <p:nvGrpSpPr>
            <p:cNvPr id="63505" name="Group 6"/>
            <p:cNvGrpSpPr>
              <a:grpSpLocks/>
            </p:cNvGrpSpPr>
            <p:nvPr/>
          </p:nvGrpSpPr>
          <p:grpSpPr bwMode="auto">
            <a:xfrm>
              <a:off x="1960" y="2378"/>
              <a:ext cx="509" cy="750"/>
              <a:chOff x="3919" y="2160"/>
              <a:chExt cx="509" cy="750"/>
            </a:xfrm>
          </p:grpSpPr>
          <p:sp>
            <p:nvSpPr>
              <p:cNvPr id="63509" name="Rectangle 7"/>
              <p:cNvSpPr>
                <a:spLocks noChangeArrowheads="1"/>
              </p:cNvSpPr>
              <p:nvPr/>
            </p:nvSpPr>
            <p:spPr bwMode="auto">
              <a:xfrm>
                <a:off x="3919" y="2160"/>
                <a:ext cx="508" cy="242"/>
              </a:xfrm>
              <a:prstGeom prst="rect">
                <a:avLst/>
              </a:prstGeom>
              <a:solidFill>
                <a:srgbClr val="CCFFFF"/>
              </a:solidFill>
              <a:ln w="3810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000">
                  <a:solidFill>
                    <a:srgbClr val="993300"/>
                  </a:solidFill>
                </a:endParaRPr>
              </a:p>
            </p:txBody>
          </p:sp>
          <p:sp>
            <p:nvSpPr>
              <p:cNvPr id="63510" name="Rectangle 8"/>
              <p:cNvSpPr>
                <a:spLocks noChangeArrowheads="1"/>
              </p:cNvSpPr>
              <p:nvPr/>
            </p:nvSpPr>
            <p:spPr bwMode="auto">
              <a:xfrm>
                <a:off x="3919" y="2402"/>
                <a:ext cx="508" cy="242"/>
              </a:xfrm>
              <a:prstGeom prst="rect">
                <a:avLst/>
              </a:prstGeom>
              <a:solidFill>
                <a:srgbClr val="CCFFFF"/>
              </a:solidFill>
              <a:ln w="3810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000">
                  <a:solidFill>
                    <a:srgbClr val="993300"/>
                  </a:solidFill>
                </a:endParaRPr>
              </a:p>
            </p:txBody>
          </p:sp>
          <p:sp>
            <p:nvSpPr>
              <p:cNvPr id="63511" name="Rectangle 9"/>
              <p:cNvSpPr>
                <a:spLocks noChangeArrowheads="1"/>
              </p:cNvSpPr>
              <p:nvPr/>
            </p:nvSpPr>
            <p:spPr bwMode="auto">
              <a:xfrm>
                <a:off x="3920" y="2668"/>
                <a:ext cx="508" cy="242"/>
              </a:xfrm>
              <a:prstGeom prst="rect">
                <a:avLst/>
              </a:prstGeom>
              <a:solidFill>
                <a:srgbClr val="CCFFFF"/>
              </a:solidFill>
              <a:ln w="3810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endParaRPr lang="en-US" altLang="en-US" sz="2000">
                  <a:solidFill>
                    <a:srgbClr val="993300"/>
                  </a:solidFill>
                </a:endParaRPr>
              </a:p>
            </p:txBody>
          </p:sp>
        </p:grpSp>
        <p:sp>
          <p:nvSpPr>
            <p:cNvPr id="63506" name="Line 14"/>
            <p:cNvSpPr>
              <a:spLocks noChangeShapeType="1"/>
            </p:cNvSpPr>
            <p:nvPr/>
          </p:nvSpPr>
          <p:spPr bwMode="auto">
            <a:xfrm>
              <a:off x="2155" y="2523"/>
              <a:ext cx="532" cy="0"/>
            </a:xfrm>
            <a:prstGeom prst="line">
              <a:avLst/>
            </a:prstGeom>
            <a:noFill/>
            <a:ln w="50800">
              <a:solidFill>
                <a:srgbClr val="FF66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07" name="Line 15"/>
            <p:cNvSpPr>
              <a:spLocks noChangeShapeType="1"/>
            </p:cNvSpPr>
            <p:nvPr/>
          </p:nvSpPr>
          <p:spPr bwMode="auto">
            <a:xfrm>
              <a:off x="2179" y="2741"/>
              <a:ext cx="532" cy="0"/>
            </a:xfrm>
            <a:prstGeom prst="line">
              <a:avLst/>
            </a:prstGeom>
            <a:noFill/>
            <a:ln w="50800">
              <a:solidFill>
                <a:srgbClr val="FF66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3508" name="Line 16"/>
            <p:cNvSpPr>
              <a:spLocks noChangeShapeType="1"/>
            </p:cNvSpPr>
            <p:nvPr/>
          </p:nvSpPr>
          <p:spPr bwMode="auto">
            <a:xfrm>
              <a:off x="2155" y="3007"/>
              <a:ext cx="532" cy="0"/>
            </a:xfrm>
            <a:prstGeom prst="line">
              <a:avLst/>
            </a:prstGeom>
            <a:noFill/>
            <a:ln w="50800">
              <a:solidFill>
                <a:srgbClr val="FF660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04145" name="Text Box 17"/>
          <p:cNvSpPr txBox="1">
            <a:spLocks noChangeArrowheads="1"/>
          </p:cNvSpPr>
          <p:nvPr/>
        </p:nvSpPr>
        <p:spPr bwMode="auto">
          <a:xfrm>
            <a:off x="2832101" y="3736975"/>
            <a:ext cx="354013" cy="4572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8100" algn="ctr">
                <a:solidFill>
                  <a:srgbClr val="99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a:solidFill>
                  <a:srgbClr val="993300"/>
                </a:solidFill>
              </a:rPr>
              <a:t>p</a:t>
            </a:r>
          </a:p>
        </p:txBody>
      </p:sp>
      <p:sp>
        <p:nvSpPr>
          <p:cNvPr id="304147" name="Text Box 19"/>
          <p:cNvSpPr txBox="1">
            <a:spLocks noChangeArrowheads="1"/>
          </p:cNvSpPr>
          <p:nvPr/>
        </p:nvSpPr>
        <p:spPr bwMode="auto">
          <a:xfrm>
            <a:off x="4713288" y="5041900"/>
            <a:ext cx="709612" cy="4572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8100" algn="ctr">
                <a:solidFill>
                  <a:srgbClr val="99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a:solidFill>
                  <a:srgbClr val="993300"/>
                </a:solidFill>
              </a:rPr>
              <a:t>p[2]</a:t>
            </a:r>
          </a:p>
        </p:txBody>
      </p:sp>
      <p:sp>
        <p:nvSpPr>
          <p:cNvPr id="304148" name="Text Box 20"/>
          <p:cNvSpPr txBox="1">
            <a:spLocks noChangeArrowheads="1"/>
          </p:cNvSpPr>
          <p:nvPr/>
        </p:nvSpPr>
        <p:spPr bwMode="auto">
          <a:xfrm>
            <a:off x="3906838" y="4119563"/>
            <a:ext cx="709612" cy="4572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8100" algn="ctr">
                <a:solidFill>
                  <a:srgbClr val="99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a:solidFill>
                  <a:srgbClr val="993300"/>
                </a:solidFill>
              </a:rPr>
              <a:t>p[1]</a:t>
            </a:r>
          </a:p>
        </p:txBody>
      </p:sp>
      <p:sp>
        <p:nvSpPr>
          <p:cNvPr id="304149" name="Text Box 21"/>
          <p:cNvSpPr txBox="1">
            <a:spLocks noChangeArrowheads="1"/>
          </p:cNvSpPr>
          <p:nvPr/>
        </p:nvSpPr>
        <p:spPr bwMode="auto">
          <a:xfrm>
            <a:off x="4637088" y="3200400"/>
            <a:ext cx="709612" cy="4572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8100" algn="ctr">
                <a:solidFill>
                  <a:srgbClr val="99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a:solidFill>
                  <a:srgbClr val="993300"/>
                </a:solidFill>
              </a:rPr>
              <a:t>p[0]</a:t>
            </a:r>
          </a:p>
        </p:txBody>
      </p:sp>
      <p:sp>
        <p:nvSpPr>
          <p:cNvPr id="304151" name="Text Box 23"/>
          <p:cNvSpPr txBox="1">
            <a:spLocks noChangeArrowheads="1"/>
          </p:cNvSpPr>
          <p:nvPr/>
        </p:nvSpPr>
        <p:spPr bwMode="auto">
          <a:xfrm>
            <a:off x="4713289" y="4197351"/>
            <a:ext cx="669925" cy="39687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8100" algn="ctr">
                <a:solidFill>
                  <a:srgbClr val="99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000">
                <a:solidFill>
                  <a:srgbClr val="993300"/>
                </a:solidFill>
              </a:rPr>
              <a:t>int *</a:t>
            </a:r>
          </a:p>
        </p:txBody>
      </p:sp>
      <p:sp>
        <p:nvSpPr>
          <p:cNvPr id="304152" name="Text Box 24"/>
          <p:cNvSpPr txBox="1">
            <a:spLocks noChangeArrowheads="1"/>
          </p:cNvSpPr>
          <p:nvPr/>
        </p:nvSpPr>
        <p:spPr bwMode="auto">
          <a:xfrm>
            <a:off x="3330576" y="3775076"/>
            <a:ext cx="796925" cy="39687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8100" algn="ctr">
                <a:solidFill>
                  <a:srgbClr val="99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000">
                <a:solidFill>
                  <a:srgbClr val="993300"/>
                </a:solidFill>
              </a:rPr>
              <a:t>int **</a:t>
            </a:r>
          </a:p>
        </p:txBody>
      </p:sp>
      <p:sp>
        <p:nvSpPr>
          <p:cNvPr id="304153" name="Text Box 25"/>
          <p:cNvSpPr txBox="1">
            <a:spLocks noChangeArrowheads="1"/>
          </p:cNvSpPr>
          <p:nvPr/>
        </p:nvSpPr>
        <p:spPr bwMode="auto">
          <a:xfrm>
            <a:off x="4751389" y="4543426"/>
            <a:ext cx="669925" cy="39687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8100" algn="ctr">
                <a:solidFill>
                  <a:srgbClr val="99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000">
                <a:solidFill>
                  <a:srgbClr val="993300"/>
                </a:solidFill>
              </a:rPr>
              <a:t>int *</a:t>
            </a:r>
          </a:p>
        </p:txBody>
      </p:sp>
      <p:sp>
        <p:nvSpPr>
          <p:cNvPr id="304154" name="Text Box 26"/>
          <p:cNvSpPr txBox="1">
            <a:spLocks noChangeArrowheads="1"/>
          </p:cNvSpPr>
          <p:nvPr/>
        </p:nvSpPr>
        <p:spPr bwMode="auto">
          <a:xfrm>
            <a:off x="4713289" y="3736976"/>
            <a:ext cx="669925" cy="39687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8100" algn="ctr">
                <a:solidFill>
                  <a:srgbClr val="99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b="1">
                <a:solidFill>
                  <a:schemeClr val="accent2"/>
                </a:solidFill>
                <a:latin typeface="Times New Roman" panose="02020603050405020304" pitchFamily="18" charset="0"/>
              </a:defRPr>
            </a:lvl1pPr>
            <a:lvl2pPr marL="742950" indent="-285750">
              <a:spcBef>
                <a:spcPct val="20000"/>
              </a:spcBef>
              <a:buChar char="–"/>
              <a:defRPr sz="2400" b="1">
                <a:solidFill>
                  <a:srgbClr val="336600"/>
                </a:solidFill>
                <a:latin typeface="Times New Roman" panose="02020603050405020304" pitchFamily="18" charset="0"/>
              </a:defRPr>
            </a:lvl2pPr>
            <a:lvl3pPr marL="1143000" indent="-228600">
              <a:spcBef>
                <a:spcPct val="20000"/>
              </a:spcBef>
              <a:buChar char="•"/>
              <a:defRPr sz="2000" b="1">
                <a:solidFill>
                  <a:srgbClr val="996633"/>
                </a:solidFill>
                <a:latin typeface="Times New Roman" panose="02020603050405020304" pitchFamily="18" charset="0"/>
              </a:defRPr>
            </a:lvl3pPr>
            <a:lvl4pPr marL="1600200" indent="-228600">
              <a:spcBef>
                <a:spcPct val="20000"/>
              </a:spcBef>
              <a:buChar char="–"/>
              <a:defRPr b="1">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000">
                <a:solidFill>
                  <a:srgbClr val="993300"/>
                </a:solidFill>
              </a:rPr>
              <a:t>int *</a:t>
            </a:r>
          </a:p>
        </p:txBody>
      </p:sp>
      <p:sp>
        <p:nvSpPr>
          <p:cNvPr id="2" name="TextBox 1">
            <a:extLst>
              <a:ext uri="{FF2B5EF4-FFF2-40B4-BE49-F238E27FC236}">
                <a16:creationId xmlns:a16="http://schemas.microsoft.com/office/drawing/2014/main" id="{1CBB2A57-4E0D-6311-EE2C-590BAC4A196F}"/>
              </a:ext>
            </a:extLst>
          </p:cNvPr>
          <p:cNvSpPr txBox="1"/>
          <p:nvPr/>
        </p:nvSpPr>
        <p:spPr>
          <a:xfrm>
            <a:off x="8051180" y="4594301"/>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cs typeface="Calibri"/>
            </a:endParaRPr>
          </a:p>
        </p:txBody>
      </p:sp>
    </p:spTree>
    <p:extLst>
      <p:ext uri="{BB962C8B-B14F-4D97-AF65-F5344CB8AC3E}">
        <p14:creationId xmlns:p14="http://schemas.microsoft.com/office/powerpoint/2010/main" val="13098745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04146"/>
                                        </p:tgtEl>
                                        <p:attrNameLst>
                                          <p:attrName>style.visibility</p:attrName>
                                        </p:attrNameLst>
                                      </p:cBhvr>
                                      <p:to>
                                        <p:strVal val="visible"/>
                                      </p:to>
                                    </p:set>
                                    <p:anim calcmode="lin" valueType="num">
                                      <p:cBhvr additive="base">
                                        <p:cTn id="7" dur="500" fill="hold"/>
                                        <p:tgtEl>
                                          <p:spTgt spid="304146"/>
                                        </p:tgtEl>
                                        <p:attrNameLst>
                                          <p:attrName>ppt_x</p:attrName>
                                        </p:attrNameLst>
                                      </p:cBhvr>
                                      <p:tavLst>
                                        <p:tav tm="0">
                                          <p:val>
                                            <p:strVal val="#ppt_x"/>
                                          </p:val>
                                        </p:tav>
                                        <p:tav tm="100000">
                                          <p:val>
                                            <p:strVal val="#ppt_x"/>
                                          </p:val>
                                        </p:tav>
                                      </p:tavLst>
                                    </p:anim>
                                    <p:anim calcmode="lin" valueType="num">
                                      <p:cBhvr additive="base">
                                        <p:cTn id="8" dur="500" fill="hold"/>
                                        <p:tgtEl>
                                          <p:spTgt spid="30414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04150"/>
                                        </p:tgtEl>
                                        <p:attrNameLst>
                                          <p:attrName>style.visibility</p:attrName>
                                        </p:attrNameLst>
                                      </p:cBhvr>
                                      <p:to>
                                        <p:strVal val="visible"/>
                                      </p:to>
                                    </p:set>
                                    <p:anim calcmode="lin" valueType="num">
                                      <p:cBhvr additive="base">
                                        <p:cTn id="13" dur="500" fill="hold"/>
                                        <p:tgtEl>
                                          <p:spTgt spid="304150"/>
                                        </p:tgtEl>
                                        <p:attrNameLst>
                                          <p:attrName>ppt_x</p:attrName>
                                        </p:attrNameLst>
                                      </p:cBhvr>
                                      <p:tavLst>
                                        <p:tav tm="0">
                                          <p:val>
                                            <p:strVal val="#ppt_x"/>
                                          </p:val>
                                        </p:tav>
                                        <p:tav tm="100000">
                                          <p:val>
                                            <p:strVal val="#ppt_x"/>
                                          </p:val>
                                        </p:tav>
                                      </p:tavLst>
                                    </p:anim>
                                    <p:anim calcmode="lin" valueType="num">
                                      <p:cBhvr additive="base">
                                        <p:cTn id="14" dur="500" fill="hold"/>
                                        <p:tgtEl>
                                          <p:spTgt spid="30415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5" presetClass="entr" presetSubtype="10" fill="hold" grpId="0" nodeType="clickEffect">
                                  <p:stCondLst>
                                    <p:cond delay="0"/>
                                  </p:stCondLst>
                                  <p:childTnLst>
                                    <p:set>
                                      <p:cBhvr>
                                        <p:cTn id="18" dur="1" fill="hold">
                                          <p:stCondLst>
                                            <p:cond delay="0"/>
                                          </p:stCondLst>
                                        </p:cTn>
                                        <p:tgtEl>
                                          <p:spTgt spid="304145"/>
                                        </p:tgtEl>
                                        <p:attrNameLst>
                                          <p:attrName>style.visibility</p:attrName>
                                        </p:attrNameLst>
                                      </p:cBhvr>
                                      <p:to>
                                        <p:strVal val="visible"/>
                                      </p:to>
                                    </p:set>
                                    <p:animEffect transition="in" filter="checkerboard(across)">
                                      <p:cBhvr>
                                        <p:cTn id="19" dur="500"/>
                                        <p:tgtEl>
                                          <p:spTgt spid="30414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304149"/>
                                        </p:tgtEl>
                                        <p:attrNameLst>
                                          <p:attrName>style.visibility</p:attrName>
                                        </p:attrNameLst>
                                      </p:cBhvr>
                                      <p:to>
                                        <p:strVal val="visible"/>
                                      </p:to>
                                    </p:set>
                                    <p:animEffect transition="in" filter="checkerboard(across)">
                                      <p:cBhvr>
                                        <p:cTn id="24" dur="500"/>
                                        <p:tgtEl>
                                          <p:spTgt spid="30414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 presetClass="entr" presetSubtype="10" fill="hold" grpId="0" nodeType="clickEffect">
                                  <p:stCondLst>
                                    <p:cond delay="0"/>
                                  </p:stCondLst>
                                  <p:childTnLst>
                                    <p:set>
                                      <p:cBhvr>
                                        <p:cTn id="28" dur="1" fill="hold">
                                          <p:stCondLst>
                                            <p:cond delay="0"/>
                                          </p:stCondLst>
                                        </p:cTn>
                                        <p:tgtEl>
                                          <p:spTgt spid="304147"/>
                                        </p:tgtEl>
                                        <p:attrNameLst>
                                          <p:attrName>style.visibility</p:attrName>
                                        </p:attrNameLst>
                                      </p:cBhvr>
                                      <p:to>
                                        <p:strVal val="visible"/>
                                      </p:to>
                                    </p:set>
                                    <p:animEffect transition="in" filter="checkerboard(across)">
                                      <p:cBhvr>
                                        <p:cTn id="29" dur="500"/>
                                        <p:tgtEl>
                                          <p:spTgt spid="30414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 presetClass="entr" presetSubtype="10" fill="hold" grpId="0" nodeType="clickEffect">
                                  <p:stCondLst>
                                    <p:cond delay="0"/>
                                  </p:stCondLst>
                                  <p:childTnLst>
                                    <p:set>
                                      <p:cBhvr>
                                        <p:cTn id="33" dur="1" fill="hold">
                                          <p:stCondLst>
                                            <p:cond delay="0"/>
                                          </p:stCondLst>
                                        </p:cTn>
                                        <p:tgtEl>
                                          <p:spTgt spid="304148"/>
                                        </p:tgtEl>
                                        <p:attrNameLst>
                                          <p:attrName>style.visibility</p:attrName>
                                        </p:attrNameLst>
                                      </p:cBhvr>
                                      <p:to>
                                        <p:strVal val="visible"/>
                                      </p:to>
                                    </p:set>
                                    <p:animEffect transition="in" filter="checkerboard(across)">
                                      <p:cBhvr>
                                        <p:cTn id="34" dur="500"/>
                                        <p:tgtEl>
                                          <p:spTgt spid="30414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5" presetClass="entr" presetSubtype="10" fill="hold" grpId="0" nodeType="clickEffect">
                                  <p:stCondLst>
                                    <p:cond delay="0"/>
                                  </p:stCondLst>
                                  <p:childTnLst>
                                    <p:set>
                                      <p:cBhvr>
                                        <p:cTn id="38" dur="1" fill="hold">
                                          <p:stCondLst>
                                            <p:cond delay="0"/>
                                          </p:stCondLst>
                                        </p:cTn>
                                        <p:tgtEl>
                                          <p:spTgt spid="304151"/>
                                        </p:tgtEl>
                                        <p:attrNameLst>
                                          <p:attrName>style.visibility</p:attrName>
                                        </p:attrNameLst>
                                      </p:cBhvr>
                                      <p:to>
                                        <p:strVal val="visible"/>
                                      </p:to>
                                    </p:set>
                                    <p:animEffect transition="in" filter="checkerboard(across)">
                                      <p:cBhvr>
                                        <p:cTn id="39" dur="500"/>
                                        <p:tgtEl>
                                          <p:spTgt spid="30415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5" presetClass="entr" presetSubtype="10" fill="hold" grpId="0" nodeType="clickEffect">
                                  <p:stCondLst>
                                    <p:cond delay="0"/>
                                  </p:stCondLst>
                                  <p:childTnLst>
                                    <p:set>
                                      <p:cBhvr>
                                        <p:cTn id="43" dur="1" fill="hold">
                                          <p:stCondLst>
                                            <p:cond delay="0"/>
                                          </p:stCondLst>
                                        </p:cTn>
                                        <p:tgtEl>
                                          <p:spTgt spid="304152"/>
                                        </p:tgtEl>
                                        <p:attrNameLst>
                                          <p:attrName>style.visibility</p:attrName>
                                        </p:attrNameLst>
                                      </p:cBhvr>
                                      <p:to>
                                        <p:strVal val="visible"/>
                                      </p:to>
                                    </p:set>
                                    <p:animEffect transition="in" filter="checkerboard(across)">
                                      <p:cBhvr>
                                        <p:cTn id="44" dur="500"/>
                                        <p:tgtEl>
                                          <p:spTgt spid="30415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 presetClass="entr" presetSubtype="10" fill="hold" grpId="0" nodeType="clickEffect">
                                  <p:stCondLst>
                                    <p:cond delay="0"/>
                                  </p:stCondLst>
                                  <p:childTnLst>
                                    <p:set>
                                      <p:cBhvr>
                                        <p:cTn id="48" dur="1" fill="hold">
                                          <p:stCondLst>
                                            <p:cond delay="0"/>
                                          </p:stCondLst>
                                        </p:cTn>
                                        <p:tgtEl>
                                          <p:spTgt spid="304153"/>
                                        </p:tgtEl>
                                        <p:attrNameLst>
                                          <p:attrName>style.visibility</p:attrName>
                                        </p:attrNameLst>
                                      </p:cBhvr>
                                      <p:to>
                                        <p:strVal val="visible"/>
                                      </p:to>
                                    </p:set>
                                    <p:animEffect transition="in" filter="checkerboard(across)">
                                      <p:cBhvr>
                                        <p:cTn id="49" dur="500"/>
                                        <p:tgtEl>
                                          <p:spTgt spid="304153"/>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5" presetClass="entr" presetSubtype="10" fill="hold" grpId="0" nodeType="clickEffect">
                                  <p:stCondLst>
                                    <p:cond delay="0"/>
                                  </p:stCondLst>
                                  <p:childTnLst>
                                    <p:set>
                                      <p:cBhvr>
                                        <p:cTn id="53" dur="1" fill="hold">
                                          <p:stCondLst>
                                            <p:cond delay="0"/>
                                          </p:stCondLst>
                                        </p:cTn>
                                        <p:tgtEl>
                                          <p:spTgt spid="304154"/>
                                        </p:tgtEl>
                                        <p:attrNameLst>
                                          <p:attrName>style.visibility</p:attrName>
                                        </p:attrNameLst>
                                      </p:cBhvr>
                                      <p:to>
                                        <p:strVal val="visible"/>
                                      </p:to>
                                    </p:set>
                                    <p:animEffect transition="in" filter="checkerboard(across)">
                                      <p:cBhvr>
                                        <p:cTn id="54" dur="500"/>
                                        <p:tgtEl>
                                          <p:spTgt spid="304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45" grpId="0"/>
      <p:bldP spid="304147" grpId="0"/>
      <p:bldP spid="304148" grpId="0"/>
      <p:bldP spid="304149" grpId="0"/>
      <p:bldP spid="304151" grpId="0"/>
      <p:bldP spid="304152" grpId="0"/>
      <p:bldP spid="304153" grpId="0"/>
      <p:bldP spid="30415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a:t>Each structure of the list is called a node, and consists of two fields:</a:t>
            </a:r>
          </a:p>
          <a:p>
            <a:pPr lvl="1"/>
            <a:r>
              <a:rPr lang="en-US" altLang="en-US"/>
              <a:t>One containing the item.</a:t>
            </a:r>
          </a:p>
          <a:p>
            <a:pPr lvl="1"/>
            <a:r>
              <a:rPr lang="en-US" altLang="en-US"/>
              <a:t>The other containing the address of the next item in the list.</a:t>
            </a:r>
          </a:p>
          <a:p>
            <a:r>
              <a:rPr lang="en-US" altLang="en-US"/>
              <a:t>The data items comprising a linked list need not be contiguous in memory.</a:t>
            </a:r>
          </a:p>
          <a:p>
            <a:pPr lvl="1"/>
            <a:r>
              <a:rPr lang="en-US" altLang="en-US"/>
              <a:t>They are ordered by logical links that are stored as part of the data in the structure itself.</a:t>
            </a:r>
          </a:p>
          <a:p>
            <a:pPr lvl="1"/>
            <a:r>
              <a:rPr lang="en-US" altLang="en-US"/>
              <a:t>The link is a pointer to another structure of the same type.</a:t>
            </a:r>
          </a:p>
          <a:p>
            <a:pPr marL="0" indent="0">
              <a:buNone/>
            </a:pPr>
            <a:endParaRPr lang="en-US"/>
          </a:p>
        </p:txBody>
      </p:sp>
    </p:spTree>
    <p:extLst>
      <p:ext uri="{BB962C8B-B14F-4D97-AF65-F5344CB8AC3E}">
        <p14:creationId xmlns:p14="http://schemas.microsoft.com/office/powerpoint/2010/main" val="26848426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a:t>Such a structure can be represented as:</a:t>
            </a:r>
          </a:p>
          <a:p>
            <a:pPr lvl="1">
              <a:spcBef>
                <a:spcPct val="5000"/>
              </a:spcBef>
              <a:buNone/>
            </a:pPr>
            <a:r>
              <a:rPr lang="en-US" altLang="en-US"/>
              <a:t>    </a:t>
            </a:r>
            <a:r>
              <a:rPr lang="en-US" altLang="en-US" err="1"/>
              <a:t>struct</a:t>
            </a:r>
            <a:r>
              <a:rPr lang="en-US" altLang="en-US"/>
              <a:t>  node</a:t>
            </a:r>
          </a:p>
          <a:p>
            <a:pPr lvl="1">
              <a:spcBef>
                <a:spcPct val="5000"/>
              </a:spcBef>
              <a:buNone/>
            </a:pPr>
            <a:r>
              <a:rPr lang="en-US" altLang="en-US"/>
              <a:t>      {</a:t>
            </a:r>
          </a:p>
          <a:p>
            <a:pPr lvl="1">
              <a:spcBef>
                <a:spcPct val="5000"/>
              </a:spcBef>
              <a:buNone/>
            </a:pPr>
            <a:r>
              <a:rPr lang="en-US" altLang="en-US"/>
              <a:t>          </a:t>
            </a:r>
            <a:r>
              <a:rPr lang="en-US" altLang="en-US" err="1"/>
              <a:t>int</a:t>
            </a:r>
            <a:r>
              <a:rPr lang="en-US" altLang="en-US"/>
              <a:t>    item;</a:t>
            </a:r>
          </a:p>
          <a:p>
            <a:pPr lvl="1">
              <a:spcBef>
                <a:spcPct val="5000"/>
              </a:spcBef>
              <a:buNone/>
            </a:pPr>
            <a:r>
              <a:rPr lang="en-US" altLang="en-US"/>
              <a:t>          </a:t>
            </a:r>
            <a:r>
              <a:rPr lang="en-US" altLang="en-US" err="1"/>
              <a:t>struct</a:t>
            </a:r>
            <a:r>
              <a:rPr lang="en-US" altLang="en-US"/>
              <a:t> node  *next;</a:t>
            </a:r>
          </a:p>
          <a:p>
            <a:pPr lvl="1">
              <a:spcBef>
                <a:spcPct val="5000"/>
              </a:spcBef>
              <a:buNone/>
            </a:pPr>
            <a:r>
              <a:rPr lang="en-US" altLang="en-US"/>
              <a:t>      } ;</a:t>
            </a:r>
          </a:p>
          <a:p>
            <a:pPr lvl="1">
              <a:spcBef>
                <a:spcPct val="5000"/>
              </a:spcBef>
              <a:buNone/>
            </a:pPr>
            <a:endParaRPr lang="en-US" altLang="en-US"/>
          </a:p>
          <a:p>
            <a:pPr lvl="1">
              <a:spcBef>
                <a:spcPct val="5000"/>
              </a:spcBef>
              <a:buNone/>
            </a:pPr>
            <a:r>
              <a:rPr lang="en-US" altLang="en-US"/>
              <a:t>Such structures which contain a member field pointing to the same structure type are called </a:t>
            </a:r>
            <a:r>
              <a:rPr lang="en-US" altLang="en-US">
                <a:solidFill>
                  <a:srgbClr val="FF0000"/>
                </a:solidFill>
              </a:rPr>
              <a:t>self-referential structures</a:t>
            </a:r>
            <a:r>
              <a:rPr lang="en-US" altLang="en-US"/>
              <a:t>.</a:t>
            </a:r>
          </a:p>
          <a:p>
            <a:pPr lvl="1">
              <a:spcBef>
                <a:spcPct val="5000"/>
              </a:spcBef>
              <a:buNone/>
            </a:pPr>
            <a:endParaRPr lang="en-US" altLang="en-US"/>
          </a:p>
          <a:p>
            <a:pPr marL="0" indent="0">
              <a:buNone/>
            </a:pPr>
            <a:endParaRPr lang="en-US"/>
          </a:p>
        </p:txBody>
      </p:sp>
      <p:pic>
        <p:nvPicPr>
          <p:cNvPr id="4" name="Picture 3"/>
          <p:cNvPicPr>
            <a:picLocks noChangeAspect="1"/>
          </p:cNvPicPr>
          <p:nvPr/>
        </p:nvPicPr>
        <p:blipFill>
          <a:blip r:embed="rId2"/>
          <a:stretch>
            <a:fillRect/>
          </a:stretch>
        </p:blipFill>
        <p:spPr>
          <a:xfrm>
            <a:off x="6220437" y="2391300"/>
            <a:ext cx="3962400" cy="1504950"/>
          </a:xfrm>
          <a:prstGeom prst="rect">
            <a:avLst/>
          </a:prstGeom>
        </p:spPr>
      </p:pic>
    </p:spTree>
    <p:extLst>
      <p:ext uri="{BB962C8B-B14F-4D97-AF65-F5344CB8AC3E}">
        <p14:creationId xmlns:p14="http://schemas.microsoft.com/office/powerpoint/2010/main" val="18077394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a:t>In general, a node may be represented as follows:</a:t>
            </a:r>
          </a:p>
          <a:p>
            <a:pPr lvl="1">
              <a:buNone/>
            </a:pPr>
            <a:endParaRPr lang="en-US" altLang="en-US"/>
          </a:p>
          <a:p>
            <a:pPr lvl="1">
              <a:spcBef>
                <a:spcPct val="5000"/>
              </a:spcBef>
              <a:buNone/>
            </a:pPr>
            <a:r>
              <a:rPr lang="en-US" altLang="en-US"/>
              <a:t>    </a:t>
            </a:r>
            <a:r>
              <a:rPr lang="en-US" altLang="en-US" err="1"/>
              <a:t>struct</a:t>
            </a:r>
            <a:r>
              <a:rPr lang="en-US" altLang="en-US"/>
              <a:t>  </a:t>
            </a:r>
            <a:r>
              <a:rPr lang="en-US" altLang="en-US" err="1"/>
              <a:t>node_name</a:t>
            </a:r>
            <a:endParaRPr lang="en-US" altLang="en-US"/>
          </a:p>
          <a:p>
            <a:pPr lvl="1">
              <a:spcBef>
                <a:spcPct val="5000"/>
              </a:spcBef>
              <a:buNone/>
            </a:pPr>
            <a:r>
              <a:rPr lang="en-US" altLang="en-US"/>
              <a:t>      {</a:t>
            </a:r>
          </a:p>
          <a:p>
            <a:pPr lvl="1">
              <a:spcBef>
                <a:spcPct val="5000"/>
              </a:spcBef>
              <a:buNone/>
            </a:pPr>
            <a:r>
              <a:rPr lang="en-US" altLang="en-US"/>
              <a:t>          type  member1;</a:t>
            </a:r>
          </a:p>
          <a:p>
            <a:pPr lvl="1">
              <a:spcBef>
                <a:spcPct val="5000"/>
              </a:spcBef>
              <a:buNone/>
            </a:pPr>
            <a:r>
              <a:rPr lang="en-US" altLang="en-US"/>
              <a:t>          type member2;</a:t>
            </a:r>
          </a:p>
          <a:p>
            <a:pPr lvl="1">
              <a:spcBef>
                <a:spcPct val="5000"/>
              </a:spcBef>
              <a:buNone/>
            </a:pPr>
            <a:r>
              <a:rPr lang="en-US" altLang="en-US"/>
              <a:t>           ………</a:t>
            </a:r>
          </a:p>
          <a:p>
            <a:pPr lvl="1">
              <a:spcBef>
                <a:spcPct val="5000"/>
              </a:spcBef>
              <a:buNone/>
            </a:pPr>
            <a:r>
              <a:rPr lang="en-US" altLang="en-US"/>
              <a:t>          </a:t>
            </a:r>
            <a:r>
              <a:rPr lang="en-US" altLang="en-US" err="1">
                <a:solidFill>
                  <a:srgbClr val="FF0000"/>
                </a:solidFill>
              </a:rPr>
              <a:t>struct</a:t>
            </a:r>
            <a:r>
              <a:rPr lang="en-US" altLang="en-US">
                <a:solidFill>
                  <a:srgbClr val="FF0000"/>
                </a:solidFill>
              </a:rPr>
              <a:t>  </a:t>
            </a:r>
            <a:r>
              <a:rPr lang="en-US" altLang="en-US" err="1">
                <a:solidFill>
                  <a:srgbClr val="FF0000"/>
                </a:solidFill>
              </a:rPr>
              <a:t>node_name</a:t>
            </a:r>
            <a:r>
              <a:rPr lang="en-US" altLang="en-US">
                <a:solidFill>
                  <a:srgbClr val="FF0000"/>
                </a:solidFill>
              </a:rPr>
              <a:t>  *next;</a:t>
            </a:r>
          </a:p>
          <a:p>
            <a:pPr lvl="1">
              <a:spcBef>
                <a:spcPct val="5000"/>
              </a:spcBef>
              <a:buNone/>
            </a:pPr>
            <a:r>
              <a:rPr lang="en-US" altLang="en-US"/>
              <a:t>      };</a:t>
            </a:r>
          </a:p>
          <a:p>
            <a:pPr marL="0" indent="0">
              <a:buNone/>
            </a:pPr>
            <a:endParaRPr lang="en-US"/>
          </a:p>
        </p:txBody>
      </p:sp>
    </p:spTree>
    <p:extLst>
      <p:ext uri="{BB962C8B-B14F-4D97-AF65-F5344CB8AC3E}">
        <p14:creationId xmlns:p14="http://schemas.microsoft.com/office/powerpoint/2010/main" val="12814263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a:t>Consider the structure:</a:t>
            </a:r>
          </a:p>
          <a:p>
            <a:pPr lvl="1">
              <a:spcBef>
                <a:spcPct val="5000"/>
              </a:spcBef>
              <a:buNone/>
            </a:pPr>
            <a:r>
              <a:rPr lang="en-US" altLang="en-US"/>
              <a:t>    </a:t>
            </a:r>
            <a:r>
              <a:rPr lang="en-US" altLang="en-US" err="1"/>
              <a:t>struct</a:t>
            </a:r>
            <a:r>
              <a:rPr lang="en-US" altLang="en-US"/>
              <a:t>  stud</a:t>
            </a:r>
          </a:p>
          <a:p>
            <a:pPr lvl="1">
              <a:spcBef>
                <a:spcPct val="5000"/>
              </a:spcBef>
              <a:buNone/>
            </a:pPr>
            <a:r>
              <a:rPr lang="en-US" altLang="en-US"/>
              <a:t>      {</a:t>
            </a:r>
          </a:p>
          <a:p>
            <a:pPr lvl="1">
              <a:spcBef>
                <a:spcPct val="5000"/>
              </a:spcBef>
              <a:buNone/>
            </a:pPr>
            <a:r>
              <a:rPr lang="en-US" altLang="en-US"/>
              <a:t>           </a:t>
            </a:r>
            <a:r>
              <a:rPr lang="en-US" altLang="en-US" err="1"/>
              <a:t>int</a:t>
            </a:r>
            <a:r>
              <a:rPr lang="en-US" altLang="en-US"/>
              <a:t>  roll;</a:t>
            </a:r>
          </a:p>
          <a:p>
            <a:pPr lvl="1">
              <a:spcBef>
                <a:spcPct val="5000"/>
              </a:spcBef>
              <a:buNone/>
            </a:pPr>
            <a:r>
              <a:rPr lang="en-US" altLang="en-US"/>
              <a:t>           char  name[30];</a:t>
            </a:r>
          </a:p>
          <a:p>
            <a:pPr lvl="1">
              <a:spcBef>
                <a:spcPct val="5000"/>
              </a:spcBef>
              <a:buNone/>
            </a:pPr>
            <a:r>
              <a:rPr lang="en-US" altLang="en-US"/>
              <a:t>           </a:t>
            </a:r>
            <a:r>
              <a:rPr lang="en-US" altLang="en-US" err="1"/>
              <a:t>int</a:t>
            </a:r>
            <a:r>
              <a:rPr lang="en-US" altLang="en-US"/>
              <a:t>  age;</a:t>
            </a:r>
          </a:p>
          <a:p>
            <a:pPr lvl="1">
              <a:spcBef>
                <a:spcPct val="5000"/>
              </a:spcBef>
              <a:buNone/>
            </a:pPr>
            <a:r>
              <a:rPr lang="en-US" altLang="en-US"/>
              <a:t>           </a:t>
            </a:r>
            <a:r>
              <a:rPr lang="en-US" altLang="en-US" err="1"/>
              <a:t>struct</a:t>
            </a:r>
            <a:r>
              <a:rPr lang="en-US" altLang="en-US"/>
              <a:t>  stud  *next;</a:t>
            </a:r>
          </a:p>
          <a:p>
            <a:pPr lvl="1">
              <a:spcBef>
                <a:spcPct val="5000"/>
              </a:spcBef>
              <a:buNone/>
            </a:pPr>
            <a:r>
              <a:rPr lang="en-US" altLang="en-US"/>
              <a:t>      };</a:t>
            </a:r>
          </a:p>
          <a:p>
            <a:pPr>
              <a:spcBef>
                <a:spcPct val="5000"/>
              </a:spcBef>
            </a:pPr>
            <a:r>
              <a:rPr lang="en-US" altLang="en-US"/>
              <a:t>Also assume that the list consists of three nodes n1, n2 and n3.</a:t>
            </a:r>
          </a:p>
          <a:p>
            <a:pPr lvl="1">
              <a:spcBef>
                <a:spcPct val="5000"/>
              </a:spcBef>
              <a:buNone/>
            </a:pPr>
            <a:r>
              <a:rPr lang="en-US" altLang="en-US"/>
              <a:t>      </a:t>
            </a:r>
            <a:r>
              <a:rPr lang="en-US" altLang="en-US" err="1"/>
              <a:t>struct</a:t>
            </a:r>
            <a:r>
              <a:rPr lang="en-US" altLang="en-US"/>
              <a:t>  stud  n1, n2, n3;</a:t>
            </a:r>
          </a:p>
          <a:p>
            <a:pPr marL="0" indent="0">
              <a:buNone/>
            </a:pPr>
            <a:endParaRPr lang="en-US"/>
          </a:p>
        </p:txBody>
      </p:sp>
    </p:spTree>
    <p:extLst>
      <p:ext uri="{BB962C8B-B14F-4D97-AF65-F5344CB8AC3E}">
        <p14:creationId xmlns:p14="http://schemas.microsoft.com/office/powerpoint/2010/main" val="30503566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altLang="en-US"/>
              <a:t>To create the links between nodes, we can write:</a:t>
            </a:r>
          </a:p>
          <a:p>
            <a:pPr lvl="1">
              <a:buNone/>
            </a:pPr>
            <a:r>
              <a:rPr lang="en-US" altLang="en-US"/>
              <a:t>      n1.next  =  &amp;n2 ;</a:t>
            </a:r>
          </a:p>
          <a:p>
            <a:pPr lvl="1">
              <a:buNone/>
            </a:pPr>
            <a:r>
              <a:rPr lang="en-US" altLang="en-US"/>
              <a:t>      n2.next  =  &amp;n3 ;</a:t>
            </a:r>
          </a:p>
          <a:p>
            <a:pPr lvl="1">
              <a:buNone/>
            </a:pPr>
            <a:r>
              <a:rPr lang="en-US" altLang="en-US"/>
              <a:t>      n3.next  =  NULL ;   /* No more nodes follow */</a:t>
            </a:r>
          </a:p>
          <a:p>
            <a:r>
              <a:rPr lang="en-US" altLang="en-US"/>
              <a:t>Now the list looks like:</a:t>
            </a:r>
          </a:p>
          <a:p>
            <a:pPr marL="0" indent="0">
              <a:buNone/>
            </a:pPr>
            <a:endParaRPr lang="en-US"/>
          </a:p>
        </p:txBody>
      </p:sp>
      <p:pic>
        <p:nvPicPr>
          <p:cNvPr id="4" name="Picture 3"/>
          <p:cNvPicPr>
            <a:picLocks noChangeAspect="1"/>
          </p:cNvPicPr>
          <p:nvPr/>
        </p:nvPicPr>
        <p:blipFill>
          <a:blip r:embed="rId2"/>
          <a:stretch>
            <a:fillRect/>
          </a:stretch>
        </p:blipFill>
        <p:spPr>
          <a:xfrm>
            <a:off x="838200" y="4249723"/>
            <a:ext cx="8943975" cy="2133600"/>
          </a:xfrm>
          <a:prstGeom prst="rect">
            <a:avLst/>
          </a:prstGeom>
        </p:spPr>
      </p:pic>
    </p:spTree>
    <p:extLst>
      <p:ext uri="{BB962C8B-B14F-4D97-AF65-F5344CB8AC3E}">
        <p14:creationId xmlns:p14="http://schemas.microsoft.com/office/powerpoint/2010/main" val="34073064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p>
        </p:txBody>
      </p:sp>
      <p:sp>
        <p:nvSpPr>
          <p:cNvPr id="3" name="Content Placeholder 2"/>
          <p:cNvSpPr>
            <a:spLocks noGrp="1"/>
          </p:cNvSpPr>
          <p:nvPr>
            <p:ph idx="1"/>
          </p:nvPr>
        </p:nvSpPr>
        <p:spPr/>
        <p:txBody>
          <a:bodyPr/>
          <a:lstStyle/>
          <a:p>
            <a:pPr marL="0" indent="0">
              <a:buNone/>
            </a:pPr>
            <a:r>
              <a:rPr lang="en-US"/>
              <a:t>#include  &lt;</a:t>
            </a:r>
            <a:r>
              <a:rPr lang="en-US" err="1"/>
              <a:t>stdio.h</a:t>
            </a:r>
            <a:r>
              <a:rPr lang="en-US"/>
              <a:t>&gt;</a:t>
            </a:r>
          </a:p>
          <a:p>
            <a:pPr marL="0" indent="0">
              <a:buNone/>
            </a:pPr>
            <a:r>
              <a:rPr lang="en-US" err="1"/>
              <a:t>struct</a:t>
            </a:r>
            <a:r>
              <a:rPr lang="en-US"/>
              <a:t>  stud</a:t>
            </a:r>
          </a:p>
          <a:p>
            <a:pPr marL="0" indent="0">
              <a:buNone/>
            </a:pPr>
            <a:r>
              <a:rPr lang="en-US"/>
              <a:t>  {</a:t>
            </a:r>
          </a:p>
          <a:p>
            <a:pPr marL="0" indent="0">
              <a:buNone/>
            </a:pPr>
            <a:r>
              <a:rPr lang="en-US"/>
              <a:t>      </a:t>
            </a:r>
            <a:r>
              <a:rPr lang="en-US" err="1"/>
              <a:t>int</a:t>
            </a:r>
            <a:r>
              <a:rPr lang="en-US"/>
              <a:t>  roll;</a:t>
            </a:r>
          </a:p>
          <a:p>
            <a:pPr marL="0" indent="0">
              <a:buNone/>
            </a:pPr>
            <a:r>
              <a:rPr lang="en-US"/>
              <a:t>      char  name[30];</a:t>
            </a:r>
          </a:p>
          <a:p>
            <a:pPr marL="0" indent="0">
              <a:buNone/>
            </a:pPr>
            <a:r>
              <a:rPr lang="en-US"/>
              <a:t>      </a:t>
            </a:r>
            <a:r>
              <a:rPr lang="en-US" err="1"/>
              <a:t>int</a:t>
            </a:r>
            <a:r>
              <a:rPr lang="en-US"/>
              <a:t>  age;</a:t>
            </a:r>
          </a:p>
          <a:p>
            <a:pPr marL="0" indent="0">
              <a:buNone/>
            </a:pPr>
            <a:r>
              <a:rPr lang="en-US"/>
              <a:t>      </a:t>
            </a:r>
            <a:r>
              <a:rPr lang="en-US" err="1"/>
              <a:t>struct</a:t>
            </a:r>
            <a:r>
              <a:rPr lang="en-US"/>
              <a:t>  stud  *next;</a:t>
            </a:r>
          </a:p>
          <a:p>
            <a:pPr marL="0" indent="0">
              <a:buNone/>
            </a:pPr>
            <a:r>
              <a:rPr lang="en-US"/>
              <a:t>  };</a:t>
            </a:r>
          </a:p>
        </p:txBody>
      </p:sp>
    </p:spTree>
    <p:extLst>
      <p:ext uri="{BB962C8B-B14F-4D97-AF65-F5344CB8AC3E}">
        <p14:creationId xmlns:p14="http://schemas.microsoft.com/office/powerpoint/2010/main" val="17254654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p>
        </p:txBody>
      </p:sp>
      <p:sp>
        <p:nvSpPr>
          <p:cNvPr id="3" name="Content Placeholder 2"/>
          <p:cNvSpPr>
            <a:spLocks noGrp="1"/>
          </p:cNvSpPr>
          <p:nvPr>
            <p:ph idx="1"/>
          </p:nvPr>
        </p:nvSpPr>
        <p:spPr/>
        <p:txBody>
          <a:bodyPr>
            <a:normAutofit fontScale="85000" lnSpcReduction="20000"/>
          </a:bodyPr>
          <a:lstStyle/>
          <a:p>
            <a:pPr marL="0" indent="0">
              <a:buNone/>
            </a:pPr>
            <a:r>
              <a:rPr lang="en-US" err="1"/>
              <a:t>int</a:t>
            </a:r>
            <a:r>
              <a:rPr lang="en-US"/>
              <a:t> main(void)</a:t>
            </a:r>
          </a:p>
          <a:p>
            <a:pPr marL="0" indent="0">
              <a:buNone/>
            </a:pPr>
            <a:r>
              <a:rPr lang="en-US"/>
              <a:t>{</a:t>
            </a:r>
          </a:p>
          <a:p>
            <a:pPr marL="0" indent="0">
              <a:buNone/>
            </a:pPr>
            <a:r>
              <a:rPr lang="en-US"/>
              <a:t>    </a:t>
            </a:r>
            <a:r>
              <a:rPr lang="en-US" err="1"/>
              <a:t>struct</a:t>
            </a:r>
            <a:r>
              <a:rPr lang="en-US"/>
              <a:t>  stud  n1, n2, n3;</a:t>
            </a:r>
          </a:p>
          <a:p>
            <a:pPr marL="0" indent="0">
              <a:buNone/>
            </a:pPr>
            <a:r>
              <a:rPr lang="en-US"/>
              <a:t>    </a:t>
            </a:r>
            <a:r>
              <a:rPr lang="en-US" err="1"/>
              <a:t>struct</a:t>
            </a:r>
            <a:r>
              <a:rPr lang="en-US"/>
              <a:t>  stud  *p;</a:t>
            </a:r>
          </a:p>
          <a:p>
            <a:pPr marL="0" indent="0">
              <a:buNone/>
            </a:pPr>
            <a:endParaRPr lang="en-US"/>
          </a:p>
          <a:p>
            <a:pPr marL="0" indent="0">
              <a:buNone/>
            </a:pPr>
            <a:r>
              <a:rPr lang="en-US"/>
              <a:t>    </a:t>
            </a:r>
            <a:r>
              <a:rPr lang="en-US" err="1"/>
              <a:t>scanf</a:t>
            </a:r>
            <a:r>
              <a:rPr lang="en-US"/>
              <a:t> (“%d %s %d”, &amp;n1.roll,n1.name, &amp;n1.age);</a:t>
            </a:r>
          </a:p>
          <a:p>
            <a:pPr marL="0" indent="0">
              <a:buNone/>
            </a:pPr>
            <a:r>
              <a:rPr lang="en-US"/>
              <a:t>    </a:t>
            </a:r>
            <a:r>
              <a:rPr lang="en-US" err="1"/>
              <a:t>scanf</a:t>
            </a:r>
            <a:r>
              <a:rPr lang="en-US"/>
              <a:t> (“%d %s %d”, &amp;n2.roll,n2.name, &amp;n2.age);</a:t>
            </a:r>
          </a:p>
          <a:p>
            <a:pPr marL="0" indent="0">
              <a:buNone/>
            </a:pPr>
            <a:r>
              <a:rPr lang="en-US"/>
              <a:t>    </a:t>
            </a:r>
            <a:r>
              <a:rPr lang="en-US" err="1"/>
              <a:t>scanf</a:t>
            </a:r>
            <a:r>
              <a:rPr lang="en-US"/>
              <a:t> (“%d %s %d”, &amp;n3.roll, n3.name, &amp;n3.age);</a:t>
            </a:r>
          </a:p>
          <a:p>
            <a:pPr marL="0" indent="0">
              <a:buNone/>
            </a:pPr>
            <a:r>
              <a:rPr lang="en-US"/>
              <a:t>    n1.next  =  &amp;n2 ;</a:t>
            </a:r>
          </a:p>
          <a:p>
            <a:pPr marL="0" indent="0">
              <a:buNone/>
            </a:pPr>
            <a:r>
              <a:rPr lang="en-US"/>
              <a:t>    n2.next  =  &amp;n3 ;</a:t>
            </a:r>
          </a:p>
          <a:p>
            <a:pPr marL="0" indent="0">
              <a:buNone/>
            </a:pPr>
            <a:r>
              <a:rPr lang="en-US"/>
              <a:t>    n3.next  =  NULL ;</a:t>
            </a:r>
          </a:p>
        </p:txBody>
      </p:sp>
    </p:spTree>
    <p:extLst>
      <p:ext uri="{BB962C8B-B14F-4D97-AF65-F5344CB8AC3E}">
        <p14:creationId xmlns:p14="http://schemas.microsoft.com/office/powerpoint/2010/main" val="32515817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a:t>
            </a:r>
          </a:p>
        </p:txBody>
      </p:sp>
      <p:sp>
        <p:nvSpPr>
          <p:cNvPr id="3" name="Content Placeholder 2"/>
          <p:cNvSpPr>
            <a:spLocks noGrp="1"/>
          </p:cNvSpPr>
          <p:nvPr>
            <p:ph idx="1"/>
          </p:nvPr>
        </p:nvSpPr>
        <p:spPr>
          <a:xfrm>
            <a:off x="838200" y="1690688"/>
            <a:ext cx="10515600" cy="4486275"/>
          </a:xfrm>
        </p:spPr>
        <p:txBody>
          <a:bodyPr>
            <a:normAutofit fontScale="77500" lnSpcReduction="20000"/>
          </a:bodyPr>
          <a:lstStyle/>
          <a:p>
            <a:pPr marL="0" indent="0">
              <a:buNone/>
            </a:pPr>
            <a:r>
              <a:rPr lang="en-US"/>
              <a:t>/* Now traverse the list and print</a:t>
            </a:r>
          </a:p>
          <a:p>
            <a:pPr marL="0" indent="0">
              <a:buNone/>
            </a:pPr>
            <a:r>
              <a:rPr lang="en-US"/>
              <a:t>   the elements */</a:t>
            </a:r>
          </a:p>
          <a:p>
            <a:pPr marL="0" indent="0">
              <a:buNone/>
            </a:pPr>
            <a:endParaRPr lang="en-US"/>
          </a:p>
          <a:p>
            <a:pPr marL="0" indent="0">
              <a:buNone/>
            </a:pPr>
            <a:r>
              <a:rPr lang="en-US"/>
              <a:t>    p  =  n1 ;   /* point to 1st element */</a:t>
            </a:r>
          </a:p>
          <a:p>
            <a:pPr marL="0" indent="0">
              <a:buNone/>
            </a:pPr>
            <a:r>
              <a:rPr lang="en-US"/>
              <a:t>    while  (p != NULL)</a:t>
            </a:r>
          </a:p>
          <a:p>
            <a:pPr marL="0" indent="0">
              <a:buNone/>
            </a:pPr>
            <a:r>
              <a:rPr lang="en-US"/>
              <a:t>    {</a:t>
            </a:r>
          </a:p>
          <a:p>
            <a:pPr marL="0" indent="0">
              <a:buNone/>
            </a:pPr>
            <a:r>
              <a:rPr lang="en-US"/>
              <a:t>         </a:t>
            </a:r>
            <a:r>
              <a:rPr lang="en-US" err="1"/>
              <a:t>printf</a:t>
            </a:r>
            <a:r>
              <a:rPr lang="en-US"/>
              <a:t> (“\n %d %s %d”,</a:t>
            </a:r>
          </a:p>
          <a:p>
            <a:pPr marL="0" indent="0">
              <a:buNone/>
            </a:pPr>
            <a:r>
              <a:rPr lang="en-US"/>
              <a:t>            p-&gt;roll, p-&gt;name, p-&gt;age);</a:t>
            </a:r>
          </a:p>
          <a:p>
            <a:pPr marL="0" indent="0">
              <a:buNone/>
            </a:pPr>
            <a:r>
              <a:rPr lang="en-US"/>
              <a:t>            p  =  p-&gt;next;</a:t>
            </a:r>
          </a:p>
          <a:p>
            <a:pPr marL="0" indent="0">
              <a:buNone/>
            </a:pPr>
            <a:r>
              <a:rPr lang="en-US"/>
              <a:t>    }</a:t>
            </a:r>
          </a:p>
          <a:p>
            <a:pPr marL="0" indent="0">
              <a:buNone/>
            </a:pPr>
            <a:r>
              <a:rPr lang="en-US"/>
              <a:t>return 0;</a:t>
            </a:r>
          </a:p>
          <a:p>
            <a:pPr marL="0" indent="0">
              <a:buNone/>
            </a:pPr>
            <a:r>
              <a:rPr lang="en-US"/>
              <a:t>}</a:t>
            </a:r>
          </a:p>
        </p:txBody>
      </p:sp>
    </p:spTree>
    <p:extLst>
      <p:ext uri="{BB962C8B-B14F-4D97-AF65-F5344CB8AC3E}">
        <p14:creationId xmlns:p14="http://schemas.microsoft.com/office/powerpoint/2010/main" val="35897451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Dynamic Memory Allocation</a:t>
            </a:r>
            <a:br>
              <a:rPr lang="en-US" b="1"/>
            </a:br>
            <a:endParaRPr lang="en-US" b="1"/>
          </a:p>
        </p:txBody>
      </p:sp>
      <p:sp>
        <p:nvSpPr>
          <p:cNvPr id="3" name="Content Placeholder 2"/>
          <p:cNvSpPr>
            <a:spLocks noGrp="1"/>
          </p:cNvSpPr>
          <p:nvPr>
            <p:ph idx="1"/>
          </p:nvPr>
        </p:nvSpPr>
        <p:spPr/>
        <p:txBody>
          <a:bodyPr>
            <a:normAutofit fontScale="70000" lnSpcReduction="20000"/>
          </a:bodyPr>
          <a:lstStyle/>
          <a:p>
            <a:pPr marL="0" indent="0">
              <a:buNone/>
            </a:pPr>
            <a:r>
              <a:rPr lang="en-US"/>
              <a:t>This is the means by which a program can obtain and release memory at run-time. This is very important in the case of programs which use large data items e.g. databases which may need to allocate variable amounts of memory or which might have finished with a particular data block and want to release the memory used to store it for other uses.</a:t>
            </a:r>
          </a:p>
          <a:p>
            <a:pPr marL="0" indent="0">
              <a:buNone/>
            </a:pPr>
            <a:r>
              <a:rPr lang="en-US"/>
              <a:t>The functions </a:t>
            </a:r>
            <a:r>
              <a:rPr lang="en-US" err="1"/>
              <a:t>malloc</a:t>
            </a:r>
            <a:r>
              <a:rPr lang="en-US"/>
              <a:t>() and free() form the core of C's dynamic memory allocation and are prototyped in &lt;</a:t>
            </a:r>
            <a:r>
              <a:rPr lang="en-US" err="1"/>
              <a:t>malloc.h</a:t>
            </a:r>
            <a:r>
              <a:rPr lang="en-US"/>
              <a:t>&gt;. </a:t>
            </a:r>
            <a:r>
              <a:rPr lang="en-US" err="1"/>
              <a:t>malloc</a:t>
            </a:r>
            <a:r>
              <a:rPr lang="en-US"/>
              <a:t>() allocates memory from the heap i.e. unused memory while available and free() releases memory back to the heap.</a:t>
            </a:r>
          </a:p>
          <a:p>
            <a:pPr marL="0" indent="0">
              <a:buNone/>
            </a:pPr>
            <a:r>
              <a:rPr lang="en-US"/>
              <a:t>The following is the prototype for the </a:t>
            </a:r>
            <a:r>
              <a:rPr lang="en-US" err="1"/>
              <a:t>malloc</a:t>
            </a:r>
            <a:r>
              <a:rPr lang="en-US"/>
              <a:t>() function</a:t>
            </a:r>
          </a:p>
          <a:p>
            <a:pPr marL="0" indent="0">
              <a:buNone/>
            </a:pPr>
            <a:endParaRPr lang="en-US"/>
          </a:p>
          <a:p>
            <a:pPr marL="0" indent="0">
              <a:buNone/>
            </a:pPr>
            <a:r>
              <a:rPr lang="en-US"/>
              <a:t>		void * </a:t>
            </a:r>
            <a:r>
              <a:rPr lang="en-US" err="1"/>
              <a:t>malloc</a:t>
            </a:r>
            <a:r>
              <a:rPr lang="en-US"/>
              <a:t>( </a:t>
            </a:r>
            <a:r>
              <a:rPr lang="en-US" err="1"/>
              <a:t>size_t</a:t>
            </a:r>
            <a:r>
              <a:rPr lang="en-US"/>
              <a:t> </a:t>
            </a:r>
            <a:r>
              <a:rPr lang="en-US" err="1"/>
              <a:t>num_bytes</a:t>
            </a:r>
            <a:r>
              <a:rPr lang="en-US"/>
              <a:t> ) ;</a:t>
            </a:r>
          </a:p>
          <a:p>
            <a:pPr marL="0" indent="0">
              <a:buNone/>
            </a:pPr>
            <a:endParaRPr lang="en-US"/>
          </a:p>
          <a:p>
            <a:pPr marL="0" indent="0">
              <a:buNone/>
            </a:pPr>
            <a:r>
              <a:rPr lang="en-US" err="1"/>
              <a:t>malloc</a:t>
            </a:r>
            <a:r>
              <a:rPr lang="en-US"/>
              <a:t>() allocates  </a:t>
            </a:r>
            <a:r>
              <a:rPr lang="en-US" err="1"/>
              <a:t>num_bytes</a:t>
            </a:r>
            <a:r>
              <a:rPr lang="en-US"/>
              <a:t>  bytes of storage and returns a pointer to type void to the block of memory if successful, which can be cast to whatever type is required. If </a:t>
            </a:r>
            <a:r>
              <a:rPr lang="en-US" err="1"/>
              <a:t>malloc</a:t>
            </a:r>
            <a:r>
              <a:rPr lang="en-US"/>
              <a:t>() is unable to allocate the requested amount of memory it returns a NULL pointer.</a:t>
            </a:r>
          </a:p>
          <a:p>
            <a:pPr marL="0" indent="0">
              <a:buNone/>
            </a:pPr>
            <a:r>
              <a:rPr lang="en-US"/>
              <a:t>For example  to allocate memory for 100 characters we might do the following</a:t>
            </a:r>
          </a:p>
          <a:p>
            <a:pPr marL="0" indent="0">
              <a:buNone/>
            </a:pPr>
            <a:endParaRPr lang="en-US"/>
          </a:p>
        </p:txBody>
      </p:sp>
    </p:spTree>
    <p:extLst>
      <p:ext uri="{BB962C8B-B14F-4D97-AF65-F5344CB8AC3E}">
        <p14:creationId xmlns:p14="http://schemas.microsoft.com/office/powerpoint/2010/main" val="5038501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Dynamic Memory Allocation</a:t>
            </a:r>
            <a:br>
              <a:rPr lang="en-US" b="1"/>
            </a:br>
            <a:endParaRPr lang="en-US" b="1"/>
          </a:p>
        </p:txBody>
      </p:sp>
      <p:sp>
        <p:nvSpPr>
          <p:cNvPr id="3" name="Content Placeholder 2"/>
          <p:cNvSpPr>
            <a:spLocks noGrp="1"/>
          </p:cNvSpPr>
          <p:nvPr>
            <p:ph idx="1"/>
          </p:nvPr>
        </p:nvSpPr>
        <p:spPr/>
        <p:txBody>
          <a:bodyPr>
            <a:normAutofit fontScale="92500" lnSpcReduction="20000"/>
          </a:bodyPr>
          <a:lstStyle/>
          <a:p>
            <a:pPr marL="0" indent="0">
              <a:buNone/>
            </a:pPr>
            <a:r>
              <a:rPr lang="en-US"/>
              <a:t>#include &lt;</a:t>
            </a:r>
            <a:r>
              <a:rPr lang="en-US" err="1"/>
              <a:t>malloc.h</a:t>
            </a:r>
            <a:r>
              <a:rPr lang="en-US"/>
              <a:t>&gt;</a:t>
            </a:r>
          </a:p>
          <a:p>
            <a:pPr marL="0" indent="0">
              <a:buNone/>
            </a:pPr>
            <a:r>
              <a:rPr lang="en-US"/>
              <a:t>	void main()</a:t>
            </a:r>
          </a:p>
          <a:p>
            <a:pPr marL="0" indent="0">
              <a:buNone/>
            </a:pPr>
            <a:r>
              <a:rPr lang="en-US"/>
              <a:t>	{</a:t>
            </a:r>
          </a:p>
          <a:p>
            <a:pPr marL="0" indent="0">
              <a:buNone/>
            </a:pPr>
            <a:r>
              <a:rPr lang="en-US"/>
              <a:t>	char *p ;</a:t>
            </a:r>
          </a:p>
          <a:p>
            <a:pPr marL="0" indent="0">
              <a:buNone/>
            </a:pPr>
            <a:r>
              <a:rPr lang="en-US"/>
              <a:t>	if (  !( p = </a:t>
            </a:r>
            <a:r>
              <a:rPr lang="en-US" err="1"/>
              <a:t>malloc</a:t>
            </a:r>
            <a:r>
              <a:rPr lang="en-US"/>
              <a:t>( </a:t>
            </a:r>
            <a:r>
              <a:rPr lang="en-US" err="1"/>
              <a:t>sizeof</a:t>
            </a:r>
            <a:r>
              <a:rPr lang="en-US"/>
              <a:t>( char  ) * 100  ) )</a:t>
            </a:r>
          </a:p>
          <a:p>
            <a:pPr marL="0" indent="0">
              <a:buNone/>
            </a:pPr>
            <a:r>
              <a:rPr lang="en-US"/>
              <a:t>		{</a:t>
            </a:r>
          </a:p>
          <a:p>
            <a:pPr marL="0" indent="0">
              <a:buNone/>
            </a:pPr>
            <a:r>
              <a:rPr lang="en-US"/>
              <a:t>		puts( "Out of memory" ) ;</a:t>
            </a:r>
          </a:p>
          <a:p>
            <a:pPr marL="0" indent="0">
              <a:buNone/>
            </a:pPr>
            <a:r>
              <a:rPr lang="en-US"/>
              <a:t>		exit(1) ;</a:t>
            </a:r>
          </a:p>
          <a:p>
            <a:pPr marL="0" indent="0">
              <a:buNone/>
            </a:pPr>
            <a:r>
              <a:rPr lang="en-US"/>
              <a:t>		}</a:t>
            </a:r>
          </a:p>
          <a:p>
            <a:pPr marL="0" indent="0">
              <a:buNone/>
            </a:pPr>
            <a:r>
              <a:rPr lang="en-US"/>
              <a:t>	}</a:t>
            </a:r>
          </a:p>
          <a:p>
            <a:pPr marL="0" indent="0">
              <a:buNone/>
            </a:pPr>
            <a:endParaRPr lang="en-US"/>
          </a:p>
        </p:txBody>
      </p:sp>
    </p:spTree>
    <p:extLst>
      <p:ext uri="{BB962C8B-B14F-4D97-AF65-F5344CB8AC3E}">
        <p14:creationId xmlns:p14="http://schemas.microsoft.com/office/powerpoint/2010/main" val="5642500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Dynamic Memory Allocation</a:t>
            </a:r>
            <a:br>
              <a:rPr lang="en-US"/>
            </a:br>
            <a:endParaRPr lang="en-US"/>
          </a:p>
        </p:txBody>
      </p:sp>
      <p:sp>
        <p:nvSpPr>
          <p:cNvPr id="3" name="Content Placeholder 2"/>
          <p:cNvSpPr>
            <a:spLocks noGrp="1"/>
          </p:cNvSpPr>
          <p:nvPr>
            <p:ph idx="1"/>
          </p:nvPr>
        </p:nvSpPr>
        <p:spPr/>
        <p:txBody>
          <a:bodyPr>
            <a:normAutofit/>
          </a:bodyPr>
          <a:lstStyle/>
          <a:p>
            <a:pPr marL="0" indent="0">
              <a:buNone/>
            </a:pPr>
            <a:r>
              <a:rPr lang="en-US"/>
              <a:t>if (  !( (char * )p = </a:t>
            </a:r>
            <a:r>
              <a:rPr lang="en-US" err="1"/>
              <a:t>malloc</a:t>
            </a:r>
            <a:r>
              <a:rPr lang="en-US"/>
              <a:t>( </a:t>
            </a:r>
            <a:r>
              <a:rPr lang="en-US" err="1"/>
              <a:t>sizeof</a:t>
            </a:r>
            <a:r>
              <a:rPr lang="en-US"/>
              <a:t>( char  ) * 100  ) )</a:t>
            </a:r>
          </a:p>
          <a:p>
            <a:pPr marL="0" indent="0">
              <a:buNone/>
            </a:pPr>
            <a:r>
              <a:rPr lang="en-US"/>
              <a:t>		{</a:t>
            </a:r>
          </a:p>
          <a:p>
            <a:pPr marL="0" indent="0">
              <a:buNone/>
            </a:pPr>
            <a:r>
              <a:rPr lang="en-US"/>
              <a:t>		puts( "Out of memory" ) ;</a:t>
            </a:r>
          </a:p>
          <a:p>
            <a:pPr marL="0" indent="0">
              <a:buNone/>
            </a:pPr>
            <a:r>
              <a:rPr lang="en-US"/>
              <a:t>		exit(1) ;</a:t>
            </a:r>
          </a:p>
          <a:p>
            <a:pPr marL="0" indent="0">
              <a:buNone/>
            </a:pPr>
            <a:r>
              <a:rPr lang="en-US"/>
              <a:t>		}</a:t>
            </a:r>
          </a:p>
          <a:p>
            <a:pPr marL="0" indent="0">
              <a:buNone/>
            </a:pPr>
            <a:endParaRPr lang="en-US"/>
          </a:p>
          <a:p>
            <a:pPr marL="0" indent="0">
              <a:buNone/>
            </a:pPr>
            <a:r>
              <a:rPr lang="en-US"/>
              <a:t>To free the block of memory allocated we do the following</a:t>
            </a:r>
          </a:p>
          <a:p>
            <a:pPr marL="0" indent="0">
              <a:buNone/>
            </a:pPr>
            <a:r>
              <a:rPr lang="en-US"/>
              <a:t>	free ( p ) ;</a:t>
            </a:r>
          </a:p>
        </p:txBody>
      </p:sp>
    </p:spTree>
    <p:extLst>
      <p:ext uri="{BB962C8B-B14F-4D97-AF65-F5344CB8AC3E}">
        <p14:creationId xmlns:p14="http://schemas.microsoft.com/office/powerpoint/2010/main" val="11208170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a:t>Multiple Indirection -- Pointers to Pointers</a:t>
            </a:r>
            <a:br>
              <a:rPr lang="en-US" b="1"/>
            </a:br>
            <a:br>
              <a:rPr lang="en-US"/>
            </a:br>
            <a:endParaRPr lang="en-US"/>
          </a:p>
        </p:txBody>
      </p:sp>
      <p:sp>
        <p:nvSpPr>
          <p:cNvPr id="3" name="Content Placeholder 2"/>
          <p:cNvSpPr>
            <a:spLocks noGrp="1"/>
          </p:cNvSpPr>
          <p:nvPr>
            <p:ph idx="1"/>
          </p:nvPr>
        </p:nvSpPr>
        <p:spPr>
          <a:xfrm>
            <a:off x="838200" y="1098958"/>
            <a:ext cx="10515600" cy="5078005"/>
          </a:xfrm>
        </p:spPr>
        <p:txBody>
          <a:bodyPr>
            <a:normAutofit/>
          </a:bodyPr>
          <a:lstStyle/>
          <a:p>
            <a:pPr marL="0" indent="0">
              <a:buNone/>
            </a:pPr>
            <a:r>
              <a:rPr lang="en-US"/>
              <a:t>It is possible in C to have a pointer point to another pointer that points to a target value. </a:t>
            </a:r>
          </a:p>
          <a:p>
            <a:pPr marL="0" indent="0">
              <a:buNone/>
            </a:pPr>
            <a:r>
              <a:rPr lang="en-US"/>
              <a:t>This is termed multiple indirection in this case double indirection.</a:t>
            </a:r>
          </a:p>
          <a:p>
            <a:pPr marL="0" indent="0">
              <a:buNone/>
            </a:pPr>
            <a:r>
              <a:rPr lang="en-US"/>
              <a:t> Multiple indirection can be carried out to whatever extent is desired but can get convoluted if carried to extremes.</a:t>
            </a:r>
          </a:p>
          <a:p>
            <a:pPr marL="0" indent="0">
              <a:buNone/>
            </a:pPr>
            <a:r>
              <a:rPr lang="en-US"/>
              <a:t>In the normal situation, single indirection, a pointer variable would hold the address in memory of an appropriate variable, which could then be accessed indirectly by de-referencing the pointer using the * operator.</a:t>
            </a:r>
          </a:p>
        </p:txBody>
      </p:sp>
    </p:spTree>
    <p:extLst>
      <p:ext uri="{BB962C8B-B14F-4D97-AF65-F5344CB8AC3E}">
        <p14:creationId xmlns:p14="http://schemas.microsoft.com/office/powerpoint/2010/main" val="14820250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a:t>Multiple Indirection -- Pointers to Pointers</a:t>
            </a:r>
            <a:br>
              <a:rPr lang="en-US" b="1"/>
            </a:br>
            <a:br>
              <a:rPr lang="en-US"/>
            </a:br>
            <a:endParaRPr lang="en-US"/>
          </a:p>
        </p:txBody>
      </p:sp>
      <p:sp>
        <p:nvSpPr>
          <p:cNvPr id="3" name="Content Placeholder 2"/>
          <p:cNvSpPr>
            <a:spLocks noGrp="1"/>
          </p:cNvSpPr>
          <p:nvPr>
            <p:ph idx="1"/>
          </p:nvPr>
        </p:nvSpPr>
        <p:spPr>
          <a:xfrm>
            <a:off x="838200" y="1098958"/>
            <a:ext cx="10515600" cy="5078005"/>
          </a:xfrm>
        </p:spPr>
        <p:txBody>
          <a:bodyPr>
            <a:normAutofit/>
          </a:bodyPr>
          <a:lstStyle/>
          <a:p>
            <a:pPr marL="0" indent="0">
              <a:buNone/>
            </a:pPr>
            <a:r>
              <a:rPr lang="en-US"/>
              <a:t>In the case of double indirection, we have the situation where a variable may be pointed to by a pointer as with single indirection, but that this pointer may also be pointed to by another pointer.  </a:t>
            </a:r>
          </a:p>
          <a:p>
            <a:pPr marL="0" indent="0">
              <a:buNone/>
            </a:pPr>
            <a:r>
              <a:rPr lang="en-US"/>
              <a:t>      So we have the situation where we must de-reference this latter pointer twice to actually access the variable we are interested in. </a:t>
            </a:r>
          </a:p>
          <a:p>
            <a:pPr marL="0" indent="0">
              <a:buNone/>
            </a:pPr>
            <a:r>
              <a:rPr lang="en-US"/>
              <a:t>De-referencing the pointer to a pointer once gives us a normal singly </a:t>
            </a:r>
            <a:r>
              <a:rPr lang="en-US" err="1"/>
              <a:t>indirected</a:t>
            </a:r>
            <a:r>
              <a:rPr lang="en-US"/>
              <a:t> pointer, de-referencing the pointer to a pointer secondly allows us to access the actual data variable. </a:t>
            </a:r>
          </a:p>
          <a:p>
            <a:pPr marL="0" indent="0">
              <a:buNone/>
            </a:pPr>
            <a:r>
              <a:rPr lang="en-US"/>
              <a:t>The situation is depicted in the diagram below.</a:t>
            </a:r>
          </a:p>
          <a:p>
            <a:pPr marL="0" indent="0">
              <a:buNone/>
            </a:pPr>
            <a:endParaRPr lang="en-US"/>
          </a:p>
        </p:txBody>
      </p:sp>
    </p:spTree>
    <p:extLst>
      <p:ext uri="{BB962C8B-B14F-4D97-AF65-F5344CB8AC3E}">
        <p14:creationId xmlns:p14="http://schemas.microsoft.com/office/powerpoint/2010/main" val="223908489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a:t>Multiple Indirection -- Pointers to Pointers</a:t>
            </a:r>
            <a:br>
              <a:rPr lang="en-US" b="1"/>
            </a:br>
            <a:br>
              <a:rPr lang="en-US"/>
            </a:br>
            <a:endParaRPr lang="en-US"/>
          </a:p>
        </p:txBody>
      </p:sp>
      <p:pic>
        <p:nvPicPr>
          <p:cNvPr id="4" name="Content Placeholder 3"/>
          <p:cNvPicPr>
            <a:picLocks noGrp="1" noChangeAspect="1"/>
          </p:cNvPicPr>
          <p:nvPr>
            <p:ph idx="1"/>
          </p:nvPr>
        </p:nvPicPr>
        <p:blipFill>
          <a:blip r:embed="rId2"/>
          <a:stretch>
            <a:fillRect/>
          </a:stretch>
        </p:blipFill>
        <p:spPr>
          <a:xfrm>
            <a:off x="1036075" y="1397077"/>
            <a:ext cx="8753475" cy="2552700"/>
          </a:xfrm>
          <a:prstGeom prst="rect">
            <a:avLst/>
          </a:prstGeom>
        </p:spPr>
      </p:pic>
    </p:spTree>
    <p:extLst>
      <p:ext uri="{BB962C8B-B14F-4D97-AF65-F5344CB8AC3E}">
        <p14:creationId xmlns:p14="http://schemas.microsoft.com/office/powerpoint/2010/main" val="30173658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a:t>Multiple Indirection -- Pointers to Pointers</a:t>
            </a:r>
            <a:br>
              <a:rPr lang="en-US" b="1"/>
            </a:br>
            <a:br>
              <a:rPr lang="en-US"/>
            </a:br>
            <a:endParaRPr lang="en-US"/>
          </a:p>
        </p:txBody>
      </p:sp>
      <p:sp>
        <p:nvSpPr>
          <p:cNvPr id="3" name="Content Placeholder 2"/>
          <p:cNvSpPr>
            <a:spLocks noGrp="1"/>
          </p:cNvSpPr>
          <p:nvPr>
            <p:ph idx="1"/>
          </p:nvPr>
        </p:nvSpPr>
        <p:spPr/>
        <p:txBody>
          <a:bodyPr>
            <a:normAutofit fontScale="92500"/>
          </a:bodyPr>
          <a:lstStyle/>
          <a:p>
            <a:pPr marL="0" indent="0">
              <a:buNone/>
            </a:pPr>
            <a:r>
              <a:rPr lang="en-US"/>
              <a:t>To declare a pointer to a pointer we include another indirection operator</a:t>
            </a:r>
          </a:p>
          <a:p>
            <a:pPr marL="0" indent="0">
              <a:buNone/>
            </a:pPr>
            <a:r>
              <a:rPr lang="en-US"/>
              <a:t>		float  * * </a:t>
            </a:r>
            <a:r>
              <a:rPr lang="en-US" err="1"/>
              <a:t>ptr</a:t>
            </a:r>
            <a:r>
              <a:rPr lang="en-US"/>
              <a:t> ;</a:t>
            </a:r>
          </a:p>
          <a:p>
            <a:pPr marL="0" indent="0">
              <a:buNone/>
            </a:pPr>
            <a:r>
              <a:rPr lang="en-US"/>
              <a:t>which in this case defines a pointer to a pointer to type float.</a:t>
            </a:r>
          </a:p>
          <a:p>
            <a:pPr marL="0" indent="0">
              <a:buNone/>
            </a:pPr>
            <a:r>
              <a:rPr lang="en-US"/>
              <a:t>The following illustrates some valid operations using double indirection.</a:t>
            </a:r>
          </a:p>
          <a:p>
            <a:pPr marL="0" indent="0">
              <a:buNone/>
            </a:pPr>
            <a:r>
              <a:rPr lang="en-US"/>
              <a:t>		</a:t>
            </a:r>
            <a:r>
              <a:rPr lang="en-US" err="1"/>
              <a:t>int</a:t>
            </a:r>
            <a:r>
              <a:rPr lang="en-US"/>
              <a:t> x = 10, *p, **q ;	</a:t>
            </a:r>
          </a:p>
          <a:p>
            <a:pPr marL="0" indent="0">
              <a:buNone/>
            </a:pPr>
            <a:r>
              <a:rPr lang="en-US"/>
              <a:t>		p = &amp;x ;</a:t>
            </a:r>
          </a:p>
          <a:p>
            <a:pPr marL="0" indent="0">
              <a:buNone/>
            </a:pPr>
            <a:r>
              <a:rPr lang="en-US"/>
              <a:t>		q = &amp;p ;</a:t>
            </a:r>
          </a:p>
          <a:p>
            <a:pPr marL="0" indent="0">
              <a:buNone/>
            </a:pPr>
            <a:r>
              <a:rPr lang="en-US"/>
              <a:t>		**q = 20 ;   	// de-reference twice to access value </a:t>
            </a:r>
          </a:p>
          <a:p>
            <a:pPr marL="0" indent="0">
              <a:buNone/>
            </a:pPr>
            <a:r>
              <a:rPr lang="en-US"/>
              <a:t>		p = *q ;	// de-reference q once to get a pointer to </a:t>
            </a:r>
            <a:r>
              <a:rPr lang="en-US" err="1"/>
              <a:t>int</a:t>
            </a:r>
            <a:r>
              <a:rPr lang="en-US"/>
              <a:t> </a:t>
            </a:r>
          </a:p>
          <a:p>
            <a:pPr marL="0" indent="0">
              <a:buNone/>
            </a:pPr>
            <a:endParaRPr lang="en-US"/>
          </a:p>
        </p:txBody>
      </p:sp>
    </p:spTree>
    <p:extLst>
      <p:ext uri="{BB962C8B-B14F-4D97-AF65-F5344CB8AC3E}">
        <p14:creationId xmlns:p14="http://schemas.microsoft.com/office/powerpoint/2010/main" val="21103582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Pointers to Functions</a:t>
            </a:r>
            <a:br>
              <a:rPr lang="en-US"/>
            </a:br>
            <a:endParaRPr lang="en-US"/>
          </a:p>
        </p:txBody>
      </p:sp>
      <p:sp>
        <p:nvSpPr>
          <p:cNvPr id="3" name="Content Placeholder 2"/>
          <p:cNvSpPr>
            <a:spLocks noGrp="1"/>
          </p:cNvSpPr>
          <p:nvPr>
            <p:ph idx="1"/>
          </p:nvPr>
        </p:nvSpPr>
        <p:spPr>
          <a:xfrm>
            <a:off x="1" y="1333850"/>
            <a:ext cx="11778142" cy="4843113"/>
          </a:xfrm>
        </p:spPr>
        <p:txBody>
          <a:bodyPr>
            <a:normAutofit fontScale="85000" lnSpcReduction="20000"/>
          </a:bodyPr>
          <a:lstStyle/>
          <a:p>
            <a:pPr marL="0" indent="0" algn="just">
              <a:buNone/>
            </a:pPr>
            <a:r>
              <a:rPr lang="en-US"/>
              <a:t>A function even though not a variable still has a physical address in memory and this address may be assigned to a pointer. </a:t>
            </a:r>
          </a:p>
          <a:p>
            <a:pPr marL="0" indent="0" algn="just">
              <a:buNone/>
            </a:pPr>
            <a:r>
              <a:rPr lang="en-US"/>
              <a:t>When a function is called it essentially causes an execution jump in the program to the location in memory </a:t>
            </a:r>
          </a:p>
          <a:p>
            <a:pPr marL="0" indent="0" algn="just">
              <a:buNone/>
            </a:pPr>
            <a:r>
              <a:rPr lang="en-US"/>
              <a:t>where the instructions contained in the function are stored so it is possible to call a function using a pointer to a function.</a:t>
            </a:r>
          </a:p>
          <a:p>
            <a:pPr marL="0" indent="0" algn="just">
              <a:buNone/>
            </a:pPr>
            <a:r>
              <a:rPr lang="en-US"/>
              <a:t>The address of a function is obtained by just using the function name without any parentheses, parameters or return type in much the same way as the name of an array is the address of the array.</a:t>
            </a:r>
          </a:p>
          <a:p>
            <a:pPr marL="0" indent="0" algn="just">
              <a:buNone/>
            </a:pPr>
            <a:r>
              <a:rPr lang="en-US"/>
              <a:t>A pointer to a function is declared as follows</a:t>
            </a:r>
          </a:p>
          <a:p>
            <a:pPr marL="0" indent="0" algn="just">
              <a:buNone/>
            </a:pPr>
            <a:r>
              <a:rPr lang="en-US" b="1"/>
              <a:t>Syntax :	</a:t>
            </a:r>
            <a:r>
              <a:rPr lang="en-US" b="1" err="1"/>
              <a:t>ret_type</a:t>
            </a:r>
            <a:r>
              <a:rPr lang="en-US" b="1"/>
              <a:t>  ( * </a:t>
            </a:r>
            <a:r>
              <a:rPr lang="en-US" b="1" err="1"/>
              <a:t>fptr</a:t>
            </a:r>
            <a:r>
              <a:rPr lang="en-US" b="1"/>
              <a:t> ) ( parameter list ) ;	</a:t>
            </a:r>
          </a:p>
          <a:p>
            <a:pPr marL="0" indent="0" algn="just">
              <a:buNone/>
            </a:pPr>
            <a:endParaRPr lang="en-US" b="1"/>
          </a:p>
          <a:p>
            <a:pPr marL="0" indent="0" algn="just">
              <a:buNone/>
            </a:pPr>
            <a:r>
              <a:rPr lang="en-US"/>
              <a:t>where </a:t>
            </a:r>
            <a:r>
              <a:rPr lang="en-US" err="1"/>
              <a:t>fptr</a:t>
            </a:r>
            <a:r>
              <a:rPr lang="en-US"/>
              <a:t>  is declared to be a pointer to a function which takes parameters of the form indicated in the parameter list and returns a value of type </a:t>
            </a:r>
            <a:r>
              <a:rPr lang="en-US" err="1"/>
              <a:t>ret_type</a:t>
            </a:r>
            <a:r>
              <a:rPr lang="en-US"/>
              <a:t>.</a:t>
            </a:r>
          </a:p>
          <a:p>
            <a:pPr marL="0" indent="0">
              <a:buNone/>
            </a:pPr>
            <a:endParaRPr lang="en-US"/>
          </a:p>
        </p:txBody>
      </p:sp>
    </p:spTree>
    <p:extLst>
      <p:ext uri="{BB962C8B-B14F-4D97-AF65-F5344CB8AC3E}">
        <p14:creationId xmlns:p14="http://schemas.microsoft.com/office/powerpoint/2010/main" val="3220364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Pointers to Functions</a:t>
            </a:r>
            <a:br>
              <a:rPr lang="en-US"/>
            </a:br>
            <a:endParaRPr lang="en-US"/>
          </a:p>
        </p:txBody>
      </p:sp>
      <p:sp>
        <p:nvSpPr>
          <p:cNvPr id="3" name="Content Placeholder 2"/>
          <p:cNvSpPr>
            <a:spLocks noGrp="1"/>
          </p:cNvSpPr>
          <p:nvPr>
            <p:ph idx="1"/>
          </p:nvPr>
        </p:nvSpPr>
        <p:spPr>
          <a:xfrm>
            <a:off x="1" y="1333850"/>
            <a:ext cx="11778142" cy="4843113"/>
          </a:xfrm>
        </p:spPr>
        <p:txBody>
          <a:bodyPr>
            <a:normAutofit fontScale="92500" lnSpcReduction="20000"/>
          </a:bodyPr>
          <a:lstStyle/>
          <a:p>
            <a:pPr marL="0" indent="0">
              <a:buNone/>
            </a:pPr>
            <a:r>
              <a:rPr lang="en-US"/>
              <a:t>The parentheses around * </a:t>
            </a:r>
            <a:r>
              <a:rPr lang="en-US" err="1"/>
              <a:t>fptr</a:t>
            </a:r>
            <a:r>
              <a:rPr lang="en-US"/>
              <a:t> are required because without them the declaration</a:t>
            </a:r>
          </a:p>
          <a:p>
            <a:pPr marL="0" indent="0">
              <a:buNone/>
            </a:pPr>
            <a:endParaRPr lang="en-US"/>
          </a:p>
          <a:p>
            <a:pPr marL="0" indent="0">
              <a:buNone/>
            </a:pPr>
            <a:r>
              <a:rPr lang="en-US"/>
              <a:t>	</a:t>
            </a:r>
            <a:r>
              <a:rPr lang="en-US" err="1"/>
              <a:t>ret_type</a:t>
            </a:r>
            <a:r>
              <a:rPr lang="en-US"/>
              <a:t>  * </a:t>
            </a:r>
            <a:r>
              <a:rPr lang="en-US" err="1"/>
              <a:t>fptr</a:t>
            </a:r>
            <a:r>
              <a:rPr lang="en-US"/>
              <a:t>( parameter list ) ;</a:t>
            </a:r>
          </a:p>
          <a:p>
            <a:pPr marL="0" indent="0">
              <a:buNone/>
            </a:pPr>
            <a:endParaRPr lang="en-US"/>
          </a:p>
          <a:p>
            <a:pPr marL="0" indent="0">
              <a:buNone/>
            </a:pPr>
            <a:r>
              <a:rPr lang="en-US"/>
              <a:t>just declares a function </a:t>
            </a:r>
            <a:r>
              <a:rPr lang="en-US" err="1"/>
              <a:t>fptr</a:t>
            </a:r>
            <a:r>
              <a:rPr lang="en-US"/>
              <a:t> which returns a pointer to type </a:t>
            </a:r>
            <a:r>
              <a:rPr lang="en-US" err="1"/>
              <a:t>ret_type</a:t>
            </a:r>
            <a:r>
              <a:rPr lang="en-US"/>
              <a:t> !</a:t>
            </a:r>
          </a:p>
          <a:p>
            <a:pPr marL="0" indent="0">
              <a:buNone/>
            </a:pPr>
            <a:r>
              <a:rPr lang="en-US"/>
              <a:t>To assign a function to a pointer we might simply do the following</a:t>
            </a:r>
          </a:p>
          <a:p>
            <a:pPr marL="0" indent="0">
              <a:buNone/>
            </a:pPr>
            <a:r>
              <a:rPr lang="en-US"/>
              <a:t>	</a:t>
            </a:r>
            <a:r>
              <a:rPr lang="en-US" err="1"/>
              <a:t>int</a:t>
            </a:r>
            <a:r>
              <a:rPr lang="en-US"/>
              <a:t> (*</a:t>
            </a:r>
            <a:r>
              <a:rPr lang="en-US" err="1"/>
              <a:t>fptr</a:t>
            </a:r>
            <a:r>
              <a:rPr lang="en-US"/>
              <a:t>)( ) ;</a:t>
            </a:r>
          </a:p>
          <a:p>
            <a:pPr marL="0" indent="0">
              <a:buNone/>
            </a:pPr>
            <a:r>
              <a:rPr lang="en-US"/>
              <a:t>	</a:t>
            </a:r>
            <a:r>
              <a:rPr lang="en-US" err="1"/>
              <a:t>fptr</a:t>
            </a:r>
            <a:r>
              <a:rPr lang="en-US"/>
              <a:t> = </a:t>
            </a:r>
            <a:r>
              <a:rPr lang="en-US" err="1"/>
              <a:t>getchar</a:t>
            </a:r>
            <a:r>
              <a:rPr lang="en-US"/>
              <a:t> ;	/* standard library function */</a:t>
            </a:r>
          </a:p>
          <a:p>
            <a:pPr marL="0" indent="0">
              <a:buNone/>
            </a:pPr>
            <a:endParaRPr lang="en-US"/>
          </a:p>
          <a:p>
            <a:pPr marL="0" indent="0">
              <a:buNone/>
            </a:pPr>
            <a:r>
              <a:rPr lang="en-US"/>
              <a:t>To call the function using a pointer we can do either of the following</a:t>
            </a:r>
          </a:p>
          <a:p>
            <a:pPr marL="0" indent="0">
              <a:buNone/>
            </a:pPr>
            <a:r>
              <a:rPr lang="en-US"/>
              <a:t>	</a:t>
            </a:r>
            <a:r>
              <a:rPr lang="en-US" err="1"/>
              <a:t>ch</a:t>
            </a:r>
            <a:r>
              <a:rPr lang="en-US"/>
              <a:t> = (*</a:t>
            </a:r>
            <a:r>
              <a:rPr lang="en-US" err="1"/>
              <a:t>fptr</a:t>
            </a:r>
            <a:r>
              <a:rPr lang="en-US"/>
              <a:t>)( ) ;		</a:t>
            </a:r>
          </a:p>
          <a:p>
            <a:pPr marL="0" indent="0">
              <a:buNone/>
            </a:pPr>
            <a:r>
              <a:rPr lang="en-US"/>
              <a:t>	</a:t>
            </a:r>
            <a:r>
              <a:rPr lang="en-US" err="1"/>
              <a:t>ch</a:t>
            </a:r>
            <a:r>
              <a:rPr lang="en-US"/>
              <a:t> = </a:t>
            </a:r>
            <a:r>
              <a:rPr lang="en-US" err="1"/>
              <a:t>fptr</a:t>
            </a:r>
            <a:r>
              <a:rPr lang="en-US"/>
              <a:t>( ) ;</a:t>
            </a:r>
          </a:p>
          <a:p>
            <a:pPr marL="0" indent="0">
              <a:buNone/>
            </a:pPr>
            <a:endParaRPr lang="en-US"/>
          </a:p>
        </p:txBody>
      </p:sp>
    </p:spTree>
    <p:extLst>
      <p:ext uri="{BB962C8B-B14F-4D97-AF65-F5344CB8AC3E}">
        <p14:creationId xmlns:p14="http://schemas.microsoft.com/office/powerpoint/2010/main" val="137495458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41312"/>
            <a:ext cx="10515600" cy="1325563"/>
          </a:xfrm>
        </p:spPr>
        <p:txBody>
          <a:bodyPr/>
          <a:lstStyle/>
          <a:p>
            <a:r>
              <a:rPr lang="en-US" b="1"/>
              <a:t>Pointers to Functions</a:t>
            </a:r>
            <a:br>
              <a:rPr lang="en-US"/>
            </a:br>
            <a:endParaRPr lang="en-US"/>
          </a:p>
        </p:txBody>
      </p:sp>
      <p:sp>
        <p:nvSpPr>
          <p:cNvPr id="3" name="Content Placeholder 2"/>
          <p:cNvSpPr>
            <a:spLocks noGrp="1"/>
          </p:cNvSpPr>
          <p:nvPr>
            <p:ph idx="1"/>
          </p:nvPr>
        </p:nvSpPr>
        <p:spPr>
          <a:xfrm>
            <a:off x="1" y="1333850"/>
            <a:ext cx="11778142" cy="4877360"/>
          </a:xfrm>
        </p:spPr>
        <p:txBody>
          <a:bodyPr vert="horz" lIns="91440" tIns="45720" rIns="91440" bIns="45720" rtlCol="0" anchor="t">
            <a:normAutofit fontScale="85000" lnSpcReduction="20000"/>
          </a:bodyPr>
          <a:lstStyle/>
          <a:p>
            <a:pPr marL="0" indent="0">
              <a:buNone/>
            </a:pPr>
            <a:r>
              <a:rPr lang="en-US"/>
              <a:t>Example :- Program to compare two strings using a comparison function passed as a parameter.</a:t>
            </a:r>
          </a:p>
          <a:p>
            <a:pPr marL="0" indent="0">
              <a:buNone/>
            </a:pPr>
            <a:r>
              <a:rPr lang="en-US"/>
              <a:t>	#include &lt;</a:t>
            </a:r>
            <a:r>
              <a:rPr lang="en-US" err="1"/>
              <a:t>stdio.h</a:t>
            </a:r>
            <a:r>
              <a:rPr lang="en-US"/>
              <a:t>&gt;</a:t>
            </a:r>
            <a:endParaRPr lang="en-US">
              <a:cs typeface="Calibri"/>
            </a:endParaRPr>
          </a:p>
          <a:p>
            <a:pPr marL="0" indent="0">
              <a:buNone/>
            </a:pPr>
            <a:r>
              <a:rPr lang="en-US"/>
              <a:t>	#include &lt;</a:t>
            </a:r>
            <a:r>
              <a:rPr lang="en-US" err="1"/>
              <a:t>string.h</a:t>
            </a:r>
            <a:r>
              <a:rPr lang="en-US"/>
              <a:t>&gt;</a:t>
            </a:r>
            <a:endParaRPr lang="en-US">
              <a:cs typeface="Calibri"/>
            </a:endParaRPr>
          </a:p>
          <a:p>
            <a:pPr marL="0" indent="0">
              <a:buNone/>
            </a:pPr>
            <a:r>
              <a:rPr lang="en-US"/>
              <a:t>	void check( char *a, char *b, int ( * </a:t>
            </a:r>
            <a:r>
              <a:rPr lang="en-US" err="1"/>
              <a:t>cmp</a:t>
            </a:r>
            <a:r>
              <a:rPr lang="en-US"/>
              <a:t> ) ( ) );</a:t>
            </a:r>
            <a:endParaRPr lang="en-US">
              <a:cs typeface="Calibri"/>
            </a:endParaRPr>
          </a:p>
          <a:p>
            <a:pPr marL="0" indent="0">
              <a:buNone/>
            </a:pPr>
            <a:r>
              <a:rPr lang="en-US"/>
              <a:t>	void main( )</a:t>
            </a:r>
            <a:endParaRPr lang="en-US">
              <a:cs typeface="Calibri"/>
            </a:endParaRPr>
          </a:p>
          <a:p>
            <a:pPr marL="0" indent="0">
              <a:buNone/>
            </a:pPr>
            <a:r>
              <a:rPr lang="en-US"/>
              <a:t>	{</a:t>
            </a:r>
            <a:endParaRPr lang="en-US">
              <a:cs typeface="Calibri"/>
            </a:endParaRPr>
          </a:p>
          <a:p>
            <a:pPr marL="0" indent="0">
              <a:buNone/>
            </a:pPr>
            <a:r>
              <a:rPr lang="en-US"/>
              <a:t>	char s1[80], s2[80] ;</a:t>
            </a:r>
            <a:endParaRPr lang="en-US">
              <a:cs typeface="Calibri"/>
            </a:endParaRPr>
          </a:p>
          <a:p>
            <a:pPr marL="0" indent="0">
              <a:buNone/>
            </a:pPr>
            <a:r>
              <a:rPr lang="en-US"/>
              <a:t>	int (*p)( ) ;</a:t>
            </a:r>
            <a:endParaRPr lang="en-US">
              <a:cs typeface="Calibri"/>
            </a:endParaRPr>
          </a:p>
          <a:p>
            <a:pPr marL="0" indent="0">
              <a:buNone/>
            </a:pPr>
            <a:r>
              <a:rPr lang="en-US"/>
              <a:t>	p = </a:t>
            </a:r>
            <a:r>
              <a:rPr lang="en-US" err="1"/>
              <a:t>strcmp</a:t>
            </a:r>
            <a:r>
              <a:rPr lang="en-US"/>
              <a:t> ;</a:t>
            </a:r>
            <a:endParaRPr lang="en-US">
              <a:cs typeface="Calibri"/>
            </a:endParaRPr>
          </a:p>
          <a:p>
            <a:pPr marL="0" indent="0">
              <a:buNone/>
            </a:pPr>
            <a:r>
              <a:rPr lang="en-US"/>
              <a:t>	gets(s1) ;</a:t>
            </a:r>
            <a:endParaRPr lang="en-US">
              <a:cs typeface="Calibri"/>
            </a:endParaRPr>
          </a:p>
          <a:p>
            <a:pPr marL="0" indent="0">
              <a:buNone/>
            </a:pPr>
            <a:r>
              <a:rPr lang="en-US"/>
              <a:t>	gets( s2 );</a:t>
            </a:r>
            <a:endParaRPr lang="en-US">
              <a:cs typeface="Calibri"/>
            </a:endParaRPr>
          </a:p>
          <a:p>
            <a:pPr marL="0" indent="0">
              <a:buNone/>
            </a:pPr>
            <a:r>
              <a:rPr lang="en-US"/>
              <a:t>	check( s1, s2, p ) ; 	}</a:t>
            </a:r>
            <a:endParaRPr lang="en-US">
              <a:cs typeface="Calibri"/>
            </a:endParaRPr>
          </a:p>
        </p:txBody>
      </p:sp>
    </p:spTree>
    <p:extLst>
      <p:ext uri="{BB962C8B-B14F-4D97-AF65-F5344CB8AC3E}">
        <p14:creationId xmlns:p14="http://schemas.microsoft.com/office/powerpoint/2010/main" val="1120068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Pointers to Functions</a:t>
            </a:r>
            <a:br>
              <a:rPr lang="en-US"/>
            </a:br>
            <a:endParaRPr lang="en-US"/>
          </a:p>
        </p:txBody>
      </p:sp>
      <p:sp>
        <p:nvSpPr>
          <p:cNvPr id="3" name="Content Placeholder 2"/>
          <p:cNvSpPr>
            <a:spLocks noGrp="1"/>
          </p:cNvSpPr>
          <p:nvPr>
            <p:ph idx="1"/>
          </p:nvPr>
        </p:nvSpPr>
        <p:spPr>
          <a:xfrm>
            <a:off x="1" y="1333850"/>
            <a:ext cx="11778142" cy="4843113"/>
          </a:xfrm>
        </p:spPr>
        <p:txBody>
          <a:bodyPr>
            <a:normAutofit fontScale="77500" lnSpcReduction="20000"/>
          </a:bodyPr>
          <a:lstStyle/>
          <a:p>
            <a:pPr marL="0" indent="0">
              <a:buNone/>
            </a:pPr>
            <a:r>
              <a:rPr lang="en-US"/>
              <a:t>void check ( char *a, char *b, </a:t>
            </a:r>
            <a:r>
              <a:rPr lang="en-US" err="1"/>
              <a:t>int</a:t>
            </a:r>
            <a:r>
              <a:rPr lang="en-US"/>
              <a:t> (* </a:t>
            </a:r>
            <a:r>
              <a:rPr lang="en-US" err="1"/>
              <a:t>cmp</a:t>
            </a:r>
            <a:r>
              <a:rPr lang="en-US"/>
              <a:t>)( ) )</a:t>
            </a:r>
          </a:p>
          <a:p>
            <a:pPr marL="0" indent="0">
              <a:buNone/>
            </a:pPr>
            <a:r>
              <a:rPr lang="en-US"/>
              <a:t>	{</a:t>
            </a:r>
          </a:p>
          <a:p>
            <a:pPr marL="0" indent="0">
              <a:buNone/>
            </a:pPr>
            <a:r>
              <a:rPr lang="en-US"/>
              <a:t>	if ( ! </a:t>
            </a:r>
            <a:r>
              <a:rPr lang="en-US" err="1"/>
              <a:t>cmp</a:t>
            </a:r>
            <a:r>
              <a:rPr lang="en-US"/>
              <a:t>( a, b ) )</a:t>
            </a:r>
          </a:p>
          <a:p>
            <a:pPr marL="0" indent="0">
              <a:buNone/>
            </a:pPr>
            <a:r>
              <a:rPr lang="en-US"/>
              <a:t>		puts( "equal" ) ;</a:t>
            </a:r>
          </a:p>
          <a:p>
            <a:pPr marL="0" indent="0">
              <a:buNone/>
            </a:pPr>
            <a:r>
              <a:rPr lang="en-US"/>
              <a:t>	else</a:t>
            </a:r>
          </a:p>
          <a:p>
            <a:pPr marL="0" indent="0">
              <a:buNone/>
            </a:pPr>
            <a:r>
              <a:rPr lang="en-US"/>
              <a:t>		puts( "not equal") ;</a:t>
            </a:r>
          </a:p>
          <a:p>
            <a:pPr marL="0" indent="0">
              <a:buNone/>
            </a:pPr>
            <a:r>
              <a:rPr lang="en-US"/>
              <a:t>	}</a:t>
            </a:r>
          </a:p>
          <a:p>
            <a:pPr marL="0" indent="0">
              <a:buNone/>
            </a:pPr>
            <a:r>
              <a:rPr lang="en-US"/>
              <a:t>Note that even though we do not specify parameters to the function pointer in the prototype or </a:t>
            </a:r>
            <a:r>
              <a:rPr lang="en-US" err="1"/>
              <a:t>declarator</a:t>
            </a:r>
            <a:r>
              <a:rPr lang="en-US"/>
              <a:t> of the function we must specify them when actually calling the function.</a:t>
            </a:r>
          </a:p>
          <a:p>
            <a:pPr marL="0" indent="0">
              <a:buNone/>
            </a:pPr>
            <a:r>
              <a:rPr lang="en-US"/>
              <a:t>Note also that instead of using an explicitly declared pointer variable to call the required function in main() we could make the call as follows</a:t>
            </a:r>
          </a:p>
          <a:p>
            <a:pPr marL="0" indent="0">
              <a:buNone/>
            </a:pPr>
            <a:endParaRPr lang="en-US"/>
          </a:p>
          <a:p>
            <a:pPr marL="0" indent="0">
              <a:buNone/>
            </a:pPr>
            <a:r>
              <a:rPr lang="en-US"/>
              <a:t>	check( s1, s2, </a:t>
            </a:r>
            <a:r>
              <a:rPr lang="en-US" err="1"/>
              <a:t>strcmp</a:t>
            </a:r>
            <a:r>
              <a:rPr lang="en-US"/>
              <a:t> ) ;</a:t>
            </a:r>
          </a:p>
          <a:p>
            <a:pPr marL="0" indent="0">
              <a:buNone/>
            </a:pPr>
            <a:r>
              <a:rPr lang="en-US"/>
              <a:t>where we essentially pass a constant pointer to </a:t>
            </a:r>
            <a:r>
              <a:rPr lang="en-US" err="1"/>
              <a:t>strcmp</a:t>
            </a:r>
            <a:r>
              <a:rPr lang="en-US"/>
              <a:t>( ).</a:t>
            </a:r>
          </a:p>
        </p:txBody>
      </p:sp>
    </p:spTree>
    <p:extLst>
      <p:ext uri="{BB962C8B-B14F-4D97-AF65-F5344CB8AC3E}">
        <p14:creationId xmlns:p14="http://schemas.microsoft.com/office/powerpoint/2010/main" val="25603312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File Management</a:t>
            </a:r>
            <a:endParaRPr lang="en-US"/>
          </a:p>
        </p:txBody>
      </p:sp>
      <p:sp>
        <p:nvSpPr>
          <p:cNvPr id="3" name="Content Placeholder 2"/>
          <p:cNvSpPr>
            <a:spLocks noGrp="1"/>
          </p:cNvSpPr>
          <p:nvPr>
            <p:ph idx="1"/>
          </p:nvPr>
        </p:nvSpPr>
        <p:spPr>
          <a:xfrm>
            <a:off x="1" y="1333850"/>
            <a:ext cx="11778142" cy="4843113"/>
          </a:xfrm>
        </p:spPr>
        <p:txBody>
          <a:bodyPr>
            <a:normAutofit/>
          </a:bodyPr>
          <a:lstStyle/>
          <a:p>
            <a:pPr marL="0" indent="0" algn="just">
              <a:buNone/>
            </a:pPr>
            <a:r>
              <a:rPr lang="en-US"/>
              <a:t>The C standard library I/O functions allow you to read and write data to both files and devices. </a:t>
            </a:r>
          </a:p>
          <a:p>
            <a:pPr marL="0" indent="0" algn="just">
              <a:buNone/>
            </a:pPr>
            <a:r>
              <a:rPr lang="en-US"/>
              <a:t>There are no predefined file structures in C, all data being treated as a sequence of bytes. </a:t>
            </a:r>
          </a:p>
          <a:p>
            <a:pPr marL="0" indent="0" algn="just">
              <a:buNone/>
            </a:pPr>
            <a:r>
              <a:rPr lang="en-US"/>
              <a:t>These I/O functions may be broken into two different categories : stream I/O and low-level I/O.  </a:t>
            </a:r>
          </a:p>
          <a:p>
            <a:pPr marL="0" indent="0" algn="just">
              <a:buNone/>
            </a:pPr>
            <a:r>
              <a:rPr lang="en-US"/>
              <a:t>The stream I/O functions treat a data file as a stream of individual characters. </a:t>
            </a:r>
          </a:p>
          <a:p>
            <a:pPr marL="0" indent="0" algn="just">
              <a:buNone/>
            </a:pPr>
            <a:r>
              <a:rPr lang="en-US"/>
              <a:t>The appropriate stream function can provide buffered, formatted or unformatted input and output of data, ranging from single characters to complicated structures. </a:t>
            </a:r>
          </a:p>
          <a:p>
            <a:pPr marL="0" indent="0">
              <a:buNone/>
            </a:pPr>
            <a:endParaRPr lang="en-US"/>
          </a:p>
          <a:p>
            <a:pPr marL="0" indent="0">
              <a:buNone/>
            </a:pPr>
            <a:endParaRPr lang="en-US"/>
          </a:p>
        </p:txBody>
      </p:sp>
    </p:spTree>
    <p:extLst>
      <p:ext uri="{BB962C8B-B14F-4D97-AF65-F5344CB8AC3E}">
        <p14:creationId xmlns:p14="http://schemas.microsoft.com/office/powerpoint/2010/main" val="7515914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File Management</a:t>
            </a:r>
            <a:endParaRPr lang="en-US"/>
          </a:p>
        </p:txBody>
      </p:sp>
      <p:sp>
        <p:nvSpPr>
          <p:cNvPr id="3" name="Content Placeholder 2"/>
          <p:cNvSpPr>
            <a:spLocks noGrp="1"/>
          </p:cNvSpPr>
          <p:nvPr>
            <p:ph idx="1"/>
          </p:nvPr>
        </p:nvSpPr>
        <p:spPr>
          <a:xfrm>
            <a:off x="1" y="1333850"/>
            <a:ext cx="11778142" cy="4843113"/>
          </a:xfrm>
        </p:spPr>
        <p:txBody>
          <a:bodyPr>
            <a:normAutofit/>
          </a:bodyPr>
          <a:lstStyle/>
          <a:p>
            <a:pPr marL="0" indent="0" algn="just">
              <a:buNone/>
            </a:pPr>
            <a:r>
              <a:rPr lang="en-US"/>
              <a:t>Buffering streamlines the I/O process by providing temporary storage for data which takes away the burden from the system of writing each item of data directly and instead allows the buffer to fill before causing the data to be written. </a:t>
            </a:r>
          </a:p>
          <a:p>
            <a:pPr marL="0" indent="0" algn="just">
              <a:buNone/>
            </a:pPr>
            <a:r>
              <a:rPr lang="en-US"/>
              <a:t>The low-level I/O system on the other hand does not perform any buffering or formatting of data --instead it makes direct use of the system's I/O capabilities to transfer usually large blocks of information.</a:t>
            </a:r>
          </a:p>
          <a:p>
            <a:pPr marL="0" indent="0">
              <a:buNone/>
            </a:pPr>
            <a:endParaRPr lang="en-US"/>
          </a:p>
          <a:p>
            <a:pPr marL="0" indent="0">
              <a:buNone/>
            </a:pPr>
            <a:endParaRPr lang="en-US"/>
          </a:p>
        </p:txBody>
      </p:sp>
    </p:spTree>
    <p:extLst>
      <p:ext uri="{BB962C8B-B14F-4D97-AF65-F5344CB8AC3E}">
        <p14:creationId xmlns:p14="http://schemas.microsoft.com/office/powerpoint/2010/main" val="2131974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a:t>Common File Functions</a:t>
            </a:r>
            <a:br>
              <a:rPr lang="en-US" b="1" i="1"/>
            </a:br>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14000578"/>
              </p:ext>
            </p:extLst>
          </p:nvPr>
        </p:nvGraphicFramePr>
        <p:xfrm>
          <a:off x="838200" y="1825625"/>
          <a:ext cx="10515600" cy="3590040"/>
        </p:xfrm>
        <a:graphic>
          <a:graphicData uri="http://schemas.openxmlformats.org/drawingml/2006/table">
            <a:tbl>
              <a:tblPr firstRow="1" bandRow="1">
                <a:tableStyleId>{5C22544A-7EE6-4342-B048-85BDC9FD1C3A}</a:tableStyleId>
              </a:tblPr>
              <a:tblGrid>
                <a:gridCol w="2735510">
                  <a:extLst>
                    <a:ext uri="{9D8B030D-6E8A-4147-A177-3AD203B41FA5}">
                      <a16:colId xmlns:a16="http://schemas.microsoft.com/office/drawing/2014/main" val="212513314"/>
                    </a:ext>
                  </a:extLst>
                </a:gridCol>
                <a:gridCol w="7780090">
                  <a:extLst>
                    <a:ext uri="{9D8B030D-6E8A-4147-A177-3AD203B41FA5}">
                      <a16:colId xmlns:a16="http://schemas.microsoft.com/office/drawing/2014/main" val="2116271801"/>
                    </a:ext>
                  </a:extLst>
                </a:gridCol>
              </a:tblGrid>
              <a:tr h="370840">
                <a:tc>
                  <a:txBody>
                    <a:bodyPr/>
                    <a:lstStyle/>
                    <a:p>
                      <a:endParaRPr lang="en-US"/>
                    </a:p>
                  </a:txBody>
                  <a:tcPr/>
                </a:tc>
                <a:tc>
                  <a:txBody>
                    <a:bodyPr/>
                    <a:lstStyle/>
                    <a:p>
                      <a:endParaRPr lang="en-US"/>
                    </a:p>
                  </a:txBody>
                  <a:tcPr/>
                </a:tc>
                <a:extLst>
                  <a:ext uri="{0D108BD9-81ED-4DB2-BD59-A6C34878D82A}">
                    <a16:rowId xmlns:a16="http://schemas.microsoft.com/office/drawing/2014/main" val="3493030789"/>
                  </a:ext>
                </a:extLst>
              </a:tr>
              <a:tr h="370840">
                <a:tc>
                  <a:txBody>
                    <a:bodyPr/>
                    <a:lstStyle/>
                    <a:p>
                      <a:pPr marL="0" marR="0" algn="just" hangingPunct="0">
                        <a:lnSpc>
                          <a:spcPct val="150000"/>
                        </a:lnSpc>
                        <a:spcBef>
                          <a:spcPts val="0"/>
                        </a:spcBef>
                        <a:spcAft>
                          <a:spcPts val="0"/>
                        </a:spcAft>
                      </a:pPr>
                      <a:r>
                        <a:rPr lang="en-GB" sz="2000" b="1" err="1">
                          <a:effectLst/>
                          <a:latin typeface="Times New Roman" panose="02020603050405020304" pitchFamily="18" charset="0"/>
                          <a:ea typeface="Times New Roman" panose="02020603050405020304" pitchFamily="18" charset="0"/>
                        </a:rPr>
                        <a:t>fopen</a:t>
                      </a:r>
                      <a:r>
                        <a:rPr lang="en-GB" sz="2000" b="1">
                          <a:effectLst/>
                          <a:latin typeface="Times New Roman" panose="02020603050405020304" pitchFamily="18" charset="0"/>
                          <a:ea typeface="Times New Roman" panose="02020603050405020304" pitchFamily="18" charset="0"/>
                        </a:rPr>
                        <a:t>() </a:t>
                      </a:r>
                      <a:endParaRPr lang="en-US" sz="2000" b="1">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open a stream </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91897837"/>
                  </a:ext>
                </a:extLst>
              </a:tr>
              <a:tr h="370840">
                <a:tc>
                  <a:txBody>
                    <a:bodyPr/>
                    <a:lstStyle/>
                    <a:p>
                      <a:pPr marL="0" marR="0" algn="just" hangingPunct="0">
                        <a:lnSpc>
                          <a:spcPct val="150000"/>
                        </a:lnSpc>
                        <a:spcBef>
                          <a:spcPts val="0"/>
                        </a:spcBef>
                        <a:spcAft>
                          <a:spcPts val="0"/>
                        </a:spcAft>
                      </a:pPr>
                      <a:r>
                        <a:rPr lang="en-GB" sz="2000" b="1" err="1">
                          <a:effectLst/>
                          <a:latin typeface="Times New Roman" panose="02020603050405020304" pitchFamily="18" charset="0"/>
                          <a:ea typeface="Times New Roman" panose="02020603050405020304" pitchFamily="18" charset="0"/>
                        </a:rPr>
                        <a:t>fclose</a:t>
                      </a:r>
                      <a:r>
                        <a:rPr lang="en-GB" sz="2000" b="1">
                          <a:effectLst/>
                          <a:latin typeface="Times New Roman" panose="02020603050405020304" pitchFamily="18" charset="0"/>
                          <a:ea typeface="Times New Roman" panose="02020603050405020304" pitchFamily="18" charset="0"/>
                        </a:rPr>
                        <a:t>()</a:t>
                      </a:r>
                      <a:endParaRPr lang="en-US" sz="2000" b="1">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close a stream </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475502972"/>
                  </a:ext>
                </a:extLst>
              </a:tr>
              <a:tr h="370840">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putc() &amp;  fputc()</a:t>
                      </a:r>
                      <a:endParaRPr lang="en-US" sz="2000" b="1">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write a character to a stream </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912370611"/>
                  </a:ext>
                </a:extLst>
              </a:tr>
              <a:tr h="370840">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getc() &amp; fgetc()</a:t>
                      </a:r>
                      <a:endParaRPr lang="en-US" sz="2000" b="1">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read a character from a stream</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493842142"/>
                  </a:ext>
                </a:extLst>
              </a:tr>
              <a:tr h="370840">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fprintf() &amp; fscanf </a:t>
                      </a:r>
                      <a:endParaRPr lang="en-US" sz="2000" b="1">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formatted I/O</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375488944"/>
                  </a:ext>
                </a:extLst>
              </a:tr>
              <a:tr h="370840">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fgets() &amp; fputs()</a:t>
                      </a:r>
                      <a:endParaRPr lang="en-US" sz="2000" b="1">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string handling</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388670501"/>
                  </a:ext>
                </a:extLst>
              </a:tr>
              <a:tr h="370840">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fseek() </a:t>
                      </a:r>
                      <a:endParaRPr lang="en-US" sz="2000" b="1">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position the file pointer at a particular byte</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37152395"/>
                  </a:ext>
                </a:extLst>
              </a:tr>
              <a:tr h="370840">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feof()</a:t>
                      </a:r>
                      <a:endParaRPr lang="en-US" sz="2000" b="1">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tests if EOF</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523459606"/>
                  </a:ext>
                </a:extLst>
              </a:tr>
            </a:tbl>
          </a:graphicData>
        </a:graphic>
      </p:graphicFrame>
      <p:sp>
        <p:nvSpPr>
          <p:cNvPr id="3" name="TextBox 2">
            <a:extLst>
              <a:ext uri="{FF2B5EF4-FFF2-40B4-BE49-F238E27FC236}">
                <a16:creationId xmlns:a16="http://schemas.microsoft.com/office/drawing/2014/main" id="{C10958CF-060A-D096-F7E0-CC88681457E8}"/>
              </a:ext>
            </a:extLst>
          </p:cNvPr>
          <p:cNvSpPr txBox="1"/>
          <p:nvPr/>
        </p:nvSpPr>
        <p:spPr>
          <a:xfrm>
            <a:off x="4724400" y="3200400"/>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cs typeface="Calibri"/>
            </a:endParaRPr>
          </a:p>
          <a:p>
            <a:endParaRPr lang="en-US">
              <a:cs typeface="Calibri"/>
            </a:endParaRPr>
          </a:p>
        </p:txBody>
      </p:sp>
    </p:spTree>
    <p:extLst>
      <p:ext uri="{BB962C8B-B14F-4D97-AF65-F5344CB8AC3E}">
        <p14:creationId xmlns:p14="http://schemas.microsoft.com/office/powerpoint/2010/main" val="276401732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Opening and Closing Files	</a:t>
            </a:r>
            <a:br>
              <a:rPr lang="en-US" b="1"/>
            </a:br>
            <a:endParaRPr lang="en-US" b="1"/>
          </a:p>
        </p:txBody>
      </p:sp>
      <p:sp>
        <p:nvSpPr>
          <p:cNvPr id="3" name="Content Placeholder 2"/>
          <p:cNvSpPr>
            <a:spLocks noGrp="1"/>
          </p:cNvSpPr>
          <p:nvPr>
            <p:ph idx="1"/>
          </p:nvPr>
        </p:nvSpPr>
        <p:spPr>
          <a:xfrm>
            <a:off x="285225" y="1275127"/>
            <a:ext cx="11459361" cy="4901836"/>
          </a:xfrm>
        </p:spPr>
        <p:txBody>
          <a:bodyPr>
            <a:normAutofit lnSpcReduction="10000"/>
          </a:bodyPr>
          <a:lstStyle/>
          <a:p>
            <a:pPr marL="0" indent="0">
              <a:buNone/>
            </a:pPr>
            <a:r>
              <a:rPr lang="en-US"/>
              <a:t>A stream is associated with a specific file by performing an open operation. </a:t>
            </a:r>
          </a:p>
          <a:p>
            <a:pPr marL="0" indent="0">
              <a:buNone/>
            </a:pPr>
            <a:r>
              <a:rPr lang="en-US"/>
              <a:t>Once a file is opened information may be exchanged between it and your program. </a:t>
            </a:r>
          </a:p>
          <a:p>
            <a:pPr marL="0" indent="0">
              <a:buNone/>
            </a:pPr>
            <a:r>
              <a:rPr lang="en-US"/>
              <a:t>Each file that is opened has a unique file control structure of type FILE  ( which is defined in </a:t>
            </a:r>
            <a:r>
              <a:rPr lang="en-US" b="1"/>
              <a:t>&lt;</a:t>
            </a:r>
            <a:r>
              <a:rPr lang="en-US" b="1" err="1"/>
              <a:t>stdio.h</a:t>
            </a:r>
            <a:r>
              <a:rPr lang="en-US" b="1"/>
              <a:t>&gt; </a:t>
            </a:r>
            <a:r>
              <a:rPr lang="en-US"/>
              <a:t>along with the prototypes for all I/O functions and constants such as EOF (-1) ). </a:t>
            </a:r>
          </a:p>
          <a:p>
            <a:pPr marL="0" indent="0">
              <a:buNone/>
            </a:pPr>
            <a:r>
              <a:rPr lang="en-US"/>
              <a:t>A file pointer is a pointer to this FILE structure which identifies a specific file and defines various things about the file including its name, read/write status, and current position.</a:t>
            </a:r>
          </a:p>
          <a:p>
            <a:pPr marL="0" indent="0">
              <a:buNone/>
            </a:pPr>
            <a:r>
              <a:rPr lang="en-US"/>
              <a:t> A file pointer variable is defined as follows</a:t>
            </a:r>
          </a:p>
          <a:p>
            <a:pPr marL="0" indent="0">
              <a:buNone/>
            </a:pPr>
            <a:r>
              <a:rPr lang="en-US"/>
              <a:t>		</a:t>
            </a:r>
            <a:r>
              <a:rPr lang="en-US" b="1"/>
              <a:t>FILE  *</a:t>
            </a:r>
            <a:r>
              <a:rPr lang="en-US" b="1" err="1"/>
              <a:t>fptr</a:t>
            </a:r>
            <a:r>
              <a:rPr lang="en-US" b="1"/>
              <a:t> ;</a:t>
            </a:r>
          </a:p>
        </p:txBody>
      </p:sp>
    </p:spTree>
    <p:extLst>
      <p:ext uri="{BB962C8B-B14F-4D97-AF65-F5344CB8AC3E}">
        <p14:creationId xmlns:p14="http://schemas.microsoft.com/office/powerpoint/2010/main" val="8220750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Opening and Closing Files	</a:t>
            </a:r>
            <a:br>
              <a:rPr lang="en-US" b="1"/>
            </a:br>
            <a:endParaRPr lang="en-US" b="1"/>
          </a:p>
        </p:txBody>
      </p:sp>
      <p:sp>
        <p:nvSpPr>
          <p:cNvPr id="3" name="Content Placeholder 2"/>
          <p:cNvSpPr>
            <a:spLocks noGrp="1"/>
          </p:cNvSpPr>
          <p:nvPr>
            <p:ph idx="1"/>
          </p:nvPr>
        </p:nvSpPr>
        <p:spPr>
          <a:xfrm>
            <a:off x="285225" y="1275127"/>
            <a:ext cx="11459361" cy="4901836"/>
          </a:xfrm>
        </p:spPr>
        <p:txBody>
          <a:bodyPr>
            <a:normAutofit/>
          </a:bodyPr>
          <a:lstStyle/>
          <a:p>
            <a:pPr marL="0" indent="0">
              <a:buNone/>
            </a:pPr>
            <a:r>
              <a:rPr lang="en-US"/>
              <a:t>The </a:t>
            </a:r>
            <a:r>
              <a:rPr lang="en-US" err="1"/>
              <a:t>fopen</a:t>
            </a:r>
            <a:r>
              <a:rPr lang="en-US"/>
              <a:t>() function opens a stream for use and links a file with that stream returning a valid file pointer which is positioned correctly within the file if all is correct. </a:t>
            </a:r>
          </a:p>
          <a:p>
            <a:pPr marL="0" indent="0">
              <a:buNone/>
            </a:pPr>
            <a:r>
              <a:rPr lang="en-US" err="1"/>
              <a:t>fopen</a:t>
            </a:r>
            <a:r>
              <a:rPr lang="en-US"/>
              <a:t>() has the following prototype</a:t>
            </a:r>
          </a:p>
          <a:p>
            <a:pPr marL="0" indent="0">
              <a:buNone/>
            </a:pPr>
            <a:r>
              <a:rPr lang="en-US"/>
              <a:t>		FILE *</a:t>
            </a:r>
            <a:r>
              <a:rPr lang="en-US" err="1"/>
              <a:t>fopen</a:t>
            </a:r>
            <a:r>
              <a:rPr lang="en-US"/>
              <a:t>( </a:t>
            </a:r>
            <a:r>
              <a:rPr lang="en-US" err="1"/>
              <a:t>const</a:t>
            </a:r>
            <a:r>
              <a:rPr lang="en-US"/>
              <a:t> char *filename, </a:t>
            </a:r>
            <a:r>
              <a:rPr lang="en-US" err="1"/>
              <a:t>const</a:t>
            </a:r>
            <a:r>
              <a:rPr lang="en-US"/>
              <a:t> char *mode ) ;</a:t>
            </a:r>
          </a:p>
          <a:p>
            <a:pPr marL="0" indent="0">
              <a:buNone/>
            </a:pPr>
            <a:endParaRPr lang="en-US"/>
          </a:p>
          <a:p>
            <a:pPr marL="0" indent="0">
              <a:buNone/>
            </a:pPr>
            <a:r>
              <a:rPr lang="en-US"/>
              <a:t>where filename is a pointer to a string of characters which make up the name and path of the required file, and mode is a pointer to a string which specifies how the file is to be opened. </a:t>
            </a:r>
            <a:endParaRPr lang="en-US" b="1"/>
          </a:p>
        </p:txBody>
      </p:sp>
    </p:spTree>
    <p:extLst>
      <p:ext uri="{BB962C8B-B14F-4D97-AF65-F5344CB8AC3E}">
        <p14:creationId xmlns:p14="http://schemas.microsoft.com/office/powerpoint/2010/main" val="420863936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Opening and Closing Files	</a:t>
            </a:r>
            <a:br>
              <a:rPr lang="en-US" b="1"/>
            </a:br>
            <a:endParaRPr lang="en-US" b="1"/>
          </a:p>
        </p:txBody>
      </p:sp>
      <p:sp>
        <p:nvSpPr>
          <p:cNvPr id="3" name="Content Placeholder 2"/>
          <p:cNvSpPr>
            <a:spLocks noGrp="1"/>
          </p:cNvSpPr>
          <p:nvPr>
            <p:ph idx="1"/>
          </p:nvPr>
        </p:nvSpPr>
        <p:spPr>
          <a:xfrm>
            <a:off x="285225" y="1275127"/>
            <a:ext cx="11459361" cy="4901836"/>
          </a:xfrm>
        </p:spPr>
        <p:txBody>
          <a:bodyPr>
            <a:normAutofit/>
          </a:bodyPr>
          <a:lstStyle/>
          <a:p>
            <a:pPr marL="0" indent="0">
              <a:buNone/>
            </a:pPr>
            <a:r>
              <a:rPr lang="en-US"/>
              <a:t>The following table lists some values for mode.</a:t>
            </a:r>
          </a:p>
          <a:p>
            <a:pPr marL="0" indent="0">
              <a:buNone/>
            </a:pPr>
            <a:endParaRPr lang="en-US" b="1"/>
          </a:p>
          <a:p>
            <a:pPr marL="0" indent="0">
              <a:buNone/>
            </a:pPr>
            <a:endParaRPr lang="en-US" b="1"/>
          </a:p>
        </p:txBody>
      </p:sp>
      <p:graphicFrame>
        <p:nvGraphicFramePr>
          <p:cNvPr id="5" name="Table 4"/>
          <p:cNvGraphicFramePr>
            <a:graphicFrameLocks noGrp="1"/>
          </p:cNvGraphicFramePr>
          <p:nvPr>
            <p:extLst>
              <p:ext uri="{D42A27DB-BD31-4B8C-83A1-F6EECF244321}">
                <p14:modId xmlns:p14="http://schemas.microsoft.com/office/powerpoint/2010/main" val="3626419119"/>
              </p:ext>
            </p:extLst>
          </p:nvPr>
        </p:nvGraphicFramePr>
        <p:xfrm>
          <a:off x="548082" y="1690688"/>
          <a:ext cx="8128000" cy="5225040"/>
        </p:xfrm>
        <a:graphic>
          <a:graphicData uri="http://schemas.openxmlformats.org/drawingml/2006/table">
            <a:tbl>
              <a:tblPr firstRow="1" bandRow="1">
                <a:tableStyleId>{5C22544A-7EE6-4342-B048-85BDC9FD1C3A}</a:tableStyleId>
              </a:tblPr>
              <a:tblGrid>
                <a:gridCol w="978714">
                  <a:extLst>
                    <a:ext uri="{9D8B030D-6E8A-4147-A177-3AD203B41FA5}">
                      <a16:colId xmlns:a16="http://schemas.microsoft.com/office/drawing/2014/main" val="1017579803"/>
                    </a:ext>
                  </a:extLst>
                </a:gridCol>
                <a:gridCol w="7149286">
                  <a:extLst>
                    <a:ext uri="{9D8B030D-6E8A-4147-A177-3AD203B41FA5}">
                      <a16:colId xmlns:a16="http://schemas.microsoft.com/office/drawing/2014/main" val="2127665309"/>
                    </a:ext>
                  </a:extLst>
                </a:gridCol>
              </a:tblGrid>
              <a:tr h="369862">
                <a:tc>
                  <a:txBody>
                    <a:bodyPr/>
                    <a:lstStyle/>
                    <a:p>
                      <a:endParaRPr lang="en-US" sz="2000" b="1"/>
                    </a:p>
                  </a:txBody>
                  <a:tcPr/>
                </a:tc>
                <a:tc>
                  <a:txBody>
                    <a:bodyPr/>
                    <a:lstStyle/>
                    <a:p>
                      <a:endParaRPr lang="en-US" sz="2000" b="1"/>
                    </a:p>
                  </a:txBody>
                  <a:tcPr/>
                </a:tc>
                <a:extLst>
                  <a:ext uri="{0D108BD9-81ED-4DB2-BD59-A6C34878D82A}">
                    <a16:rowId xmlns:a16="http://schemas.microsoft.com/office/drawing/2014/main" val="3124118420"/>
                  </a:ext>
                </a:extLst>
              </a:tr>
              <a:tr h="375612">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r</a:t>
                      </a:r>
                      <a:endParaRPr lang="en-US" sz="2000" b="1">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opens a text file for reading (must exist)</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727655974"/>
                  </a:ext>
                </a:extLst>
              </a:tr>
              <a:tr h="375612">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w</a:t>
                      </a:r>
                      <a:endParaRPr lang="en-US" sz="2000" b="1">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opens a text file for writing (overwritten or created)</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266764549"/>
                  </a:ext>
                </a:extLst>
              </a:tr>
              <a:tr h="375612">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a</a:t>
                      </a:r>
                      <a:endParaRPr lang="en-US" sz="2000" b="1">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append to a text file</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908533056"/>
                  </a:ext>
                </a:extLst>
              </a:tr>
              <a:tr h="375612">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rb</a:t>
                      </a:r>
                      <a:endParaRPr lang="en-US" sz="2000" b="1">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opens a binary file for reading</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759601134"/>
                  </a:ext>
                </a:extLst>
              </a:tr>
              <a:tr h="375612">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wb</a:t>
                      </a:r>
                      <a:endParaRPr lang="en-US" sz="2000" b="1">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opens a binary file for writing</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65520421"/>
                  </a:ext>
                </a:extLst>
              </a:tr>
              <a:tr h="375612">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ab</a:t>
                      </a:r>
                      <a:endParaRPr lang="en-US" sz="2000" b="1">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appends to a binary file</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6004519"/>
                  </a:ext>
                </a:extLst>
              </a:tr>
              <a:tr h="375612">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r+</a:t>
                      </a:r>
                      <a:endParaRPr lang="en-US" sz="2000" b="1">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opens a text file for read/write (must exist)</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60369655"/>
                  </a:ext>
                </a:extLst>
              </a:tr>
              <a:tr h="375612">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w+</a:t>
                      </a:r>
                      <a:endParaRPr lang="en-US" sz="2000" b="1">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opens a text file for read/write</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13895155"/>
                  </a:ext>
                </a:extLst>
              </a:tr>
              <a:tr h="375612">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a+</a:t>
                      </a:r>
                      <a:endParaRPr lang="en-US" sz="2000" b="1">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append a text file for read/write</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491657632"/>
                  </a:ext>
                </a:extLst>
              </a:tr>
              <a:tr h="375612">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rb+</a:t>
                      </a:r>
                      <a:endParaRPr lang="en-US" sz="2000" b="1">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opens a binary file for read/write</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82775880"/>
                  </a:ext>
                </a:extLst>
              </a:tr>
              <a:tr h="375612">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wb+</a:t>
                      </a:r>
                      <a:endParaRPr lang="en-US" sz="2000" b="1">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opens a binary file for read/write</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90056752"/>
                  </a:ext>
                </a:extLst>
              </a:tr>
              <a:tr h="375612">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ab+</a:t>
                      </a:r>
                      <a:endParaRPr lang="en-US" sz="2000" b="1">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hangingPunct="0">
                        <a:lnSpc>
                          <a:spcPct val="150000"/>
                        </a:lnSpc>
                        <a:spcBef>
                          <a:spcPts val="0"/>
                        </a:spcBef>
                        <a:spcAft>
                          <a:spcPts val="0"/>
                        </a:spcAft>
                      </a:pPr>
                      <a:r>
                        <a:rPr lang="en-GB" sz="2000" b="1">
                          <a:effectLst/>
                          <a:latin typeface="Times New Roman" panose="02020603050405020304" pitchFamily="18" charset="0"/>
                          <a:ea typeface="Times New Roman" panose="02020603050405020304" pitchFamily="18" charset="0"/>
                        </a:rPr>
                        <a:t>append a binary file for read/write</a:t>
                      </a:r>
                      <a:endParaRPr lang="en-US" sz="2000" b="1">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828704840"/>
                  </a:ext>
                </a:extLst>
              </a:tr>
            </a:tbl>
          </a:graphicData>
        </a:graphic>
      </p:graphicFrame>
    </p:spTree>
    <p:extLst>
      <p:ext uri="{BB962C8B-B14F-4D97-AF65-F5344CB8AC3E}">
        <p14:creationId xmlns:p14="http://schemas.microsoft.com/office/powerpoint/2010/main" val="171304674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Opening and Closing Files	</a:t>
            </a:r>
            <a:br>
              <a:rPr lang="en-US" b="1"/>
            </a:br>
            <a:endParaRPr lang="en-US"/>
          </a:p>
        </p:txBody>
      </p:sp>
      <p:sp>
        <p:nvSpPr>
          <p:cNvPr id="3" name="Content Placeholder 2"/>
          <p:cNvSpPr>
            <a:spLocks noGrp="1"/>
          </p:cNvSpPr>
          <p:nvPr>
            <p:ph idx="1"/>
          </p:nvPr>
        </p:nvSpPr>
        <p:spPr/>
        <p:txBody>
          <a:bodyPr/>
          <a:lstStyle/>
          <a:p>
            <a:pPr marL="0" indent="0">
              <a:buNone/>
            </a:pPr>
            <a:r>
              <a:rPr lang="en-US"/>
              <a:t>If </a:t>
            </a:r>
            <a:r>
              <a:rPr lang="en-US" err="1"/>
              <a:t>fopen</a:t>
            </a:r>
            <a:r>
              <a:rPr lang="en-US"/>
              <a:t>( ) cannot open "test.dat " it will a return a NULL pointer which should always be tested for as follows.</a:t>
            </a:r>
          </a:p>
          <a:p>
            <a:pPr marL="0" indent="0">
              <a:buNone/>
            </a:pPr>
            <a:r>
              <a:rPr lang="en-US"/>
              <a:t>		FILE *</a:t>
            </a:r>
            <a:r>
              <a:rPr lang="en-US" err="1"/>
              <a:t>fp</a:t>
            </a:r>
            <a:r>
              <a:rPr lang="en-US"/>
              <a:t> ;</a:t>
            </a:r>
          </a:p>
          <a:p>
            <a:pPr marL="0" indent="0">
              <a:buNone/>
            </a:pPr>
            <a:r>
              <a:rPr lang="en-US"/>
              <a:t>		if (  ( </a:t>
            </a:r>
            <a:r>
              <a:rPr lang="en-US" err="1"/>
              <a:t>fp</a:t>
            </a:r>
            <a:r>
              <a:rPr lang="en-US"/>
              <a:t> = </a:t>
            </a:r>
            <a:r>
              <a:rPr lang="en-US" err="1"/>
              <a:t>fopen</a:t>
            </a:r>
            <a:r>
              <a:rPr lang="en-US"/>
              <a:t>( "test.dat", "r" ) )  ==  NULL )</a:t>
            </a:r>
          </a:p>
          <a:p>
            <a:pPr marL="0" indent="0">
              <a:buNone/>
            </a:pPr>
            <a:r>
              <a:rPr lang="en-US"/>
              <a:t>			{</a:t>
            </a:r>
          </a:p>
          <a:p>
            <a:pPr marL="0" indent="0">
              <a:buNone/>
            </a:pPr>
            <a:r>
              <a:rPr lang="en-US"/>
              <a:t>			puts( "Cannot open file") ;</a:t>
            </a:r>
          </a:p>
          <a:p>
            <a:pPr marL="0" indent="0">
              <a:buNone/>
            </a:pPr>
            <a:r>
              <a:rPr lang="en-US"/>
              <a:t>			exit( 1) ;</a:t>
            </a:r>
          </a:p>
          <a:p>
            <a:pPr marL="0" indent="0">
              <a:buNone/>
            </a:pPr>
            <a:r>
              <a:rPr lang="en-US"/>
              <a:t>			}</a:t>
            </a:r>
          </a:p>
        </p:txBody>
      </p:sp>
    </p:spTree>
    <p:extLst>
      <p:ext uri="{BB962C8B-B14F-4D97-AF65-F5344CB8AC3E}">
        <p14:creationId xmlns:p14="http://schemas.microsoft.com/office/powerpoint/2010/main" val="15095179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Opening and Closing File </a:t>
            </a:r>
            <a:br>
              <a:rPr lang="en-US" b="1"/>
            </a:br>
            <a:endParaRPr lang="en-US"/>
          </a:p>
        </p:txBody>
      </p:sp>
      <p:sp>
        <p:nvSpPr>
          <p:cNvPr id="3" name="Content Placeholder 2"/>
          <p:cNvSpPr>
            <a:spLocks noGrp="1"/>
          </p:cNvSpPr>
          <p:nvPr>
            <p:ph idx="1"/>
          </p:nvPr>
        </p:nvSpPr>
        <p:spPr>
          <a:xfrm>
            <a:off x="651588" y="1248933"/>
            <a:ext cx="10515600" cy="4834724"/>
          </a:xfrm>
        </p:spPr>
        <p:txBody>
          <a:bodyPr/>
          <a:lstStyle/>
          <a:p>
            <a:pPr marL="0" indent="0">
              <a:buNone/>
            </a:pPr>
            <a:r>
              <a:rPr lang="en-US"/>
              <a:t>This will cause the program to be exited immediately if the file cannot be opened.</a:t>
            </a:r>
          </a:p>
          <a:p>
            <a:pPr marL="0" indent="0">
              <a:buNone/>
            </a:pPr>
            <a:r>
              <a:rPr lang="en-US"/>
              <a:t>The </a:t>
            </a:r>
            <a:r>
              <a:rPr lang="en-US" err="1"/>
              <a:t>fclose</a:t>
            </a:r>
            <a:r>
              <a:rPr lang="en-US"/>
              <a:t>() function is used to disassociate a file from a stream and free the stream for use again.</a:t>
            </a:r>
          </a:p>
          <a:p>
            <a:pPr marL="0" indent="0">
              <a:buNone/>
            </a:pPr>
            <a:endParaRPr lang="en-US"/>
          </a:p>
          <a:p>
            <a:pPr marL="0" indent="0">
              <a:buNone/>
            </a:pPr>
            <a:r>
              <a:rPr lang="en-US"/>
              <a:t>		</a:t>
            </a:r>
            <a:r>
              <a:rPr lang="en-US" err="1"/>
              <a:t>fclose</a:t>
            </a:r>
            <a:r>
              <a:rPr lang="en-US"/>
              <a:t>( </a:t>
            </a:r>
            <a:r>
              <a:rPr lang="en-US" err="1"/>
              <a:t>fp</a:t>
            </a:r>
            <a:r>
              <a:rPr lang="en-US"/>
              <a:t> ) ;</a:t>
            </a:r>
          </a:p>
          <a:p>
            <a:pPr marL="0" indent="0">
              <a:buNone/>
            </a:pPr>
            <a:endParaRPr lang="en-US"/>
          </a:p>
          <a:p>
            <a:pPr marL="0" indent="0">
              <a:buNone/>
            </a:pPr>
            <a:r>
              <a:rPr lang="en-US" err="1"/>
              <a:t>fclose</a:t>
            </a:r>
            <a:r>
              <a:rPr lang="en-US"/>
              <a:t>() will automatically flush any data remaining in the data buffers to the file. </a:t>
            </a:r>
          </a:p>
          <a:p>
            <a:pPr marL="0" indent="0">
              <a:buNone/>
            </a:pPr>
            <a:endParaRPr lang="en-US"/>
          </a:p>
        </p:txBody>
      </p:sp>
    </p:spTree>
    <p:extLst>
      <p:ext uri="{BB962C8B-B14F-4D97-AF65-F5344CB8AC3E}">
        <p14:creationId xmlns:p14="http://schemas.microsoft.com/office/powerpoint/2010/main" val="335683468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Reading &amp; Writing Characters</a:t>
            </a:r>
            <a:endParaRPr lang="en-US"/>
          </a:p>
        </p:txBody>
      </p:sp>
      <p:sp>
        <p:nvSpPr>
          <p:cNvPr id="3" name="Content Placeholder 2"/>
          <p:cNvSpPr>
            <a:spLocks noGrp="1"/>
          </p:cNvSpPr>
          <p:nvPr>
            <p:ph idx="1"/>
          </p:nvPr>
        </p:nvSpPr>
        <p:spPr>
          <a:xfrm>
            <a:off x="654341" y="1342239"/>
            <a:ext cx="10699459" cy="4834724"/>
          </a:xfrm>
        </p:spPr>
        <p:txBody>
          <a:bodyPr/>
          <a:lstStyle/>
          <a:p>
            <a:pPr marL="0" indent="0">
              <a:buNone/>
            </a:pPr>
            <a:r>
              <a:rPr lang="en-US"/>
              <a:t>Once a file pointer has been linked to a file we can write characters to it using the </a:t>
            </a:r>
            <a:r>
              <a:rPr lang="en-US" err="1"/>
              <a:t>fputc</a:t>
            </a:r>
            <a:r>
              <a:rPr lang="en-US"/>
              <a:t>() function.</a:t>
            </a:r>
          </a:p>
          <a:p>
            <a:pPr marL="0" indent="0">
              <a:buNone/>
            </a:pPr>
            <a:r>
              <a:rPr lang="en-US"/>
              <a:t>		</a:t>
            </a:r>
            <a:r>
              <a:rPr lang="en-US" err="1"/>
              <a:t>fputc</a:t>
            </a:r>
            <a:r>
              <a:rPr lang="en-US"/>
              <a:t>(  </a:t>
            </a:r>
            <a:r>
              <a:rPr lang="en-US" err="1"/>
              <a:t>ch</a:t>
            </a:r>
            <a:r>
              <a:rPr lang="en-US"/>
              <a:t>,  </a:t>
            </a:r>
            <a:r>
              <a:rPr lang="en-US" err="1"/>
              <a:t>fp</a:t>
            </a:r>
            <a:r>
              <a:rPr lang="en-US"/>
              <a:t> ) ;</a:t>
            </a:r>
          </a:p>
          <a:p>
            <a:pPr marL="0" indent="0">
              <a:buNone/>
            </a:pPr>
            <a:r>
              <a:rPr lang="en-US"/>
              <a:t>If successful the function returns the character written otherwise EOF. Characters may be read from a file using the </a:t>
            </a:r>
            <a:r>
              <a:rPr lang="en-US" err="1"/>
              <a:t>fgetc</a:t>
            </a:r>
            <a:r>
              <a:rPr lang="en-US"/>
              <a:t>() standard library function.</a:t>
            </a:r>
          </a:p>
          <a:p>
            <a:pPr marL="0" indent="0">
              <a:buNone/>
            </a:pPr>
            <a:r>
              <a:rPr lang="en-US"/>
              <a:t>		</a:t>
            </a:r>
            <a:r>
              <a:rPr lang="en-US" err="1"/>
              <a:t>ch</a:t>
            </a:r>
            <a:r>
              <a:rPr lang="en-US"/>
              <a:t> =  </a:t>
            </a:r>
            <a:r>
              <a:rPr lang="en-US" err="1"/>
              <a:t>fgetc</a:t>
            </a:r>
            <a:r>
              <a:rPr lang="en-US"/>
              <a:t>( </a:t>
            </a:r>
            <a:r>
              <a:rPr lang="en-US" err="1"/>
              <a:t>fp</a:t>
            </a:r>
            <a:r>
              <a:rPr lang="en-US"/>
              <a:t> ) ;</a:t>
            </a:r>
          </a:p>
          <a:p>
            <a:pPr marL="0" indent="0">
              <a:buNone/>
            </a:pPr>
            <a:r>
              <a:rPr lang="en-US"/>
              <a:t>When EOF is reached in the file </a:t>
            </a:r>
            <a:r>
              <a:rPr lang="en-US" err="1"/>
              <a:t>fgetc</a:t>
            </a:r>
            <a:r>
              <a:rPr lang="en-US"/>
              <a:t>( ) returns the EOF character which informs us to stop reading as there is nothing more left in the file.</a:t>
            </a:r>
          </a:p>
          <a:p>
            <a:pPr marL="0" indent="0">
              <a:buNone/>
            </a:pPr>
            <a:endParaRPr lang="en-US"/>
          </a:p>
          <a:p>
            <a:pPr marL="0" indent="0">
              <a:buNone/>
            </a:pPr>
            <a:endParaRPr lang="en-US"/>
          </a:p>
        </p:txBody>
      </p:sp>
    </p:spTree>
    <p:extLst>
      <p:ext uri="{BB962C8B-B14F-4D97-AF65-F5344CB8AC3E}">
        <p14:creationId xmlns:p14="http://schemas.microsoft.com/office/powerpoint/2010/main" val="311168101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44225"/>
          </a:xfrm>
        </p:spPr>
        <p:txBody>
          <a:bodyPr>
            <a:normAutofit/>
          </a:bodyPr>
          <a:lstStyle/>
          <a:p>
            <a:r>
              <a:rPr lang="en-US" sz="4000" b="1"/>
              <a:t>For Example :- Program to copy a file byte by byte</a:t>
            </a:r>
            <a:endParaRPr lang="en-US" sz="4000"/>
          </a:p>
        </p:txBody>
      </p:sp>
      <p:sp>
        <p:nvSpPr>
          <p:cNvPr id="3" name="Content Placeholder 2"/>
          <p:cNvSpPr>
            <a:spLocks noGrp="1"/>
          </p:cNvSpPr>
          <p:nvPr>
            <p:ph idx="1"/>
          </p:nvPr>
        </p:nvSpPr>
        <p:spPr>
          <a:xfrm>
            <a:off x="654341" y="1342239"/>
            <a:ext cx="10699459" cy="4834724"/>
          </a:xfrm>
        </p:spPr>
        <p:txBody>
          <a:bodyPr/>
          <a:lstStyle/>
          <a:p>
            <a:pPr marL="0" indent="0">
              <a:buNone/>
            </a:pPr>
            <a:r>
              <a:rPr lang="fr-FR"/>
              <a:t>#</a:t>
            </a:r>
            <a:r>
              <a:rPr lang="fr-FR" err="1"/>
              <a:t>include</a:t>
            </a:r>
            <a:r>
              <a:rPr lang="fr-FR"/>
              <a:t>  &lt;</a:t>
            </a:r>
            <a:r>
              <a:rPr lang="fr-FR" err="1"/>
              <a:t>stdio.h</a:t>
            </a:r>
            <a:r>
              <a:rPr lang="fr-FR"/>
              <a:t>&gt;</a:t>
            </a:r>
          </a:p>
          <a:p>
            <a:pPr marL="0" indent="0">
              <a:buNone/>
            </a:pPr>
            <a:r>
              <a:rPr lang="fr-FR"/>
              <a:t>	</a:t>
            </a:r>
            <a:r>
              <a:rPr lang="fr-FR" err="1"/>
              <a:t>void</a:t>
            </a:r>
            <a:r>
              <a:rPr lang="fr-FR"/>
              <a:t> main() </a:t>
            </a:r>
          </a:p>
          <a:p>
            <a:pPr marL="0" indent="0">
              <a:buNone/>
            </a:pPr>
            <a:r>
              <a:rPr lang="fr-FR"/>
              <a:t>	{</a:t>
            </a:r>
          </a:p>
          <a:p>
            <a:pPr marL="0" indent="0">
              <a:buNone/>
            </a:pPr>
            <a:r>
              <a:rPr lang="fr-FR"/>
              <a:t>	FILE *fin, *fout ;</a:t>
            </a:r>
          </a:p>
          <a:p>
            <a:pPr marL="0" indent="0">
              <a:buNone/>
            </a:pPr>
            <a:r>
              <a:rPr lang="fr-FR"/>
              <a:t>	char </a:t>
            </a:r>
            <a:r>
              <a:rPr lang="fr-FR" err="1"/>
              <a:t>dest</a:t>
            </a:r>
            <a:r>
              <a:rPr lang="fr-FR"/>
              <a:t>[30], source[30], </a:t>
            </a:r>
            <a:r>
              <a:rPr lang="fr-FR" err="1"/>
              <a:t>ch</a:t>
            </a:r>
            <a:r>
              <a:rPr lang="fr-FR"/>
              <a:t> ;</a:t>
            </a:r>
          </a:p>
          <a:p>
            <a:pPr marL="0" indent="0">
              <a:buNone/>
            </a:pPr>
            <a:r>
              <a:rPr lang="fr-FR"/>
              <a:t>	</a:t>
            </a:r>
            <a:r>
              <a:rPr lang="fr-FR" err="1"/>
              <a:t>puts</a:t>
            </a:r>
            <a:r>
              <a:rPr lang="fr-FR"/>
              <a:t>( "Enter source file </a:t>
            </a:r>
            <a:r>
              <a:rPr lang="fr-FR" err="1"/>
              <a:t>name</a:t>
            </a:r>
            <a:r>
              <a:rPr lang="fr-FR"/>
              <a:t>" );</a:t>
            </a:r>
          </a:p>
          <a:p>
            <a:pPr marL="0" indent="0">
              <a:buNone/>
            </a:pPr>
            <a:r>
              <a:rPr lang="fr-FR"/>
              <a:t>	</a:t>
            </a:r>
            <a:r>
              <a:rPr lang="fr-FR" err="1"/>
              <a:t>gets</a:t>
            </a:r>
            <a:r>
              <a:rPr lang="fr-FR"/>
              <a:t>( source );</a:t>
            </a:r>
          </a:p>
          <a:p>
            <a:pPr marL="0" indent="0">
              <a:buNone/>
            </a:pPr>
            <a:r>
              <a:rPr lang="fr-FR"/>
              <a:t>	</a:t>
            </a:r>
            <a:r>
              <a:rPr lang="fr-FR" err="1"/>
              <a:t>puts</a:t>
            </a:r>
            <a:r>
              <a:rPr lang="fr-FR"/>
              <a:t>( "Enter destination file </a:t>
            </a:r>
            <a:r>
              <a:rPr lang="fr-FR" err="1"/>
              <a:t>name</a:t>
            </a:r>
            <a:r>
              <a:rPr lang="fr-FR"/>
              <a:t>" );</a:t>
            </a:r>
          </a:p>
          <a:p>
            <a:pPr marL="0" indent="0">
              <a:buNone/>
            </a:pPr>
            <a:r>
              <a:rPr lang="fr-FR"/>
              <a:t>	</a:t>
            </a:r>
            <a:r>
              <a:rPr lang="fr-FR" err="1"/>
              <a:t>gets</a:t>
            </a:r>
            <a:r>
              <a:rPr lang="fr-FR"/>
              <a:t>( </a:t>
            </a:r>
            <a:r>
              <a:rPr lang="fr-FR" err="1"/>
              <a:t>dest</a:t>
            </a:r>
            <a:r>
              <a:rPr lang="fr-FR"/>
              <a:t> ) ;</a:t>
            </a:r>
            <a:endParaRPr lang="en-US"/>
          </a:p>
          <a:p>
            <a:pPr marL="0" indent="0">
              <a:buNone/>
            </a:pPr>
            <a:endParaRPr lang="en-US"/>
          </a:p>
        </p:txBody>
      </p:sp>
    </p:spTree>
    <p:extLst>
      <p:ext uri="{BB962C8B-B14F-4D97-AF65-F5344CB8AC3E}">
        <p14:creationId xmlns:p14="http://schemas.microsoft.com/office/powerpoint/2010/main" val="206992487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44225"/>
          </a:xfrm>
        </p:spPr>
        <p:txBody>
          <a:bodyPr>
            <a:normAutofit/>
          </a:bodyPr>
          <a:lstStyle/>
          <a:p>
            <a:r>
              <a:rPr lang="en-US" sz="4000" b="1"/>
              <a:t>For Example :- Program to copy a file byte by byte</a:t>
            </a:r>
            <a:endParaRPr lang="en-US" sz="4000"/>
          </a:p>
        </p:txBody>
      </p:sp>
      <p:sp>
        <p:nvSpPr>
          <p:cNvPr id="3" name="Content Placeholder 2"/>
          <p:cNvSpPr>
            <a:spLocks noGrp="1"/>
          </p:cNvSpPr>
          <p:nvPr>
            <p:ph idx="1"/>
          </p:nvPr>
        </p:nvSpPr>
        <p:spPr>
          <a:xfrm>
            <a:off x="654341" y="1342239"/>
            <a:ext cx="10699459" cy="4834724"/>
          </a:xfrm>
        </p:spPr>
        <p:txBody>
          <a:bodyPr>
            <a:normAutofit fontScale="85000" lnSpcReduction="20000"/>
          </a:bodyPr>
          <a:lstStyle/>
          <a:p>
            <a:pPr marL="0" indent="0">
              <a:buNone/>
            </a:pPr>
            <a:r>
              <a:rPr lang="en-US"/>
              <a:t>if ( ( fin = </a:t>
            </a:r>
            <a:r>
              <a:rPr lang="en-US" err="1"/>
              <a:t>fopen</a:t>
            </a:r>
            <a:r>
              <a:rPr lang="en-US"/>
              <a:t>( source, "</a:t>
            </a:r>
            <a:r>
              <a:rPr lang="en-US" err="1"/>
              <a:t>rb</a:t>
            </a:r>
            <a:r>
              <a:rPr lang="en-US"/>
              <a:t>" ) )  == NULL )		// open as binary as we don’t</a:t>
            </a:r>
          </a:p>
          <a:p>
            <a:pPr marL="0" indent="0">
              <a:buNone/>
            </a:pPr>
            <a:r>
              <a:rPr lang="en-US"/>
              <a:t>		{						// know what is in file</a:t>
            </a:r>
          </a:p>
          <a:p>
            <a:pPr marL="0" indent="0">
              <a:buNone/>
            </a:pPr>
            <a:r>
              <a:rPr lang="en-US"/>
              <a:t>		puts( "Cannot open input file ") ;</a:t>
            </a:r>
          </a:p>
          <a:p>
            <a:pPr marL="0" indent="0">
              <a:buNone/>
            </a:pPr>
            <a:r>
              <a:rPr lang="en-US"/>
              <a:t>		puts( source ) ;</a:t>
            </a:r>
          </a:p>
          <a:p>
            <a:pPr marL="0" indent="0">
              <a:buNone/>
            </a:pPr>
            <a:r>
              <a:rPr lang="en-US"/>
              <a:t>		exit( 1 ) ;</a:t>
            </a:r>
          </a:p>
          <a:p>
            <a:pPr marL="0" indent="0">
              <a:buNone/>
            </a:pPr>
            <a:r>
              <a:rPr lang="en-US"/>
              <a:t>		}</a:t>
            </a:r>
          </a:p>
          <a:p>
            <a:pPr marL="0" indent="0">
              <a:buNone/>
            </a:pPr>
            <a:r>
              <a:rPr lang="en-US"/>
              <a:t>	if ( ( </a:t>
            </a:r>
            <a:r>
              <a:rPr lang="en-US" err="1"/>
              <a:t>fout</a:t>
            </a:r>
            <a:r>
              <a:rPr lang="en-US"/>
              <a:t> = </a:t>
            </a:r>
            <a:r>
              <a:rPr lang="en-US" err="1"/>
              <a:t>fopen</a:t>
            </a:r>
            <a:r>
              <a:rPr lang="en-US"/>
              <a:t>( </a:t>
            </a:r>
            <a:r>
              <a:rPr lang="en-US" err="1"/>
              <a:t>dest</a:t>
            </a:r>
            <a:r>
              <a:rPr lang="en-US"/>
              <a:t>, "</a:t>
            </a:r>
            <a:r>
              <a:rPr lang="en-US" err="1"/>
              <a:t>wb</a:t>
            </a:r>
            <a:r>
              <a:rPr lang="en-US"/>
              <a:t>" ) )  == NULL )</a:t>
            </a:r>
          </a:p>
          <a:p>
            <a:pPr marL="0" indent="0">
              <a:buNone/>
            </a:pPr>
            <a:r>
              <a:rPr lang="en-US"/>
              <a:t>		{</a:t>
            </a:r>
          </a:p>
          <a:p>
            <a:pPr marL="0" indent="0">
              <a:buNone/>
            </a:pPr>
            <a:r>
              <a:rPr lang="en-US"/>
              <a:t>		puts( "Cannot open output file ") ;</a:t>
            </a:r>
          </a:p>
          <a:p>
            <a:pPr marL="0" indent="0">
              <a:buNone/>
            </a:pPr>
            <a:r>
              <a:rPr lang="en-US"/>
              <a:t>		puts( </a:t>
            </a:r>
            <a:r>
              <a:rPr lang="en-US" err="1"/>
              <a:t>dest</a:t>
            </a:r>
            <a:r>
              <a:rPr lang="en-US"/>
              <a:t> ) ;</a:t>
            </a:r>
          </a:p>
          <a:p>
            <a:pPr marL="0" indent="0">
              <a:buNone/>
            </a:pPr>
            <a:r>
              <a:rPr lang="en-US"/>
              <a:t>		exit( 1 ) ;</a:t>
            </a:r>
          </a:p>
          <a:p>
            <a:pPr marL="0" indent="0">
              <a:buNone/>
            </a:pPr>
            <a:r>
              <a:rPr lang="en-US"/>
              <a:t>		}</a:t>
            </a:r>
          </a:p>
        </p:txBody>
      </p:sp>
    </p:spTree>
    <p:extLst>
      <p:ext uri="{BB962C8B-B14F-4D97-AF65-F5344CB8AC3E}">
        <p14:creationId xmlns:p14="http://schemas.microsoft.com/office/powerpoint/2010/main" val="188241291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44225"/>
          </a:xfrm>
        </p:spPr>
        <p:txBody>
          <a:bodyPr>
            <a:normAutofit/>
          </a:bodyPr>
          <a:lstStyle/>
          <a:p>
            <a:r>
              <a:rPr lang="en-US" sz="4000" b="1"/>
              <a:t>For Example :- Program to copy a file byte by byte</a:t>
            </a:r>
            <a:endParaRPr lang="en-US" sz="4000"/>
          </a:p>
        </p:txBody>
      </p:sp>
      <p:sp>
        <p:nvSpPr>
          <p:cNvPr id="3" name="Content Placeholder 2"/>
          <p:cNvSpPr>
            <a:spLocks noGrp="1"/>
          </p:cNvSpPr>
          <p:nvPr>
            <p:ph idx="1"/>
          </p:nvPr>
        </p:nvSpPr>
        <p:spPr>
          <a:xfrm>
            <a:off x="654341" y="1342239"/>
            <a:ext cx="10699459" cy="4834724"/>
          </a:xfrm>
        </p:spPr>
        <p:txBody>
          <a:bodyPr>
            <a:normAutofit/>
          </a:bodyPr>
          <a:lstStyle/>
          <a:p>
            <a:pPr marL="0" indent="0">
              <a:buNone/>
            </a:pPr>
            <a:r>
              <a:rPr lang="en-US"/>
              <a:t>while ( ( </a:t>
            </a:r>
            <a:r>
              <a:rPr lang="en-US" err="1"/>
              <a:t>ch</a:t>
            </a:r>
            <a:r>
              <a:rPr lang="en-US"/>
              <a:t> = </a:t>
            </a:r>
            <a:r>
              <a:rPr lang="en-US" err="1"/>
              <a:t>fgetc</a:t>
            </a:r>
            <a:r>
              <a:rPr lang="en-US"/>
              <a:t>( fin ) )  !=  EOF  )</a:t>
            </a:r>
          </a:p>
          <a:p>
            <a:pPr marL="0" indent="0">
              <a:buNone/>
            </a:pPr>
            <a:r>
              <a:rPr lang="en-US"/>
              <a:t>		</a:t>
            </a:r>
            <a:r>
              <a:rPr lang="en-US" err="1"/>
              <a:t>fputc</a:t>
            </a:r>
            <a:r>
              <a:rPr lang="en-US"/>
              <a:t>( </a:t>
            </a:r>
            <a:r>
              <a:rPr lang="en-US" err="1"/>
              <a:t>ch</a:t>
            </a:r>
            <a:r>
              <a:rPr lang="en-US"/>
              <a:t> , </a:t>
            </a:r>
            <a:r>
              <a:rPr lang="en-US" err="1"/>
              <a:t>fout</a:t>
            </a:r>
            <a:r>
              <a:rPr lang="en-US"/>
              <a:t> ) ;</a:t>
            </a:r>
          </a:p>
          <a:p>
            <a:pPr marL="0" indent="0">
              <a:buNone/>
            </a:pPr>
            <a:r>
              <a:rPr lang="en-US"/>
              <a:t>	</a:t>
            </a:r>
            <a:r>
              <a:rPr lang="en-US" err="1"/>
              <a:t>fclose</a:t>
            </a:r>
            <a:r>
              <a:rPr lang="en-US"/>
              <a:t>( fin ) ;</a:t>
            </a:r>
          </a:p>
          <a:p>
            <a:pPr marL="0" indent="0">
              <a:buNone/>
            </a:pPr>
            <a:r>
              <a:rPr lang="en-US"/>
              <a:t>	</a:t>
            </a:r>
            <a:r>
              <a:rPr lang="en-US" err="1"/>
              <a:t>fclose</a:t>
            </a:r>
            <a:r>
              <a:rPr lang="en-US"/>
              <a:t>( </a:t>
            </a:r>
            <a:r>
              <a:rPr lang="en-US" err="1"/>
              <a:t>fout</a:t>
            </a:r>
            <a:r>
              <a:rPr lang="en-US"/>
              <a:t> ) ;</a:t>
            </a:r>
          </a:p>
          <a:p>
            <a:pPr marL="0" indent="0">
              <a:buNone/>
            </a:pPr>
            <a:r>
              <a:rPr lang="en-US"/>
              <a:t>	}</a:t>
            </a:r>
          </a:p>
          <a:p>
            <a:pPr marL="0" indent="0">
              <a:buNone/>
            </a:pPr>
            <a:endParaRPr lang="en-US"/>
          </a:p>
        </p:txBody>
      </p:sp>
    </p:spTree>
    <p:extLst>
      <p:ext uri="{BB962C8B-B14F-4D97-AF65-F5344CB8AC3E}">
        <p14:creationId xmlns:p14="http://schemas.microsoft.com/office/powerpoint/2010/main" val="291329216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Working with strings of text</a:t>
            </a:r>
          </a:p>
        </p:txBody>
      </p:sp>
      <p:sp>
        <p:nvSpPr>
          <p:cNvPr id="3" name="Content Placeholder 2"/>
          <p:cNvSpPr>
            <a:spLocks noGrp="1"/>
          </p:cNvSpPr>
          <p:nvPr>
            <p:ph idx="1"/>
          </p:nvPr>
        </p:nvSpPr>
        <p:spPr>
          <a:xfrm>
            <a:off x="838199" y="1825625"/>
            <a:ext cx="11258725" cy="4351338"/>
          </a:xfrm>
        </p:spPr>
        <p:txBody>
          <a:bodyPr>
            <a:normAutofit fontScale="70000" lnSpcReduction="20000"/>
          </a:bodyPr>
          <a:lstStyle/>
          <a:p>
            <a:pPr marL="0" indent="0">
              <a:buNone/>
            </a:pPr>
            <a:r>
              <a:rPr lang="en-US"/>
              <a:t>This is quite similar to working with characters except that we use the functions </a:t>
            </a:r>
            <a:r>
              <a:rPr lang="en-US" err="1"/>
              <a:t>fgets</a:t>
            </a:r>
            <a:r>
              <a:rPr lang="en-US"/>
              <a:t>() and </a:t>
            </a:r>
            <a:r>
              <a:rPr lang="en-US" err="1"/>
              <a:t>fputs</a:t>
            </a:r>
            <a:r>
              <a:rPr lang="en-US"/>
              <a:t>() whose prototypes are as follows :-</a:t>
            </a:r>
          </a:p>
          <a:p>
            <a:pPr marL="0" indent="0">
              <a:buNone/>
            </a:pPr>
            <a:r>
              <a:rPr lang="en-US"/>
              <a:t>	</a:t>
            </a:r>
            <a:r>
              <a:rPr lang="en-US" b="1" err="1"/>
              <a:t>int</a:t>
            </a:r>
            <a:r>
              <a:rPr lang="en-US" b="1"/>
              <a:t> </a:t>
            </a:r>
            <a:r>
              <a:rPr lang="en-US" b="1" err="1"/>
              <a:t>fputs</a:t>
            </a:r>
            <a:r>
              <a:rPr lang="en-US" b="1"/>
              <a:t>( </a:t>
            </a:r>
            <a:r>
              <a:rPr lang="en-US" b="1" err="1"/>
              <a:t>const</a:t>
            </a:r>
            <a:r>
              <a:rPr lang="en-US" b="1"/>
              <a:t> char *</a:t>
            </a:r>
            <a:r>
              <a:rPr lang="en-US" b="1" err="1"/>
              <a:t>str</a:t>
            </a:r>
            <a:r>
              <a:rPr lang="en-US" b="1"/>
              <a:t>, FILE *</a:t>
            </a:r>
            <a:r>
              <a:rPr lang="en-US" b="1" err="1"/>
              <a:t>fp</a:t>
            </a:r>
            <a:r>
              <a:rPr lang="en-US" b="1"/>
              <a:t> ) ;</a:t>
            </a:r>
          </a:p>
          <a:p>
            <a:pPr marL="0" indent="0">
              <a:buNone/>
            </a:pPr>
            <a:r>
              <a:rPr lang="en-US" b="1"/>
              <a:t>	char *</a:t>
            </a:r>
            <a:r>
              <a:rPr lang="en-US" b="1" err="1"/>
              <a:t>fgets</a:t>
            </a:r>
            <a:r>
              <a:rPr lang="en-US" b="1"/>
              <a:t>( char *</a:t>
            </a:r>
            <a:r>
              <a:rPr lang="en-US" b="1" err="1"/>
              <a:t>str</a:t>
            </a:r>
            <a:r>
              <a:rPr lang="en-US" b="1"/>
              <a:t>, </a:t>
            </a:r>
            <a:r>
              <a:rPr lang="en-US" b="1" err="1"/>
              <a:t>int</a:t>
            </a:r>
            <a:r>
              <a:rPr lang="en-US" b="1"/>
              <a:t> </a:t>
            </a:r>
            <a:r>
              <a:rPr lang="en-US" b="1" err="1"/>
              <a:t>maxlen</a:t>
            </a:r>
            <a:r>
              <a:rPr lang="en-US" b="1"/>
              <a:t>, FILE *</a:t>
            </a:r>
            <a:r>
              <a:rPr lang="en-US" b="1" err="1"/>
              <a:t>fp</a:t>
            </a:r>
            <a:r>
              <a:rPr lang="en-US" b="1"/>
              <a:t> ) ;</a:t>
            </a:r>
          </a:p>
          <a:p>
            <a:pPr marL="0" indent="0">
              <a:buNone/>
            </a:pPr>
            <a:r>
              <a:rPr lang="en-US"/>
              <a:t>For Example : Program to read lines of text from the keyboard, write them to a file and then read them back again.</a:t>
            </a:r>
          </a:p>
          <a:p>
            <a:pPr marL="0" indent="0">
              <a:buNone/>
            </a:pPr>
            <a:r>
              <a:rPr lang="en-US"/>
              <a:t>	#include &lt;</a:t>
            </a:r>
            <a:r>
              <a:rPr lang="en-US" err="1"/>
              <a:t>stdio.h</a:t>
            </a:r>
            <a:r>
              <a:rPr lang="en-US"/>
              <a:t>&gt;</a:t>
            </a:r>
          </a:p>
          <a:p>
            <a:pPr marL="0" indent="0">
              <a:buNone/>
            </a:pPr>
            <a:r>
              <a:rPr lang="en-US"/>
              <a:t>	void main()</a:t>
            </a:r>
          </a:p>
          <a:p>
            <a:pPr marL="0" indent="0">
              <a:buNone/>
            </a:pPr>
            <a:r>
              <a:rPr lang="en-US"/>
              <a:t>	{</a:t>
            </a:r>
          </a:p>
          <a:p>
            <a:pPr marL="0" indent="0">
              <a:buNone/>
            </a:pPr>
            <a:r>
              <a:rPr lang="en-US"/>
              <a:t>	char file[80], string[80] ;</a:t>
            </a:r>
          </a:p>
          <a:p>
            <a:pPr marL="0" indent="0">
              <a:buNone/>
            </a:pPr>
            <a:r>
              <a:rPr lang="en-US"/>
              <a:t>	FILE *</a:t>
            </a:r>
            <a:r>
              <a:rPr lang="en-US" err="1"/>
              <a:t>fp</a:t>
            </a:r>
            <a:r>
              <a:rPr lang="en-US"/>
              <a:t> ;</a:t>
            </a:r>
          </a:p>
          <a:p>
            <a:pPr marL="0" indent="0">
              <a:buNone/>
            </a:pPr>
            <a:r>
              <a:rPr lang="en-US"/>
              <a:t>	</a:t>
            </a:r>
            <a:r>
              <a:rPr lang="en-US" err="1"/>
              <a:t>printf</a:t>
            </a:r>
            <a:r>
              <a:rPr lang="en-US"/>
              <a:t>( "Enter file Name : " );</a:t>
            </a:r>
          </a:p>
          <a:p>
            <a:pPr marL="0" indent="0">
              <a:buNone/>
            </a:pPr>
            <a:r>
              <a:rPr lang="en-US"/>
              <a:t>	gets( file );</a:t>
            </a:r>
          </a:p>
        </p:txBody>
      </p:sp>
    </p:spTree>
    <p:extLst>
      <p:ext uri="{BB962C8B-B14F-4D97-AF65-F5344CB8AC3E}">
        <p14:creationId xmlns:p14="http://schemas.microsoft.com/office/powerpoint/2010/main" val="67561992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Working with strings of text</a:t>
            </a:r>
          </a:p>
        </p:txBody>
      </p:sp>
      <p:sp>
        <p:nvSpPr>
          <p:cNvPr id="3" name="Content Placeholder 2"/>
          <p:cNvSpPr>
            <a:spLocks noGrp="1"/>
          </p:cNvSpPr>
          <p:nvPr>
            <p:ph idx="1"/>
          </p:nvPr>
        </p:nvSpPr>
        <p:spPr>
          <a:xfrm>
            <a:off x="838199" y="1825625"/>
            <a:ext cx="11258725" cy="4351338"/>
          </a:xfrm>
        </p:spPr>
        <p:txBody>
          <a:bodyPr>
            <a:normAutofit fontScale="77500" lnSpcReduction="20000"/>
          </a:bodyPr>
          <a:lstStyle/>
          <a:p>
            <a:pPr marL="0" indent="0">
              <a:buNone/>
            </a:pPr>
            <a:r>
              <a:rPr lang="en-US"/>
              <a:t>if ( ( </a:t>
            </a:r>
            <a:r>
              <a:rPr lang="en-US" err="1"/>
              <a:t>fp</a:t>
            </a:r>
            <a:r>
              <a:rPr lang="en-US"/>
              <a:t> = </a:t>
            </a:r>
            <a:r>
              <a:rPr lang="en-US" err="1"/>
              <a:t>fopen</a:t>
            </a:r>
            <a:r>
              <a:rPr lang="en-US"/>
              <a:t>( file, "w" ) )  == NULL )		// open for writing</a:t>
            </a:r>
          </a:p>
          <a:p>
            <a:pPr marL="0" indent="0">
              <a:buNone/>
            </a:pPr>
            <a:r>
              <a:rPr lang="en-US"/>
              <a:t>		{</a:t>
            </a:r>
          </a:p>
          <a:p>
            <a:pPr marL="0" indent="0">
              <a:buNone/>
            </a:pPr>
            <a:r>
              <a:rPr lang="en-US"/>
              <a:t>		</a:t>
            </a:r>
            <a:r>
              <a:rPr lang="en-US" err="1"/>
              <a:t>printf</a:t>
            </a:r>
            <a:r>
              <a:rPr lang="en-US"/>
              <a:t>( "Cannot open file %s", file ) ;</a:t>
            </a:r>
          </a:p>
          <a:p>
            <a:pPr marL="0" indent="0">
              <a:buNone/>
            </a:pPr>
            <a:r>
              <a:rPr lang="en-US"/>
              <a:t>		exit( 1 ) ;</a:t>
            </a:r>
          </a:p>
          <a:p>
            <a:pPr marL="0" indent="0">
              <a:buNone/>
            </a:pPr>
            <a:r>
              <a:rPr lang="en-US"/>
              <a:t>		}</a:t>
            </a:r>
          </a:p>
          <a:p>
            <a:pPr marL="0" indent="0">
              <a:buNone/>
            </a:pPr>
            <a:r>
              <a:rPr lang="en-US"/>
              <a:t>	while ( </a:t>
            </a:r>
            <a:r>
              <a:rPr lang="en-US" err="1"/>
              <a:t>strlen</a:t>
            </a:r>
            <a:r>
              <a:rPr lang="en-US"/>
              <a:t> ( gets( </a:t>
            </a:r>
            <a:r>
              <a:rPr lang="en-US" err="1"/>
              <a:t>str</a:t>
            </a:r>
            <a:r>
              <a:rPr lang="en-US"/>
              <a:t> ) ) &gt; 0 )</a:t>
            </a:r>
          </a:p>
          <a:p>
            <a:pPr marL="0" indent="0">
              <a:buNone/>
            </a:pPr>
            <a:r>
              <a:rPr lang="en-US"/>
              <a:t>		{</a:t>
            </a:r>
          </a:p>
          <a:p>
            <a:pPr marL="0" indent="0">
              <a:buNone/>
            </a:pPr>
            <a:r>
              <a:rPr lang="en-US"/>
              <a:t>		</a:t>
            </a:r>
            <a:r>
              <a:rPr lang="en-US" err="1"/>
              <a:t>fputs</a:t>
            </a:r>
            <a:r>
              <a:rPr lang="en-US"/>
              <a:t>( </a:t>
            </a:r>
            <a:r>
              <a:rPr lang="en-US" err="1"/>
              <a:t>str</a:t>
            </a:r>
            <a:r>
              <a:rPr lang="en-US"/>
              <a:t>, </a:t>
            </a:r>
            <a:r>
              <a:rPr lang="en-US" err="1"/>
              <a:t>fp</a:t>
            </a:r>
            <a:r>
              <a:rPr lang="en-US"/>
              <a:t> ) ;</a:t>
            </a:r>
          </a:p>
          <a:p>
            <a:pPr marL="0" indent="0">
              <a:buNone/>
            </a:pPr>
            <a:r>
              <a:rPr lang="en-US"/>
              <a:t>		</a:t>
            </a:r>
            <a:r>
              <a:rPr lang="en-US" err="1"/>
              <a:t>fputc</a:t>
            </a:r>
            <a:r>
              <a:rPr lang="en-US"/>
              <a:t>( '\n', </a:t>
            </a:r>
            <a:r>
              <a:rPr lang="en-US" err="1"/>
              <a:t>fp</a:t>
            </a:r>
            <a:r>
              <a:rPr lang="en-US"/>
              <a:t> ) ;      /* must append \n for readability -- not stored by gets() */</a:t>
            </a:r>
          </a:p>
          <a:p>
            <a:pPr marL="0" indent="0">
              <a:buNone/>
            </a:pPr>
            <a:r>
              <a:rPr lang="en-US"/>
              <a:t>		}</a:t>
            </a:r>
          </a:p>
          <a:p>
            <a:pPr marL="0" indent="0">
              <a:buNone/>
            </a:pPr>
            <a:r>
              <a:rPr lang="en-US"/>
              <a:t>	</a:t>
            </a:r>
            <a:r>
              <a:rPr lang="en-US" err="1"/>
              <a:t>fclose</a:t>
            </a:r>
            <a:r>
              <a:rPr lang="en-US"/>
              <a:t>( </a:t>
            </a:r>
            <a:r>
              <a:rPr lang="en-US" err="1"/>
              <a:t>fp</a:t>
            </a:r>
            <a:r>
              <a:rPr lang="en-US"/>
              <a:t> ) ;</a:t>
            </a:r>
          </a:p>
        </p:txBody>
      </p:sp>
    </p:spTree>
    <p:extLst>
      <p:ext uri="{BB962C8B-B14F-4D97-AF65-F5344CB8AC3E}">
        <p14:creationId xmlns:p14="http://schemas.microsoft.com/office/powerpoint/2010/main" val="48263676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Working with strings of text</a:t>
            </a:r>
          </a:p>
        </p:txBody>
      </p:sp>
      <p:sp>
        <p:nvSpPr>
          <p:cNvPr id="3" name="Content Placeholder 2"/>
          <p:cNvSpPr>
            <a:spLocks noGrp="1"/>
          </p:cNvSpPr>
          <p:nvPr>
            <p:ph idx="1"/>
          </p:nvPr>
        </p:nvSpPr>
        <p:spPr>
          <a:xfrm>
            <a:off x="838199" y="1825625"/>
            <a:ext cx="11258725" cy="4351338"/>
          </a:xfrm>
        </p:spPr>
        <p:txBody>
          <a:bodyPr>
            <a:normAutofit lnSpcReduction="10000"/>
          </a:bodyPr>
          <a:lstStyle/>
          <a:p>
            <a:pPr marL="0" indent="0">
              <a:buNone/>
            </a:pPr>
            <a:r>
              <a:rPr lang="en-US"/>
              <a:t>if ( ( </a:t>
            </a:r>
            <a:r>
              <a:rPr lang="en-US" err="1"/>
              <a:t>fp</a:t>
            </a:r>
            <a:r>
              <a:rPr lang="en-US"/>
              <a:t> = </a:t>
            </a:r>
            <a:r>
              <a:rPr lang="en-US" err="1"/>
              <a:t>fopen</a:t>
            </a:r>
            <a:r>
              <a:rPr lang="en-US"/>
              <a:t>( file, "r" ) )  == NULL )		// open for reading</a:t>
            </a:r>
          </a:p>
          <a:p>
            <a:pPr marL="0" indent="0">
              <a:buNone/>
            </a:pPr>
            <a:r>
              <a:rPr lang="en-US"/>
              <a:t>		{</a:t>
            </a:r>
          </a:p>
          <a:p>
            <a:pPr marL="0" indent="0">
              <a:buNone/>
            </a:pPr>
            <a:r>
              <a:rPr lang="en-US"/>
              <a:t>		</a:t>
            </a:r>
            <a:r>
              <a:rPr lang="en-US" err="1"/>
              <a:t>printf</a:t>
            </a:r>
            <a:r>
              <a:rPr lang="en-US"/>
              <a:t>( "Cannot open file %s", file ) ;</a:t>
            </a:r>
          </a:p>
          <a:p>
            <a:pPr marL="0" indent="0">
              <a:buNone/>
            </a:pPr>
            <a:r>
              <a:rPr lang="en-US"/>
              <a:t>		exit( 1 ) ;</a:t>
            </a:r>
          </a:p>
          <a:p>
            <a:pPr marL="0" indent="0">
              <a:buNone/>
            </a:pPr>
            <a:r>
              <a:rPr lang="en-US"/>
              <a:t>		}</a:t>
            </a:r>
          </a:p>
          <a:p>
            <a:pPr marL="0" indent="0">
              <a:buNone/>
            </a:pPr>
            <a:r>
              <a:rPr lang="en-US"/>
              <a:t>	while (   </a:t>
            </a:r>
            <a:r>
              <a:rPr lang="en-US" err="1"/>
              <a:t>fgets</a:t>
            </a:r>
            <a:r>
              <a:rPr lang="en-US"/>
              <a:t>( </a:t>
            </a:r>
            <a:r>
              <a:rPr lang="en-US" err="1"/>
              <a:t>str</a:t>
            </a:r>
            <a:r>
              <a:rPr lang="en-US"/>
              <a:t>, 79, </a:t>
            </a:r>
            <a:r>
              <a:rPr lang="en-US" err="1"/>
              <a:t>fptr</a:t>
            </a:r>
            <a:r>
              <a:rPr lang="en-US"/>
              <a:t> )  != NULL )	// read at most 79 characters</a:t>
            </a:r>
          </a:p>
          <a:p>
            <a:pPr marL="0" indent="0">
              <a:buNone/>
            </a:pPr>
            <a:r>
              <a:rPr lang="en-US"/>
              <a:t>		puts( </a:t>
            </a:r>
            <a:r>
              <a:rPr lang="en-US" err="1"/>
              <a:t>str</a:t>
            </a:r>
            <a:r>
              <a:rPr lang="en-US"/>
              <a:t> ) ;</a:t>
            </a:r>
          </a:p>
          <a:p>
            <a:pPr marL="0" indent="0">
              <a:buNone/>
            </a:pPr>
            <a:r>
              <a:rPr lang="en-US"/>
              <a:t>	</a:t>
            </a:r>
            <a:r>
              <a:rPr lang="en-US" err="1"/>
              <a:t>fclose</a:t>
            </a:r>
            <a:r>
              <a:rPr lang="en-US"/>
              <a:t>( </a:t>
            </a:r>
            <a:r>
              <a:rPr lang="en-US" err="1"/>
              <a:t>fp</a:t>
            </a:r>
            <a:r>
              <a:rPr lang="en-US"/>
              <a:t> ) ;</a:t>
            </a:r>
          </a:p>
          <a:p>
            <a:pPr marL="0" indent="0">
              <a:buNone/>
            </a:pPr>
            <a:r>
              <a:rPr lang="en-US"/>
              <a:t>	}</a:t>
            </a:r>
          </a:p>
        </p:txBody>
      </p:sp>
    </p:spTree>
    <p:extLst>
      <p:ext uri="{BB962C8B-B14F-4D97-AF65-F5344CB8AC3E}">
        <p14:creationId xmlns:p14="http://schemas.microsoft.com/office/powerpoint/2010/main" val="356864123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Output</a:t>
            </a:r>
          </a:p>
        </p:txBody>
      </p:sp>
      <p:pic>
        <p:nvPicPr>
          <p:cNvPr id="4" name="Content Placeholder 3"/>
          <p:cNvPicPr>
            <a:picLocks noGrp="1" noChangeAspect="1"/>
          </p:cNvPicPr>
          <p:nvPr>
            <p:ph idx="1"/>
          </p:nvPr>
        </p:nvPicPr>
        <p:blipFill>
          <a:blip r:embed="rId2"/>
          <a:stretch>
            <a:fillRect/>
          </a:stretch>
        </p:blipFill>
        <p:spPr>
          <a:xfrm>
            <a:off x="439703" y="2133561"/>
            <a:ext cx="10607180" cy="3809439"/>
          </a:xfrm>
          <a:prstGeom prst="rect">
            <a:avLst/>
          </a:prstGeom>
        </p:spPr>
      </p:pic>
    </p:spTree>
    <p:extLst>
      <p:ext uri="{BB962C8B-B14F-4D97-AF65-F5344CB8AC3E}">
        <p14:creationId xmlns:p14="http://schemas.microsoft.com/office/powerpoint/2010/main" val="203230058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hangingPunct="0"/>
            <a:r>
              <a:rPr lang="en-GB" b="1" i="1" u="sng" err="1"/>
              <a:t>fread</a:t>
            </a:r>
            <a:r>
              <a:rPr lang="en-GB" b="1" i="1" u="sng"/>
              <a:t>() and </a:t>
            </a:r>
            <a:r>
              <a:rPr lang="en-GB" b="1" i="1" u="sng" err="1"/>
              <a:t>fwrite</a:t>
            </a:r>
            <a:r>
              <a:rPr lang="en-GB" b="1" i="1" u="sng"/>
              <a:t>()</a:t>
            </a:r>
            <a:endParaRPr lang="en-US" b="1" i="1"/>
          </a:p>
        </p:txBody>
      </p:sp>
      <p:sp>
        <p:nvSpPr>
          <p:cNvPr id="3" name="Content Placeholder 2"/>
          <p:cNvSpPr>
            <a:spLocks noGrp="1"/>
          </p:cNvSpPr>
          <p:nvPr>
            <p:ph idx="1"/>
          </p:nvPr>
        </p:nvSpPr>
        <p:spPr>
          <a:xfrm>
            <a:off x="167780" y="1518407"/>
            <a:ext cx="12105313" cy="4658556"/>
          </a:xfrm>
        </p:spPr>
        <p:txBody>
          <a:bodyPr>
            <a:normAutofit/>
          </a:bodyPr>
          <a:lstStyle/>
          <a:p>
            <a:pPr marL="0" indent="0">
              <a:buNone/>
            </a:pPr>
            <a:r>
              <a:rPr lang="en-US"/>
              <a:t>These two functions are used to read and write blocks of data of any type.</a:t>
            </a:r>
          </a:p>
          <a:p>
            <a:pPr marL="0" indent="0">
              <a:buNone/>
            </a:pPr>
            <a:r>
              <a:rPr lang="en-US"/>
              <a:t> Their prototypes are as follows where </a:t>
            </a:r>
            <a:r>
              <a:rPr lang="en-US" err="1"/>
              <a:t>size_t</a:t>
            </a:r>
            <a:r>
              <a:rPr lang="en-US"/>
              <a:t> is equivalent to unsigned.</a:t>
            </a:r>
          </a:p>
          <a:p>
            <a:pPr marL="0" indent="0">
              <a:buNone/>
            </a:pPr>
            <a:r>
              <a:rPr lang="en-US" b="1" err="1"/>
              <a:t>size_t</a:t>
            </a:r>
            <a:r>
              <a:rPr lang="en-US" b="1"/>
              <a:t>  </a:t>
            </a:r>
            <a:r>
              <a:rPr lang="en-US" b="1" err="1"/>
              <a:t>fread</a:t>
            </a:r>
            <a:r>
              <a:rPr lang="en-US" b="1"/>
              <a:t>( void *buffer,  </a:t>
            </a:r>
            <a:r>
              <a:rPr lang="en-US" b="1" err="1"/>
              <a:t>size_t</a:t>
            </a:r>
            <a:r>
              <a:rPr lang="en-US" b="1"/>
              <a:t> </a:t>
            </a:r>
            <a:r>
              <a:rPr lang="en-US" b="1" err="1"/>
              <a:t>num_bytes</a:t>
            </a:r>
            <a:r>
              <a:rPr lang="en-US" b="1"/>
              <a:t>,  </a:t>
            </a:r>
            <a:r>
              <a:rPr lang="en-US" b="1" err="1"/>
              <a:t>size_t</a:t>
            </a:r>
            <a:r>
              <a:rPr lang="en-US" b="1"/>
              <a:t> count,  FILE *</a:t>
            </a:r>
            <a:r>
              <a:rPr lang="en-US" b="1" err="1"/>
              <a:t>fp</a:t>
            </a:r>
            <a:r>
              <a:rPr lang="en-US" b="1"/>
              <a:t> ) ;</a:t>
            </a:r>
          </a:p>
          <a:p>
            <a:pPr marL="0" indent="0">
              <a:buNone/>
            </a:pPr>
            <a:r>
              <a:rPr lang="en-US" b="1" err="1"/>
              <a:t>size_t</a:t>
            </a:r>
            <a:r>
              <a:rPr lang="en-US" b="1"/>
              <a:t>  </a:t>
            </a:r>
            <a:r>
              <a:rPr lang="en-US" b="1" err="1"/>
              <a:t>fwrite</a:t>
            </a:r>
            <a:r>
              <a:rPr lang="en-US" b="1"/>
              <a:t>( </a:t>
            </a:r>
            <a:r>
              <a:rPr lang="en-US" b="1" err="1"/>
              <a:t>const</a:t>
            </a:r>
            <a:r>
              <a:rPr lang="en-US" b="1"/>
              <a:t> void *buffer,  </a:t>
            </a:r>
            <a:r>
              <a:rPr lang="en-US" b="1" err="1"/>
              <a:t>size_t</a:t>
            </a:r>
            <a:r>
              <a:rPr lang="en-US" b="1"/>
              <a:t> </a:t>
            </a:r>
            <a:r>
              <a:rPr lang="en-US" b="1" err="1"/>
              <a:t>num_bytes</a:t>
            </a:r>
            <a:r>
              <a:rPr lang="en-US" b="1"/>
              <a:t>,  </a:t>
            </a:r>
            <a:r>
              <a:rPr lang="en-US" b="1" err="1"/>
              <a:t>size_t</a:t>
            </a:r>
            <a:r>
              <a:rPr lang="en-US" b="1"/>
              <a:t> count,  FILE *</a:t>
            </a:r>
            <a:r>
              <a:rPr lang="en-US" b="1" err="1"/>
              <a:t>fp</a:t>
            </a:r>
            <a:r>
              <a:rPr lang="en-US" b="1"/>
              <a:t> ) ;</a:t>
            </a:r>
          </a:p>
          <a:p>
            <a:pPr marL="0" indent="0">
              <a:buNone/>
            </a:pPr>
            <a:r>
              <a:rPr lang="en-GB"/>
              <a:t>where </a:t>
            </a:r>
            <a:r>
              <a:rPr lang="en-GB" b="1"/>
              <a:t>buffer</a:t>
            </a:r>
            <a:r>
              <a:rPr lang="en-GB"/>
              <a:t> is a pointer to the region in memory from which the data is to be read or written respectively, </a:t>
            </a:r>
          </a:p>
          <a:p>
            <a:pPr marL="0" indent="0">
              <a:buNone/>
            </a:pPr>
            <a:r>
              <a:rPr lang="en-GB" b="1" err="1"/>
              <a:t>num_bytes</a:t>
            </a:r>
            <a:r>
              <a:rPr lang="en-GB"/>
              <a:t> is the number of bytes in each item to be read or written,</a:t>
            </a:r>
          </a:p>
          <a:p>
            <a:pPr marL="0" indent="0">
              <a:buNone/>
            </a:pPr>
            <a:r>
              <a:rPr lang="en-GB"/>
              <a:t> and </a:t>
            </a:r>
            <a:r>
              <a:rPr lang="en-GB" b="1"/>
              <a:t>count</a:t>
            </a:r>
            <a:r>
              <a:rPr lang="en-GB"/>
              <a:t> is the total number of items ( each </a:t>
            </a:r>
            <a:r>
              <a:rPr lang="en-GB" err="1"/>
              <a:t>num_bytes</a:t>
            </a:r>
            <a:r>
              <a:rPr lang="en-GB"/>
              <a:t> long ) to be read/written. </a:t>
            </a:r>
            <a:endParaRPr lang="en-US"/>
          </a:p>
        </p:txBody>
      </p:sp>
    </p:spTree>
    <p:extLst>
      <p:ext uri="{BB962C8B-B14F-4D97-AF65-F5344CB8AC3E}">
        <p14:creationId xmlns:p14="http://schemas.microsoft.com/office/powerpoint/2010/main" val="310026465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hangingPunct="0"/>
            <a:r>
              <a:rPr lang="en-GB" b="1" i="1" u="sng"/>
              <a:t>Example</a:t>
            </a:r>
            <a:endParaRPr lang="en-US" b="1" i="1"/>
          </a:p>
        </p:txBody>
      </p:sp>
      <p:sp>
        <p:nvSpPr>
          <p:cNvPr id="3" name="Content Placeholder 2"/>
          <p:cNvSpPr>
            <a:spLocks noGrp="1"/>
          </p:cNvSpPr>
          <p:nvPr>
            <p:ph idx="1"/>
          </p:nvPr>
        </p:nvSpPr>
        <p:spPr>
          <a:xfrm>
            <a:off x="167780" y="1518406"/>
            <a:ext cx="11543251" cy="5339593"/>
          </a:xfrm>
        </p:spPr>
        <p:txBody>
          <a:bodyPr>
            <a:normAutofit fontScale="62500" lnSpcReduction="20000"/>
          </a:bodyPr>
          <a:lstStyle/>
          <a:p>
            <a:pPr marL="0" indent="0">
              <a:buNone/>
            </a:pPr>
            <a:r>
              <a:rPr lang="en-US"/>
              <a:t>#include &lt;</a:t>
            </a:r>
            <a:r>
              <a:rPr lang="en-US" err="1"/>
              <a:t>stdio.h</a:t>
            </a:r>
            <a:r>
              <a:rPr lang="en-US"/>
              <a:t>&gt;</a:t>
            </a:r>
          </a:p>
          <a:p>
            <a:pPr marL="0" indent="0">
              <a:buNone/>
            </a:pPr>
            <a:r>
              <a:rPr lang="en-US"/>
              <a:t>#include &lt;</a:t>
            </a:r>
            <a:r>
              <a:rPr lang="en-US" err="1"/>
              <a:t>stdlib.h</a:t>
            </a:r>
            <a:r>
              <a:rPr lang="en-US"/>
              <a:t>&gt;</a:t>
            </a:r>
          </a:p>
          <a:p>
            <a:pPr marL="0" indent="0">
              <a:buNone/>
            </a:pPr>
            <a:r>
              <a:rPr lang="en-US"/>
              <a:t>	</a:t>
            </a:r>
            <a:r>
              <a:rPr lang="en-US" err="1"/>
              <a:t>struct</a:t>
            </a:r>
            <a:r>
              <a:rPr lang="en-US"/>
              <a:t> tag {</a:t>
            </a:r>
          </a:p>
          <a:p>
            <a:pPr marL="0" indent="0">
              <a:buNone/>
            </a:pPr>
            <a:r>
              <a:rPr lang="en-US"/>
              <a:t>		float balance ;</a:t>
            </a:r>
          </a:p>
          <a:p>
            <a:pPr marL="0" indent="0">
              <a:buNone/>
            </a:pPr>
            <a:r>
              <a:rPr lang="en-US"/>
              <a:t>		char name[ 80 ] ;</a:t>
            </a:r>
          </a:p>
          <a:p>
            <a:pPr marL="0" indent="0">
              <a:buNone/>
            </a:pPr>
            <a:r>
              <a:rPr lang="en-US"/>
              <a:t>		} customer  = { 123.232, "John" } ;</a:t>
            </a:r>
          </a:p>
          <a:p>
            <a:pPr marL="0" indent="0">
              <a:buNone/>
            </a:pPr>
            <a:r>
              <a:rPr lang="en-US"/>
              <a:t>	</a:t>
            </a:r>
            <a:r>
              <a:rPr lang="en-US" err="1"/>
              <a:t>int</a:t>
            </a:r>
            <a:r>
              <a:rPr lang="en-US"/>
              <a:t> main()</a:t>
            </a:r>
          </a:p>
          <a:p>
            <a:pPr marL="0" indent="0">
              <a:buNone/>
            </a:pPr>
            <a:r>
              <a:rPr lang="en-US"/>
              <a:t>{</a:t>
            </a:r>
          </a:p>
          <a:p>
            <a:pPr marL="0" indent="0">
              <a:buNone/>
            </a:pPr>
            <a:r>
              <a:rPr lang="en-US"/>
              <a:t>	FILE *</a:t>
            </a:r>
            <a:r>
              <a:rPr lang="en-US" err="1"/>
              <a:t>fp</a:t>
            </a:r>
            <a:r>
              <a:rPr lang="en-US"/>
              <a:t> ;</a:t>
            </a:r>
          </a:p>
          <a:p>
            <a:pPr marL="0" indent="0">
              <a:buNone/>
            </a:pPr>
            <a:r>
              <a:rPr lang="en-US"/>
              <a:t>	float d = 12.34 ;</a:t>
            </a:r>
          </a:p>
          <a:p>
            <a:pPr marL="0" indent="0">
              <a:buNone/>
            </a:pPr>
            <a:r>
              <a:rPr lang="en-US"/>
              <a:t>	</a:t>
            </a:r>
            <a:r>
              <a:rPr lang="en-US" err="1"/>
              <a:t>int</a:t>
            </a:r>
            <a:r>
              <a:rPr lang="en-US"/>
              <a:t> </a:t>
            </a:r>
            <a:r>
              <a:rPr lang="en-US" err="1"/>
              <a:t>i</a:t>
            </a:r>
            <a:r>
              <a:rPr lang="en-US"/>
              <a:t>[4] = {10 , 20, 30, 40 } ;</a:t>
            </a:r>
          </a:p>
          <a:p>
            <a:pPr marL="0" indent="0">
              <a:buNone/>
            </a:pPr>
            <a:r>
              <a:rPr lang="en-US"/>
              <a:t>	if ( (</a:t>
            </a:r>
            <a:r>
              <a:rPr lang="en-US" err="1"/>
              <a:t>fp</a:t>
            </a:r>
            <a:r>
              <a:rPr lang="en-US"/>
              <a:t> = </a:t>
            </a:r>
            <a:r>
              <a:rPr lang="en-US" err="1"/>
              <a:t>fopen</a:t>
            </a:r>
            <a:r>
              <a:rPr lang="en-US"/>
              <a:t> ( "test.dat", "</a:t>
            </a:r>
            <a:r>
              <a:rPr lang="en-US" err="1"/>
              <a:t>wb</a:t>
            </a:r>
            <a:r>
              <a:rPr lang="en-US"/>
              <a:t>+" ) ) == NULL )</a:t>
            </a:r>
          </a:p>
          <a:p>
            <a:pPr marL="0" indent="0">
              <a:buNone/>
            </a:pPr>
            <a:r>
              <a:rPr lang="en-US"/>
              <a:t>		{</a:t>
            </a:r>
          </a:p>
          <a:p>
            <a:pPr marL="0" indent="0">
              <a:buNone/>
            </a:pPr>
            <a:r>
              <a:rPr lang="en-US"/>
              <a:t>		puts( "Cannot open File" ) ;</a:t>
            </a:r>
          </a:p>
          <a:p>
            <a:pPr marL="0" indent="0">
              <a:buNone/>
            </a:pPr>
            <a:r>
              <a:rPr lang="en-US"/>
              <a:t>		exit(1) ;</a:t>
            </a:r>
          </a:p>
          <a:p>
            <a:pPr marL="0" indent="0">
              <a:buNone/>
            </a:pPr>
            <a:r>
              <a:rPr lang="en-US"/>
              <a:t>		}</a:t>
            </a:r>
          </a:p>
        </p:txBody>
      </p:sp>
    </p:spTree>
    <p:extLst>
      <p:ext uri="{BB962C8B-B14F-4D97-AF65-F5344CB8AC3E}">
        <p14:creationId xmlns:p14="http://schemas.microsoft.com/office/powerpoint/2010/main" val="206168667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hangingPunct="0"/>
            <a:r>
              <a:rPr lang="en-GB" b="1" i="1" u="sng"/>
              <a:t>Example</a:t>
            </a:r>
            <a:endParaRPr lang="en-US" b="1" i="1"/>
          </a:p>
        </p:txBody>
      </p:sp>
      <p:sp>
        <p:nvSpPr>
          <p:cNvPr id="3" name="Content Placeholder 2"/>
          <p:cNvSpPr>
            <a:spLocks noGrp="1"/>
          </p:cNvSpPr>
          <p:nvPr>
            <p:ph idx="1"/>
          </p:nvPr>
        </p:nvSpPr>
        <p:spPr>
          <a:xfrm>
            <a:off x="167780" y="1518407"/>
            <a:ext cx="12105313" cy="4658556"/>
          </a:xfrm>
        </p:spPr>
        <p:txBody>
          <a:bodyPr>
            <a:normAutofit/>
          </a:bodyPr>
          <a:lstStyle/>
          <a:p>
            <a:pPr marL="0" indent="0">
              <a:buNone/>
            </a:pPr>
            <a:r>
              <a:rPr lang="en-US"/>
              <a:t>for (</a:t>
            </a:r>
            <a:r>
              <a:rPr lang="en-US" err="1"/>
              <a:t>int</a:t>
            </a:r>
            <a:r>
              <a:rPr lang="en-US"/>
              <a:t> j=0;j&lt;4; </a:t>
            </a:r>
            <a:r>
              <a:rPr lang="en-US" err="1"/>
              <a:t>j++</a:t>
            </a:r>
            <a:r>
              <a:rPr lang="en-US"/>
              <a:t>)</a:t>
            </a:r>
          </a:p>
          <a:p>
            <a:pPr marL="0" indent="0">
              <a:buNone/>
            </a:pPr>
            <a:r>
              <a:rPr lang="en-US"/>
              <a:t>    {</a:t>
            </a:r>
          </a:p>
          <a:p>
            <a:pPr marL="0" indent="0">
              <a:buNone/>
            </a:pPr>
            <a:r>
              <a:rPr lang="en-US"/>
              <a:t>        </a:t>
            </a:r>
            <a:r>
              <a:rPr lang="en-US" err="1"/>
              <a:t>printf</a:t>
            </a:r>
            <a:r>
              <a:rPr lang="en-US"/>
              <a:t>(" </a:t>
            </a:r>
            <a:r>
              <a:rPr lang="en-US" err="1"/>
              <a:t>i</a:t>
            </a:r>
            <a:r>
              <a:rPr lang="en-US"/>
              <a:t> is %d\n", </a:t>
            </a:r>
            <a:r>
              <a:rPr lang="en-US" err="1"/>
              <a:t>i</a:t>
            </a:r>
            <a:r>
              <a:rPr lang="en-US"/>
              <a:t>[j]);</a:t>
            </a:r>
          </a:p>
          <a:p>
            <a:pPr marL="0" indent="0">
              <a:buNone/>
            </a:pPr>
            <a:r>
              <a:rPr lang="en-US"/>
              <a:t>    }</a:t>
            </a:r>
          </a:p>
          <a:p>
            <a:pPr marL="0" indent="0">
              <a:buNone/>
            </a:pPr>
            <a:r>
              <a:rPr lang="en-US"/>
              <a:t>	</a:t>
            </a:r>
            <a:r>
              <a:rPr lang="en-US" err="1"/>
              <a:t>fread</a:t>
            </a:r>
            <a:r>
              <a:rPr lang="en-US"/>
              <a:t>( &amp;customer, </a:t>
            </a:r>
            <a:r>
              <a:rPr lang="en-US" err="1"/>
              <a:t>sizeof</a:t>
            </a:r>
            <a:r>
              <a:rPr lang="en-US"/>
              <a:t>( </a:t>
            </a:r>
            <a:r>
              <a:rPr lang="en-US" err="1"/>
              <a:t>struct</a:t>
            </a:r>
            <a:r>
              <a:rPr lang="en-US"/>
              <a:t> tag ), 1, </a:t>
            </a:r>
            <a:r>
              <a:rPr lang="en-US" err="1"/>
              <a:t>fp</a:t>
            </a:r>
            <a:r>
              <a:rPr lang="en-US"/>
              <a:t> ) ;</a:t>
            </a:r>
          </a:p>
          <a:p>
            <a:pPr marL="0" indent="0">
              <a:buNone/>
            </a:pPr>
            <a:r>
              <a:rPr lang="en-US"/>
              <a:t>	</a:t>
            </a:r>
            <a:r>
              <a:rPr lang="en-US" err="1"/>
              <a:t>printf</a:t>
            </a:r>
            <a:r>
              <a:rPr lang="en-US"/>
              <a:t>(" balance is %f ,Name is %s ", </a:t>
            </a:r>
            <a:r>
              <a:rPr lang="en-US" err="1"/>
              <a:t>customer.balance,customer.name</a:t>
            </a:r>
            <a:r>
              <a:rPr lang="en-US"/>
              <a:t>);</a:t>
            </a:r>
          </a:p>
          <a:p>
            <a:pPr marL="0" indent="0">
              <a:buNone/>
            </a:pPr>
            <a:r>
              <a:rPr lang="en-US"/>
              <a:t>	</a:t>
            </a:r>
            <a:r>
              <a:rPr lang="en-US" err="1"/>
              <a:t>fclose</a:t>
            </a:r>
            <a:r>
              <a:rPr lang="en-US"/>
              <a:t>( </a:t>
            </a:r>
            <a:r>
              <a:rPr lang="en-US" err="1"/>
              <a:t>fp</a:t>
            </a:r>
            <a:r>
              <a:rPr lang="en-US"/>
              <a:t> ) ;</a:t>
            </a:r>
          </a:p>
          <a:p>
            <a:pPr marL="0" indent="0">
              <a:buNone/>
            </a:pPr>
            <a:r>
              <a:rPr lang="en-US"/>
              <a:t>    return 0;</a:t>
            </a:r>
          </a:p>
          <a:p>
            <a:pPr marL="0" indent="0">
              <a:buNone/>
            </a:pPr>
            <a:r>
              <a:rPr lang="en-US"/>
              <a:t>}</a:t>
            </a:r>
          </a:p>
          <a:p>
            <a:pPr marL="0" indent="0">
              <a:buNone/>
            </a:pPr>
            <a:endParaRPr lang="en-US"/>
          </a:p>
        </p:txBody>
      </p:sp>
    </p:spTree>
    <p:extLst>
      <p:ext uri="{BB962C8B-B14F-4D97-AF65-F5344CB8AC3E}">
        <p14:creationId xmlns:p14="http://schemas.microsoft.com/office/powerpoint/2010/main" val="363133845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hangingPunct="0"/>
            <a:r>
              <a:rPr lang="en-GB" b="1" i="1" u="sng"/>
              <a:t>Example</a:t>
            </a:r>
            <a:endParaRPr lang="en-US" b="1" i="1"/>
          </a:p>
        </p:txBody>
      </p:sp>
      <p:sp>
        <p:nvSpPr>
          <p:cNvPr id="3" name="Content Placeholder 2"/>
          <p:cNvSpPr>
            <a:spLocks noGrp="1"/>
          </p:cNvSpPr>
          <p:nvPr>
            <p:ph idx="1"/>
          </p:nvPr>
        </p:nvSpPr>
        <p:spPr>
          <a:xfrm>
            <a:off x="167780" y="1518407"/>
            <a:ext cx="12105313" cy="4658556"/>
          </a:xfrm>
        </p:spPr>
        <p:txBody>
          <a:bodyPr>
            <a:normAutofit/>
          </a:bodyPr>
          <a:lstStyle/>
          <a:p>
            <a:pPr marL="0" indent="0">
              <a:buNone/>
            </a:pPr>
            <a:r>
              <a:rPr lang="en-US" err="1"/>
              <a:t>fwrite</a:t>
            </a:r>
            <a:r>
              <a:rPr lang="en-US"/>
              <a:t>( &amp;d, </a:t>
            </a:r>
            <a:r>
              <a:rPr lang="en-US" err="1"/>
              <a:t>sizeof</a:t>
            </a:r>
            <a:r>
              <a:rPr lang="en-US"/>
              <a:t>( double ), 1, </a:t>
            </a:r>
            <a:r>
              <a:rPr lang="en-US" err="1"/>
              <a:t>fp</a:t>
            </a:r>
            <a:r>
              <a:rPr lang="en-US"/>
              <a:t> ) ;</a:t>
            </a:r>
          </a:p>
          <a:p>
            <a:pPr marL="0" indent="0">
              <a:buNone/>
            </a:pPr>
            <a:r>
              <a:rPr lang="en-US"/>
              <a:t>	</a:t>
            </a:r>
            <a:r>
              <a:rPr lang="en-US" err="1"/>
              <a:t>fwrite</a:t>
            </a:r>
            <a:r>
              <a:rPr lang="en-US"/>
              <a:t>( </a:t>
            </a:r>
            <a:r>
              <a:rPr lang="en-US" err="1"/>
              <a:t>i</a:t>
            </a:r>
            <a:r>
              <a:rPr lang="en-US"/>
              <a:t>, </a:t>
            </a:r>
            <a:r>
              <a:rPr lang="en-US" err="1"/>
              <a:t>sizeof</a:t>
            </a:r>
            <a:r>
              <a:rPr lang="en-US"/>
              <a:t>( </a:t>
            </a:r>
            <a:r>
              <a:rPr lang="en-US" err="1"/>
              <a:t>int</a:t>
            </a:r>
            <a:r>
              <a:rPr lang="en-US"/>
              <a:t> ), 4, </a:t>
            </a:r>
            <a:r>
              <a:rPr lang="en-US" err="1"/>
              <a:t>fp</a:t>
            </a:r>
            <a:r>
              <a:rPr lang="en-US"/>
              <a:t> ) ;</a:t>
            </a:r>
          </a:p>
          <a:p>
            <a:pPr marL="0" indent="0">
              <a:buNone/>
            </a:pPr>
            <a:r>
              <a:rPr lang="en-US"/>
              <a:t>	</a:t>
            </a:r>
            <a:r>
              <a:rPr lang="en-US" err="1"/>
              <a:t>fwrite</a:t>
            </a:r>
            <a:r>
              <a:rPr lang="en-US"/>
              <a:t>( &amp;customer, </a:t>
            </a:r>
            <a:r>
              <a:rPr lang="en-US" err="1"/>
              <a:t>sizeof</a:t>
            </a:r>
            <a:r>
              <a:rPr lang="en-US"/>
              <a:t>( </a:t>
            </a:r>
            <a:r>
              <a:rPr lang="en-US" err="1"/>
              <a:t>struct</a:t>
            </a:r>
            <a:r>
              <a:rPr lang="en-US"/>
              <a:t> tag ), 1, </a:t>
            </a:r>
            <a:r>
              <a:rPr lang="en-US" err="1"/>
              <a:t>fp</a:t>
            </a:r>
            <a:r>
              <a:rPr lang="en-US"/>
              <a:t> ) ;</a:t>
            </a:r>
          </a:p>
          <a:p>
            <a:pPr marL="0" indent="0">
              <a:buNone/>
            </a:pPr>
            <a:r>
              <a:rPr lang="en-US"/>
              <a:t>	rewind( </a:t>
            </a:r>
            <a:r>
              <a:rPr lang="en-US" err="1"/>
              <a:t>fp</a:t>
            </a:r>
            <a:r>
              <a:rPr lang="en-US"/>
              <a:t> ) ;	/* repositions file pointer to start */</a:t>
            </a:r>
          </a:p>
          <a:p>
            <a:pPr marL="0" indent="0">
              <a:buNone/>
            </a:pPr>
            <a:r>
              <a:rPr lang="en-US"/>
              <a:t>	</a:t>
            </a:r>
            <a:r>
              <a:rPr lang="en-US" err="1"/>
              <a:t>fread</a:t>
            </a:r>
            <a:r>
              <a:rPr lang="en-US"/>
              <a:t>( &amp;d, </a:t>
            </a:r>
            <a:r>
              <a:rPr lang="en-US" err="1"/>
              <a:t>sizeof</a:t>
            </a:r>
            <a:r>
              <a:rPr lang="en-US"/>
              <a:t>( double ), 1, </a:t>
            </a:r>
            <a:r>
              <a:rPr lang="en-US" err="1"/>
              <a:t>fp</a:t>
            </a:r>
            <a:r>
              <a:rPr lang="en-US"/>
              <a:t> ) ;</a:t>
            </a:r>
          </a:p>
          <a:p>
            <a:pPr marL="0" indent="0">
              <a:buNone/>
            </a:pPr>
            <a:r>
              <a:rPr lang="en-US"/>
              <a:t>	</a:t>
            </a:r>
            <a:r>
              <a:rPr lang="en-US" err="1"/>
              <a:t>printf</a:t>
            </a:r>
            <a:r>
              <a:rPr lang="en-US"/>
              <a:t>(" Reading value from File \n");</a:t>
            </a:r>
          </a:p>
          <a:p>
            <a:pPr marL="0" indent="0">
              <a:buNone/>
            </a:pPr>
            <a:r>
              <a:rPr lang="en-US"/>
              <a:t>	</a:t>
            </a:r>
            <a:r>
              <a:rPr lang="en-US" err="1"/>
              <a:t>printf</a:t>
            </a:r>
            <a:r>
              <a:rPr lang="en-US"/>
              <a:t>("d is %f\</a:t>
            </a:r>
            <a:r>
              <a:rPr lang="en-US" err="1"/>
              <a:t>n",d</a:t>
            </a:r>
            <a:r>
              <a:rPr lang="en-US"/>
              <a:t>);</a:t>
            </a:r>
          </a:p>
          <a:p>
            <a:pPr marL="0" indent="0">
              <a:buNone/>
            </a:pPr>
            <a:r>
              <a:rPr lang="en-US"/>
              <a:t>	</a:t>
            </a:r>
            <a:r>
              <a:rPr lang="en-US" err="1"/>
              <a:t>fread</a:t>
            </a:r>
            <a:r>
              <a:rPr lang="en-US"/>
              <a:t>( </a:t>
            </a:r>
            <a:r>
              <a:rPr lang="en-US" err="1"/>
              <a:t>i</a:t>
            </a:r>
            <a:r>
              <a:rPr lang="en-US"/>
              <a:t>, </a:t>
            </a:r>
            <a:r>
              <a:rPr lang="en-US" err="1"/>
              <a:t>sizeof</a:t>
            </a:r>
            <a:r>
              <a:rPr lang="en-US"/>
              <a:t>( </a:t>
            </a:r>
            <a:r>
              <a:rPr lang="en-US" err="1"/>
              <a:t>int</a:t>
            </a:r>
            <a:r>
              <a:rPr lang="en-US"/>
              <a:t> ), 4, </a:t>
            </a:r>
            <a:r>
              <a:rPr lang="en-US" err="1"/>
              <a:t>fp</a:t>
            </a:r>
            <a:r>
              <a:rPr lang="en-US"/>
              <a:t> ) ;</a:t>
            </a:r>
          </a:p>
        </p:txBody>
      </p:sp>
    </p:spTree>
    <p:extLst>
      <p:ext uri="{BB962C8B-B14F-4D97-AF65-F5344CB8AC3E}">
        <p14:creationId xmlns:p14="http://schemas.microsoft.com/office/powerpoint/2010/main" val="387350355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a:t>// WAP to concatenate the contents of two files into a third file.</a:t>
            </a:r>
          </a:p>
        </p:txBody>
      </p:sp>
      <p:sp>
        <p:nvSpPr>
          <p:cNvPr id="3" name="Content Placeholder 2"/>
          <p:cNvSpPr>
            <a:spLocks noGrp="1"/>
          </p:cNvSpPr>
          <p:nvPr>
            <p:ph idx="1"/>
          </p:nvPr>
        </p:nvSpPr>
        <p:spPr/>
        <p:txBody>
          <a:bodyPr>
            <a:normAutofit lnSpcReduction="10000"/>
          </a:bodyPr>
          <a:lstStyle/>
          <a:p>
            <a:pPr marL="0" indent="0">
              <a:buNone/>
            </a:pPr>
            <a:r>
              <a:rPr lang="en-US"/>
              <a:t>#include &lt;</a:t>
            </a:r>
            <a:r>
              <a:rPr lang="en-US" err="1"/>
              <a:t>stdio.h</a:t>
            </a:r>
            <a:r>
              <a:rPr lang="en-US"/>
              <a:t>&gt;</a:t>
            </a:r>
          </a:p>
          <a:p>
            <a:pPr marL="0" indent="0">
              <a:buNone/>
            </a:pPr>
            <a:r>
              <a:rPr lang="en-US"/>
              <a:t>#include&lt;</a:t>
            </a:r>
            <a:r>
              <a:rPr lang="en-US" err="1"/>
              <a:t>string.h</a:t>
            </a:r>
            <a:r>
              <a:rPr lang="en-US"/>
              <a:t>&gt;</a:t>
            </a:r>
          </a:p>
          <a:p>
            <a:pPr marL="0" indent="0">
              <a:buNone/>
            </a:pPr>
            <a:r>
              <a:rPr lang="en-US" err="1"/>
              <a:t>int</a:t>
            </a:r>
            <a:r>
              <a:rPr lang="en-US"/>
              <a:t> main() {</a:t>
            </a:r>
          </a:p>
          <a:p>
            <a:pPr marL="0" indent="0">
              <a:buNone/>
            </a:pPr>
            <a:r>
              <a:rPr lang="en-US"/>
              <a:t>  FILE *fp1, *fp2, *fp3;</a:t>
            </a:r>
          </a:p>
          <a:p>
            <a:pPr marL="0" indent="0">
              <a:buNone/>
            </a:pPr>
            <a:r>
              <a:rPr lang="en-US"/>
              <a:t>  char </a:t>
            </a:r>
            <a:r>
              <a:rPr lang="en-US" err="1"/>
              <a:t>ch</a:t>
            </a:r>
            <a:r>
              <a:rPr lang="en-US"/>
              <a:t>;</a:t>
            </a:r>
          </a:p>
          <a:p>
            <a:pPr marL="0" indent="0">
              <a:buNone/>
            </a:pPr>
            <a:r>
              <a:rPr lang="en-US"/>
              <a:t>  fp1 = </a:t>
            </a:r>
            <a:r>
              <a:rPr lang="en-US" err="1"/>
              <a:t>fopen</a:t>
            </a:r>
            <a:r>
              <a:rPr lang="en-US"/>
              <a:t>("</a:t>
            </a:r>
            <a:r>
              <a:rPr lang="en-US" err="1"/>
              <a:t>aa.txt","r</a:t>
            </a:r>
            <a:r>
              <a:rPr lang="en-US"/>
              <a:t>");</a:t>
            </a:r>
          </a:p>
          <a:p>
            <a:pPr marL="0" indent="0">
              <a:buNone/>
            </a:pPr>
            <a:r>
              <a:rPr lang="en-US"/>
              <a:t>   fp2 = </a:t>
            </a:r>
            <a:r>
              <a:rPr lang="en-US" err="1"/>
              <a:t>fopen</a:t>
            </a:r>
            <a:r>
              <a:rPr lang="en-US"/>
              <a:t>("</a:t>
            </a:r>
            <a:r>
              <a:rPr lang="en-US" err="1"/>
              <a:t>bb.txt","r</a:t>
            </a:r>
            <a:r>
              <a:rPr lang="en-US"/>
              <a:t>");</a:t>
            </a:r>
          </a:p>
          <a:p>
            <a:pPr marL="0" indent="0">
              <a:buNone/>
            </a:pPr>
            <a:r>
              <a:rPr lang="en-US"/>
              <a:t>  fp3= </a:t>
            </a:r>
            <a:r>
              <a:rPr lang="en-US" err="1"/>
              <a:t>fopen</a:t>
            </a:r>
            <a:r>
              <a:rPr lang="en-US"/>
              <a:t>("output2.txt","w");</a:t>
            </a:r>
          </a:p>
          <a:p>
            <a:pPr marL="0" indent="0">
              <a:buNone/>
            </a:pPr>
            <a:r>
              <a:rPr lang="en-US"/>
              <a:t>  </a:t>
            </a:r>
            <a:r>
              <a:rPr lang="en-US" err="1"/>
              <a:t>ch</a:t>
            </a:r>
            <a:r>
              <a:rPr lang="en-US"/>
              <a:t>= </a:t>
            </a:r>
            <a:r>
              <a:rPr lang="en-US" err="1"/>
              <a:t>fgetc</a:t>
            </a:r>
            <a:r>
              <a:rPr lang="en-US"/>
              <a:t>(fp1);</a:t>
            </a:r>
          </a:p>
        </p:txBody>
      </p:sp>
    </p:spTree>
    <p:extLst>
      <p:ext uri="{BB962C8B-B14F-4D97-AF65-F5344CB8AC3E}">
        <p14:creationId xmlns:p14="http://schemas.microsoft.com/office/powerpoint/2010/main" val="145732426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52338"/>
            <a:ext cx="10515600" cy="5824625"/>
          </a:xfrm>
        </p:spPr>
        <p:txBody>
          <a:bodyPr>
            <a:normAutofit fontScale="77500" lnSpcReduction="20000"/>
          </a:bodyPr>
          <a:lstStyle/>
          <a:p>
            <a:pPr marL="0" indent="0">
              <a:buNone/>
            </a:pPr>
            <a:r>
              <a:rPr lang="en-US"/>
              <a:t>while(</a:t>
            </a:r>
            <a:r>
              <a:rPr lang="en-US" err="1"/>
              <a:t>ch</a:t>
            </a:r>
            <a:r>
              <a:rPr lang="en-US"/>
              <a:t>!= EOF)</a:t>
            </a:r>
          </a:p>
          <a:p>
            <a:pPr marL="0" indent="0">
              <a:buNone/>
            </a:pPr>
            <a:r>
              <a:rPr lang="en-US"/>
              <a:t>  {</a:t>
            </a:r>
          </a:p>
          <a:p>
            <a:pPr marL="0" indent="0">
              <a:buNone/>
            </a:pPr>
            <a:r>
              <a:rPr lang="en-US"/>
              <a:t>      </a:t>
            </a:r>
            <a:r>
              <a:rPr lang="en-US" err="1"/>
              <a:t>fputc</a:t>
            </a:r>
            <a:r>
              <a:rPr lang="en-US"/>
              <a:t>(</a:t>
            </a:r>
            <a:r>
              <a:rPr lang="en-US" err="1"/>
              <a:t>ch</a:t>
            </a:r>
            <a:r>
              <a:rPr lang="en-US"/>
              <a:t>, fp3);</a:t>
            </a:r>
          </a:p>
          <a:p>
            <a:pPr marL="0" indent="0">
              <a:buNone/>
            </a:pPr>
            <a:r>
              <a:rPr lang="en-US"/>
              <a:t>      </a:t>
            </a:r>
            <a:r>
              <a:rPr lang="en-US" err="1"/>
              <a:t>ch</a:t>
            </a:r>
            <a:r>
              <a:rPr lang="en-US"/>
              <a:t>= </a:t>
            </a:r>
            <a:r>
              <a:rPr lang="en-US" err="1"/>
              <a:t>fgetc</a:t>
            </a:r>
            <a:r>
              <a:rPr lang="en-US"/>
              <a:t>(fp1);</a:t>
            </a:r>
          </a:p>
          <a:p>
            <a:pPr marL="0" indent="0">
              <a:buNone/>
            </a:pPr>
            <a:r>
              <a:rPr lang="en-US"/>
              <a:t>  }</a:t>
            </a:r>
          </a:p>
          <a:p>
            <a:pPr marL="0" indent="0">
              <a:buNone/>
            </a:pPr>
            <a:r>
              <a:rPr lang="en-US"/>
              <a:t>  </a:t>
            </a:r>
            <a:r>
              <a:rPr lang="en-US" err="1"/>
              <a:t>fclose</a:t>
            </a:r>
            <a:r>
              <a:rPr lang="en-US"/>
              <a:t>(fp1);</a:t>
            </a:r>
          </a:p>
          <a:p>
            <a:pPr marL="0" indent="0">
              <a:buNone/>
            </a:pPr>
            <a:r>
              <a:rPr lang="en-US"/>
              <a:t>   </a:t>
            </a:r>
            <a:r>
              <a:rPr lang="en-US" err="1"/>
              <a:t>ch</a:t>
            </a:r>
            <a:r>
              <a:rPr lang="en-US"/>
              <a:t>= </a:t>
            </a:r>
            <a:r>
              <a:rPr lang="en-US" err="1"/>
              <a:t>fgetc</a:t>
            </a:r>
            <a:r>
              <a:rPr lang="en-US"/>
              <a:t>(fp2);</a:t>
            </a:r>
          </a:p>
          <a:p>
            <a:pPr marL="0" indent="0">
              <a:buNone/>
            </a:pPr>
            <a:r>
              <a:rPr lang="en-US"/>
              <a:t>  while(</a:t>
            </a:r>
            <a:r>
              <a:rPr lang="en-US" err="1"/>
              <a:t>ch</a:t>
            </a:r>
            <a:r>
              <a:rPr lang="en-US"/>
              <a:t>!= EOF)</a:t>
            </a:r>
          </a:p>
          <a:p>
            <a:pPr marL="0" indent="0">
              <a:buNone/>
            </a:pPr>
            <a:r>
              <a:rPr lang="en-US"/>
              <a:t>  {</a:t>
            </a:r>
          </a:p>
          <a:p>
            <a:pPr marL="0" indent="0">
              <a:buNone/>
            </a:pPr>
            <a:r>
              <a:rPr lang="en-US"/>
              <a:t>      </a:t>
            </a:r>
            <a:r>
              <a:rPr lang="en-US" err="1"/>
              <a:t>fputc</a:t>
            </a:r>
            <a:r>
              <a:rPr lang="en-US"/>
              <a:t>(</a:t>
            </a:r>
            <a:r>
              <a:rPr lang="en-US" err="1"/>
              <a:t>ch</a:t>
            </a:r>
            <a:r>
              <a:rPr lang="en-US"/>
              <a:t>, fp3);</a:t>
            </a:r>
          </a:p>
          <a:p>
            <a:pPr marL="0" indent="0">
              <a:buNone/>
            </a:pPr>
            <a:r>
              <a:rPr lang="en-US"/>
              <a:t>      </a:t>
            </a:r>
            <a:r>
              <a:rPr lang="en-US" err="1"/>
              <a:t>ch</a:t>
            </a:r>
            <a:r>
              <a:rPr lang="en-US"/>
              <a:t>= </a:t>
            </a:r>
            <a:r>
              <a:rPr lang="en-US" err="1"/>
              <a:t>fgetc</a:t>
            </a:r>
            <a:r>
              <a:rPr lang="en-US"/>
              <a:t>(fp2);</a:t>
            </a:r>
          </a:p>
          <a:p>
            <a:pPr marL="0" indent="0">
              <a:buNone/>
            </a:pPr>
            <a:r>
              <a:rPr lang="en-US"/>
              <a:t>  }</a:t>
            </a:r>
          </a:p>
          <a:p>
            <a:pPr marL="0" indent="0">
              <a:buNone/>
            </a:pPr>
            <a:r>
              <a:rPr lang="en-US"/>
              <a:t>  </a:t>
            </a:r>
            <a:r>
              <a:rPr lang="en-US" err="1"/>
              <a:t>fclose</a:t>
            </a:r>
            <a:r>
              <a:rPr lang="en-US"/>
              <a:t>(fp2);</a:t>
            </a:r>
          </a:p>
          <a:p>
            <a:pPr marL="0" indent="0">
              <a:buNone/>
            </a:pPr>
            <a:r>
              <a:rPr lang="en-US"/>
              <a:t>  </a:t>
            </a:r>
            <a:r>
              <a:rPr lang="en-US" err="1"/>
              <a:t>fclose</a:t>
            </a:r>
            <a:r>
              <a:rPr lang="en-US"/>
              <a:t>(fp3);</a:t>
            </a:r>
          </a:p>
          <a:p>
            <a:pPr marL="0" indent="0">
              <a:buNone/>
            </a:pPr>
            <a:r>
              <a:rPr lang="en-US"/>
              <a:t>  </a:t>
            </a:r>
            <a:r>
              <a:rPr lang="en-US" err="1"/>
              <a:t>printf</a:t>
            </a:r>
            <a:r>
              <a:rPr lang="en-US"/>
              <a:t>("\</a:t>
            </a:r>
            <a:r>
              <a:rPr lang="en-US" err="1"/>
              <a:t>nFile</a:t>
            </a:r>
            <a:r>
              <a:rPr lang="en-US"/>
              <a:t> Copied Successfully \n");</a:t>
            </a:r>
          </a:p>
          <a:p>
            <a:pPr marL="0" indent="0">
              <a:buNone/>
            </a:pPr>
            <a:r>
              <a:rPr lang="en-US"/>
              <a:t>   return 0;   }</a:t>
            </a:r>
          </a:p>
        </p:txBody>
      </p:sp>
    </p:spTree>
    <p:extLst>
      <p:ext uri="{BB962C8B-B14F-4D97-AF65-F5344CB8AC3E}">
        <p14:creationId xmlns:p14="http://schemas.microsoft.com/office/powerpoint/2010/main" val="305837487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//WAP to copy the content of one file into another file. </a:t>
            </a:r>
          </a:p>
        </p:txBody>
      </p:sp>
      <p:sp>
        <p:nvSpPr>
          <p:cNvPr id="3" name="Content Placeholder 2"/>
          <p:cNvSpPr>
            <a:spLocks noGrp="1"/>
          </p:cNvSpPr>
          <p:nvPr>
            <p:ph idx="1"/>
          </p:nvPr>
        </p:nvSpPr>
        <p:spPr/>
        <p:txBody>
          <a:bodyPr>
            <a:normAutofit fontScale="92500" lnSpcReduction="20000"/>
          </a:bodyPr>
          <a:lstStyle/>
          <a:p>
            <a:pPr marL="0" indent="0">
              <a:buNone/>
            </a:pPr>
            <a:r>
              <a:rPr lang="en-US"/>
              <a:t>#include &lt;</a:t>
            </a:r>
            <a:r>
              <a:rPr lang="en-US" err="1"/>
              <a:t>stdio.h</a:t>
            </a:r>
            <a:r>
              <a:rPr lang="en-US"/>
              <a:t>&gt;</a:t>
            </a:r>
          </a:p>
          <a:p>
            <a:pPr marL="0" indent="0">
              <a:buNone/>
            </a:pPr>
            <a:r>
              <a:rPr lang="en-US"/>
              <a:t>#include&lt;</a:t>
            </a:r>
            <a:r>
              <a:rPr lang="en-US" err="1"/>
              <a:t>string.h</a:t>
            </a:r>
            <a:r>
              <a:rPr lang="en-US"/>
              <a:t>&gt;</a:t>
            </a:r>
          </a:p>
          <a:p>
            <a:pPr marL="0" indent="0">
              <a:buNone/>
            </a:pPr>
            <a:endParaRPr lang="en-US"/>
          </a:p>
          <a:p>
            <a:pPr marL="0" indent="0">
              <a:buNone/>
            </a:pPr>
            <a:r>
              <a:rPr lang="en-US" err="1"/>
              <a:t>int</a:t>
            </a:r>
            <a:r>
              <a:rPr lang="en-US"/>
              <a:t> main() {</a:t>
            </a:r>
          </a:p>
          <a:p>
            <a:pPr marL="0" indent="0">
              <a:buNone/>
            </a:pPr>
            <a:endParaRPr lang="en-US"/>
          </a:p>
          <a:p>
            <a:pPr marL="0" indent="0">
              <a:buNone/>
            </a:pPr>
            <a:r>
              <a:rPr lang="en-US"/>
              <a:t>  FILE *fp1, *fp2;</a:t>
            </a:r>
          </a:p>
          <a:p>
            <a:pPr marL="0" indent="0">
              <a:buNone/>
            </a:pPr>
            <a:r>
              <a:rPr lang="en-US"/>
              <a:t>  char </a:t>
            </a:r>
            <a:r>
              <a:rPr lang="en-US" err="1"/>
              <a:t>ch</a:t>
            </a:r>
            <a:r>
              <a:rPr lang="en-US"/>
              <a:t>;</a:t>
            </a:r>
          </a:p>
          <a:p>
            <a:pPr marL="0" indent="0">
              <a:buNone/>
            </a:pPr>
            <a:r>
              <a:rPr lang="en-US"/>
              <a:t>  fp1 = </a:t>
            </a:r>
            <a:r>
              <a:rPr lang="en-US" err="1"/>
              <a:t>fopen</a:t>
            </a:r>
            <a:r>
              <a:rPr lang="en-US"/>
              <a:t>("</a:t>
            </a:r>
            <a:r>
              <a:rPr lang="en-US" err="1"/>
              <a:t>aa.txt","r</a:t>
            </a:r>
            <a:r>
              <a:rPr lang="en-US"/>
              <a:t>");</a:t>
            </a:r>
          </a:p>
          <a:p>
            <a:pPr marL="0" indent="0">
              <a:buNone/>
            </a:pPr>
            <a:r>
              <a:rPr lang="en-US"/>
              <a:t>  fp2= </a:t>
            </a:r>
            <a:r>
              <a:rPr lang="en-US" err="1"/>
              <a:t>fopen</a:t>
            </a:r>
            <a:r>
              <a:rPr lang="en-US"/>
              <a:t>("</a:t>
            </a:r>
            <a:r>
              <a:rPr lang="en-US" err="1"/>
              <a:t>output.txt","w</a:t>
            </a:r>
            <a:r>
              <a:rPr lang="en-US"/>
              <a:t>");</a:t>
            </a:r>
          </a:p>
          <a:p>
            <a:pPr marL="0" indent="0">
              <a:buNone/>
            </a:pPr>
            <a:r>
              <a:rPr lang="en-US"/>
              <a:t>  </a:t>
            </a:r>
            <a:r>
              <a:rPr lang="en-US" err="1"/>
              <a:t>ch</a:t>
            </a:r>
            <a:r>
              <a:rPr lang="en-US"/>
              <a:t>= </a:t>
            </a:r>
            <a:r>
              <a:rPr lang="en-US" err="1"/>
              <a:t>fgetc</a:t>
            </a:r>
            <a:r>
              <a:rPr lang="en-US"/>
              <a:t>(fp1);</a:t>
            </a:r>
          </a:p>
          <a:p>
            <a:pPr marL="0" indent="0">
              <a:buNone/>
            </a:pPr>
            <a:endParaRPr lang="en-US"/>
          </a:p>
        </p:txBody>
      </p:sp>
    </p:spTree>
    <p:extLst>
      <p:ext uri="{BB962C8B-B14F-4D97-AF65-F5344CB8AC3E}">
        <p14:creationId xmlns:p14="http://schemas.microsoft.com/office/powerpoint/2010/main" val="252431860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//WAP to copy the content of one file into another file. </a:t>
            </a:r>
          </a:p>
        </p:txBody>
      </p:sp>
      <p:sp>
        <p:nvSpPr>
          <p:cNvPr id="3" name="Content Placeholder 2"/>
          <p:cNvSpPr>
            <a:spLocks noGrp="1"/>
          </p:cNvSpPr>
          <p:nvPr>
            <p:ph idx="1"/>
          </p:nvPr>
        </p:nvSpPr>
        <p:spPr/>
        <p:txBody>
          <a:bodyPr>
            <a:normAutofit fontScale="85000" lnSpcReduction="20000"/>
          </a:bodyPr>
          <a:lstStyle/>
          <a:p>
            <a:pPr marL="0" indent="0">
              <a:buNone/>
            </a:pPr>
            <a:r>
              <a:rPr lang="en-US"/>
              <a:t> while(</a:t>
            </a:r>
            <a:r>
              <a:rPr lang="en-US" err="1"/>
              <a:t>ch</a:t>
            </a:r>
            <a:r>
              <a:rPr lang="en-US"/>
              <a:t>!= EOF)</a:t>
            </a:r>
          </a:p>
          <a:p>
            <a:pPr marL="0" indent="0">
              <a:buNone/>
            </a:pPr>
            <a:r>
              <a:rPr lang="en-US"/>
              <a:t>  {</a:t>
            </a:r>
          </a:p>
          <a:p>
            <a:pPr marL="0" indent="0">
              <a:buNone/>
            </a:pPr>
            <a:endParaRPr lang="en-US"/>
          </a:p>
          <a:p>
            <a:pPr marL="0" indent="0">
              <a:buNone/>
            </a:pPr>
            <a:r>
              <a:rPr lang="en-US"/>
              <a:t>      </a:t>
            </a:r>
            <a:r>
              <a:rPr lang="en-US" err="1"/>
              <a:t>fputc</a:t>
            </a:r>
            <a:r>
              <a:rPr lang="en-US"/>
              <a:t>(</a:t>
            </a:r>
            <a:r>
              <a:rPr lang="en-US" err="1"/>
              <a:t>ch</a:t>
            </a:r>
            <a:r>
              <a:rPr lang="en-US"/>
              <a:t>, fp2);</a:t>
            </a:r>
          </a:p>
          <a:p>
            <a:pPr marL="0" indent="0">
              <a:buNone/>
            </a:pPr>
            <a:r>
              <a:rPr lang="en-US"/>
              <a:t>      </a:t>
            </a:r>
            <a:r>
              <a:rPr lang="en-US" err="1"/>
              <a:t>ch</a:t>
            </a:r>
            <a:r>
              <a:rPr lang="en-US"/>
              <a:t>= </a:t>
            </a:r>
            <a:r>
              <a:rPr lang="en-US" err="1"/>
              <a:t>fgetc</a:t>
            </a:r>
            <a:r>
              <a:rPr lang="en-US"/>
              <a:t>(fp1);</a:t>
            </a:r>
          </a:p>
          <a:p>
            <a:pPr marL="0" indent="0">
              <a:buNone/>
            </a:pPr>
            <a:r>
              <a:rPr lang="en-US"/>
              <a:t>  }</a:t>
            </a:r>
          </a:p>
          <a:p>
            <a:pPr marL="0" indent="0">
              <a:buNone/>
            </a:pPr>
            <a:r>
              <a:rPr lang="en-US"/>
              <a:t>  </a:t>
            </a:r>
            <a:r>
              <a:rPr lang="en-US" err="1"/>
              <a:t>fclose</a:t>
            </a:r>
            <a:r>
              <a:rPr lang="en-US"/>
              <a:t>(fp1);</a:t>
            </a:r>
          </a:p>
          <a:p>
            <a:pPr marL="0" indent="0">
              <a:buNone/>
            </a:pPr>
            <a:r>
              <a:rPr lang="en-US"/>
              <a:t>  </a:t>
            </a:r>
            <a:r>
              <a:rPr lang="en-US" err="1"/>
              <a:t>fclose</a:t>
            </a:r>
            <a:r>
              <a:rPr lang="en-US"/>
              <a:t>(fp2);</a:t>
            </a:r>
          </a:p>
          <a:p>
            <a:pPr marL="0" indent="0">
              <a:buNone/>
            </a:pPr>
            <a:r>
              <a:rPr lang="en-US"/>
              <a:t>  </a:t>
            </a:r>
            <a:r>
              <a:rPr lang="en-US" err="1"/>
              <a:t>printf</a:t>
            </a:r>
            <a:r>
              <a:rPr lang="en-US"/>
              <a:t>("\</a:t>
            </a:r>
            <a:r>
              <a:rPr lang="en-US" err="1"/>
              <a:t>nFile</a:t>
            </a:r>
            <a:r>
              <a:rPr lang="en-US"/>
              <a:t> Copied Successfully \n");</a:t>
            </a:r>
          </a:p>
          <a:p>
            <a:pPr marL="0" indent="0">
              <a:buNone/>
            </a:pPr>
            <a:r>
              <a:rPr lang="en-US"/>
              <a:t>   return 0;</a:t>
            </a:r>
          </a:p>
          <a:p>
            <a:pPr marL="0" indent="0">
              <a:buNone/>
            </a:pPr>
            <a:r>
              <a:rPr lang="en-US"/>
              <a:t>   }</a:t>
            </a:r>
          </a:p>
        </p:txBody>
      </p:sp>
    </p:spTree>
    <p:extLst>
      <p:ext uri="{BB962C8B-B14F-4D97-AF65-F5344CB8AC3E}">
        <p14:creationId xmlns:p14="http://schemas.microsoft.com/office/powerpoint/2010/main" val="381197486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References</a:t>
            </a:r>
          </a:p>
        </p:txBody>
      </p:sp>
      <p:sp>
        <p:nvSpPr>
          <p:cNvPr id="3" name="Content Placeholder 2"/>
          <p:cNvSpPr>
            <a:spLocks noGrp="1"/>
          </p:cNvSpPr>
          <p:nvPr>
            <p:ph idx="1"/>
          </p:nvPr>
        </p:nvSpPr>
        <p:spPr/>
        <p:txBody>
          <a:bodyPr>
            <a:normAutofit fontScale="85000" lnSpcReduction="20000"/>
          </a:bodyPr>
          <a:lstStyle/>
          <a:p>
            <a:pPr hangingPunct="0"/>
            <a:r>
              <a:rPr lang="en-GB" b="1" u="sng"/>
              <a:t>References:</a:t>
            </a:r>
            <a:endParaRPr lang="en-US" b="1"/>
          </a:p>
          <a:p>
            <a:pPr lvl="0"/>
            <a:r>
              <a:rPr lang="en-GB"/>
              <a:t>E. </a:t>
            </a:r>
            <a:r>
              <a:rPr lang="en-GB" err="1"/>
              <a:t>Balagurusamy</a:t>
            </a:r>
            <a:r>
              <a:rPr lang="en-GB"/>
              <a:t>, Programming in ANSI C, 5th Edition, Tata McGraw Hill  Education Private Limited publications, 2010, ISBN-10: 0070681821, ISBN-13: 9780070681828</a:t>
            </a:r>
            <a:endParaRPr lang="en-US"/>
          </a:p>
          <a:p>
            <a:pPr lvl="0"/>
            <a:r>
              <a:rPr lang="en-GB"/>
              <a:t>Byron S. Gottfried, Programming with C,  </a:t>
            </a:r>
            <a:r>
              <a:rPr lang="en-GB" err="1"/>
              <a:t>Schaum</a:t>
            </a:r>
            <a:r>
              <a:rPr lang="en-GB"/>
              <a:t> Series, McGraw Hill, 2005. </a:t>
            </a:r>
            <a:endParaRPr lang="en-US"/>
          </a:p>
          <a:p>
            <a:pPr lvl="0"/>
            <a:r>
              <a:rPr lang="en-GB"/>
              <a:t>Y. </a:t>
            </a:r>
            <a:r>
              <a:rPr lang="en-GB" err="1"/>
              <a:t>Kanetkar</a:t>
            </a:r>
            <a:r>
              <a:rPr lang="en-GB"/>
              <a:t>, Let us C, 4</a:t>
            </a:r>
            <a:r>
              <a:rPr lang="en-GB" baseline="30000"/>
              <a:t>th</a:t>
            </a:r>
            <a:r>
              <a:rPr lang="en-GB"/>
              <a:t> edition, BPB publication, new Delhi 2002</a:t>
            </a:r>
          </a:p>
          <a:p>
            <a:r>
              <a:rPr lang="en-US" altLang="en-US"/>
              <a:t>https://cse.iitkgp.ac.in/pds/semester/2009a/slides/l7-pointers.ppt</a:t>
            </a:r>
          </a:p>
          <a:p>
            <a:pPr lvl="0"/>
            <a:endParaRPr lang="en-US"/>
          </a:p>
          <a:p>
            <a:pPr marL="0" indent="0" hangingPunct="0">
              <a:buNone/>
            </a:pPr>
            <a:endParaRPr lang="en-US"/>
          </a:p>
          <a:p>
            <a:pPr hangingPunct="0"/>
            <a:r>
              <a:rPr lang="en-GB" b="1"/>
              <a:t>Note:  </a:t>
            </a:r>
            <a:r>
              <a:rPr lang="en-GB"/>
              <a:t>This chapter is compiled/adopted primarily from [1]. All figures are redrawn/adopted from [1]. Tables, programs, examples, text and data are compiled/adopted from various sources [1-3].</a:t>
            </a:r>
            <a:endParaRPr lang="en-US"/>
          </a:p>
          <a:p>
            <a:pPr marL="0" indent="0">
              <a:buNone/>
            </a:pPr>
            <a:endParaRPr lang="en-US"/>
          </a:p>
        </p:txBody>
      </p:sp>
    </p:spTree>
    <p:extLst>
      <p:ext uri="{BB962C8B-B14F-4D97-AF65-F5344CB8AC3E}">
        <p14:creationId xmlns:p14="http://schemas.microsoft.com/office/powerpoint/2010/main" val="6974837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9560C3516471F44810DD24F0C42148E" ma:contentTypeVersion="2" ma:contentTypeDescription="Create a new document." ma:contentTypeScope="" ma:versionID="24fe522123b3a322f8b1c3062ee35d5a">
  <xsd:schema xmlns:xsd="http://www.w3.org/2001/XMLSchema" xmlns:xs="http://www.w3.org/2001/XMLSchema" xmlns:p="http://schemas.microsoft.com/office/2006/metadata/properties" xmlns:ns2="b4284549-3b77-42f0-9bd8-21963f31e472" targetNamespace="http://schemas.microsoft.com/office/2006/metadata/properties" ma:root="true" ma:fieldsID="e8f0dbdc55a03e5e5387593e2fa67f1b" ns2:_="">
    <xsd:import namespace="b4284549-3b77-42f0-9bd8-21963f31e472"/>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284549-3b77-42f0-9bd8-21963f31e4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163DDA6-DEAB-4B27-960B-542412E2B9D4}">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368E005E-AC19-4CF4-8E6D-10BC80056A76}">
  <ds:schemaRefs>
    <ds:schemaRef ds:uri="b4284549-3b77-42f0-9bd8-21963f31e47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D7A9EA1-8A21-434D-9385-1FE9E5C30FB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100</Slides>
  <Notes>0</Notes>
  <HiddenSlides>0</HiddenSlides>
  <ScaleCrop>false</ScaleCrop>
  <HeadingPairs>
    <vt:vector size="4" baseType="variant">
      <vt:variant>
        <vt:lpstr>Theme</vt:lpstr>
      </vt:variant>
      <vt:variant>
        <vt:i4>1</vt:i4>
      </vt:variant>
      <vt:variant>
        <vt:lpstr>Slide Titles</vt:lpstr>
      </vt:variant>
      <vt:variant>
        <vt:i4>100</vt:i4>
      </vt:variant>
    </vt:vector>
  </HeadingPairs>
  <TitlesOfParts>
    <vt:vector size="101" baseType="lpstr">
      <vt:lpstr>Office Theme</vt:lpstr>
      <vt:lpstr>Structures </vt:lpstr>
      <vt:lpstr>Structures </vt:lpstr>
      <vt:lpstr>Structures </vt:lpstr>
      <vt:lpstr>Accessing Structure Elements</vt:lpstr>
      <vt:lpstr>Accessing Structure Elements</vt:lpstr>
      <vt:lpstr>Initialising Structures </vt:lpstr>
      <vt:lpstr>Structure Assignment</vt:lpstr>
      <vt:lpstr>Creating more Complex Structures with Structures</vt:lpstr>
      <vt:lpstr>Creating more Complex Structures with Structures</vt:lpstr>
      <vt:lpstr>Creating more Complex Structures with Structures</vt:lpstr>
      <vt:lpstr>Structure Pointers </vt:lpstr>
      <vt:lpstr>Structure Pointers </vt:lpstr>
      <vt:lpstr>Structure Pointers </vt:lpstr>
      <vt:lpstr>Structure Pointers </vt:lpstr>
      <vt:lpstr>Pointers </vt:lpstr>
      <vt:lpstr>Pointers </vt:lpstr>
      <vt:lpstr>Pointer Variables</vt:lpstr>
      <vt:lpstr>Pointer  Operators  * and &amp;</vt:lpstr>
      <vt:lpstr>Pointer  Operators  * and &amp;</vt:lpstr>
      <vt:lpstr>Accessing a Variable Through its Pointer</vt:lpstr>
      <vt:lpstr>Example 1</vt:lpstr>
      <vt:lpstr>Example 2</vt:lpstr>
      <vt:lpstr>PowerPoint Presentation</vt:lpstr>
      <vt:lpstr>Call by Reference </vt:lpstr>
      <vt:lpstr>Call by Reference </vt:lpstr>
      <vt:lpstr>Call by Reference </vt:lpstr>
      <vt:lpstr>Call by Reference    </vt:lpstr>
      <vt:lpstr>Pointers and Arrays</vt:lpstr>
      <vt:lpstr>Pointers and Arrays</vt:lpstr>
      <vt:lpstr>Pointer Arithmetic</vt:lpstr>
      <vt:lpstr>Pointer Arithmetic</vt:lpstr>
      <vt:lpstr>Pointer Arithmetic</vt:lpstr>
      <vt:lpstr>Pointer Arithmetic</vt:lpstr>
      <vt:lpstr>Example</vt:lpstr>
      <vt:lpstr>Contd.</vt:lpstr>
      <vt:lpstr>Example: function to find average</vt:lpstr>
      <vt:lpstr>Strings and pointers</vt:lpstr>
      <vt:lpstr>Strings and pointers</vt:lpstr>
      <vt:lpstr>Arrays of Pointers</vt:lpstr>
      <vt:lpstr>Arrays of Pointers</vt:lpstr>
      <vt:lpstr>Arrays of Pointers</vt:lpstr>
      <vt:lpstr>Basic Idea</vt:lpstr>
      <vt:lpstr>Contd.</vt:lpstr>
      <vt:lpstr>Memory Allocation Process  in C</vt:lpstr>
      <vt:lpstr>Contd.</vt:lpstr>
      <vt:lpstr>Memory Allocation Functions</vt:lpstr>
      <vt:lpstr>Allocating a Block of Memory</vt:lpstr>
      <vt:lpstr>Contd.</vt:lpstr>
      <vt:lpstr>Contd.</vt:lpstr>
      <vt:lpstr>Points to Note</vt:lpstr>
      <vt:lpstr>PowerPoint Presentation</vt:lpstr>
      <vt:lpstr>Releasing the Used Space</vt:lpstr>
      <vt:lpstr>PowerPoint Presentation</vt:lpstr>
      <vt:lpstr>Altering the Size of a Block</vt:lpstr>
      <vt:lpstr>Contd.  </vt:lpstr>
      <vt:lpstr>Pointer to Pointer</vt:lpstr>
      <vt:lpstr>PowerPoint Presentation</vt:lpstr>
      <vt:lpstr>PowerPoint Presentation</vt:lpstr>
      <vt:lpstr>PowerPoint Presentation</vt:lpstr>
      <vt:lpstr>PowerPoint Presentation</vt:lpstr>
      <vt:lpstr>PowerPoint Presentation</vt:lpstr>
      <vt:lpstr>Example</vt:lpstr>
      <vt:lpstr>Example</vt:lpstr>
      <vt:lpstr>Example</vt:lpstr>
      <vt:lpstr>Dynamic Memory Allocation </vt:lpstr>
      <vt:lpstr>Dynamic Memory Allocation </vt:lpstr>
      <vt:lpstr>Dynamic Memory Allocation </vt:lpstr>
      <vt:lpstr>Multiple Indirection -- Pointers to Pointers  </vt:lpstr>
      <vt:lpstr>Multiple Indirection -- Pointers to Pointers  </vt:lpstr>
      <vt:lpstr>Multiple Indirection -- Pointers to Pointers  </vt:lpstr>
      <vt:lpstr>Multiple Indirection -- Pointers to Pointers  </vt:lpstr>
      <vt:lpstr>Pointers to Functions </vt:lpstr>
      <vt:lpstr>Pointers to Functions </vt:lpstr>
      <vt:lpstr>Pointers to Functions </vt:lpstr>
      <vt:lpstr>Pointers to Functions </vt:lpstr>
      <vt:lpstr>File Management</vt:lpstr>
      <vt:lpstr>File Management</vt:lpstr>
      <vt:lpstr>Common File Functions </vt:lpstr>
      <vt:lpstr>Opening and Closing Files  </vt:lpstr>
      <vt:lpstr>Opening and Closing Files  </vt:lpstr>
      <vt:lpstr>Opening and Closing Files  </vt:lpstr>
      <vt:lpstr>Opening and Closing Files  </vt:lpstr>
      <vt:lpstr>Opening and Closing File  </vt:lpstr>
      <vt:lpstr>Reading &amp; Writing Characters</vt:lpstr>
      <vt:lpstr>For Example :- Program to copy a file byte by byte</vt:lpstr>
      <vt:lpstr>For Example :- Program to copy a file byte by byte</vt:lpstr>
      <vt:lpstr>For Example :- Program to copy a file byte by byte</vt:lpstr>
      <vt:lpstr>Working with strings of text</vt:lpstr>
      <vt:lpstr>Working with strings of text</vt:lpstr>
      <vt:lpstr>Working with strings of text</vt:lpstr>
      <vt:lpstr>Output</vt:lpstr>
      <vt:lpstr>fread() and fwrite()</vt:lpstr>
      <vt:lpstr>Example</vt:lpstr>
      <vt:lpstr>Example</vt:lpstr>
      <vt:lpstr>Example</vt:lpstr>
      <vt:lpstr>// WAP to concatenate the contents of two files into a third file.</vt:lpstr>
      <vt:lpstr>PowerPoint Presentation</vt:lpstr>
      <vt:lpstr>//WAP to copy the content of one file into another file. </vt:lpstr>
      <vt:lpstr>//WAP to copy the content of one file into another file.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revision>1</cp:revision>
  <dcterms:created xsi:type="dcterms:W3CDTF">2022-05-03T02:28:31Z</dcterms:created>
  <dcterms:modified xsi:type="dcterms:W3CDTF">2022-07-22T03:37:10Z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0x01010099560C3516471F44810DD24F0C42148E</vt:lpwstr>
  </property>
</Properties>
</file>