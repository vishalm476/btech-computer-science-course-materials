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95" r:id="rId3"/>
    <p:sldId id="296" r:id="rId4"/>
    <p:sldId id="297" r:id="rId5"/>
    <p:sldId id="302" r:id="rId6"/>
    <p:sldId id="298" r:id="rId7"/>
    <p:sldId id="303" r:id="rId8"/>
    <p:sldId id="263" r:id="rId9"/>
    <p:sldId id="299" r:id="rId10"/>
    <p:sldId id="257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2" r:id="rId19"/>
    <p:sldId id="285" r:id="rId20"/>
    <p:sldId id="289" r:id="rId21"/>
    <p:sldId id="300" r:id="rId22"/>
    <p:sldId id="316" r:id="rId23"/>
    <p:sldId id="265" r:id="rId24"/>
    <p:sldId id="313" r:id="rId25"/>
    <p:sldId id="314" r:id="rId26"/>
    <p:sldId id="315" r:id="rId27"/>
    <p:sldId id="290" r:id="rId28"/>
    <p:sldId id="292" r:id="rId29"/>
    <p:sldId id="322" r:id="rId30"/>
    <p:sldId id="291" r:id="rId31"/>
    <p:sldId id="293" r:id="rId32"/>
    <p:sldId id="294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21" r:id="rId41"/>
    <p:sldId id="281" r:id="rId42"/>
    <p:sldId id="283" r:id="rId43"/>
    <p:sldId id="284" r:id="rId44"/>
    <p:sldId id="330" r:id="rId45"/>
    <p:sldId id="311" r:id="rId46"/>
    <p:sldId id="317" r:id="rId47"/>
    <p:sldId id="318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0E69FB-C939-4654-AC74-2A726859FC11}" v="12" dt="2024-02-05T11:27:07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8" Type="http://schemas.openxmlformats.org/officeDocument/2006/relationships/customXml" Target="../customXml/item3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imamul Bakas" userId="0b176b4ed9944c14" providerId="LiveId" clId="{2E0E69FB-C939-4654-AC74-2A726859FC11}"/>
    <pc:docChg chg="undo custSel addSld modSld sldOrd">
      <pc:chgData name="Jamimamul Bakas" userId="0b176b4ed9944c14" providerId="LiveId" clId="{2E0E69FB-C939-4654-AC74-2A726859FC11}" dt="2024-02-05T11:29:44.697" v="35"/>
      <pc:docMkLst>
        <pc:docMk/>
      </pc:docMkLst>
      <pc:sldChg chg="modSp mod">
        <pc:chgData name="Jamimamul Bakas" userId="0b176b4ed9944c14" providerId="LiveId" clId="{2E0E69FB-C939-4654-AC74-2A726859FC11}" dt="2024-02-05T11:29:44.697" v="35"/>
        <pc:sldMkLst>
          <pc:docMk/>
          <pc:sldMk cId="823061726" sldId="256"/>
        </pc:sldMkLst>
        <pc:spChg chg="mod">
          <ac:chgData name="Jamimamul Bakas" userId="0b176b4ed9944c14" providerId="LiveId" clId="{2E0E69FB-C939-4654-AC74-2A726859FC11}" dt="2024-02-05T11:29:44.697" v="35"/>
          <ac:spMkLst>
            <pc:docMk/>
            <pc:sldMk cId="823061726" sldId="256"/>
            <ac:spMk id="3" creationId="{80F1FF02-0D02-AD26-1806-1618D469762A}"/>
          </ac:spMkLst>
        </pc:spChg>
      </pc:sldChg>
      <pc:sldChg chg="add modTransition">
        <pc:chgData name="Jamimamul Bakas" userId="0b176b4ed9944c14" providerId="LiveId" clId="{2E0E69FB-C939-4654-AC74-2A726859FC11}" dt="2024-02-05T11:21:01.962" v="13"/>
        <pc:sldMkLst>
          <pc:docMk/>
          <pc:sldMk cId="0" sldId="281"/>
        </pc:sldMkLst>
      </pc:sldChg>
      <pc:sldChg chg="add ord modTransition">
        <pc:chgData name="Jamimamul Bakas" userId="0b176b4ed9944c14" providerId="LiveId" clId="{2E0E69FB-C939-4654-AC74-2A726859FC11}" dt="2024-02-05T11:27:12.141" v="23" actId="20578"/>
        <pc:sldMkLst>
          <pc:docMk/>
          <pc:sldMk cId="0" sldId="283"/>
        </pc:sldMkLst>
      </pc:sldChg>
      <pc:sldChg chg="add ord modTransition">
        <pc:chgData name="Jamimamul Bakas" userId="0b176b4ed9944c14" providerId="LiveId" clId="{2E0E69FB-C939-4654-AC74-2A726859FC11}" dt="2024-02-05T11:27:12.141" v="23" actId="20578"/>
        <pc:sldMkLst>
          <pc:docMk/>
          <pc:sldMk cId="0" sldId="284"/>
        </pc:sldMkLst>
      </pc:sldChg>
      <pc:sldChg chg="add modTransition">
        <pc:chgData name="Jamimamul Bakas" userId="0b176b4ed9944c14" providerId="LiveId" clId="{2E0E69FB-C939-4654-AC74-2A726859FC11}" dt="2024-02-05T11:21:01.962" v="13"/>
        <pc:sldMkLst>
          <pc:docMk/>
          <pc:sldMk cId="0" sldId="291"/>
        </pc:sldMkLst>
      </pc:sldChg>
      <pc:sldChg chg="add modTransition">
        <pc:chgData name="Jamimamul Bakas" userId="0b176b4ed9944c14" providerId="LiveId" clId="{2E0E69FB-C939-4654-AC74-2A726859FC11}" dt="2024-02-05T11:21:01.962" v="13"/>
        <pc:sldMkLst>
          <pc:docMk/>
          <pc:sldMk cId="0" sldId="292"/>
        </pc:sldMkLst>
      </pc:sldChg>
      <pc:sldChg chg="modSp add mod modTransition">
        <pc:chgData name="Jamimamul Bakas" userId="0b176b4ed9944c14" providerId="LiveId" clId="{2E0E69FB-C939-4654-AC74-2A726859FC11}" dt="2024-02-05T11:21:02.183" v="14" actId="27636"/>
        <pc:sldMkLst>
          <pc:docMk/>
          <pc:sldMk cId="0" sldId="293"/>
        </pc:sldMkLst>
        <pc:spChg chg="mod">
          <ac:chgData name="Jamimamul Bakas" userId="0b176b4ed9944c14" providerId="LiveId" clId="{2E0E69FB-C939-4654-AC74-2A726859FC11}" dt="2024-02-05T11:21:02.183" v="14" actId="27636"/>
          <ac:spMkLst>
            <pc:docMk/>
            <pc:sldMk cId="0" sldId="293"/>
            <ac:spMk id="25602" creationId="{C2525793-DDEA-2C2E-BB67-6FEACF6AC85F}"/>
          </ac:spMkLst>
        </pc:spChg>
      </pc:sldChg>
      <pc:sldChg chg="modSp add modTransition">
        <pc:chgData name="Jamimamul Bakas" userId="0b176b4ed9944c14" providerId="LiveId" clId="{2E0E69FB-C939-4654-AC74-2A726859FC11}" dt="2024-02-05T11:21:31.142" v="16" actId="14100"/>
        <pc:sldMkLst>
          <pc:docMk/>
          <pc:sldMk cId="0" sldId="294"/>
        </pc:sldMkLst>
        <pc:picChg chg="mod">
          <ac:chgData name="Jamimamul Bakas" userId="0b176b4ed9944c14" providerId="LiveId" clId="{2E0E69FB-C939-4654-AC74-2A726859FC11}" dt="2024-02-05T11:21:31.142" v="16" actId="14100"/>
          <ac:picMkLst>
            <pc:docMk/>
            <pc:sldMk cId="0" sldId="294"/>
            <ac:picMk id="26628" creationId="{52F3DBCC-FF11-F159-1243-603182BF160D}"/>
          </ac:picMkLst>
        </pc:picChg>
      </pc:sldChg>
      <pc:sldChg chg="add">
        <pc:chgData name="Jamimamul Bakas" userId="0b176b4ed9944c14" providerId="LiveId" clId="{2E0E69FB-C939-4654-AC74-2A726859FC11}" dt="2024-02-05T11:05:45.684" v="0"/>
        <pc:sldMkLst>
          <pc:docMk/>
          <pc:sldMk cId="1679134068" sldId="317"/>
        </pc:sldMkLst>
      </pc:sldChg>
      <pc:sldChg chg="add">
        <pc:chgData name="Jamimamul Bakas" userId="0b176b4ed9944c14" providerId="LiveId" clId="{2E0E69FB-C939-4654-AC74-2A726859FC11}" dt="2024-02-05T11:05:46.796" v="1"/>
        <pc:sldMkLst>
          <pc:docMk/>
          <pc:sldMk cId="2740294408" sldId="318"/>
        </pc:sldMkLst>
      </pc:sldChg>
      <pc:sldChg chg="modSp add mod ord">
        <pc:chgData name="Jamimamul Bakas" userId="0b176b4ed9944c14" providerId="LiveId" clId="{2E0E69FB-C939-4654-AC74-2A726859FC11}" dt="2024-02-05T11:22:04.521" v="19"/>
        <pc:sldMkLst>
          <pc:docMk/>
          <pc:sldMk cId="0" sldId="321"/>
        </pc:sldMkLst>
        <pc:spChg chg="mod">
          <ac:chgData name="Jamimamul Bakas" userId="0b176b4ed9944c14" providerId="LiveId" clId="{2E0E69FB-C939-4654-AC74-2A726859FC11}" dt="2024-02-05T11:08:31.859" v="7" actId="1076"/>
          <ac:spMkLst>
            <pc:docMk/>
            <pc:sldMk cId="0" sldId="321"/>
            <ac:spMk id="15364" creationId="{915A8841-CDB4-5B69-0550-CF55E6EFD9E5}"/>
          </ac:spMkLst>
        </pc:spChg>
        <pc:spChg chg="mod">
          <ac:chgData name="Jamimamul Bakas" userId="0b176b4ed9944c14" providerId="LiveId" clId="{2E0E69FB-C939-4654-AC74-2A726859FC11}" dt="2024-02-05T11:08:33.442" v="10" actId="1076"/>
          <ac:spMkLst>
            <pc:docMk/>
            <pc:sldMk cId="0" sldId="321"/>
            <ac:spMk id="15365" creationId="{7D81F1A9-19EF-B78A-6564-47CB62B2A3F2}"/>
          </ac:spMkLst>
        </pc:spChg>
        <pc:spChg chg="mod">
          <ac:chgData name="Jamimamul Bakas" userId="0b176b4ed9944c14" providerId="LiveId" clId="{2E0E69FB-C939-4654-AC74-2A726859FC11}" dt="2024-02-05T11:08:32.990" v="9" actId="1076"/>
          <ac:spMkLst>
            <pc:docMk/>
            <pc:sldMk cId="0" sldId="321"/>
            <ac:spMk id="15366" creationId="{6078113D-EBAD-ECFB-591C-EDF4DEA381C0}"/>
          </ac:spMkLst>
        </pc:spChg>
        <pc:spChg chg="mod">
          <ac:chgData name="Jamimamul Bakas" userId="0b176b4ed9944c14" providerId="LiveId" clId="{2E0E69FB-C939-4654-AC74-2A726859FC11}" dt="2024-02-05T11:08:32.436" v="8" actId="1076"/>
          <ac:spMkLst>
            <pc:docMk/>
            <pc:sldMk cId="0" sldId="321"/>
            <ac:spMk id="15367" creationId="{D7751275-3E43-AE85-C9FB-D9046EF14574}"/>
          </ac:spMkLst>
        </pc:spChg>
      </pc:sldChg>
      <pc:sldChg chg="add modTransition">
        <pc:chgData name="Jamimamul Bakas" userId="0b176b4ed9944c14" providerId="LiveId" clId="{2E0E69FB-C939-4654-AC74-2A726859FC11}" dt="2024-02-05T11:21:01.962" v="13"/>
        <pc:sldMkLst>
          <pc:docMk/>
          <pc:sldMk cId="0" sldId="322"/>
        </pc:sldMkLst>
      </pc:sldChg>
      <pc:sldChg chg="modSp add modTransition">
        <pc:chgData name="Jamimamul Bakas" userId="0b176b4ed9944c14" providerId="LiveId" clId="{2E0E69FB-C939-4654-AC74-2A726859FC11}" dt="2024-02-05T11:21:38.111" v="17" actId="14100"/>
        <pc:sldMkLst>
          <pc:docMk/>
          <pc:sldMk cId="0" sldId="323"/>
        </pc:sldMkLst>
        <pc:picChg chg="mod">
          <ac:chgData name="Jamimamul Bakas" userId="0b176b4ed9944c14" providerId="LiveId" clId="{2E0E69FB-C939-4654-AC74-2A726859FC11}" dt="2024-02-05T11:21:38.111" v="17" actId="14100"/>
          <ac:picMkLst>
            <pc:docMk/>
            <pc:sldMk cId="0" sldId="323"/>
            <ac:picMk id="27652" creationId="{526DA651-F5C7-DF28-F415-3760137738D0}"/>
          </ac:picMkLst>
        </pc:picChg>
      </pc:sldChg>
      <pc:sldChg chg="add modTransition">
        <pc:chgData name="Jamimamul Bakas" userId="0b176b4ed9944c14" providerId="LiveId" clId="{2E0E69FB-C939-4654-AC74-2A726859FC11}" dt="2024-02-05T11:21:01.962" v="13"/>
        <pc:sldMkLst>
          <pc:docMk/>
          <pc:sldMk cId="0" sldId="324"/>
        </pc:sldMkLst>
      </pc:sldChg>
      <pc:sldChg chg="add modTransition">
        <pc:chgData name="Jamimamul Bakas" userId="0b176b4ed9944c14" providerId="LiveId" clId="{2E0E69FB-C939-4654-AC74-2A726859FC11}" dt="2024-02-05T11:21:01.962" v="13"/>
        <pc:sldMkLst>
          <pc:docMk/>
          <pc:sldMk cId="0" sldId="325"/>
        </pc:sldMkLst>
      </pc:sldChg>
      <pc:sldChg chg="add modTransition">
        <pc:chgData name="Jamimamul Bakas" userId="0b176b4ed9944c14" providerId="LiveId" clId="{2E0E69FB-C939-4654-AC74-2A726859FC11}" dt="2024-02-05T11:21:01.962" v="13"/>
        <pc:sldMkLst>
          <pc:docMk/>
          <pc:sldMk cId="0" sldId="326"/>
        </pc:sldMkLst>
      </pc:sldChg>
      <pc:sldChg chg="add modTransition">
        <pc:chgData name="Jamimamul Bakas" userId="0b176b4ed9944c14" providerId="LiveId" clId="{2E0E69FB-C939-4654-AC74-2A726859FC11}" dt="2024-02-05T11:21:01.962" v="13"/>
        <pc:sldMkLst>
          <pc:docMk/>
          <pc:sldMk cId="0" sldId="327"/>
        </pc:sldMkLst>
      </pc:sldChg>
      <pc:sldChg chg="add modTransition">
        <pc:chgData name="Jamimamul Bakas" userId="0b176b4ed9944c14" providerId="LiveId" clId="{2E0E69FB-C939-4654-AC74-2A726859FC11}" dt="2024-02-05T11:21:01.962" v="13"/>
        <pc:sldMkLst>
          <pc:docMk/>
          <pc:sldMk cId="0" sldId="328"/>
        </pc:sldMkLst>
      </pc:sldChg>
      <pc:sldChg chg="add modTransition">
        <pc:chgData name="Jamimamul Bakas" userId="0b176b4ed9944c14" providerId="LiveId" clId="{2E0E69FB-C939-4654-AC74-2A726859FC11}" dt="2024-02-05T11:21:01.962" v="13"/>
        <pc:sldMkLst>
          <pc:docMk/>
          <pc:sldMk cId="0" sldId="329"/>
        </pc:sldMkLst>
      </pc:sldChg>
      <pc:sldChg chg="add ord modTransition">
        <pc:chgData name="Jamimamul Bakas" userId="0b176b4ed9944c14" providerId="LiveId" clId="{2E0E69FB-C939-4654-AC74-2A726859FC11}" dt="2024-02-05T11:27:12.141" v="23" actId="20578"/>
        <pc:sldMkLst>
          <pc:docMk/>
          <pc:sldMk cId="0" sldId="3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CB013-11EC-4781-9472-47BC62F0D9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1684F-07C2-48ED-887D-096C4B89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621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334AED7D-B4AA-33FF-9CC4-B641242ED4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43E3EA-2011-4512-BBC8-F37B53286ECB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C55BCF0C-D494-759D-9D0F-2FF8575363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9AE1F1A9-5E6C-741D-1708-68D42D11D3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0D26A4BA-0545-23C7-ADC1-C013DA911B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0500B8B-EAF2-4453-A5C7-B75C85BCE9A5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3A93BE4D-3DF9-2A77-90D0-7C0FA5F16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E7EA6A41-1299-F2F6-1F55-342E7825F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0CB728B2-0CE7-98D2-5F6C-774C1BBAF3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FEF97B5-A3CF-480B-A176-FE29E793762C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CD5E72B-A878-A115-F12C-60E691BA35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20BEBC5-475C-B49E-B5E6-4041C19FE6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EF592747-EE4A-3786-75FB-EAB2ECFADD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824C417-7FEB-4B2D-A8B7-8A7FECAFBB53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D25A822B-AC66-BBE0-6092-D6159B78A3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0A05AE14-496B-ECC9-6D42-BC94A37E1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7AADEC7A-0115-1AF7-AB16-32AA582795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D898B5-331C-4EFF-9A6A-D5B5BEB11577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63C9452F-FD02-46DB-8DB2-7B7A398AB9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6A0BC291-AEC0-5820-209E-A00F8BBDE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54BA497A-5B90-C624-5F8C-C2FED18F69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5941215-6081-45E1-AD58-0857EF7AFE41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D1F61764-BA33-2CC2-2309-A2C9B07DC5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6246AD8C-3240-F0BD-D011-F542CB4963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7A6A5E88-CC8D-A714-B6E6-C027F1AB6C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75C28096-18C6-D92A-A211-0C85101A79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7963613A-011E-3D65-1D8E-4E96AFA28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2C41B182-1964-40D8-89B8-C97DB811FB12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A3CCABAA-8B4C-1B5E-1395-EB73530EAB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CBE71FF-B6A0-4C48-B5C5-4FC274EA64F4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138988D9-2C44-F2A8-27C0-8069DEDF6F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CCE93A54-FF6D-4577-7BED-BF88830357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14168387-0E47-7516-8616-F3D4408318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E35216-5EB4-4EA2-8FEE-D6B27803B91A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8C27599-BDB8-1E03-30A6-9228127EC9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8B45970D-9522-4143-7BED-B42A979C36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13B95765-CEFC-BF4E-C4AD-BAD0E2B209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CCD58978-C1DD-86F0-9A8B-214F74F015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5D58BD98-F454-B89A-8969-4A614CBCF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202D6659-1EB4-4182-ABC6-1CD29A3855D4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70CEEB88-3908-1AFE-C8BD-F13D028B1B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2FEF2E43-7919-8724-ADBA-FC22FDD77B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A23A30D2-DA5F-EB5C-DCD3-44E2EC81A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5E1C76A5-2DC6-4089-B590-EC75F585AF5C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DEB99A03-3E31-819F-8B84-9874EF63BC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050ABD-4D80-4C51-8496-81C17A87898D}" type="slidenum">
              <a:rPr lang="en-US" altLang="en-US" sz="1200"/>
              <a:pPr eaLnBrk="1" hangingPunct="1"/>
              <a:t>21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71990BAB-DC57-6E5C-1E81-BFE4A7AA91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4B62C8D1-10CE-E021-9E3F-4CDB10155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70CEEB88-3908-1AFE-C8BD-F13D028B1B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2FEF2E43-7919-8724-ADBA-FC22FDD77B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A23A30D2-DA5F-EB5C-DCD3-44E2EC81A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5E1C76A5-2DC6-4089-B590-EC75F585AF5C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D0E57CE9-218D-C613-ABB8-FA17368F7E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CB8668FF-A065-7BAC-8A06-B674741EF8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CE2CB8BD-080B-E124-0D47-8B029A532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CD86BBFC-18E2-4833-97F1-CABF31D6C040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B572E141-8839-9BB8-A8AA-EF05EDAFFF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D2EF3295-5E95-A10F-E4F7-AEC0D28ACC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B9512536-9F54-059E-D310-F01C473D3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767AC43F-472E-4FFD-814B-F2B1C22DFB9F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746FF7B8-BC7C-4223-40FB-1E47B9A7D7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C008D7B0-EB70-43D7-1900-0AE7495C8A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78821599-1275-7D6B-7401-2A631153D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C275BE6D-81FA-4881-885E-A54BB27BDF65}" type="slidenum">
              <a:rPr lang="en-US" altLang="en-US"/>
              <a:pPr eaLnBrk="1" hangingPunct="1"/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FD484B45-3D12-667D-F389-DFAB4CD925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A75B6E58-6268-D6AD-8072-6908A27CC5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A6B50346-04D7-051F-D302-ED6202490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5B0D008B-A517-42CE-97E0-FDD8C33C5A54}" type="slidenum">
              <a:rPr lang="en-US" altLang="en-US"/>
              <a:pPr eaLnBrk="1" hangingPunct="1"/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4C870614-6F6B-728C-6FCB-D7FB4A06FD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20A3D4E3-94E0-AE13-72D5-F6DB5C2812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F9EBCE99-0EF1-AE50-D32E-A8DBFE98A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F64980C5-6077-411B-B664-A5ECBB231E00}" type="slidenum">
              <a:rPr lang="en-US" altLang="en-US"/>
              <a:pPr eaLnBrk="1" hangingPunct="1"/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8F28FC5F-92C0-4E57-F69F-209DACCA4A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A4CC0D1D-A7CA-9B47-4F1A-9DA99B6C7B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8BE9040E-82E0-E876-E044-D069E777C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5716106E-081E-4A99-A610-8872A97189EA}" type="slidenum">
              <a:rPr lang="en-US" altLang="en-US"/>
              <a:pPr eaLnBrk="1" hangingPunct="1"/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93E790EF-A4C9-0DAA-8091-D3EDDFA45B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D469B413-58E0-602B-FA2B-A193C00992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3E38A1F1-90D0-75B9-67A7-C22D5F5B3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BD79B614-3DC8-4BEA-A935-222FDAF27CF7}" type="slidenum">
              <a:rPr lang="en-US" altLang="en-US"/>
              <a:pPr eaLnBrk="1" hangingPunct="1"/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BA572B5A-868E-16AB-125F-5B10728F92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3159EFC7-3672-652C-10A9-1546B15DB0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4A0ECFE9-FB87-0B06-EDB5-E60A2395E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9F72BC0E-CE6F-4EFB-9D1A-5E71CB21D8CA}" type="slidenum">
              <a:rPr lang="en-US" altLang="en-US"/>
              <a:pPr eaLnBrk="1" hangingPunct="1"/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EDBA4A2E-9D65-84FC-D18B-194C87CA06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BEBFC72F-C03B-A90D-5078-FEB6548CCA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26A8EA9A-B559-70E8-2739-26BB0D00C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7DC21350-4350-4306-9A57-5D40D62B02B2}" type="slidenum">
              <a:rPr lang="en-US" altLang="en-US"/>
              <a:pPr eaLnBrk="1" hangingPunct="1"/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D7183104-CE82-37D5-255E-719E3285CE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BD2317C2-32BE-5020-D6F5-9D842EF706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832F98E9-ABB7-E996-E6D8-52AE4D2D6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813D7C4D-EE0D-4472-ADD5-CD06A5B3B367}" type="slidenum">
              <a:rPr lang="en-US" altLang="en-US"/>
              <a:pPr eaLnBrk="1" hangingPunct="1"/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39E474FD-64E8-90A6-2FA1-4E854BE16A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DACD971E-59BD-AB30-735D-2FE1593491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CD8A8263-65A6-A0DC-3077-EFDB7DDC9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E5BE352A-A12B-41FB-AD51-20DB30942D04}" type="slidenum">
              <a:rPr lang="en-US" altLang="en-US"/>
              <a:pPr eaLnBrk="1" hangingPunct="1"/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E519EE18-DFC3-F4B1-F12F-11B1F35E41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CD576E4F-0C9C-6D4C-2847-F1CCF801D9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B7AAB42B-6F2D-D8E0-0AE2-8701D5216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F76E2639-BEFB-4D47-9FDE-C8757ACCD37A}" type="slidenum">
              <a:rPr lang="en-US" altLang="en-US"/>
              <a:pPr eaLnBrk="1" hangingPunct="1"/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CAD78DBB-A636-62FC-7C09-91FF19BD73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B7BD317F-4138-8DA5-A20F-94BA2F597A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F3CC69E7-0772-75BB-A673-8E21283BD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C2E8F0C3-1EFD-418B-809B-16D7D8F49712}" type="slidenum">
              <a:rPr lang="en-US" altLang="en-US"/>
              <a:pPr eaLnBrk="1" hangingPunct="1"/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8A38FF7A-BFC7-50A6-D7CC-F117DEBA24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E374BB63-1F5E-0F0F-8E8F-0C0552F312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32B920BB-E262-9BB1-BAA9-94C799B77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AE298CD7-9FC3-440D-8CED-2AE5EE5620EB}" type="slidenum">
              <a:rPr lang="en-US" altLang="en-US"/>
              <a:pPr eaLnBrk="1" hangingPunct="1"/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E036AD8A-7D65-9342-D471-E34ED8CAB3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9EC7EE1D-4D23-8A6F-7DE7-382C77FCD6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DDF175E9-E632-10F3-180C-0F280AB02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7E7AC729-6492-45BE-B567-8928E1659FB4}" type="slidenum">
              <a:rPr lang="en-US" altLang="en-US"/>
              <a:pPr eaLnBrk="1" hangingPunct="1"/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A358DE98-9F72-7557-73E9-10D87C8C03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37F28AD1-9B67-8104-4C1E-2825A75965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79A777DB-BA9B-19E7-0B8D-61947A606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ADD5516C-E8F7-410C-A840-93D96B751EEA}" type="slidenum">
              <a:rPr lang="en-US" altLang="en-US"/>
              <a:pPr eaLnBrk="1" hangingPunct="1"/>
              <a:t>38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4CD98C48-C22F-6F31-B82F-53042B4C48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6209F01B-9C79-36CD-A4CA-E0CFCA3DC9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5356506F-0F96-5BFD-EE97-6DE009D7B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7D9D4EB5-7182-4CF8-85BF-236FC21BE54D}" type="slidenum">
              <a:rPr lang="en-US" altLang="en-US"/>
              <a:pPr eaLnBrk="1" hangingPunct="1"/>
              <a:t>39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CE763E95-A8EB-97D0-E63D-E2EBD8FCEC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E3D29A-052E-40A8-B17F-6BCA67CD61D9}" type="slidenum">
              <a:rPr lang="en-US" altLang="en-US" sz="1200"/>
              <a:pPr eaLnBrk="1" hangingPunct="1"/>
              <a:t>40</a:t>
            </a:fld>
            <a:endParaRPr lang="en-US" altLang="en-US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281FFC61-72E3-BD01-2F19-D48E913AD2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5CEF20D4-0460-C8BD-7222-3335DADD2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253B2158-930C-673A-E996-096BAF3CC7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8354C54C-3C21-C830-347A-A1500A7615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EEE43723-500E-EE4B-E73D-D3EDEF7AE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63B8EB0B-A39F-4C7E-8783-4685E8F03AFC}" type="slidenum">
              <a:rPr lang="en-US" altLang="en-US"/>
              <a:pPr eaLnBrk="1" hangingPunct="1"/>
              <a:t>41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3DEE6DF6-1C67-DC95-C18D-F66C6010A5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19609EF3-211A-5D4A-9DAD-ED08477E4C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F5B59383-FC9A-56A1-ADE3-5E063C66A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63747EC2-D7B2-4FDC-BD2C-88D95A500001}" type="slidenum">
              <a:rPr lang="en-US" altLang="en-US"/>
              <a:pPr eaLnBrk="1" hangingPunct="1"/>
              <a:t>42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80D0300C-19E4-767A-83E4-7958CAF289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E5540E3E-384C-3850-A3AE-295126E1C7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59BA8E0F-9A8E-19E4-113D-458BB1F9D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25BF793D-47F7-4830-BC65-9D02DCA4E884}" type="slidenum">
              <a:rPr lang="en-US" altLang="en-US"/>
              <a:pPr eaLnBrk="1" hangingPunct="1"/>
              <a:t>43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15AE58A1-A258-4014-FB93-FDF50C8639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419651D3-5696-0019-A5E5-76C334FB97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462FA28C-5896-CAC6-5367-96B8CD7C9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B612579E-6A30-4B96-AA15-CFEF5F8B9B23}" type="slidenum">
              <a:rPr lang="en-US" altLang="en-US"/>
              <a:pPr eaLnBrk="1" hangingPunct="1"/>
              <a:t>44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9DE1-F1DB-0658-2FE9-D42907E83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91EBD-DF8D-F5E0-9D62-23B515A57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5BC4E-7B07-B652-8E80-2D8CEFC4C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8534-4448-45E5-AB7B-99C345BD4E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0598F-0EED-1A61-0195-DF83ECA50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22822-2ED5-9018-0AAC-D83A175B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B17B-380C-4E8D-BE31-DAC1DBD4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643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E641B-B47E-ABCF-7848-1B0A5147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FCF1B-0D03-F990-E90A-B68452284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02DC0-B190-1512-C258-0B964D44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8534-4448-45E5-AB7B-99C345BD4E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60855-006B-5D0F-229E-62CD9141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51F04-9899-C3C6-AD81-EB501CCD3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B17B-380C-4E8D-BE31-DAC1DBD4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141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78E4-75E2-3D88-EC56-258EF4CB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18DBE-FAA1-EC35-5BBB-143F381AD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718A9-AC40-1758-9349-0AF6F1F86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8534-4448-45E5-AB7B-99C345BD4E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24C33-74D8-873E-79A7-1B75FD01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775E4-0629-7393-0514-08285A1C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B17B-380C-4E8D-BE31-DAC1DBD4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87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4BEA-318E-70EF-69D7-EA7D1727A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D0481-295B-47B0-1766-B65C13D45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4C9D4-3F51-32A2-8099-1560D4403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F7033-D3E6-AC78-C2EC-86063DBB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8534-4448-45E5-AB7B-99C345BD4E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3500A-647E-E46F-FBC9-98D44E5AA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9C9C5-B1B7-C7E8-70DA-B76CAD74C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B17B-380C-4E8D-BE31-DAC1DBD4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43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5F542-45E9-CB18-1C9C-CC639CED6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5B2E5-AF8F-116A-1B85-BFDF13317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49E64-7DA2-EF20-2E5E-965C65E1A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EC6EF-4201-AD61-B657-DF9DC9E0F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AE87B-F33A-7005-D148-40AC7AFCB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CEAE9B-2D70-B29A-F2D7-94FC52C47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8534-4448-45E5-AB7B-99C345BD4E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E61FC3-25C6-7B92-AABA-1D4AFC06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AD7A0C-0E6C-4150-5BA1-4D98B82D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B17B-380C-4E8D-BE31-DAC1DBD4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22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F377F-8633-0F3B-D274-BCB567E0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EAB69-8957-DE70-E1C0-54E51623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8534-4448-45E5-AB7B-99C345BD4E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61BE4-35E2-F948-16DE-03348F714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5DF17-FDF5-A888-3469-9CF1C834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B17B-380C-4E8D-BE31-DAC1DBD4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821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443FF-D79E-C856-DDD0-155E41803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8534-4448-45E5-AB7B-99C345BD4E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686D9F-3285-C986-9F44-46E117959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80643-3912-087A-21B1-DD63C7ED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B17B-380C-4E8D-BE31-DAC1DBD4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125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98B64-3555-297A-3355-66C6B8F6E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C405-BD9A-7CB2-5809-F72AA0B2A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414CA-48B1-AEA9-8798-D47131A74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7FFD0-43C0-696D-BC23-D8658134E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8534-4448-45E5-AB7B-99C345BD4E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4ACB7-AD85-FE46-5C70-2A1603A4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801D7-3B8C-2BDC-1D4E-EA5F382F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B17B-380C-4E8D-BE31-DAC1DBD4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12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4EF1-7A16-5608-0DD0-E028C2486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97F98B-C308-4C8A-3B5E-E48FB514CD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81043-116F-9837-2295-5F971D7D8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20765-4833-F966-D9FA-32BA291F9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8534-4448-45E5-AB7B-99C345BD4E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610A5-F388-BD46-1855-83A9B1E7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0824A-FAB8-F91B-3E10-44F6B5F0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B17B-380C-4E8D-BE31-DAC1DBD4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576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570DB-A738-8534-58AD-BF5876A82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9FAF8-4BD8-0C73-FBFE-108094D6B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E982C-1E39-6DAE-0BB0-4A26B4203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8534-4448-45E5-AB7B-99C345BD4E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550AB-CD8A-0955-4B06-E42D28324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F7691-8F0C-4303-120E-FF090981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B17B-380C-4E8D-BE31-DAC1DBD4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75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7C5467-228C-4E0D-0393-393B612E3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40FC2-1D13-AF26-92A4-3A5ECBF09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10706-9CCC-608B-44B2-503A27D4B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8534-4448-45E5-AB7B-99C345BD4E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F7587-AC1A-1FDB-7735-ABE622BE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57E9E-D9F9-6289-E697-4E1242DE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B17B-380C-4E8D-BE31-DAC1DBD4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59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72F857-421A-C979-98A2-ACCDD1D76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F954D-5D0B-0092-4076-A372B9F4A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EBE42-6FC4-E04F-5BCF-071DA94695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38534-4448-45E5-AB7B-99C345BD4E48}" type="datetimeFigureOut">
              <a:rPr lang="en-IN" smtClean="0"/>
              <a:t>05-02-2024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93523-AE63-23FC-7DB6-37825C35D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667E7-5322-1C3D-A5A3-1CC9F6940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87B17B-380C-4E8D-BE31-DAC1DBD4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484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5420D-2E50-7F27-62C7-7BD3F18847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sz="6000" dirty="0"/>
              <a:t>Adversarial search</a:t>
            </a:r>
            <a:br>
              <a:rPr lang="en-US" altLang="en-US" sz="6000" dirty="0"/>
            </a:br>
            <a:r>
              <a:rPr lang="en-US" altLang="en-US" sz="3600" dirty="0"/>
              <a:t>(Min-Max procedure, Alpha-beta pruning)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F1FF02-0D02-AD26-1806-1618D46976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(Based on slides of Mausam, Padhraic Smyth, Stuart Russell, Rao </a:t>
            </a:r>
            <a:r>
              <a:rPr lang="en-US" dirty="0" err="1"/>
              <a:t>Kambhampati</a:t>
            </a:r>
            <a:r>
              <a:rPr lang="en-US" dirty="0"/>
              <a:t>,  Raj Rao, Dan Weld, Luigi </a:t>
            </a:r>
            <a:r>
              <a:rPr lang="en-US" dirty="0" err="1"/>
              <a:t>Ceccaroni</a:t>
            </a:r>
            <a:r>
              <a:rPr lang="en-US" dirty="0"/>
              <a:t> …)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306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Number Placeholder 5">
            <a:extLst>
              <a:ext uri="{FF2B5EF4-FFF2-40B4-BE49-F238E27FC236}">
                <a16:creationId xmlns:a16="http://schemas.microsoft.com/office/drawing/2014/main" id="{E1DE2B70-2E39-C480-E6E6-BBB1589F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65C6FB-5C5F-4069-B7DE-9ACE136811F8}" type="slidenum">
              <a:rPr lang="en-US" altLang="en-US" sz="1400"/>
              <a:pPr eaLnBrk="1" hangingPunct="1"/>
              <a:t>2</a:t>
            </a:fld>
            <a:endParaRPr lang="en-US" altLang="en-US" sz="1400"/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CF3601FA-E51A-8C45-BB6A-1B3D90868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Game Playing</a:t>
            </a:r>
          </a:p>
        </p:txBody>
      </p:sp>
      <p:sp>
        <p:nvSpPr>
          <p:cNvPr id="2052" name="Text Box 5">
            <a:extLst>
              <a:ext uri="{FF2B5EF4-FFF2-40B4-BE49-F238E27FC236}">
                <a16:creationId xmlns:a16="http://schemas.microsoft.com/office/drawing/2014/main" id="{3BF18EDE-F7F3-6CFD-D189-2145343C7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286000"/>
            <a:ext cx="7556500" cy="2292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Why do AI researchers study game playing?</a:t>
            </a:r>
          </a:p>
          <a:p>
            <a:pPr eaLnBrk="1" hangingPunct="1"/>
            <a:endParaRPr lang="en-US" altLang="en-US">
              <a:solidFill>
                <a:srgbClr val="FF0000"/>
              </a:solidFill>
            </a:endParaRPr>
          </a:p>
          <a:p>
            <a:pPr eaLnBrk="1" hangingPunct="1">
              <a:buFontTx/>
              <a:buAutoNum type="arabicPeriod"/>
            </a:pPr>
            <a:r>
              <a:rPr lang="en-US" altLang="en-US">
                <a:solidFill>
                  <a:srgbClr val="000099"/>
                </a:solidFill>
              </a:rPr>
              <a:t>It’s a good reasoning problem, formal and nontrivial.</a:t>
            </a:r>
          </a:p>
          <a:p>
            <a:pPr eaLnBrk="1" hangingPunct="1">
              <a:buFontTx/>
              <a:buAutoNum type="arabicPeriod"/>
            </a:pPr>
            <a:endParaRPr lang="en-US" altLang="en-US">
              <a:solidFill>
                <a:srgbClr val="000099"/>
              </a:solidFill>
            </a:endParaRPr>
          </a:p>
          <a:p>
            <a:pPr eaLnBrk="1" hangingPunct="1">
              <a:buFontTx/>
              <a:buAutoNum type="arabicPeriod"/>
            </a:pPr>
            <a:r>
              <a:rPr lang="en-US" altLang="en-US">
                <a:solidFill>
                  <a:srgbClr val="000099"/>
                </a:solidFill>
              </a:rPr>
              <a:t>Direct comparison with humans and other computer</a:t>
            </a:r>
          </a:p>
          <a:p>
            <a:pPr eaLnBrk="1" hangingPunct="1"/>
            <a:r>
              <a:rPr lang="en-US" altLang="en-US">
                <a:solidFill>
                  <a:srgbClr val="000099"/>
                </a:solidFill>
              </a:rPr>
              <a:t>     programs is easy.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>
            <a:extLst>
              <a:ext uri="{FF2B5EF4-FFF2-40B4-BE49-F238E27FC236}">
                <a16:creationId xmlns:a16="http://schemas.microsoft.com/office/drawing/2014/main" id="{5B665CC9-66B7-61E0-87DD-9BE1F82F8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A2A25B-4B77-451F-809C-DE3DFDB4FE58}" type="slidenum">
              <a:rPr lang="en-US" altLang="en-US" sz="1400"/>
              <a:pPr eaLnBrk="1" hangingPunct="1"/>
              <a:t>3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610B5A5C-3414-368A-4F05-B64920A6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What Kinds of Games?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3FCAC363-A12C-396C-0D76-32E5E0B90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>
              <a:buNone/>
            </a:pPr>
            <a:r>
              <a:rPr lang="en-US" altLang="en-US"/>
              <a:t>Mainly games of strategy with the following characteristics:</a:t>
            </a:r>
          </a:p>
          <a:p>
            <a:pPr marL="609600" indent="-609600">
              <a:buNone/>
            </a:pPr>
            <a:endParaRPr lang="en-US" altLang="en-US"/>
          </a:p>
          <a:p>
            <a:pPr marL="609600" indent="-609600">
              <a:buFontTx/>
              <a:buAutoNum type="arabicPeriod"/>
            </a:pPr>
            <a:r>
              <a:rPr lang="en-US" altLang="en-US"/>
              <a:t>Sequence of </a:t>
            </a:r>
            <a:r>
              <a:rPr lang="en-US" altLang="en-US">
                <a:solidFill>
                  <a:srgbClr val="FF0000"/>
                </a:solidFill>
              </a:rPr>
              <a:t>moves </a:t>
            </a:r>
            <a:r>
              <a:rPr lang="en-US" altLang="en-US"/>
              <a:t>to play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Rules that specify </a:t>
            </a:r>
            <a:r>
              <a:rPr lang="en-US" altLang="en-US">
                <a:solidFill>
                  <a:srgbClr val="FF0000"/>
                </a:solidFill>
              </a:rPr>
              <a:t>possible moves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Rules that specify a </a:t>
            </a:r>
            <a:r>
              <a:rPr lang="en-US" altLang="en-US">
                <a:solidFill>
                  <a:srgbClr val="FF0000"/>
                </a:solidFill>
              </a:rPr>
              <a:t>payment</a:t>
            </a:r>
            <a:r>
              <a:rPr lang="en-US" altLang="en-US"/>
              <a:t> for each move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Objective is to </a:t>
            </a:r>
            <a:r>
              <a:rPr lang="en-US" altLang="en-US">
                <a:solidFill>
                  <a:srgbClr val="FF0000"/>
                </a:solidFill>
              </a:rPr>
              <a:t>maximize</a:t>
            </a:r>
            <a:r>
              <a:rPr lang="en-US" altLang="en-US"/>
              <a:t> your payment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A0401553-3360-84AF-45CB-0CCAFF8EF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D86BECE-E690-4F53-9EBF-B1F3C4D5273A}" type="slidenum">
              <a:rPr lang="en-US" altLang="en-US" sz="1400"/>
              <a:pPr eaLnBrk="1" hangingPunct="1"/>
              <a:t>4</a:t>
            </a:fld>
            <a:endParaRPr lang="en-US" altLang="en-US" sz="14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6EFCEDEB-22C1-1F83-A669-D34A413AD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Games vs. Search Problems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F38C30B-E505-F2D8-A771-14413A430C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2133600"/>
            <a:ext cx="8229600" cy="29718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Unpredictable opponent</a:t>
            </a: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</a:t>
            </a:r>
            <a:r>
              <a:rPr lang="en-US" altLang="en-US"/>
              <a:t> specifying a move for every possible opponent reply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Time limits</a:t>
            </a:r>
            <a:r>
              <a:rPr lang="en-US" altLang="en-US"/>
              <a:t> </a:t>
            </a:r>
            <a:r>
              <a:rPr lang="en-US" altLang="en-US"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/>
              <a:t> unlikely to find goal, must approximate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62DDBCC9-6CB2-CC91-F381-C7922C55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0D21B0F-68D1-43EC-950D-842896D2BEA2}" type="slidenum">
              <a:rPr lang="en-US" altLang="en-US" sz="1400"/>
              <a:pPr eaLnBrk="1" hangingPunct="1"/>
              <a:t>5</a:t>
            </a:fld>
            <a:endParaRPr lang="en-US" altLang="en-US" sz="1400"/>
          </a:p>
        </p:txBody>
      </p:sp>
      <p:sp>
        <p:nvSpPr>
          <p:cNvPr id="5123" name="Text Box 4">
            <a:extLst>
              <a:ext uri="{FF2B5EF4-FFF2-40B4-BE49-F238E27FC236}">
                <a16:creationId xmlns:a16="http://schemas.microsoft.com/office/drawing/2014/main" id="{3EC91F73-81C8-12E6-3FE1-6BADC4EE6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1" y="685800"/>
            <a:ext cx="218281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Opponent’s Move</a:t>
            </a:r>
          </a:p>
        </p:txBody>
      </p:sp>
      <p:sp>
        <p:nvSpPr>
          <p:cNvPr id="5124" name="Text Box 5">
            <a:extLst>
              <a:ext uri="{FF2B5EF4-FFF2-40B4-BE49-F238E27FC236}">
                <a16:creationId xmlns:a16="http://schemas.microsoft.com/office/drawing/2014/main" id="{CC10D286-11BF-BAE1-1641-E8D3968E1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1" y="1371600"/>
            <a:ext cx="280511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Generate New Position</a:t>
            </a:r>
          </a:p>
        </p:txBody>
      </p:sp>
      <p:sp>
        <p:nvSpPr>
          <p:cNvPr id="5125" name="Text Box 6">
            <a:extLst>
              <a:ext uri="{FF2B5EF4-FFF2-40B4-BE49-F238E27FC236}">
                <a16:creationId xmlns:a16="http://schemas.microsoft.com/office/drawing/2014/main" id="{B35E1695-A2F5-5EA5-7002-B9FF6C7F1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200401"/>
            <a:ext cx="312578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Generate Successors</a:t>
            </a:r>
          </a:p>
        </p:txBody>
      </p:sp>
      <p:sp>
        <p:nvSpPr>
          <p:cNvPr id="5126" name="AutoShape 7">
            <a:extLst>
              <a:ext uri="{FF2B5EF4-FFF2-40B4-BE49-F238E27FC236}">
                <a16:creationId xmlns:a16="http://schemas.microsoft.com/office/drawing/2014/main" id="{A1B85D52-A900-C26A-276B-7904A55CB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905000"/>
            <a:ext cx="1295400" cy="9144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7" name="Text Box 8">
            <a:extLst>
              <a:ext uri="{FF2B5EF4-FFF2-40B4-BE49-F238E27FC236}">
                <a16:creationId xmlns:a16="http://schemas.microsoft.com/office/drawing/2014/main" id="{025B717B-E1EF-C594-6845-662D67D00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057400"/>
            <a:ext cx="806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Game</a:t>
            </a:r>
          </a:p>
          <a:p>
            <a:pPr eaLnBrk="1" hangingPunct="1"/>
            <a:r>
              <a:rPr lang="en-US" altLang="en-US" sz="1800"/>
              <a:t>Over?</a:t>
            </a:r>
          </a:p>
        </p:txBody>
      </p:sp>
      <p:sp>
        <p:nvSpPr>
          <p:cNvPr id="5128" name="Text Box 9">
            <a:extLst>
              <a:ext uri="{FF2B5EF4-FFF2-40B4-BE49-F238E27FC236}">
                <a16:creationId xmlns:a16="http://schemas.microsoft.com/office/drawing/2014/main" id="{A3E7BAED-2969-1B86-B430-2B6A3532F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962401"/>
            <a:ext cx="30416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Evaluate Successors</a:t>
            </a:r>
          </a:p>
        </p:txBody>
      </p:sp>
      <p:sp>
        <p:nvSpPr>
          <p:cNvPr id="5129" name="Text Box 10">
            <a:extLst>
              <a:ext uri="{FF2B5EF4-FFF2-40B4-BE49-F238E27FC236}">
                <a16:creationId xmlns:a16="http://schemas.microsoft.com/office/drawing/2014/main" id="{D7C138D9-62BA-B8CE-6A7B-E5AB36A25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1" y="4724401"/>
            <a:ext cx="49577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Move to Highest-Valued Successor</a:t>
            </a:r>
          </a:p>
        </p:txBody>
      </p:sp>
      <p:sp>
        <p:nvSpPr>
          <p:cNvPr id="5130" name="AutoShape 11">
            <a:extLst>
              <a:ext uri="{FF2B5EF4-FFF2-40B4-BE49-F238E27FC236}">
                <a16:creationId xmlns:a16="http://schemas.microsoft.com/office/drawing/2014/main" id="{1346767F-0789-A3B3-1C0C-7D63EA8DC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334000"/>
            <a:ext cx="1295400" cy="9144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1" name="Text Box 13">
            <a:extLst>
              <a:ext uri="{FF2B5EF4-FFF2-40B4-BE49-F238E27FC236}">
                <a16:creationId xmlns:a16="http://schemas.microsoft.com/office/drawing/2014/main" id="{7D596EFE-27B9-4A78-2430-45B8C2A7C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5486400"/>
            <a:ext cx="806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Game</a:t>
            </a:r>
          </a:p>
          <a:p>
            <a:pPr eaLnBrk="1" hangingPunct="1"/>
            <a:r>
              <a:rPr lang="en-US" altLang="en-US" sz="1800"/>
              <a:t>Over?</a:t>
            </a:r>
          </a:p>
        </p:txBody>
      </p:sp>
      <p:sp>
        <p:nvSpPr>
          <p:cNvPr id="5132" name="Line 14">
            <a:extLst>
              <a:ext uri="{FF2B5EF4-FFF2-40B4-BE49-F238E27FC236}">
                <a16:creationId xmlns:a16="http://schemas.microsoft.com/office/drawing/2014/main" id="{9C951757-1CEF-D4C8-88D2-E834C5F17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143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3" name="Line 15">
            <a:extLst>
              <a:ext uri="{FF2B5EF4-FFF2-40B4-BE49-F238E27FC236}">
                <a16:creationId xmlns:a16="http://schemas.microsoft.com/office/drawing/2014/main" id="{39A22344-CD68-6A1C-43EF-75E9EDAB6D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752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4" name="Line 17">
            <a:extLst>
              <a:ext uri="{FF2B5EF4-FFF2-40B4-BE49-F238E27FC236}">
                <a16:creationId xmlns:a16="http://schemas.microsoft.com/office/drawing/2014/main" id="{73324781-13BF-5F74-FBB3-7EADFD62C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819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5" name="Line 18">
            <a:extLst>
              <a:ext uri="{FF2B5EF4-FFF2-40B4-BE49-F238E27FC236}">
                <a16:creationId xmlns:a16="http://schemas.microsoft.com/office/drawing/2014/main" id="{DD456155-D4B4-E218-1619-EE5730627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6" name="Line 19">
            <a:extLst>
              <a:ext uri="{FF2B5EF4-FFF2-40B4-BE49-F238E27FC236}">
                <a16:creationId xmlns:a16="http://schemas.microsoft.com/office/drawing/2014/main" id="{0203AFC2-ABB0-176A-ED27-107395BC21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7" name="Line 20">
            <a:extLst>
              <a:ext uri="{FF2B5EF4-FFF2-40B4-BE49-F238E27FC236}">
                <a16:creationId xmlns:a16="http://schemas.microsoft.com/office/drawing/2014/main" id="{2B1CEB43-B570-0DD2-56D5-EE2B6BB79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5181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8" name="Line 21">
            <a:extLst>
              <a:ext uri="{FF2B5EF4-FFF2-40B4-BE49-F238E27FC236}">
                <a16:creationId xmlns:a16="http://schemas.microsoft.com/office/drawing/2014/main" id="{5B68C34A-9F1C-9963-DFC1-13337D78EC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2200" y="57912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9" name="Line 22">
            <a:extLst>
              <a:ext uri="{FF2B5EF4-FFF2-40B4-BE49-F238E27FC236}">
                <a16:creationId xmlns:a16="http://schemas.microsoft.com/office/drawing/2014/main" id="{8256D5B3-8B6E-3C6D-9E4D-0C9EBC4D80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7620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0" name="Line 23">
            <a:extLst>
              <a:ext uri="{FF2B5EF4-FFF2-40B4-BE49-F238E27FC236}">
                <a16:creationId xmlns:a16="http://schemas.microsoft.com/office/drawing/2014/main" id="{F8F837A3-AF85-A1B8-AF92-04CD938C4A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762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1" name="Line 24">
            <a:extLst>
              <a:ext uri="{FF2B5EF4-FFF2-40B4-BE49-F238E27FC236}">
                <a16:creationId xmlns:a16="http://schemas.microsoft.com/office/drawing/2014/main" id="{27DC293D-FEB2-BD32-184C-5DB0BC315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362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2" name="Line 25">
            <a:extLst>
              <a:ext uri="{FF2B5EF4-FFF2-40B4-BE49-F238E27FC236}">
                <a16:creationId xmlns:a16="http://schemas.microsoft.com/office/drawing/2014/main" id="{86921834-3122-FDFD-DD11-94E61929E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5791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3" name="Oval 26">
            <a:extLst>
              <a:ext uri="{FF2B5EF4-FFF2-40B4-BE49-F238E27FC236}">
                <a16:creationId xmlns:a16="http://schemas.microsoft.com/office/drawing/2014/main" id="{85A308BD-C007-0795-7315-A3C0B8460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209800"/>
            <a:ext cx="3810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4" name="Oval 27">
            <a:extLst>
              <a:ext uri="{FF2B5EF4-FFF2-40B4-BE49-F238E27FC236}">
                <a16:creationId xmlns:a16="http://schemas.microsoft.com/office/drawing/2014/main" id="{CEA459C0-B505-0EA5-2CA7-343CCF613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638800"/>
            <a:ext cx="3810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5" name="Text Box 28">
            <a:extLst>
              <a:ext uri="{FF2B5EF4-FFF2-40B4-BE49-F238E27FC236}">
                <a16:creationId xmlns:a16="http://schemas.microsoft.com/office/drawing/2014/main" id="{3F2E0099-F336-4D99-5D9E-E37918EFC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526" y="2706688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no</a:t>
            </a:r>
          </a:p>
        </p:txBody>
      </p:sp>
      <p:sp>
        <p:nvSpPr>
          <p:cNvPr id="5146" name="Text Box 29">
            <a:extLst>
              <a:ext uri="{FF2B5EF4-FFF2-40B4-BE49-F238E27FC236}">
                <a16:creationId xmlns:a16="http://schemas.microsoft.com/office/drawing/2014/main" id="{3A945F96-7303-168E-92BD-DE677FB8F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26" y="5373688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no</a:t>
            </a:r>
          </a:p>
        </p:txBody>
      </p:sp>
      <p:sp>
        <p:nvSpPr>
          <p:cNvPr id="5147" name="Text Box 30">
            <a:extLst>
              <a:ext uri="{FF2B5EF4-FFF2-40B4-BE49-F238E27FC236}">
                <a16:creationId xmlns:a16="http://schemas.microsoft.com/office/drawing/2014/main" id="{51090940-4F74-3272-1E96-DD7AEF337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6" y="5373688"/>
            <a:ext cx="658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yes</a:t>
            </a:r>
          </a:p>
        </p:txBody>
      </p:sp>
      <p:sp>
        <p:nvSpPr>
          <p:cNvPr id="5148" name="Text Box 31">
            <a:extLst>
              <a:ext uri="{FF2B5EF4-FFF2-40B4-BE49-F238E27FC236}">
                <a16:creationId xmlns:a16="http://schemas.microsoft.com/office/drawing/2014/main" id="{25413D4B-EBCF-1E0E-B9D5-C76DB159E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6" y="1944688"/>
            <a:ext cx="658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yes</a:t>
            </a:r>
          </a:p>
        </p:txBody>
      </p:sp>
      <p:sp>
        <p:nvSpPr>
          <p:cNvPr id="5149" name="Text Box 32">
            <a:extLst>
              <a:ext uri="{FF2B5EF4-FFF2-40B4-BE49-F238E27FC236}">
                <a16:creationId xmlns:a16="http://schemas.microsoft.com/office/drawing/2014/main" id="{B1C5216B-5621-96D6-243E-8FC0666A1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04800"/>
            <a:ext cx="264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Two-Player Game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E6366887-88D2-5A75-D7D0-BB373CF3A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51FB69B-93B5-420C-B4B6-88AF3509A635}" type="slidenum">
              <a:rPr lang="en-US" altLang="en-US" sz="1400"/>
              <a:pPr eaLnBrk="1" hangingPunct="1"/>
              <a:t>6</a:t>
            </a:fld>
            <a:endParaRPr lang="en-US" altLang="en-US" sz="14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357D8BC-488B-92DE-CD4D-5E359BF69D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Game Tree (2-player, Deterministic, Turns)</a:t>
            </a:r>
          </a:p>
        </p:txBody>
      </p:sp>
      <p:pic>
        <p:nvPicPr>
          <p:cNvPr id="6148" name="Picture 3" descr="tictactoe">
            <a:extLst>
              <a:ext uri="{FF2B5EF4-FFF2-40B4-BE49-F238E27FC236}">
                <a16:creationId xmlns:a16="http://schemas.microsoft.com/office/drawing/2014/main" id="{14D7C49A-74CF-F509-2AAC-3AD5A6532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1828800"/>
            <a:ext cx="6048375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Box 4">
            <a:extLst>
              <a:ext uri="{FF2B5EF4-FFF2-40B4-BE49-F238E27FC236}">
                <a16:creationId xmlns:a16="http://schemas.microsoft.com/office/drawing/2014/main" id="{413449DA-CCF3-9C14-F3AC-CC235DD9B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3526" y="3392489"/>
            <a:ext cx="31614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The computer is </a:t>
            </a:r>
            <a:r>
              <a:rPr lang="en-US" altLang="en-US" b="1">
                <a:solidFill>
                  <a:srgbClr val="CC0000"/>
                </a:solidFill>
              </a:rPr>
              <a:t>Max</a:t>
            </a:r>
            <a:r>
              <a:rPr lang="en-US" altLang="en-US">
                <a:solidFill>
                  <a:srgbClr val="CC0000"/>
                </a:solidFill>
              </a:rPr>
              <a:t>.</a:t>
            </a:r>
          </a:p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The opponent is </a:t>
            </a:r>
            <a:r>
              <a:rPr lang="en-US" altLang="en-US" b="1">
                <a:solidFill>
                  <a:srgbClr val="CC0000"/>
                </a:solidFill>
              </a:rPr>
              <a:t>Min</a:t>
            </a:r>
            <a:r>
              <a:rPr lang="en-US" altLang="en-US">
                <a:solidFill>
                  <a:srgbClr val="CC0000"/>
                </a:solidFill>
              </a:rPr>
              <a:t>.</a:t>
            </a:r>
          </a:p>
        </p:txBody>
      </p:sp>
      <p:sp>
        <p:nvSpPr>
          <p:cNvPr id="6150" name="Text Box 5">
            <a:extLst>
              <a:ext uri="{FF2B5EF4-FFF2-40B4-BE49-F238E27FC236}">
                <a16:creationId xmlns:a16="http://schemas.microsoft.com/office/drawing/2014/main" id="{E3B4A614-D1FA-EE56-F01D-F3C9BF2A2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486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51" name="Text Box 6">
            <a:extLst>
              <a:ext uri="{FF2B5EF4-FFF2-40B4-BE49-F238E27FC236}">
                <a16:creationId xmlns:a16="http://schemas.microsoft.com/office/drawing/2014/main" id="{780BEE9A-C212-6FFD-9B7A-C3F3293D2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181600"/>
            <a:ext cx="376256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At the leaf nodes, the</a:t>
            </a:r>
          </a:p>
          <a:p>
            <a:pPr eaLnBrk="1" hangingPunct="1"/>
            <a:r>
              <a:rPr lang="en-US" altLang="en-US" b="1">
                <a:solidFill>
                  <a:srgbClr val="CC0000"/>
                </a:solidFill>
              </a:rPr>
              <a:t>    utility function</a:t>
            </a:r>
          </a:p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is employed. Big value</a:t>
            </a:r>
          </a:p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means good, small is bad.</a:t>
            </a:r>
          </a:p>
        </p:txBody>
      </p:sp>
      <p:sp>
        <p:nvSpPr>
          <p:cNvPr id="6152" name="Text Box 7">
            <a:extLst>
              <a:ext uri="{FF2B5EF4-FFF2-40B4-BE49-F238E27FC236}">
                <a16:creationId xmlns:a16="http://schemas.microsoft.com/office/drawing/2014/main" id="{5DBBF731-F730-02DD-44AA-4D3788935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1789114"/>
            <a:ext cx="1568450" cy="421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CC0000"/>
                </a:solidFill>
              </a:rPr>
              <a:t>computer’s</a:t>
            </a:r>
          </a:p>
          <a:p>
            <a:pPr eaLnBrk="1" hangingPunct="1"/>
            <a:r>
              <a:rPr lang="en-US" altLang="en-US" sz="1800">
                <a:solidFill>
                  <a:srgbClr val="CC0000"/>
                </a:solidFill>
              </a:rPr>
              <a:t>turn</a:t>
            </a:r>
          </a:p>
          <a:p>
            <a:pPr eaLnBrk="1" hangingPunct="1"/>
            <a:endParaRPr lang="en-US" altLang="en-US" sz="1800">
              <a:solidFill>
                <a:srgbClr val="CC0000"/>
              </a:solidFill>
            </a:endParaRPr>
          </a:p>
          <a:p>
            <a:pPr eaLnBrk="1" hangingPunct="1"/>
            <a:r>
              <a:rPr lang="en-US" altLang="en-US" sz="1800">
                <a:solidFill>
                  <a:srgbClr val="CC0000"/>
                </a:solidFill>
              </a:rPr>
              <a:t>opponent’s</a:t>
            </a:r>
          </a:p>
          <a:p>
            <a:pPr eaLnBrk="1" hangingPunct="1"/>
            <a:r>
              <a:rPr lang="en-US" altLang="en-US" sz="1800">
                <a:solidFill>
                  <a:srgbClr val="CC0000"/>
                </a:solidFill>
              </a:rPr>
              <a:t>turn</a:t>
            </a:r>
          </a:p>
          <a:p>
            <a:pPr eaLnBrk="1" hangingPunct="1"/>
            <a:endParaRPr lang="en-US" altLang="en-US" sz="1800">
              <a:solidFill>
                <a:srgbClr val="CC0000"/>
              </a:solidFill>
            </a:endParaRPr>
          </a:p>
          <a:p>
            <a:pPr eaLnBrk="1" hangingPunct="1"/>
            <a:r>
              <a:rPr lang="en-US" altLang="en-US" sz="1800">
                <a:solidFill>
                  <a:srgbClr val="CC0000"/>
                </a:solidFill>
              </a:rPr>
              <a:t>computer’s</a:t>
            </a:r>
          </a:p>
          <a:p>
            <a:pPr eaLnBrk="1" hangingPunct="1"/>
            <a:r>
              <a:rPr lang="en-US" altLang="en-US" sz="1800">
                <a:solidFill>
                  <a:srgbClr val="CC0000"/>
                </a:solidFill>
              </a:rPr>
              <a:t>turn</a:t>
            </a:r>
          </a:p>
          <a:p>
            <a:pPr eaLnBrk="1" hangingPunct="1"/>
            <a:endParaRPr lang="en-US" altLang="en-US" sz="1800">
              <a:solidFill>
                <a:srgbClr val="CC0000"/>
              </a:solidFill>
            </a:endParaRPr>
          </a:p>
          <a:p>
            <a:pPr eaLnBrk="1" hangingPunct="1"/>
            <a:r>
              <a:rPr lang="en-US" altLang="en-US" sz="1800">
                <a:solidFill>
                  <a:srgbClr val="CC0000"/>
                </a:solidFill>
              </a:rPr>
              <a:t>opponent’s</a:t>
            </a:r>
          </a:p>
          <a:p>
            <a:pPr eaLnBrk="1" hangingPunct="1"/>
            <a:r>
              <a:rPr lang="en-US" altLang="en-US" sz="1800">
                <a:solidFill>
                  <a:srgbClr val="CC0000"/>
                </a:solidFill>
              </a:rPr>
              <a:t>turn</a:t>
            </a:r>
          </a:p>
          <a:p>
            <a:pPr eaLnBrk="1" hangingPunct="1"/>
            <a:endParaRPr lang="en-US" altLang="en-US" sz="1800">
              <a:solidFill>
                <a:srgbClr val="CC0000"/>
              </a:solidFill>
            </a:endParaRPr>
          </a:p>
          <a:p>
            <a:pPr eaLnBrk="1" hangingPunct="1"/>
            <a:endParaRPr lang="en-US" altLang="en-US" sz="1800">
              <a:solidFill>
                <a:srgbClr val="CC0000"/>
              </a:solidFill>
            </a:endParaRPr>
          </a:p>
          <a:p>
            <a:pPr eaLnBrk="1" hangingPunct="1"/>
            <a:r>
              <a:rPr lang="en-US" altLang="en-US" sz="1800">
                <a:solidFill>
                  <a:srgbClr val="CC0000"/>
                </a:solidFill>
              </a:rPr>
              <a:t>leaf nodes</a:t>
            </a:r>
          </a:p>
          <a:p>
            <a:pPr eaLnBrk="1" hangingPunct="1"/>
            <a:r>
              <a:rPr lang="en-US" altLang="en-US" sz="1800">
                <a:solidFill>
                  <a:srgbClr val="CC0000"/>
                </a:solidFill>
              </a:rPr>
              <a:t>are evaluated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B83BDBAF-1535-C862-1F7E-A1536B039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80A4A8D-2104-4A99-A75A-76E04A3A0860}" type="slidenum">
              <a:rPr lang="en-US" altLang="en-US" sz="1400"/>
              <a:pPr eaLnBrk="1" hangingPunct="1"/>
              <a:t>7</a:t>
            </a:fld>
            <a:endParaRPr lang="en-US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7F1811E6-9CF0-A3E2-BBED-F090E1F1D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Mini-Max Terminology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9C3417B-6E65-A576-C027-1ADEB190D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utility function:</a:t>
            </a:r>
            <a:r>
              <a:rPr lang="en-US" altLang="en-US"/>
              <a:t> the function applied to leaf nodes</a:t>
            </a:r>
          </a:p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backed-up value</a:t>
            </a:r>
          </a:p>
          <a:p>
            <a:pPr lvl="1" eaLnBrk="1" hangingPunct="1"/>
            <a:r>
              <a:rPr lang="en-US" altLang="en-US">
                <a:solidFill>
                  <a:srgbClr val="800080"/>
                </a:solidFill>
              </a:rPr>
              <a:t>of a max-position:</a:t>
            </a:r>
            <a:r>
              <a:rPr lang="en-US" altLang="en-US"/>
              <a:t> the value of its largest successor</a:t>
            </a:r>
          </a:p>
          <a:p>
            <a:pPr lvl="1" eaLnBrk="1" hangingPunct="1"/>
            <a:r>
              <a:rPr lang="en-US" altLang="en-US">
                <a:solidFill>
                  <a:srgbClr val="800080"/>
                </a:solidFill>
              </a:rPr>
              <a:t>of a min-position:</a:t>
            </a:r>
            <a:r>
              <a:rPr lang="en-US" altLang="en-US"/>
              <a:t> the value of its smallest successor</a:t>
            </a:r>
          </a:p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minimax procedure:</a:t>
            </a:r>
            <a:r>
              <a:rPr lang="en-US" altLang="en-US"/>
              <a:t> search down several levels; at the bottom level apply the utility function, back-up values all the way up to the root node, and that node selects the move.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513B448C-0FB7-48AC-2A02-677132EF0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Search with an opponent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CCBD80D-53EE-50C5-F79E-D1A721E10D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b="1"/>
              <a:t>Heuristic approximation</a:t>
            </a:r>
            <a:r>
              <a:rPr lang="en-US" altLang="en-US" sz="2400"/>
              <a:t>: defining an </a:t>
            </a:r>
            <a:r>
              <a:rPr lang="en-US" altLang="en-US" sz="2400" b="1"/>
              <a:t>evaluation function</a:t>
            </a:r>
            <a:r>
              <a:rPr lang="en-US" altLang="en-US" sz="2400"/>
              <a:t> which indicates how close a state is from a winning (or losing) move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This function includes domain information.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It does not represent a cost or a distance in steps.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Conventionally:</a:t>
            </a:r>
          </a:p>
          <a:p>
            <a:pPr marL="782638" lvl="1"/>
            <a:r>
              <a:rPr lang="en-US" altLang="en-US" sz="2000"/>
              <a:t>A winning move is represented by the value“+∞”.</a:t>
            </a:r>
          </a:p>
          <a:p>
            <a:pPr marL="782638" lvl="1"/>
            <a:r>
              <a:rPr lang="en-US" altLang="en-US" sz="2000"/>
              <a:t>A losing move is represented by the value “-∞”.</a:t>
            </a:r>
          </a:p>
          <a:p>
            <a:pPr marL="782638" lvl="1"/>
            <a:r>
              <a:rPr lang="en-US" altLang="en-US" sz="2000"/>
              <a:t>The algorithm searches with limited depth.</a:t>
            </a:r>
          </a:p>
          <a:p>
            <a:pPr marL="782638" lvl="1"/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Each new decision implies repeating part of the 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5549BBE3-DBD3-A231-D3D7-B05C3771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172B83-3B28-4DCD-B741-3D6BC87F96A8}" type="slidenum">
              <a:rPr lang="en-US" altLang="en-US" sz="1400"/>
              <a:pPr eaLnBrk="1" hangingPunct="1"/>
              <a:t>9</a:t>
            </a:fld>
            <a:endParaRPr lang="en-US" altLang="en-US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739D2D52-C0F4-407D-8434-D9050F7B4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50262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rgbClr val="0033CC"/>
                </a:solidFill>
              </a:rPr>
              <a:t>Minimax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1F03D58-DB3C-AFDF-7D83-C7A3614F2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96347"/>
            <a:ext cx="6225073" cy="1544216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400" dirty="0"/>
              <a:t>Perfect play for deterministic games</a:t>
            </a:r>
          </a:p>
          <a:p>
            <a:pPr eaLnBrk="1" hangingPunct="1"/>
            <a:r>
              <a:rPr lang="en-US" altLang="en-US" sz="2400" dirty="0"/>
              <a:t>Idea: choose move to position with highest </a:t>
            </a:r>
            <a:r>
              <a:rPr lang="en-US" altLang="en-US" sz="2400" dirty="0">
                <a:solidFill>
                  <a:srgbClr val="FF0000"/>
                </a:solidFill>
              </a:rPr>
              <a:t>minimax value</a:t>
            </a:r>
            <a:r>
              <a:rPr lang="en-US" altLang="en-US" sz="2400" dirty="0"/>
              <a:t> </a:t>
            </a:r>
            <a:br>
              <a:rPr lang="en-US" altLang="en-US" sz="2400" dirty="0"/>
            </a:br>
            <a:r>
              <a:rPr lang="en-US" altLang="en-US" sz="2400" dirty="0"/>
              <a:t>	= best achievable payoff against best play</a:t>
            </a:r>
          </a:p>
          <a:p>
            <a:pPr eaLnBrk="1" hangingPunct="1"/>
            <a:r>
              <a:rPr lang="en-US" altLang="en-US" sz="2400" dirty="0"/>
              <a:t>E.g., 2-ply game:</a:t>
            </a:r>
          </a:p>
          <a:p>
            <a:pPr eaLnBrk="1" hangingPunct="1"/>
            <a:endParaRPr lang="en-US" altLang="en-US" sz="2400" dirty="0"/>
          </a:p>
        </p:txBody>
      </p:sp>
      <p:pic>
        <p:nvPicPr>
          <p:cNvPr id="8197" name="Picture 4" descr="minimax">
            <a:extLst>
              <a:ext uri="{FF2B5EF4-FFF2-40B4-BE49-F238E27FC236}">
                <a16:creationId xmlns:a16="http://schemas.microsoft.com/office/drawing/2014/main" id="{7B83C39A-7349-3BB0-D495-2BF704359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670532"/>
            <a:ext cx="6400800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ECA6E457-C2B5-27EF-821F-F9ABFBB48610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5402426"/>
            <a:ext cx="11591731" cy="2492375"/>
          </a:xfrm>
          <a:prstGeom prst="rect">
            <a:avLst/>
          </a:prstGeom>
        </p:spPr>
        <p:txBody>
          <a:bodyPr vert="horz" lIns="91440" tIns="45720" rIns="13208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dirty="0"/>
              <a:t>Minimax-value(</a:t>
            </a:r>
            <a:r>
              <a:rPr lang="en-US" altLang="en-US" sz="2000" i="1" dirty="0"/>
              <a:t>n</a:t>
            </a:r>
            <a:r>
              <a:rPr lang="en-US" altLang="en-US" sz="2000" dirty="0"/>
              <a:t>): utility for MAX of being in state </a:t>
            </a:r>
            <a:r>
              <a:rPr lang="en-US" altLang="en-US" sz="2000" i="1" dirty="0"/>
              <a:t>n</a:t>
            </a:r>
            <a:r>
              <a:rPr lang="en-US" altLang="en-US" sz="2000" dirty="0"/>
              <a:t>, assuming both players are playing optimally =</a:t>
            </a:r>
          </a:p>
          <a:p>
            <a:pPr marL="782638" lvl="1"/>
            <a:r>
              <a:rPr lang="en-US" altLang="en-US" sz="1800" dirty="0"/>
              <a:t>Utility(</a:t>
            </a:r>
            <a:r>
              <a:rPr lang="en-US" altLang="en-US" sz="1800" i="1" dirty="0"/>
              <a:t>n</a:t>
            </a:r>
            <a:r>
              <a:rPr lang="en-US" altLang="en-US" sz="1800" dirty="0"/>
              <a:t>),					if </a:t>
            </a:r>
            <a:r>
              <a:rPr lang="en-US" altLang="en-US" sz="1800" i="1" dirty="0"/>
              <a:t>n</a:t>
            </a:r>
            <a:r>
              <a:rPr lang="en-US" altLang="en-US" sz="1800" dirty="0"/>
              <a:t> is a terminal state</a:t>
            </a:r>
          </a:p>
          <a:p>
            <a:pPr marL="782638" lvl="1"/>
            <a:r>
              <a:rPr lang="en-US" altLang="en-US" sz="1800" dirty="0" err="1"/>
              <a:t>max</a:t>
            </a:r>
            <a:r>
              <a:rPr lang="en-US" altLang="en-US" sz="1800" baseline="-25000" dirty="0" err="1"/>
              <a:t>s</a:t>
            </a:r>
            <a:r>
              <a:rPr lang="en-US" altLang="en-US" sz="1800" baseline="-25000" dirty="0"/>
              <a:t> ∈ Successors(n) </a:t>
            </a:r>
            <a:r>
              <a:rPr lang="en-US" altLang="en-US" sz="1800" dirty="0"/>
              <a:t>Minimax-value(s),		if </a:t>
            </a:r>
            <a:r>
              <a:rPr lang="en-US" altLang="en-US" sz="1800" i="1" dirty="0"/>
              <a:t>n</a:t>
            </a:r>
            <a:r>
              <a:rPr lang="en-US" altLang="en-US" sz="1800" dirty="0"/>
              <a:t> is a MAX state</a:t>
            </a:r>
          </a:p>
          <a:p>
            <a:pPr marL="782638" lvl="1"/>
            <a:r>
              <a:rPr lang="en-US" altLang="en-US" sz="1800" dirty="0"/>
              <a:t>min</a:t>
            </a:r>
            <a:r>
              <a:rPr lang="en-US" altLang="en-US" sz="1800" baseline="-25000" dirty="0"/>
              <a:t>s ∈ Successors(n)</a:t>
            </a:r>
            <a:r>
              <a:rPr lang="en-US" altLang="en-US" sz="1800" dirty="0"/>
              <a:t> Minimax-value(s),	 	if </a:t>
            </a:r>
            <a:r>
              <a:rPr lang="en-US" altLang="en-US" sz="1800" i="1" dirty="0"/>
              <a:t>n</a:t>
            </a:r>
            <a:r>
              <a:rPr lang="en-US" altLang="en-US" sz="1800" dirty="0"/>
              <a:t> is a MIN state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351D-E859-24AF-8DDD-CC81848E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CAD2-24F7-8553-2CCF-55CC6702D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367A0-65AC-2482-8B64-762E41FE3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7" y="365125"/>
            <a:ext cx="8815875" cy="613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9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351D-E859-24AF-8DDD-CC81848E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CAD2-24F7-8553-2CCF-55CC6702D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9469F7-6EBE-44B9-3FDB-DC08A183C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22" y="125864"/>
            <a:ext cx="8229600" cy="642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5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351D-E859-24AF-8DDD-CC81848E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CAD2-24F7-8553-2CCF-55CC6702D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787F0-DE87-2A9D-DCE5-6CFCA4FA0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18" y="400199"/>
            <a:ext cx="8042987" cy="610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3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351D-E859-24AF-8DDD-CC81848E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CAD2-24F7-8553-2CCF-55CC6702D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E61310-F2E6-F5B5-54A8-8884EADA2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755" y="864889"/>
            <a:ext cx="6946170" cy="552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48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351D-E859-24AF-8DDD-CC81848E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CAD2-24F7-8553-2CCF-55CC6702D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748E3-C975-AB4A-ED25-549444398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304" y="1001819"/>
            <a:ext cx="6888745" cy="546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24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351D-E859-24AF-8DDD-CC81848E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CAD2-24F7-8553-2CCF-55CC6702D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511E6-51D4-05F9-ADDE-A1DD58928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684" y="963716"/>
            <a:ext cx="6486344" cy="521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767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351D-E859-24AF-8DDD-CC81848E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CAD2-24F7-8553-2CCF-55CC6702D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2B3BD-B4C9-EDB6-EB88-3C29C17CD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580" y="1100888"/>
            <a:ext cx="7353569" cy="551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77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351D-E859-24AF-8DDD-CC81848E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CAD2-24F7-8553-2CCF-55CC6702D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F14AD-9509-5D6F-0859-1B7C5CAB5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718" y="998009"/>
            <a:ext cx="6843031" cy="531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655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4657919D-9F07-D7FD-47E3-09EB1890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1694A22-6E70-48C1-A97F-D972DDC0BCD1}" type="slidenum">
              <a:rPr lang="en-US" altLang="en-US" sz="1400"/>
              <a:pPr eaLnBrk="1" hangingPunct="1"/>
              <a:t>18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D0E3B73A-5A0D-41B3-5E1E-2CEE14644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33CC"/>
                </a:solidFill>
              </a:rPr>
              <a:t>Minimax Strategy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E358A28-E1AD-0AD0-784D-AA6B0B0B42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Why do we take the </a:t>
            </a:r>
            <a:r>
              <a:rPr lang="en-US" altLang="en-US">
                <a:solidFill>
                  <a:srgbClr val="CC0000"/>
                </a:solidFill>
              </a:rPr>
              <a:t>min</a:t>
            </a:r>
            <a:r>
              <a:rPr lang="en-US" altLang="en-US"/>
              <a:t> value every other level of the tree?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These nodes represent the </a:t>
            </a:r>
            <a:r>
              <a:rPr lang="en-US" altLang="en-US">
                <a:solidFill>
                  <a:srgbClr val="CC0000"/>
                </a:solidFill>
              </a:rPr>
              <a:t>opponent’s </a:t>
            </a:r>
            <a:r>
              <a:rPr lang="en-US" altLang="en-US"/>
              <a:t>choice of move.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computer assumes that the human will choose that move that is of </a:t>
            </a:r>
            <a:r>
              <a:rPr lang="en-US" altLang="en-US">
                <a:solidFill>
                  <a:srgbClr val="CC0000"/>
                </a:solidFill>
              </a:rPr>
              <a:t>least value</a:t>
            </a:r>
            <a:r>
              <a:rPr lang="en-US" altLang="en-US"/>
              <a:t> to the computer.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64E9B516-67A8-9641-8FE6-C0ADE35F7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86D11B78-C1F3-4812-87A5-468FB2F36CCA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19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B68A6111-E753-0876-A242-28403531B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 dirty="0">
                <a:solidFill>
                  <a:srgbClr val="0033CC"/>
                </a:solidFill>
              </a:rPr>
              <a:t>The minimax Strategy</a:t>
            </a: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A7BF2BCC-64C5-6741-7570-42C2D8C5A9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r>
              <a:rPr lang="en-US" altLang="en-US" sz="3000"/>
              <a:t>The </a:t>
            </a:r>
            <a:r>
              <a:rPr lang="en-US" altLang="en-US" sz="3000" b="1"/>
              <a:t>minimax algorithm</a:t>
            </a:r>
            <a:r>
              <a:rPr lang="en-US" altLang="en-US" sz="3000"/>
              <a:t> computes the minimax decision from the current state.</a:t>
            </a:r>
          </a:p>
          <a:p>
            <a:pPr eaLnBrk="1" hangingPunct="1"/>
            <a:r>
              <a:rPr lang="en-US" altLang="en-US" sz="3000"/>
              <a:t>It uses a simple recursive computation of the minimax values of each successor state:</a:t>
            </a:r>
          </a:p>
          <a:p>
            <a:pPr marL="782638" lvl="1"/>
            <a:r>
              <a:rPr lang="en-US" altLang="en-US" sz="2600"/>
              <a:t>directly implementing the defining equations.</a:t>
            </a:r>
          </a:p>
          <a:p>
            <a:pPr eaLnBrk="1" hangingPunct="1"/>
            <a:r>
              <a:rPr lang="en-US" altLang="en-US" sz="3000"/>
              <a:t>The recursion proceeds all the way down to the leaves of the tree.</a:t>
            </a:r>
          </a:p>
          <a:p>
            <a:pPr eaLnBrk="1" hangingPunct="1"/>
            <a:r>
              <a:rPr lang="en-US" altLang="en-US" sz="3000"/>
              <a:t>Then the minimax values are </a:t>
            </a:r>
            <a:r>
              <a:rPr lang="en-US" altLang="en-US" sz="3000" b="1"/>
              <a:t>backed up</a:t>
            </a:r>
            <a:r>
              <a:rPr lang="en-US" altLang="en-US" sz="3000"/>
              <a:t> through the tree as the recursion unwinds.</a:t>
            </a:r>
          </a:p>
        </p:txBody>
      </p:sp>
      <p:sp>
        <p:nvSpPr>
          <p:cNvPr id="15365" name="Text Box 3">
            <a:extLst>
              <a:ext uri="{FF2B5EF4-FFF2-40B4-BE49-F238E27FC236}">
                <a16:creationId xmlns:a16="http://schemas.microsoft.com/office/drawing/2014/main" id="{A3FCF4F0-9193-1AD3-2E5F-F27CC1364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42AF781A-E5EC-476D-9A30-99D2692ED7AF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19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>
            <a:extLst>
              <a:ext uri="{FF2B5EF4-FFF2-40B4-BE49-F238E27FC236}">
                <a16:creationId xmlns:a16="http://schemas.microsoft.com/office/drawing/2014/main" id="{5263A957-3689-D9A3-CC28-6378CA3783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0A18D0A1-DB51-438C-B63B-F92A4FDCBB5C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20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A95A1038-1541-EF68-8FCD-41581E7A3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 dirty="0"/>
              <a:t>The minimax algorithm</a:t>
            </a: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6088F985-8780-1917-8F18-8BF0D1F635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r>
              <a:rPr lang="en-US" altLang="en-US"/>
              <a:t>The minimax algorithm performs a complete </a:t>
            </a:r>
            <a:r>
              <a:rPr lang="en-US" altLang="en-US" b="1"/>
              <a:t>depth-first exploration</a:t>
            </a:r>
            <a:r>
              <a:rPr lang="en-US" altLang="en-US"/>
              <a:t> of the game tree.</a:t>
            </a:r>
          </a:p>
          <a:p>
            <a:pPr eaLnBrk="1" hangingPunct="1"/>
            <a:r>
              <a:rPr lang="en-US" altLang="en-US"/>
              <a:t>In minimax, at each point in the process, only the nodes along a path of the tree are considered and kept in memory.</a:t>
            </a:r>
          </a:p>
        </p:txBody>
      </p:sp>
      <p:sp>
        <p:nvSpPr>
          <p:cNvPr id="21509" name="Text Box 3">
            <a:extLst>
              <a:ext uri="{FF2B5EF4-FFF2-40B4-BE49-F238E27FC236}">
                <a16:creationId xmlns:a16="http://schemas.microsoft.com/office/drawing/2014/main" id="{22DAC203-A70A-C330-C38F-B4D5BEABE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F44B5400-21F7-42A8-9E18-7CB639EDCB98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20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E1248C34-5C87-F8F4-E81C-B3CA7DDA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DEB6AF-4487-43E0-9690-27B0B21406EA}" type="slidenum">
              <a:rPr lang="en-US" altLang="en-US" sz="1400"/>
              <a:pPr eaLnBrk="1" hangingPunct="1"/>
              <a:t>21</a:t>
            </a:fld>
            <a:endParaRPr lang="en-US" altLang="en-US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17593A1-B5F4-89F8-405B-75155D49D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Minimax algorithm</a:t>
            </a:r>
          </a:p>
        </p:txBody>
      </p:sp>
      <p:pic>
        <p:nvPicPr>
          <p:cNvPr id="10244" name="Picture 3">
            <a:extLst>
              <a:ext uri="{FF2B5EF4-FFF2-40B4-BE49-F238E27FC236}">
                <a16:creationId xmlns:a16="http://schemas.microsoft.com/office/drawing/2014/main" id="{08643B30-E909-5848-E3B6-8DF20D675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5" t="25000" r="15625" b="11458"/>
          <a:stretch>
            <a:fillRect/>
          </a:stretch>
        </p:blipFill>
        <p:spPr bwMode="auto">
          <a:xfrm>
            <a:off x="2438400" y="1371600"/>
            <a:ext cx="7162800" cy="496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>
            <a:extLst>
              <a:ext uri="{FF2B5EF4-FFF2-40B4-BE49-F238E27FC236}">
                <a16:creationId xmlns:a16="http://schemas.microsoft.com/office/drawing/2014/main" id="{5263A957-3689-D9A3-CC28-6378CA3783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0A18D0A1-DB51-438C-B63B-F92A4FDCBB5C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22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A95A1038-1541-EF68-8FCD-41581E7A3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 dirty="0"/>
              <a:t>The minimax algorithm Analysis</a:t>
            </a: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6088F985-8780-1917-8F18-8BF0D1F635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r>
              <a:rPr lang="en-US" altLang="en-US"/>
              <a:t>The minimax algorithm performs a complete </a:t>
            </a:r>
            <a:r>
              <a:rPr lang="en-US" altLang="en-US" b="1"/>
              <a:t>depth-first exploration</a:t>
            </a:r>
            <a:r>
              <a:rPr lang="en-US" altLang="en-US"/>
              <a:t> of the game tree.</a:t>
            </a:r>
          </a:p>
          <a:p>
            <a:pPr eaLnBrk="1" hangingPunct="1"/>
            <a:r>
              <a:rPr lang="en-US" altLang="en-US"/>
              <a:t>In minimax, at each point in the process, only the nodes along a path of the tree are considered and kept in memory.</a:t>
            </a:r>
          </a:p>
        </p:txBody>
      </p:sp>
      <p:sp>
        <p:nvSpPr>
          <p:cNvPr id="21509" name="Text Box 3">
            <a:extLst>
              <a:ext uri="{FF2B5EF4-FFF2-40B4-BE49-F238E27FC236}">
                <a16:creationId xmlns:a16="http://schemas.microsoft.com/office/drawing/2014/main" id="{22DAC203-A70A-C330-C38F-B4D5BEABE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F44B5400-21F7-42A8-9E18-7CB639EDCB98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22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62C2370-C84B-9818-4FBD-BD4F26748B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tic-tac-toe</a:t>
            </a:r>
          </a:p>
        </p:txBody>
      </p:sp>
      <p:sp>
        <p:nvSpPr>
          <p:cNvPr id="11395" name="Rectangle 131">
            <a:extLst>
              <a:ext uri="{FF2B5EF4-FFF2-40B4-BE49-F238E27FC236}">
                <a16:creationId xmlns:a16="http://schemas.microsoft.com/office/drawing/2014/main" id="{67764696-BEB8-8F64-3038-BB5968B5FF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e (evaluation function →  integer) = number of available rows, columns, diagonals for MAX - number of available rows, columns, diagonals for MIN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MAX plays with “X” and desires maximizing 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MIN plays with “0” and desires minimizing 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Symmetries are taken into account.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 depth limit is used (2, in the example).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BE757F3-4264-E864-978C-5C61EDB9F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Example: tic-tac-toe</a:t>
            </a:r>
          </a:p>
        </p:txBody>
      </p:sp>
      <p:pic>
        <p:nvPicPr>
          <p:cNvPr id="12291" name="Picture 3">
            <a:extLst>
              <a:ext uri="{FF2B5EF4-FFF2-40B4-BE49-F238E27FC236}">
                <a16:creationId xmlns:a16="http://schemas.microsoft.com/office/drawing/2014/main" id="{BE0AB77A-D467-C308-88C5-C93BCAAA5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428751"/>
            <a:ext cx="9123363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2008B7C-32DE-D17F-F414-1B814B2294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Example: tic-tac-toe</a:t>
            </a:r>
          </a:p>
        </p:txBody>
      </p:sp>
      <p:pic>
        <p:nvPicPr>
          <p:cNvPr id="13315" name="Picture 2">
            <a:extLst>
              <a:ext uri="{FF2B5EF4-FFF2-40B4-BE49-F238E27FC236}">
                <a16:creationId xmlns:a16="http://schemas.microsoft.com/office/drawing/2014/main" id="{A99628EA-57BC-0687-D096-92657DBF2A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16050"/>
            <a:ext cx="9144000" cy="465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C469ABC-BDB5-9369-0DC6-C71AF5BF6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Example: tic-tac-toe</a:t>
            </a:r>
          </a:p>
        </p:txBody>
      </p:sp>
      <p:pic>
        <p:nvPicPr>
          <p:cNvPr id="14339" name="Picture 2">
            <a:extLst>
              <a:ext uri="{FF2B5EF4-FFF2-40B4-BE49-F238E27FC236}">
                <a16:creationId xmlns:a16="http://schemas.microsoft.com/office/drawing/2014/main" id="{B81510EC-C9C9-19C2-7D6E-10F1742F8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95414"/>
            <a:ext cx="9144000" cy="549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>
            <a:extLst>
              <a:ext uri="{FF2B5EF4-FFF2-40B4-BE49-F238E27FC236}">
                <a16:creationId xmlns:a16="http://schemas.microsoft.com/office/drawing/2014/main" id="{A5BCFA34-BA67-F583-B95A-DB1539B921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4D830A01-2912-466B-9389-FD8810C847D7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27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73763936-7B5D-60F8-7918-5EA549CBB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The minimax algorithm: problems</a:t>
            </a: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14B65181-3150-BB0B-6049-6B32B0918C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r>
              <a:rPr lang="en-US" altLang="en-US"/>
              <a:t>For real games the time cost of minimax is totally impractical, but this algorithm serves as the basis:</a:t>
            </a:r>
          </a:p>
          <a:p>
            <a:pPr marL="782638" lvl="1"/>
            <a:r>
              <a:rPr lang="en-US" altLang="en-US"/>
              <a:t>for the mathematical analysis of games and </a:t>
            </a:r>
          </a:p>
          <a:p>
            <a:pPr marL="782638" lvl="1"/>
            <a:r>
              <a:rPr lang="en-US" altLang="en-US"/>
              <a:t>for more practical algorithms</a:t>
            </a:r>
          </a:p>
          <a:p>
            <a:pPr eaLnBrk="1" hangingPunct="1"/>
            <a:r>
              <a:rPr lang="en-US" altLang="en-US"/>
              <a:t>Problem with minimax search:</a:t>
            </a:r>
          </a:p>
          <a:p>
            <a:pPr marL="782638" lvl="1"/>
            <a:r>
              <a:rPr lang="en-US" altLang="en-US"/>
              <a:t>The number of game states it has to examine is exponential in the number of moves.</a:t>
            </a:r>
          </a:p>
          <a:p>
            <a:pPr eaLnBrk="1" hangingPunct="1"/>
            <a:r>
              <a:rPr lang="en-US" altLang="en-US"/>
              <a:t>Unfortunately, the exponent can’t be eliminated, but it can be cut in half.</a:t>
            </a:r>
          </a:p>
        </p:txBody>
      </p:sp>
      <p:sp>
        <p:nvSpPr>
          <p:cNvPr id="23557" name="Text Box 3">
            <a:extLst>
              <a:ext uri="{FF2B5EF4-FFF2-40B4-BE49-F238E27FC236}">
                <a16:creationId xmlns:a16="http://schemas.microsoft.com/office/drawing/2014/main" id="{2E52A09E-AEC8-D4B5-4158-AF7C32FA4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ADE12C03-A0FB-481F-B0D0-997C0A15FBCD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27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>
            <a:extLst>
              <a:ext uri="{FF2B5EF4-FFF2-40B4-BE49-F238E27FC236}">
                <a16:creationId xmlns:a16="http://schemas.microsoft.com/office/drawing/2014/main" id="{BB0C6DDF-F853-3FBA-487D-A0B3721214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C3E71D9A-A7CC-4A14-AF1A-DE7A2F6EA03E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28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2531" name="Rectangle 1">
            <a:extLst>
              <a:ext uri="{FF2B5EF4-FFF2-40B4-BE49-F238E27FC236}">
                <a16:creationId xmlns:a16="http://schemas.microsoft.com/office/drawing/2014/main" id="{5ABB89F7-F1E9-8C81-6774-6F97B4222D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The minimax algorithm</a:t>
            </a: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0FD91F5A-3932-E058-69E1-0B0EF4FCE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r>
              <a:rPr lang="en-US" altLang="en-US"/>
              <a:t>If the maximum depth of the tree is </a:t>
            </a:r>
            <a:r>
              <a:rPr lang="en-US" altLang="en-US" i="1"/>
              <a:t>m</a:t>
            </a:r>
            <a:r>
              <a:rPr lang="en-US" altLang="en-US"/>
              <a:t>, and there are </a:t>
            </a:r>
            <a:r>
              <a:rPr lang="en-US" altLang="en-US" i="1"/>
              <a:t>b</a:t>
            </a:r>
            <a:r>
              <a:rPr lang="en-US" altLang="en-US"/>
              <a:t> legal moves at each point, then the </a:t>
            </a:r>
            <a:r>
              <a:rPr lang="en-US" altLang="en-US" b="1"/>
              <a:t>time complexity</a:t>
            </a:r>
            <a:r>
              <a:rPr lang="en-US" altLang="en-US"/>
              <a:t> is 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b</a:t>
            </a:r>
            <a:r>
              <a:rPr lang="en-US" altLang="en-US" i="1" baseline="31000"/>
              <a:t>m</a:t>
            </a:r>
            <a:r>
              <a:rPr lang="en-US" altLang="en-US"/>
              <a:t>).</a:t>
            </a:r>
          </a:p>
          <a:p>
            <a:pPr eaLnBrk="1" hangingPunct="1"/>
            <a:r>
              <a:rPr lang="en-US" altLang="en-US"/>
              <a:t>The space complexity is:</a:t>
            </a:r>
          </a:p>
          <a:p>
            <a:pPr marL="782638" lvl="1"/>
            <a:r>
              <a:rPr lang="en-US" altLang="en-US" i="1"/>
              <a:t>O(bm)</a:t>
            </a:r>
            <a:r>
              <a:rPr lang="en-US" altLang="en-US"/>
              <a:t> for an algorithm that generates all successors at once</a:t>
            </a:r>
          </a:p>
          <a:p>
            <a:pPr marL="782638" lvl="1"/>
            <a:r>
              <a:rPr lang="en-US" altLang="en-US" i="1"/>
              <a:t>O(m)</a:t>
            </a:r>
            <a:r>
              <a:rPr lang="en-US" altLang="en-US"/>
              <a:t> if it generates successors one at a time.</a:t>
            </a:r>
          </a:p>
        </p:txBody>
      </p:sp>
      <p:sp>
        <p:nvSpPr>
          <p:cNvPr id="22533" name="Text Box 3">
            <a:extLst>
              <a:ext uri="{FF2B5EF4-FFF2-40B4-BE49-F238E27FC236}">
                <a16:creationId xmlns:a16="http://schemas.microsoft.com/office/drawing/2014/main" id="{DEEDA203-7B79-2F40-19B1-30B3E41CB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6D4BEDD8-E9B3-4A72-B0D0-9DB7267A7732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28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>
            <a:extLst>
              <a:ext uri="{FF2B5EF4-FFF2-40B4-BE49-F238E27FC236}">
                <a16:creationId xmlns:a16="http://schemas.microsoft.com/office/drawing/2014/main" id="{5A9C197A-7D0E-4E15-D09E-E984E02F1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AD8AF749-F4EC-4C06-B6DD-69E50E06D5EE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29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D892C9D7-86EE-C340-0684-1CBC8A6BE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The minimax algorithm: problems</a:t>
            </a: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BC116784-9E84-B4B0-E3D4-57C119F717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r>
              <a:rPr lang="en-US" altLang="en-US"/>
              <a:t>For real games the time cost of minimax is totally impractical, but this algorithm serves as the basis:</a:t>
            </a:r>
          </a:p>
          <a:p>
            <a:pPr marL="782638" lvl="1"/>
            <a:r>
              <a:rPr lang="en-US" altLang="en-US"/>
              <a:t>for the mathematical analysis of games and </a:t>
            </a:r>
          </a:p>
          <a:p>
            <a:pPr marL="782638" lvl="1"/>
            <a:r>
              <a:rPr lang="en-US" altLang="en-US"/>
              <a:t>for more practical algorithms</a:t>
            </a:r>
          </a:p>
          <a:p>
            <a:pPr eaLnBrk="1" hangingPunct="1"/>
            <a:r>
              <a:rPr lang="en-US" altLang="en-US"/>
              <a:t>Problem with minimax search:</a:t>
            </a:r>
          </a:p>
          <a:p>
            <a:pPr marL="782638" lvl="1"/>
            <a:r>
              <a:rPr lang="en-US" altLang="en-US"/>
              <a:t>The number of game states it has to examine is exponential in the number of moves.</a:t>
            </a:r>
          </a:p>
          <a:p>
            <a:pPr eaLnBrk="1" hangingPunct="1"/>
            <a:r>
              <a:rPr lang="en-US" altLang="en-US"/>
              <a:t>Unfortunately, the exponent can’t be eliminated, but it can be cut in half.</a:t>
            </a:r>
          </a:p>
        </p:txBody>
      </p:sp>
      <p:sp>
        <p:nvSpPr>
          <p:cNvPr id="23557" name="Text Box 3">
            <a:extLst>
              <a:ext uri="{FF2B5EF4-FFF2-40B4-BE49-F238E27FC236}">
                <a16:creationId xmlns:a16="http://schemas.microsoft.com/office/drawing/2014/main" id="{D4327507-DF23-5A8C-1989-9F62778B1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C7253822-274E-4E5D-BC92-173373ED9372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29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>
            <a:extLst>
              <a:ext uri="{FF2B5EF4-FFF2-40B4-BE49-F238E27FC236}">
                <a16:creationId xmlns:a16="http://schemas.microsoft.com/office/drawing/2014/main" id="{D83BB938-9124-6D11-1172-1FDD98F62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F02A8709-7B63-47C5-A1A1-8C3A5BEA0A85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30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12358A22-E7F6-B5B5-345E-A61A5836C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Alpha-beta pruning</a:t>
            </a: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40D88FF5-CAB9-FCDA-A8AB-7F0D584DB0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r>
              <a:rPr lang="en-US" altLang="en-US"/>
              <a:t>It is possible to compute the correct minimax decision without looking at every node in the game tree.</a:t>
            </a:r>
          </a:p>
          <a:p>
            <a:pPr eaLnBrk="1" hangingPunct="1"/>
            <a:r>
              <a:rPr lang="en-US" altLang="en-US"/>
              <a:t>Alpha-beta pruning allows to eliminate large parts of the tree from consideration, without influencing the final decision.</a:t>
            </a:r>
          </a:p>
        </p:txBody>
      </p:sp>
      <p:sp>
        <p:nvSpPr>
          <p:cNvPr id="24581" name="Text Box 3">
            <a:extLst>
              <a:ext uri="{FF2B5EF4-FFF2-40B4-BE49-F238E27FC236}">
                <a16:creationId xmlns:a16="http://schemas.microsoft.com/office/drawing/2014/main" id="{569B46FE-4ABD-0F6D-CE80-727EA879B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CF8998E3-3326-4BEC-879D-F23342B178AC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30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C2525793-DDEA-2C2E-BB67-6FEACF6AC8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 lnSpcReduction="10000"/>
          </a:bodyPr>
          <a:lstStyle/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r>
              <a:rPr lang="en-US" altLang="en-US" sz="2600"/>
              <a:t>The leaves below </a:t>
            </a:r>
            <a:r>
              <a:rPr lang="en-US" altLang="en-US" sz="2600" i="1"/>
              <a:t>B</a:t>
            </a:r>
            <a:r>
              <a:rPr lang="en-US" altLang="en-US" sz="2600"/>
              <a:t> have the values 3, 12 and 8. </a:t>
            </a:r>
          </a:p>
          <a:p>
            <a:pPr eaLnBrk="1" hangingPunct="1"/>
            <a:r>
              <a:rPr lang="en-US" altLang="en-US" sz="2600"/>
              <a:t>The value of </a:t>
            </a:r>
            <a:r>
              <a:rPr lang="en-US" altLang="en-US" sz="2600" i="1"/>
              <a:t>B</a:t>
            </a:r>
            <a:r>
              <a:rPr lang="en-US" altLang="en-US" sz="2600"/>
              <a:t> is exactly 3.</a:t>
            </a:r>
          </a:p>
          <a:p>
            <a:pPr eaLnBrk="1" hangingPunct="1"/>
            <a:r>
              <a:rPr lang="en-US" altLang="en-US" sz="2600"/>
              <a:t>It can be inferred that the value at the root is </a:t>
            </a:r>
            <a:r>
              <a:rPr lang="en-US" altLang="en-US" sz="2600" i="1"/>
              <a:t>at least </a:t>
            </a:r>
            <a:r>
              <a:rPr lang="en-US" altLang="en-US" sz="2600"/>
              <a:t>3, because MAX has a choice worth 3.</a:t>
            </a:r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47CEB1EF-D63D-234E-C096-A24E9DACA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3B3018FB-AD6C-42AF-8E8A-7EE36B0E30B4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31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5604" name="Picture 1">
            <a:extLst>
              <a:ext uri="{FF2B5EF4-FFF2-40B4-BE49-F238E27FC236}">
                <a16:creationId xmlns:a16="http://schemas.microsoft.com/office/drawing/2014/main" id="{76F21292-7ADE-B8D1-32ED-6036F145FE7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06500"/>
            <a:ext cx="8229600" cy="376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Rectangle 2">
            <a:extLst>
              <a:ext uri="{FF2B5EF4-FFF2-40B4-BE49-F238E27FC236}">
                <a16:creationId xmlns:a16="http://schemas.microsoft.com/office/drawing/2014/main" id="{5727BD3B-28A3-6D7B-F470-F38524F3C6D1}"/>
              </a:ext>
            </a:extLst>
          </p:cNvPr>
          <p:cNvSpPr>
            <a:spLocks/>
          </p:cNvSpPr>
          <p:nvPr/>
        </p:nvSpPr>
        <p:spPr bwMode="auto">
          <a:xfrm>
            <a:off x="4114800" y="2643189"/>
            <a:ext cx="2353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t>B</a:t>
            </a:r>
          </a:p>
        </p:txBody>
      </p:sp>
      <p:sp>
        <p:nvSpPr>
          <p:cNvPr id="25606" name="Rectangle 4">
            <a:extLst>
              <a:ext uri="{FF2B5EF4-FFF2-40B4-BE49-F238E27FC236}">
                <a16:creationId xmlns:a16="http://schemas.microsoft.com/office/drawing/2014/main" id="{EB065D70-0A27-1646-95A1-BBA4017F7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Alpha-beta pruning</a:t>
            </a:r>
          </a:p>
        </p:txBody>
      </p:sp>
      <p:sp>
        <p:nvSpPr>
          <p:cNvPr id="25607" name="Text Box 5">
            <a:extLst>
              <a:ext uri="{FF2B5EF4-FFF2-40B4-BE49-F238E27FC236}">
                <a16:creationId xmlns:a16="http://schemas.microsoft.com/office/drawing/2014/main" id="{502DFDBA-0FD3-CE5F-2BEA-3FD517FB9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54A8CD41-B5DD-4326-9D68-4CF1F5AE3E12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31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CFEB5F6-ABC2-C761-09FC-14337655DB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r>
              <a:rPr lang="en-US" altLang="en-US" sz="2600" i="1" dirty="0"/>
              <a:t>C</a:t>
            </a:r>
            <a:r>
              <a:rPr lang="en-US" altLang="en-US" sz="2600" dirty="0"/>
              <a:t>, which is a MIN node, has a value of </a:t>
            </a:r>
            <a:r>
              <a:rPr lang="en-US" altLang="en-US" sz="2600" i="1" dirty="0"/>
              <a:t>at most</a:t>
            </a:r>
            <a:r>
              <a:rPr lang="en-US" altLang="en-US" sz="2600" dirty="0"/>
              <a:t> 2.</a:t>
            </a:r>
          </a:p>
          <a:p>
            <a:pPr eaLnBrk="1" hangingPunct="1"/>
            <a:r>
              <a:rPr lang="en-US" altLang="en-US" sz="2600" dirty="0"/>
              <a:t>But </a:t>
            </a:r>
            <a:r>
              <a:rPr lang="en-US" altLang="en-US" sz="2600" i="1" dirty="0"/>
              <a:t>B</a:t>
            </a:r>
            <a:r>
              <a:rPr lang="en-US" altLang="en-US" sz="2600" dirty="0"/>
              <a:t> is worth 3, so MAX would never choose </a:t>
            </a:r>
            <a:r>
              <a:rPr lang="en-US" altLang="en-US" sz="2600" i="1" dirty="0"/>
              <a:t>C</a:t>
            </a:r>
            <a:r>
              <a:rPr lang="en-US" altLang="en-US" sz="2600" dirty="0"/>
              <a:t>.</a:t>
            </a:r>
          </a:p>
          <a:p>
            <a:pPr eaLnBrk="1" hangingPunct="1"/>
            <a:r>
              <a:rPr lang="en-US" altLang="en-US" sz="2600" dirty="0"/>
              <a:t>Therefore, there is no point in looking at the other successors of </a:t>
            </a:r>
            <a:r>
              <a:rPr lang="en-US" altLang="en-US" sz="2600" i="1" dirty="0"/>
              <a:t>C</a:t>
            </a:r>
            <a:r>
              <a:rPr lang="en-US" altLang="en-US" sz="2600" dirty="0"/>
              <a:t>.</a:t>
            </a:r>
          </a:p>
        </p:txBody>
      </p:sp>
      <p:sp>
        <p:nvSpPr>
          <p:cNvPr id="26627" name="Slide Number Placeholder 3">
            <a:extLst>
              <a:ext uri="{FF2B5EF4-FFF2-40B4-BE49-F238E27FC236}">
                <a16:creationId xmlns:a16="http://schemas.microsoft.com/office/drawing/2014/main" id="{5A4A54A0-A955-807D-AB96-D8B41B1BC7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8B634A45-2DB9-43AF-86CF-ED245D0F8EB7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32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6628" name="Picture 1">
            <a:extLst>
              <a:ext uri="{FF2B5EF4-FFF2-40B4-BE49-F238E27FC236}">
                <a16:creationId xmlns:a16="http://schemas.microsoft.com/office/drawing/2014/main" id="{52F3DBCC-FF11-F159-1243-603182BF160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468" y="1109644"/>
            <a:ext cx="8229600" cy="3350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Rectangle 3">
            <a:extLst>
              <a:ext uri="{FF2B5EF4-FFF2-40B4-BE49-F238E27FC236}">
                <a16:creationId xmlns:a16="http://schemas.microsoft.com/office/drawing/2014/main" id="{4AAC4CC4-2561-6D94-B041-1FEA8991F5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Alpha-beta pruning</a:t>
            </a:r>
          </a:p>
        </p:txBody>
      </p:sp>
      <p:sp>
        <p:nvSpPr>
          <p:cNvPr id="26630" name="Text Box 4">
            <a:extLst>
              <a:ext uri="{FF2B5EF4-FFF2-40B4-BE49-F238E27FC236}">
                <a16:creationId xmlns:a16="http://schemas.microsoft.com/office/drawing/2014/main" id="{7DFCB9B5-A236-CE32-5C0B-7226D6538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D4AE3CBB-A0AC-4729-8552-CA83742C31A2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32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6631" name="Rectangle 5">
            <a:extLst>
              <a:ext uri="{FF2B5EF4-FFF2-40B4-BE49-F238E27FC236}">
                <a16:creationId xmlns:a16="http://schemas.microsoft.com/office/drawing/2014/main" id="{18364C77-26CC-BBC2-5114-1D64E985DA74}"/>
              </a:ext>
            </a:extLst>
          </p:cNvPr>
          <p:cNvSpPr>
            <a:spLocks/>
          </p:cNvSpPr>
          <p:nvPr/>
        </p:nvSpPr>
        <p:spPr bwMode="auto">
          <a:xfrm>
            <a:off x="4076700" y="2716214"/>
            <a:ext cx="2353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t>B</a:t>
            </a:r>
          </a:p>
        </p:txBody>
      </p:sp>
      <p:sp>
        <p:nvSpPr>
          <p:cNvPr id="26632" name="Rectangle 6">
            <a:extLst>
              <a:ext uri="{FF2B5EF4-FFF2-40B4-BE49-F238E27FC236}">
                <a16:creationId xmlns:a16="http://schemas.microsoft.com/office/drawing/2014/main" id="{E4FAA0CF-3DCF-721F-E5D9-B42D317F0D22}"/>
              </a:ext>
            </a:extLst>
          </p:cNvPr>
          <p:cNvSpPr>
            <a:spLocks/>
          </p:cNvSpPr>
          <p:nvPr/>
        </p:nvSpPr>
        <p:spPr bwMode="auto">
          <a:xfrm>
            <a:off x="6146800" y="2716214"/>
            <a:ext cx="24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t>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25070E8-EF03-B208-DD2F-50D40A696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r>
              <a:rPr lang="en-US" altLang="en-US" sz="2600" i="1"/>
              <a:t>D</a:t>
            </a:r>
            <a:r>
              <a:rPr lang="en-US" altLang="en-US" sz="2600"/>
              <a:t>, which is a MIN node, is worth </a:t>
            </a:r>
            <a:r>
              <a:rPr lang="en-US" altLang="en-US" sz="2600" i="1"/>
              <a:t>at most</a:t>
            </a:r>
            <a:r>
              <a:rPr lang="en-US" altLang="en-US" sz="2600"/>
              <a:t> 14.</a:t>
            </a:r>
          </a:p>
          <a:p>
            <a:pPr eaLnBrk="1" hangingPunct="1"/>
            <a:r>
              <a:rPr lang="en-US" altLang="en-US" sz="2600"/>
              <a:t>This is still higher than MAX’s best alternative (i.e., 3), so </a:t>
            </a:r>
            <a:r>
              <a:rPr lang="en-US" altLang="en-US" sz="2600" i="1"/>
              <a:t>D</a:t>
            </a:r>
            <a:r>
              <a:rPr lang="en-US" altLang="en-US" sz="2600"/>
              <a:t>’s other successors are explored.</a:t>
            </a:r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F7D2FE78-88B2-8633-4041-2E79DE5310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26D23D7D-4545-4356-BAFA-438F836FB202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33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7652" name="Picture 1">
            <a:extLst>
              <a:ext uri="{FF2B5EF4-FFF2-40B4-BE49-F238E27FC236}">
                <a16:creationId xmlns:a16="http://schemas.microsoft.com/office/drawing/2014/main" id="{526DA651-F5C7-DF28-F415-3760137738D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008" y="1231900"/>
            <a:ext cx="5628692" cy="3172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Rectangle 3">
            <a:extLst>
              <a:ext uri="{FF2B5EF4-FFF2-40B4-BE49-F238E27FC236}">
                <a16:creationId xmlns:a16="http://schemas.microsoft.com/office/drawing/2014/main" id="{4A7CF667-4E22-BAD1-2C01-DDECE350C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Alpha-beta pruning</a:t>
            </a:r>
          </a:p>
        </p:txBody>
      </p:sp>
      <p:sp>
        <p:nvSpPr>
          <p:cNvPr id="27654" name="Text Box 4">
            <a:extLst>
              <a:ext uri="{FF2B5EF4-FFF2-40B4-BE49-F238E27FC236}">
                <a16:creationId xmlns:a16="http://schemas.microsoft.com/office/drawing/2014/main" id="{F57C0222-E752-1CFE-6581-2E7735235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B316424E-56D1-413A-87FA-7DAF9FBCAC95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33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7655" name="Rectangle 5">
            <a:extLst>
              <a:ext uri="{FF2B5EF4-FFF2-40B4-BE49-F238E27FC236}">
                <a16:creationId xmlns:a16="http://schemas.microsoft.com/office/drawing/2014/main" id="{F7525DCF-DC7F-4999-6CD2-12B8349D7191}"/>
              </a:ext>
            </a:extLst>
          </p:cNvPr>
          <p:cNvSpPr>
            <a:spLocks/>
          </p:cNvSpPr>
          <p:nvPr/>
        </p:nvSpPr>
        <p:spPr bwMode="auto">
          <a:xfrm>
            <a:off x="4076700" y="2716214"/>
            <a:ext cx="2353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t>B</a:t>
            </a:r>
          </a:p>
        </p:txBody>
      </p:sp>
      <p:sp>
        <p:nvSpPr>
          <p:cNvPr id="27656" name="Rectangle 6">
            <a:extLst>
              <a:ext uri="{FF2B5EF4-FFF2-40B4-BE49-F238E27FC236}">
                <a16:creationId xmlns:a16="http://schemas.microsoft.com/office/drawing/2014/main" id="{C50F304B-9688-1E1E-0BD6-354FB61A733A}"/>
              </a:ext>
            </a:extLst>
          </p:cNvPr>
          <p:cNvSpPr>
            <a:spLocks/>
          </p:cNvSpPr>
          <p:nvPr/>
        </p:nvSpPr>
        <p:spPr bwMode="auto">
          <a:xfrm>
            <a:off x="6146800" y="2716214"/>
            <a:ext cx="24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27657" name="Rectangle 7">
            <a:extLst>
              <a:ext uri="{FF2B5EF4-FFF2-40B4-BE49-F238E27FC236}">
                <a16:creationId xmlns:a16="http://schemas.microsoft.com/office/drawing/2014/main" id="{AC58F54C-E834-9DA0-E29C-F876C55B7F2A}"/>
              </a:ext>
            </a:extLst>
          </p:cNvPr>
          <p:cNvSpPr>
            <a:spLocks/>
          </p:cNvSpPr>
          <p:nvPr/>
        </p:nvSpPr>
        <p:spPr bwMode="auto">
          <a:xfrm>
            <a:off x="8064500" y="2716214"/>
            <a:ext cx="24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t>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>
            <a:extLst>
              <a:ext uri="{FF2B5EF4-FFF2-40B4-BE49-F238E27FC236}">
                <a16:creationId xmlns:a16="http://schemas.microsoft.com/office/drawing/2014/main" id="{5B5AEC94-DD6E-47D9-2EC3-6113813FAB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292B50F2-7635-4014-A4CD-007640AA11AC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34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8675" name="Picture 1">
            <a:extLst>
              <a:ext uri="{FF2B5EF4-FFF2-40B4-BE49-F238E27FC236}">
                <a16:creationId xmlns:a16="http://schemas.microsoft.com/office/drawing/2014/main" id="{A4CE90C4-DD2B-4908-A5DF-8E2652A79F2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1231901"/>
            <a:ext cx="8229600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Rectangle 2">
            <a:extLst>
              <a:ext uri="{FF2B5EF4-FFF2-40B4-BE49-F238E27FC236}">
                <a16:creationId xmlns:a16="http://schemas.microsoft.com/office/drawing/2014/main" id="{079DF19D-BB13-E3FF-5D86-B6F0BD01B0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r>
              <a:rPr lang="en-US" altLang="en-US" sz="2600" dirty="0"/>
              <a:t>The second successor of </a:t>
            </a:r>
            <a:r>
              <a:rPr lang="en-US" altLang="en-US" sz="2600" i="1" dirty="0"/>
              <a:t>D</a:t>
            </a:r>
            <a:r>
              <a:rPr lang="en-US" altLang="en-US" sz="2600" dirty="0"/>
              <a:t> is worth 5, so the exploration continues.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B7673513-203B-4050-9B02-EC07B7972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Alpha-beta pruning</a:t>
            </a:r>
          </a:p>
        </p:txBody>
      </p:sp>
      <p:sp>
        <p:nvSpPr>
          <p:cNvPr id="28678" name="Text Box 4">
            <a:extLst>
              <a:ext uri="{FF2B5EF4-FFF2-40B4-BE49-F238E27FC236}">
                <a16:creationId xmlns:a16="http://schemas.microsoft.com/office/drawing/2014/main" id="{77B4B166-0DFB-9B62-A9D0-DDC631F8C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DD47BCD8-E987-408A-96B8-24DF64C96DD0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34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8679" name="Rectangle 5">
            <a:extLst>
              <a:ext uri="{FF2B5EF4-FFF2-40B4-BE49-F238E27FC236}">
                <a16:creationId xmlns:a16="http://schemas.microsoft.com/office/drawing/2014/main" id="{86F25565-6D32-2BEE-F928-3BF19C9EFAED}"/>
              </a:ext>
            </a:extLst>
          </p:cNvPr>
          <p:cNvSpPr>
            <a:spLocks/>
          </p:cNvSpPr>
          <p:nvPr/>
        </p:nvSpPr>
        <p:spPr bwMode="auto">
          <a:xfrm>
            <a:off x="4076700" y="2644776"/>
            <a:ext cx="2353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t>B</a:t>
            </a:r>
          </a:p>
        </p:txBody>
      </p:sp>
      <p:sp>
        <p:nvSpPr>
          <p:cNvPr id="28680" name="Rectangle 6">
            <a:extLst>
              <a:ext uri="{FF2B5EF4-FFF2-40B4-BE49-F238E27FC236}">
                <a16:creationId xmlns:a16="http://schemas.microsoft.com/office/drawing/2014/main" id="{59C03E25-A97A-5455-0F27-3A14A40E4AEE}"/>
              </a:ext>
            </a:extLst>
          </p:cNvPr>
          <p:cNvSpPr>
            <a:spLocks/>
          </p:cNvSpPr>
          <p:nvPr/>
        </p:nvSpPr>
        <p:spPr bwMode="auto">
          <a:xfrm>
            <a:off x="6146800" y="2644776"/>
            <a:ext cx="24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28681" name="Rectangle 7">
            <a:extLst>
              <a:ext uri="{FF2B5EF4-FFF2-40B4-BE49-F238E27FC236}">
                <a16:creationId xmlns:a16="http://schemas.microsoft.com/office/drawing/2014/main" id="{6A489843-941E-7168-2FC8-8894783E1C81}"/>
              </a:ext>
            </a:extLst>
          </p:cNvPr>
          <p:cNvSpPr>
            <a:spLocks/>
          </p:cNvSpPr>
          <p:nvPr/>
        </p:nvSpPr>
        <p:spPr bwMode="auto">
          <a:xfrm>
            <a:off x="8064500" y="2644776"/>
            <a:ext cx="24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t>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>
            <a:extLst>
              <a:ext uri="{FF2B5EF4-FFF2-40B4-BE49-F238E27FC236}">
                <a16:creationId xmlns:a16="http://schemas.microsoft.com/office/drawing/2014/main" id="{A61C94B6-31B5-BCF4-91B1-5A20A7775A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9991A441-3CDC-44EC-AD76-673317AB6CE3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35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7A54F0A9-80A7-B5F8-8086-DDB04BBBF3A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06500"/>
            <a:ext cx="8229600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2">
            <a:extLst>
              <a:ext uri="{FF2B5EF4-FFF2-40B4-BE49-F238E27FC236}">
                <a16:creationId xmlns:a16="http://schemas.microsoft.com/office/drawing/2014/main" id="{A9134762-6040-CD7D-4DD0-36DEDE3C4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endParaRPr lang="en-US" altLang="en-US" sz="2600"/>
          </a:p>
          <a:p>
            <a:pPr eaLnBrk="1" hangingPunct="1"/>
            <a:r>
              <a:rPr lang="en-US" altLang="en-US" sz="2600"/>
              <a:t>The third successor is worth 2, so now </a:t>
            </a:r>
            <a:r>
              <a:rPr lang="en-US" altLang="en-US" sz="2600" i="1"/>
              <a:t>D</a:t>
            </a:r>
            <a:r>
              <a:rPr lang="en-US" altLang="en-US" sz="2600"/>
              <a:t> is worth exactly 2. </a:t>
            </a:r>
          </a:p>
          <a:p>
            <a:pPr eaLnBrk="1" hangingPunct="1"/>
            <a:r>
              <a:rPr lang="en-US" altLang="en-US" sz="2600"/>
              <a:t>MAX’s decision at the root is to move to </a:t>
            </a:r>
            <a:r>
              <a:rPr lang="en-US" altLang="en-US" sz="2600" i="1"/>
              <a:t>B</a:t>
            </a:r>
            <a:r>
              <a:rPr lang="en-US" altLang="en-US" sz="2600"/>
              <a:t>, giving a value of 3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FF12EAC1-A3CC-BEC1-85FD-BA752F896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Alpha-beta pruning</a:t>
            </a:r>
          </a:p>
        </p:txBody>
      </p:sp>
      <p:sp>
        <p:nvSpPr>
          <p:cNvPr id="29702" name="Text Box 4">
            <a:extLst>
              <a:ext uri="{FF2B5EF4-FFF2-40B4-BE49-F238E27FC236}">
                <a16:creationId xmlns:a16="http://schemas.microsoft.com/office/drawing/2014/main" id="{4544FCB0-6D16-F63F-FE48-6ECF9B3A5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A3DECB3A-9FB4-4DF2-955C-F9C07AE5E49A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35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9703" name="Rectangle 5">
            <a:extLst>
              <a:ext uri="{FF2B5EF4-FFF2-40B4-BE49-F238E27FC236}">
                <a16:creationId xmlns:a16="http://schemas.microsoft.com/office/drawing/2014/main" id="{67C6642A-B49B-EA35-DBB8-768610370B18}"/>
              </a:ext>
            </a:extLst>
          </p:cNvPr>
          <p:cNvSpPr>
            <a:spLocks/>
          </p:cNvSpPr>
          <p:nvPr/>
        </p:nvSpPr>
        <p:spPr bwMode="auto">
          <a:xfrm>
            <a:off x="4076700" y="2644776"/>
            <a:ext cx="2353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t>B</a:t>
            </a:r>
          </a:p>
        </p:txBody>
      </p:sp>
      <p:sp>
        <p:nvSpPr>
          <p:cNvPr id="29704" name="Rectangle 6">
            <a:extLst>
              <a:ext uri="{FF2B5EF4-FFF2-40B4-BE49-F238E27FC236}">
                <a16:creationId xmlns:a16="http://schemas.microsoft.com/office/drawing/2014/main" id="{9A15DD2E-2BBD-6B30-A350-E65C07B16CA0}"/>
              </a:ext>
            </a:extLst>
          </p:cNvPr>
          <p:cNvSpPr>
            <a:spLocks/>
          </p:cNvSpPr>
          <p:nvPr/>
        </p:nvSpPr>
        <p:spPr bwMode="auto">
          <a:xfrm>
            <a:off x="6146800" y="2644776"/>
            <a:ext cx="24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29705" name="Rectangle 7">
            <a:extLst>
              <a:ext uri="{FF2B5EF4-FFF2-40B4-BE49-F238E27FC236}">
                <a16:creationId xmlns:a16="http://schemas.microsoft.com/office/drawing/2014/main" id="{54637D6D-DD62-50B4-757F-7059C71C1A00}"/>
              </a:ext>
            </a:extLst>
          </p:cNvPr>
          <p:cNvSpPr>
            <a:spLocks/>
          </p:cNvSpPr>
          <p:nvPr/>
        </p:nvSpPr>
        <p:spPr bwMode="auto">
          <a:xfrm>
            <a:off x="8064500" y="2644776"/>
            <a:ext cx="24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t>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>
            <a:extLst>
              <a:ext uri="{FF2B5EF4-FFF2-40B4-BE49-F238E27FC236}">
                <a16:creationId xmlns:a16="http://schemas.microsoft.com/office/drawing/2014/main" id="{B8EBB460-3341-9E15-91DB-DE5B40899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1DB7675E-A420-4136-885D-DE2811A2201E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36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0723" name="Rectangle 1">
            <a:extLst>
              <a:ext uri="{FF2B5EF4-FFF2-40B4-BE49-F238E27FC236}">
                <a16:creationId xmlns:a16="http://schemas.microsoft.com/office/drawing/2014/main" id="{C21EBEA7-1D11-B708-26C7-6D2397495F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Alpha-beta pruning</a:t>
            </a: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C41D0B3D-460B-F127-E7A7-6CF8F09B1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r>
              <a:rPr lang="en-US" altLang="en-US"/>
              <a:t>Alpha-beta pruning gets its name from two parameters.</a:t>
            </a:r>
          </a:p>
          <a:p>
            <a:pPr marL="782638" lvl="1"/>
            <a:r>
              <a:rPr lang="en-US" altLang="en-US"/>
              <a:t>They describe bounds on the values that appear anywhere along the path under consideration:</a:t>
            </a:r>
          </a:p>
          <a:p>
            <a:pPr marL="1182688" lvl="2"/>
            <a:r>
              <a:rPr lang="en-US" altLang="en-US"/>
              <a:t>α = the value of the best (i.e., highest value) choice found so far along the path for MAX</a:t>
            </a:r>
          </a:p>
          <a:p>
            <a:pPr marL="1182688" lvl="2"/>
            <a:r>
              <a:rPr lang="en-US" altLang="en-US"/>
              <a:t>β = the value of the best (i.e., lowest value) choice found so far along the path for MIN</a:t>
            </a:r>
          </a:p>
        </p:txBody>
      </p:sp>
      <p:sp>
        <p:nvSpPr>
          <p:cNvPr id="30725" name="Text Box 3">
            <a:extLst>
              <a:ext uri="{FF2B5EF4-FFF2-40B4-BE49-F238E27FC236}">
                <a16:creationId xmlns:a16="http://schemas.microsoft.com/office/drawing/2014/main" id="{B90B43BA-82BC-8C6A-5D0C-4CF619906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56D87668-2912-4D18-A448-BF4E50F7112F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36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>
            <a:extLst>
              <a:ext uri="{FF2B5EF4-FFF2-40B4-BE49-F238E27FC236}">
                <a16:creationId xmlns:a16="http://schemas.microsoft.com/office/drawing/2014/main" id="{BF90208F-8A4F-F775-FABA-5EEB69B76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ACB30DE3-8DDB-4E92-9130-560C26538464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37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8D6658CB-9E73-91D3-F3C7-8A16BBF5E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Alpha-beta pruning</a:t>
            </a: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620B4C5A-063D-FEF4-47ED-7BF6F2392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r>
              <a:rPr lang="en-US" altLang="en-US"/>
              <a:t>Alpha-beta search updates the values of </a:t>
            </a:r>
            <a:r>
              <a:rPr lang="en-US" altLang="en-US" i="1"/>
              <a:t>α</a:t>
            </a:r>
            <a:r>
              <a:rPr lang="en-US" altLang="en-US"/>
              <a:t> and </a:t>
            </a:r>
            <a:r>
              <a:rPr lang="en-US" altLang="en-US" i="1"/>
              <a:t>β</a:t>
            </a:r>
            <a:r>
              <a:rPr lang="en-US" altLang="en-US"/>
              <a:t> as it goes along.</a:t>
            </a:r>
          </a:p>
          <a:p>
            <a:pPr eaLnBrk="1" hangingPunct="1"/>
            <a:r>
              <a:rPr lang="en-US" altLang="en-US"/>
              <a:t>It prunes the remaining branches at a node (i.e.,  terminates the recursive call) </a:t>
            </a:r>
          </a:p>
          <a:p>
            <a:pPr marL="782638" lvl="1"/>
            <a:r>
              <a:rPr lang="en-US" altLang="en-US"/>
              <a:t>as soon as the value of the current node is known to be worse than the current </a:t>
            </a:r>
            <a:r>
              <a:rPr lang="en-US" altLang="en-US" i="1"/>
              <a:t>α</a:t>
            </a:r>
            <a:r>
              <a:rPr lang="en-US" altLang="en-US"/>
              <a:t> or </a:t>
            </a:r>
            <a:r>
              <a:rPr lang="en-US" altLang="en-US" i="1"/>
              <a:t>β</a:t>
            </a:r>
            <a:r>
              <a:rPr lang="en-US" altLang="en-US"/>
              <a:t> value for MAX or MIN, respectively.</a:t>
            </a:r>
          </a:p>
        </p:txBody>
      </p:sp>
      <p:sp>
        <p:nvSpPr>
          <p:cNvPr id="31749" name="Text Box 3">
            <a:extLst>
              <a:ext uri="{FF2B5EF4-FFF2-40B4-BE49-F238E27FC236}">
                <a16:creationId xmlns:a16="http://schemas.microsoft.com/office/drawing/2014/main" id="{618DA73A-50BC-1C76-C0C6-1A18D856D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3F4F83F2-3998-4BD1-B843-2B383AB34FB8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37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AAA8D6D6-9E60-FE5C-FB72-8DBC7D549E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77FFDBEA-C95F-4D79-A43A-B4D402977EF2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38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2771" name="Rectangle 1">
            <a:extLst>
              <a:ext uri="{FF2B5EF4-FFF2-40B4-BE49-F238E27FC236}">
                <a16:creationId xmlns:a16="http://schemas.microsoft.com/office/drawing/2014/main" id="{4F0BD295-1EF9-63E5-B64C-1BC374BF4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The alpha-beta search algorithm</a:t>
            </a:r>
          </a:p>
        </p:txBody>
      </p:sp>
      <p:pic>
        <p:nvPicPr>
          <p:cNvPr id="32772" name="Picture 6">
            <a:extLst>
              <a:ext uri="{FF2B5EF4-FFF2-40B4-BE49-F238E27FC236}">
                <a16:creationId xmlns:a16="http://schemas.microsoft.com/office/drawing/2014/main" id="{F4151099-94E2-D20B-23A3-882E08CEFD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800" y="1714500"/>
            <a:ext cx="497840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A5E5E7AB-1F3F-C23F-A570-C853599C9F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7B10CEE1-E4CC-499B-A987-61C5DD464A70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39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E2C878BC-A131-0A53-0AF8-C7606ECE1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The alpha-beta search algorithm</a:t>
            </a:r>
          </a:p>
        </p:txBody>
      </p:sp>
      <p:grpSp>
        <p:nvGrpSpPr>
          <p:cNvPr id="33796" name="Group 2">
            <a:extLst>
              <a:ext uri="{FF2B5EF4-FFF2-40B4-BE49-F238E27FC236}">
                <a16:creationId xmlns:a16="http://schemas.microsoft.com/office/drawing/2014/main" id="{1F06EDE0-698F-5F0B-1BFF-8E8BA93860AD}"/>
              </a:ext>
            </a:extLst>
          </p:cNvPr>
          <p:cNvGrpSpPr>
            <a:grpSpLocks/>
          </p:cNvGrpSpPr>
          <p:nvPr/>
        </p:nvGrpSpPr>
        <p:grpSpPr bwMode="auto">
          <a:xfrm>
            <a:off x="3163889" y="1643064"/>
            <a:ext cx="6275387" cy="5000625"/>
            <a:chOff x="-292" y="0"/>
            <a:chExt cx="4238" cy="3544"/>
          </a:xfrm>
        </p:grpSpPr>
        <p:pic>
          <p:nvPicPr>
            <p:cNvPr id="33797" name="Picture 3">
              <a:extLst>
                <a:ext uri="{FF2B5EF4-FFF2-40B4-BE49-F238E27FC236}">
                  <a16:creationId xmlns:a16="http://schemas.microsoft.com/office/drawing/2014/main" id="{DD2D8783-2B89-2981-4D56-1FE4F604C3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92" y="0"/>
              <a:ext cx="3961" cy="2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798" name="Picture 4">
              <a:extLst>
                <a:ext uri="{FF2B5EF4-FFF2-40B4-BE49-F238E27FC236}">
                  <a16:creationId xmlns:a16="http://schemas.microsoft.com/office/drawing/2014/main" id="{419813F5-99DF-3760-3D55-33D7249F6B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" y="2171"/>
              <a:ext cx="3932" cy="1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A29CD1BC-C8AB-5674-B6E9-78159702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2340EE8-E380-48FC-8123-210C86E65B78}" type="slidenum">
              <a:rPr lang="en-US" altLang="en-US" sz="1400"/>
              <a:pPr eaLnBrk="1" hangingPunct="1"/>
              <a:t>40</a:t>
            </a:fld>
            <a:endParaRPr lang="en-US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B485E9E-B815-323E-0DA7-135B5F160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Alpha-Beta Procedure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15A8841-CDB4-5B69-0550-CF55E6EFD9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/>
              <a:t>The alpha-beta procedure can speed up a depth-first minimax search.</a:t>
            </a:r>
          </a:p>
          <a:p>
            <a:pPr eaLnBrk="1" hangingPunct="1"/>
            <a:r>
              <a:rPr lang="en-US" altLang="en-US"/>
              <a:t>Alpha: a lower bound on the value that a max node may ultimately be assigned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Beta: an upper bound on the value that a minimizing node may ultimately be assigned</a:t>
            </a:r>
          </a:p>
          <a:p>
            <a:pPr eaLnBrk="1" hangingPunct="1"/>
            <a:endParaRPr lang="en-US" altLang="en-US"/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id="{7D81F1A9-19EF-B78A-6564-47CB62B2A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6" y="3768725"/>
            <a:ext cx="874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v </a:t>
            </a:r>
            <a:r>
              <a:rPr lang="en-US" altLang="en-US">
                <a:solidFill>
                  <a:srgbClr val="FF0000"/>
                </a:solidFill>
                <a:cs typeface="Arial" panose="020B0604020202020204" pitchFamily="34" charset="0"/>
              </a:rPr>
              <a:t>&gt; </a:t>
            </a:r>
            <a:r>
              <a:rPr lang="en-US" altLang="en-US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15366" name="Line 5">
            <a:extLst>
              <a:ext uri="{FF2B5EF4-FFF2-40B4-BE49-F238E27FC236}">
                <a16:creationId xmlns:a16="http://schemas.microsoft.com/office/drawing/2014/main" id="{6078113D-EBAD-ECFB-591C-EDF4DEA381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114800"/>
            <a:ext cx="152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367" name="Text Box 6">
            <a:extLst>
              <a:ext uri="{FF2B5EF4-FFF2-40B4-BE49-F238E27FC236}">
                <a16:creationId xmlns:a16="http://schemas.microsoft.com/office/drawing/2014/main" id="{D7751275-3E43-AE85-C9FB-D9046EF14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6" y="5673725"/>
            <a:ext cx="849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v &lt; 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15368" name="Line 7">
            <a:extLst>
              <a:ext uri="{FF2B5EF4-FFF2-40B4-BE49-F238E27FC236}">
                <a16:creationId xmlns:a16="http://schemas.microsoft.com/office/drawing/2014/main" id="{46656C34-78DA-91FF-8872-219BFAAC18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6019800"/>
            <a:ext cx="152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7C10748D-FBE7-7D0A-229B-E78D36CCB870}"/>
              </a:ext>
            </a:extLst>
          </p:cNvPr>
          <p:cNvSpPr>
            <a:spLocks/>
          </p:cNvSpPr>
          <p:nvPr/>
        </p:nvSpPr>
        <p:spPr bwMode="auto">
          <a:xfrm>
            <a:off x="2514600" y="5321300"/>
            <a:ext cx="67818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2DE7715-3439-F550-F3EB-C31DE9B4360B}"/>
              </a:ext>
            </a:extLst>
          </p:cNvPr>
          <p:cNvSpPr>
            <a:spLocks/>
          </p:cNvSpPr>
          <p:nvPr/>
        </p:nvSpPr>
        <p:spPr bwMode="auto">
          <a:xfrm>
            <a:off x="6416675" y="3663950"/>
            <a:ext cx="2133600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A65238B2-FB30-F1E6-5657-D02028615127}"/>
              </a:ext>
            </a:extLst>
          </p:cNvPr>
          <p:cNvSpPr>
            <a:spLocks/>
          </p:cNvSpPr>
          <p:nvPr/>
        </p:nvSpPr>
        <p:spPr bwMode="auto">
          <a:xfrm>
            <a:off x="6553200" y="1663700"/>
            <a:ext cx="21336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4821" name="Group 4">
            <a:extLst>
              <a:ext uri="{FF2B5EF4-FFF2-40B4-BE49-F238E27FC236}">
                <a16:creationId xmlns:a16="http://schemas.microsoft.com/office/drawing/2014/main" id="{A2505416-9C7F-EDF7-B524-F5FF8E8B3BC5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1511300"/>
            <a:ext cx="914400" cy="457200"/>
            <a:chOff x="0" y="0"/>
            <a:chExt cx="576" cy="288"/>
          </a:xfrm>
        </p:grpSpPr>
        <p:sp>
          <p:nvSpPr>
            <p:cNvPr id="34847" name="Rectangle 5">
              <a:extLst>
                <a:ext uri="{FF2B5EF4-FFF2-40B4-BE49-F238E27FC236}">
                  <a16:creationId xmlns:a16="http://schemas.microsoft.com/office/drawing/2014/main" id="{89553F61-DECF-8A3F-C292-D5E45BDEA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7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48" name="Rectangle 6">
              <a:extLst>
                <a:ext uri="{FF2B5EF4-FFF2-40B4-BE49-F238E27FC236}">
                  <a16:creationId xmlns:a16="http://schemas.microsoft.com/office/drawing/2014/main" id="{40D08BB0-0C41-F451-B0F5-0519072AF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" y="86"/>
              <a:ext cx="25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>
              <a:lvl1pPr marL="39688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MAX</a:t>
              </a:r>
            </a:p>
          </p:txBody>
        </p:sp>
      </p:grpSp>
      <p:sp>
        <p:nvSpPr>
          <p:cNvPr id="34822" name="Oval 7">
            <a:extLst>
              <a:ext uri="{FF2B5EF4-FFF2-40B4-BE49-F238E27FC236}">
                <a16:creationId xmlns:a16="http://schemas.microsoft.com/office/drawing/2014/main" id="{DCC6661C-0AE6-E7AE-6E85-3D691B354AB4}"/>
              </a:ext>
            </a:extLst>
          </p:cNvPr>
          <p:cNvSpPr>
            <a:spLocks/>
          </p:cNvSpPr>
          <p:nvPr/>
        </p:nvSpPr>
        <p:spPr bwMode="auto">
          <a:xfrm>
            <a:off x="2514600" y="24257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23" name="Oval 8">
            <a:extLst>
              <a:ext uri="{FF2B5EF4-FFF2-40B4-BE49-F238E27FC236}">
                <a16:creationId xmlns:a16="http://schemas.microsoft.com/office/drawing/2014/main" id="{7C065622-BB0D-383A-D96D-6B30CDA56DE0}"/>
              </a:ext>
            </a:extLst>
          </p:cNvPr>
          <p:cNvSpPr>
            <a:spLocks/>
          </p:cNvSpPr>
          <p:nvPr/>
        </p:nvSpPr>
        <p:spPr bwMode="auto">
          <a:xfrm>
            <a:off x="4114800" y="24257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4824" name="Group 9">
            <a:extLst>
              <a:ext uri="{FF2B5EF4-FFF2-40B4-BE49-F238E27FC236}">
                <a16:creationId xmlns:a16="http://schemas.microsoft.com/office/drawing/2014/main" id="{BE19581B-9912-6A55-FE8D-E4BA7BE6066B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425700"/>
            <a:ext cx="457200" cy="457200"/>
            <a:chOff x="0" y="0"/>
            <a:chExt cx="288" cy="288"/>
          </a:xfrm>
        </p:grpSpPr>
        <p:sp>
          <p:nvSpPr>
            <p:cNvPr id="34845" name="Oval 10">
              <a:extLst>
                <a:ext uri="{FF2B5EF4-FFF2-40B4-BE49-F238E27FC236}">
                  <a16:creationId xmlns:a16="http://schemas.microsoft.com/office/drawing/2014/main" id="{45578392-D8FD-B938-1D40-5D5EA23BA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46" name="Rectangle 11">
              <a:extLst>
                <a:ext uri="{FF2B5EF4-FFF2-40B4-BE49-F238E27FC236}">
                  <a16:creationId xmlns:a16="http://schemas.microsoft.com/office/drawing/2014/main" id="{CC22798B-AC3C-EE4C-B759-FA4DC2E82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62"/>
              <a:ext cx="17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78049" bIns="38100" anchor="ctr">
              <a:spAutoFit/>
            </a:bodyPr>
            <a:lstStyle>
              <a:lvl1pPr marL="39688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V</a:t>
              </a:r>
              <a:r>
                <a:rPr lang="en-US" altLang="en-US" sz="1200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4825" name="Line 12">
            <a:extLst>
              <a:ext uri="{FF2B5EF4-FFF2-40B4-BE49-F238E27FC236}">
                <a16:creationId xmlns:a16="http://schemas.microsoft.com/office/drawing/2014/main" id="{452915B1-5421-3D37-3322-1292A773F4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19685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6" name="Line 13">
            <a:extLst>
              <a:ext uri="{FF2B5EF4-FFF2-40B4-BE49-F238E27FC236}">
                <a16:creationId xmlns:a16="http://schemas.microsoft.com/office/drawing/2014/main" id="{7B345889-8007-D01B-D9E5-CED0A020D6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196850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7" name="Line 14">
            <a:extLst>
              <a:ext uri="{FF2B5EF4-FFF2-40B4-BE49-F238E27FC236}">
                <a16:creationId xmlns:a16="http://schemas.microsoft.com/office/drawing/2014/main" id="{5143F977-0114-0C37-2E57-7739DEF31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19685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8" name="Rectangle 15">
            <a:extLst>
              <a:ext uri="{FF2B5EF4-FFF2-40B4-BE49-F238E27FC236}">
                <a16:creationId xmlns:a16="http://schemas.microsoft.com/office/drawing/2014/main" id="{055B29A8-71FC-4231-96F7-C1381CB6A113}"/>
              </a:ext>
            </a:extLst>
          </p:cNvPr>
          <p:cNvSpPr>
            <a:spLocks/>
          </p:cNvSpPr>
          <p:nvPr/>
        </p:nvSpPr>
        <p:spPr bwMode="auto">
          <a:xfrm>
            <a:off x="4175126" y="1543050"/>
            <a:ext cx="4365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</a:t>
            </a:r>
            <a:r>
              <a:rPr lang="el-GR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α, β}</a:t>
            </a:r>
            <a:endParaRPr lang="en-US" altLang="en-US" sz="1200" i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4829" name="Rectangle 16">
            <a:extLst>
              <a:ext uri="{FF2B5EF4-FFF2-40B4-BE49-F238E27FC236}">
                <a16:creationId xmlns:a16="http://schemas.microsoft.com/office/drawing/2014/main" id="{266A5702-A067-22F9-5385-AC8C19E59E16}"/>
              </a:ext>
            </a:extLst>
          </p:cNvPr>
          <p:cNvSpPr>
            <a:spLocks/>
          </p:cNvSpPr>
          <p:nvPr/>
        </p:nvSpPr>
        <p:spPr bwMode="auto">
          <a:xfrm>
            <a:off x="6613525" y="1720850"/>
            <a:ext cx="1779588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If V</a:t>
            </a:r>
            <a:r>
              <a:rPr lang="en-US" altLang="en-US" sz="16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&gt;</a:t>
            </a:r>
            <a:r>
              <a:rPr lang="el-GR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α,  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modify </a:t>
            </a:r>
            <a:r>
              <a:rPr lang="el-GR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α</a:t>
            </a:r>
          </a:p>
          <a:p>
            <a:pPr eaLnBrk="1" hangingPunct="1"/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If Vi ≥ </a:t>
            </a:r>
            <a:r>
              <a:rPr lang="el-GR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β,   β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pruning</a:t>
            </a:r>
          </a:p>
          <a:p>
            <a:pPr eaLnBrk="1" hangingPunct="1"/>
            <a:endParaRPr lang="en-US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/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Return </a:t>
            </a:r>
            <a:r>
              <a:rPr lang="el-GR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α</a:t>
            </a:r>
          </a:p>
        </p:txBody>
      </p:sp>
      <p:sp>
        <p:nvSpPr>
          <p:cNvPr id="34830" name="Line 17">
            <a:extLst>
              <a:ext uri="{FF2B5EF4-FFF2-40B4-BE49-F238E27FC236}">
                <a16:creationId xmlns:a16="http://schemas.microsoft.com/office/drawing/2014/main" id="{8A84DB30-E828-2743-21D0-798C70912F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82875" y="396875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1" name="Line 18">
            <a:extLst>
              <a:ext uri="{FF2B5EF4-FFF2-40B4-BE49-F238E27FC236}">
                <a16:creationId xmlns:a16="http://schemas.microsoft.com/office/drawing/2014/main" id="{F3AE1DBF-142C-E9C3-C946-58ED419348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4875" y="396875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2" name="Line 19">
            <a:extLst>
              <a:ext uri="{FF2B5EF4-FFF2-40B4-BE49-F238E27FC236}">
                <a16:creationId xmlns:a16="http://schemas.microsoft.com/office/drawing/2014/main" id="{959603DC-56AB-F3A6-A5F4-1AE4EE018E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4875" y="396875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3" name="Rectangle 20">
            <a:extLst>
              <a:ext uri="{FF2B5EF4-FFF2-40B4-BE49-F238E27FC236}">
                <a16:creationId xmlns:a16="http://schemas.microsoft.com/office/drawing/2014/main" id="{9D861E39-7A06-0257-0A65-0B58BC4FBFE1}"/>
              </a:ext>
            </a:extLst>
          </p:cNvPr>
          <p:cNvSpPr>
            <a:spLocks/>
          </p:cNvSpPr>
          <p:nvPr/>
        </p:nvSpPr>
        <p:spPr bwMode="auto">
          <a:xfrm>
            <a:off x="4038601" y="3543300"/>
            <a:ext cx="4365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</a:t>
            </a:r>
            <a:r>
              <a:rPr lang="el-GR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α, β}</a:t>
            </a:r>
          </a:p>
        </p:txBody>
      </p:sp>
      <p:sp>
        <p:nvSpPr>
          <p:cNvPr id="34834" name="Rectangle 21">
            <a:extLst>
              <a:ext uri="{FF2B5EF4-FFF2-40B4-BE49-F238E27FC236}">
                <a16:creationId xmlns:a16="http://schemas.microsoft.com/office/drawing/2014/main" id="{D9F97AFC-2C4A-56B9-F308-68AED5FED28B}"/>
              </a:ext>
            </a:extLst>
          </p:cNvPr>
          <p:cNvSpPr>
            <a:spLocks/>
          </p:cNvSpPr>
          <p:nvPr/>
        </p:nvSpPr>
        <p:spPr bwMode="auto">
          <a:xfrm>
            <a:off x="6477000" y="3721101"/>
            <a:ext cx="1682750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If V</a:t>
            </a:r>
            <a:r>
              <a:rPr lang="en-US" altLang="en-US" sz="16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&lt;</a:t>
            </a:r>
            <a:r>
              <a:rPr lang="el-GR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β,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modify </a:t>
            </a:r>
            <a:r>
              <a:rPr lang="el-GR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β</a:t>
            </a:r>
          </a:p>
          <a:p>
            <a:pPr eaLnBrk="1" hangingPunct="1"/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If Vi ≤ </a:t>
            </a:r>
            <a:r>
              <a:rPr lang="el-GR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α, α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pruning</a:t>
            </a:r>
          </a:p>
          <a:p>
            <a:pPr eaLnBrk="1" hangingPunct="1"/>
            <a:endParaRPr lang="en-US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/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Return </a:t>
            </a:r>
            <a:r>
              <a:rPr lang="el-GR" alt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β</a:t>
            </a:r>
          </a:p>
          <a:p>
            <a:pPr eaLnBrk="1" hangingPunct="1"/>
            <a:endParaRPr lang="en-US" altLang="en-US" sz="1600">
              <a:solidFill>
                <a:schemeClr val="tx1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grpSp>
        <p:nvGrpSpPr>
          <p:cNvPr id="34835" name="Group 22">
            <a:extLst>
              <a:ext uri="{FF2B5EF4-FFF2-40B4-BE49-F238E27FC236}">
                <a16:creationId xmlns:a16="http://schemas.microsoft.com/office/drawing/2014/main" id="{C1F31C2F-F3E1-20AC-71E1-EEB0A2036006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416300"/>
            <a:ext cx="609600" cy="533400"/>
            <a:chOff x="0" y="0"/>
            <a:chExt cx="384" cy="335"/>
          </a:xfrm>
        </p:grpSpPr>
        <p:sp>
          <p:nvSpPr>
            <p:cNvPr id="34843" name="Oval 23">
              <a:extLst>
                <a:ext uri="{FF2B5EF4-FFF2-40B4-BE49-F238E27FC236}">
                  <a16:creationId xmlns:a16="http://schemas.microsoft.com/office/drawing/2014/main" id="{B29641FA-4B3C-7164-1427-2F865F24A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33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44" name="Rectangle 24">
              <a:extLst>
                <a:ext uri="{FF2B5EF4-FFF2-40B4-BE49-F238E27FC236}">
                  <a16:creationId xmlns:a16="http://schemas.microsoft.com/office/drawing/2014/main" id="{0F8801B1-F5DA-3411-2C58-9136854D8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86"/>
              <a:ext cx="27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78049" bIns="38100" anchor="ctr">
              <a:spAutoFit/>
            </a:bodyPr>
            <a:lstStyle>
              <a:lvl1pPr marL="39688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MIN</a:t>
              </a:r>
            </a:p>
          </p:txBody>
        </p:sp>
      </p:grpSp>
      <p:sp>
        <p:nvSpPr>
          <p:cNvPr id="34836" name="Rectangle 25">
            <a:extLst>
              <a:ext uri="{FF2B5EF4-FFF2-40B4-BE49-F238E27FC236}">
                <a16:creationId xmlns:a16="http://schemas.microsoft.com/office/drawing/2014/main" id="{B5EE647A-E5AD-22DD-2192-74C6A09A5372}"/>
              </a:ext>
            </a:extLst>
          </p:cNvPr>
          <p:cNvSpPr>
            <a:spLocks/>
          </p:cNvSpPr>
          <p:nvPr/>
        </p:nvSpPr>
        <p:spPr bwMode="auto">
          <a:xfrm>
            <a:off x="3810000" y="4406900"/>
            <a:ext cx="457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37" name="Rectangle 26">
            <a:extLst>
              <a:ext uri="{FF2B5EF4-FFF2-40B4-BE49-F238E27FC236}">
                <a16:creationId xmlns:a16="http://schemas.microsoft.com/office/drawing/2014/main" id="{FB07E5C9-1B9D-2B16-C072-59F6A690FE04}"/>
              </a:ext>
            </a:extLst>
          </p:cNvPr>
          <p:cNvSpPr>
            <a:spLocks/>
          </p:cNvSpPr>
          <p:nvPr/>
        </p:nvSpPr>
        <p:spPr bwMode="auto">
          <a:xfrm>
            <a:off x="2514600" y="4406900"/>
            <a:ext cx="457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4838" name="Group 27">
            <a:extLst>
              <a:ext uri="{FF2B5EF4-FFF2-40B4-BE49-F238E27FC236}">
                <a16:creationId xmlns:a16="http://schemas.microsoft.com/office/drawing/2014/main" id="{D63E5D42-BF41-710E-73B2-D9CF6317D02D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4406900"/>
            <a:ext cx="457200" cy="457200"/>
            <a:chOff x="0" y="0"/>
            <a:chExt cx="288" cy="288"/>
          </a:xfrm>
        </p:grpSpPr>
        <p:sp>
          <p:nvSpPr>
            <p:cNvPr id="34841" name="Rectangle 28">
              <a:extLst>
                <a:ext uri="{FF2B5EF4-FFF2-40B4-BE49-F238E27FC236}">
                  <a16:creationId xmlns:a16="http://schemas.microsoft.com/office/drawing/2014/main" id="{10E79C21-E79F-C0B1-5416-C5DB85762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42" name="Rectangle 29">
              <a:extLst>
                <a:ext uri="{FF2B5EF4-FFF2-40B4-BE49-F238E27FC236}">
                  <a16:creationId xmlns:a16="http://schemas.microsoft.com/office/drawing/2014/main" id="{19E2F795-56D2-3C96-3BA3-5D78A7FBF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" y="86"/>
              <a:ext cx="12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>
              <a:lvl1pPr marL="39688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V</a:t>
              </a:r>
              <a:r>
                <a:rPr lang="en-US" altLang="en-US" sz="1200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4839" name="Rectangle 30">
            <a:extLst>
              <a:ext uri="{FF2B5EF4-FFF2-40B4-BE49-F238E27FC236}">
                <a16:creationId xmlns:a16="http://schemas.microsoft.com/office/drawing/2014/main" id="{4F8F19EE-1C20-503D-25CC-81BBA5E39B1B}"/>
              </a:ext>
            </a:extLst>
          </p:cNvPr>
          <p:cNvSpPr>
            <a:spLocks/>
          </p:cNvSpPr>
          <p:nvPr/>
        </p:nvSpPr>
        <p:spPr bwMode="auto">
          <a:xfrm>
            <a:off x="2574925" y="5441950"/>
            <a:ext cx="66802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1"/>
                </a:solidFill>
                <a:cs typeface="Arial" panose="020B0604020202020204" pitchFamily="34" charset="0"/>
              </a:rPr>
              <a:t>α and β bounds are transmitted from parent to child in the order of node visit. The effectiveness of pruning highly depends on the order in which successors are examined.</a:t>
            </a:r>
          </a:p>
        </p:txBody>
      </p:sp>
      <p:sp>
        <p:nvSpPr>
          <p:cNvPr id="34840" name="Rectangle 31">
            <a:extLst>
              <a:ext uri="{FF2B5EF4-FFF2-40B4-BE49-F238E27FC236}">
                <a16:creationId xmlns:a16="http://schemas.microsoft.com/office/drawing/2014/main" id="{FEA5B12D-A82C-E98E-5052-9C7F335FE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Alpha-beta pruning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98">
            <a:extLst>
              <a:ext uri="{FF2B5EF4-FFF2-40B4-BE49-F238E27FC236}">
                <a16:creationId xmlns:a16="http://schemas.microsoft.com/office/drawing/2014/main" id="{526F911A-27FE-8270-50FA-1CAAA9C2B92B}"/>
              </a:ext>
            </a:extLst>
          </p:cNvPr>
          <p:cNvSpPr>
            <a:spLocks/>
          </p:cNvSpPr>
          <p:nvPr/>
        </p:nvSpPr>
        <p:spPr bwMode="auto">
          <a:xfrm>
            <a:off x="6248400" y="2921000"/>
            <a:ext cx="3441700" cy="939800"/>
          </a:xfrm>
          <a:prstGeom prst="rect">
            <a:avLst/>
          </a:prstGeom>
          <a:noFill/>
          <a:ln w="9525">
            <a:noFill/>
            <a:miter lim="800000"/>
            <a:headEnd type="none" w="med" len="med"/>
            <a:tailEnd type="none" w="med" len="med"/>
          </a:ln>
        </p:spPr>
        <p:txBody>
          <a:bodyPr lIns="0" tIns="0" rIns="39200" bIns="0"/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The</a:t>
            </a:r>
            <a:r>
              <a:rPr lang="en-US" altLang="en-US" sz="24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I </a:t>
            </a:r>
            <a:r>
              <a:rPr lang="en-US" altLang="en-US" sz="240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subtree can be pruned, because </a:t>
            </a:r>
            <a:r>
              <a:rPr lang="en-US" altLang="en-US" sz="24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I</a:t>
            </a:r>
            <a:r>
              <a:rPr lang="en-US" altLang="en-US" sz="240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is a </a:t>
            </a:r>
            <a:r>
              <a:rPr lang="en-US" altLang="en-US" sz="24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min </a:t>
            </a:r>
            <a:r>
              <a:rPr lang="en-US" altLang="en-US" sz="240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node and the value of</a:t>
            </a:r>
            <a:r>
              <a:rPr lang="en-US" altLang="en-US" sz="24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v(K) = 0 </a:t>
            </a:r>
            <a:r>
              <a:rPr lang="en-US" altLang="en-US" sz="240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is</a:t>
            </a:r>
            <a:r>
              <a:rPr lang="en-US" altLang="en-US" sz="24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&lt;</a:t>
            </a:r>
            <a:r>
              <a:rPr lang="en-US" altLang="en-US" sz="2800">
                <a:solidFill>
                  <a:schemeClr val="tx1"/>
                </a:solidFill>
                <a:sym typeface="Symbol" panose="05050102010706020507" pitchFamily="18" charset="2"/>
              </a:rPr>
              <a:t> α</a:t>
            </a:r>
            <a:r>
              <a:rPr lang="en-US" altLang="en-US" sz="28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= 3</a:t>
            </a:r>
            <a:r>
              <a:rPr lang="en-US" altLang="en-US" sz="24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</p:txBody>
      </p:sp>
      <p:grpSp>
        <p:nvGrpSpPr>
          <p:cNvPr id="35843" name="Group 1">
            <a:extLst>
              <a:ext uri="{FF2B5EF4-FFF2-40B4-BE49-F238E27FC236}">
                <a16:creationId xmlns:a16="http://schemas.microsoft.com/office/drawing/2014/main" id="{7B77405F-2F3B-1F1F-7CE2-F7572BC317FD}"/>
              </a:ext>
            </a:extLst>
          </p:cNvPr>
          <p:cNvGrpSpPr>
            <a:grpSpLocks/>
          </p:cNvGrpSpPr>
          <p:nvPr/>
        </p:nvGrpSpPr>
        <p:grpSpPr bwMode="auto">
          <a:xfrm>
            <a:off x="3124201" y="228601"/>
            <a:ext cx="379413" cy="379413"/>
            <a:chOff x="0" y="0"/>
            <a:chExt cx="239" cy="239"/>
          </a:xfrm>
        </p:grpSpPr>
        <p:sp>
          <p:nvSpPr>
            <p:cNvPr id="35938" name="AutoShape 2">
              <a:extLst>
                <a:ext uri="{FF2B5EF4-FFF2-40B4-BE49-F238E27FC236}">
                  <a16:creationId xmlns:a16="http://schemas.microsoft.com/office/drawing/2014/main" id="{42CB66DF-0B4D-659A-9021-57776B034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39" name="Rectangle 3">
              <a:extLst>
                <a:ext uri="{FF2B5EF4-FFF2-40B4-BE49-F238E27FC236}">
                  <a16:creationId xmlns:a16="http://schemas.microsoft.com/office/drawing/2014/main" id="{AA3BFD47-8F66-ECB7-22CC-CC5075F72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5844" name="Group 4">
            <a:extLst>
              <a:ext uri="{FF2B5EF4-FFF2-40B4-BE49-F238E27FC236}">
                <a16:creationId xmlns:a16="http://schemas.microsoft.com/office/drawing/2014/main" id="{27439C57-2A8E-7E8B-1406-0B067A72A64E}"/>
              </a:ext>
            </a:extLst>
          </p:cNvPr>
          <p:cNvGrpSpPr>
            <a:grpSpLocks/>
          </p:cNvGrpSpPr>
          <p:nvPr/>
        </p:nvGrpSpPr>
        <p:grpSpPr bwMode="auto">
          <a:xfrm>
            <a:off x="3124201" y="990601"/>
            <a:ext cx="379413" cy="379413"/>
            <a:chOff x="0" y="0"/>
            <a:chExt cx="239" cy="239"/>
          </a:xfrm>
        </p:grpSpPr>
        <p:sp>
          <p:nvSpPr>
            <p:cNvPr id="35936" name="Oval 5">
              <a:extLst>
                <a:ext uri="{FF2B5EF4-FFF2-40B4-BE49-F238E27FC236}">
                  <a16:creationId xmlns:a16="http://schemas.microsoft.com/office/drawing/2014/main" id="{FA89902A-5616-D11E-58B7-BC7D33636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37" name="Rectangle 6">
              <a:extLst>
                <a:ext uri="{FF2B5EF4-FFF2-40B4-BE49-F238E27FC236}">
                  <a16:creationId xmlns:a16="http://schemas.microsoft.com/office/drawing/2014/main" id="{5A895D9B-BEFA-1618-6D81-0EBE3F1EB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52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35845" name="Line 7">
            <a:extLst>
              <a:ext uri="{FF2B5EF4-FFF2-40B4-BE49-F238E27FC236}">
                <a16:creationId xmlns:a16="http://schemas.microsoft.com/office/drawing/2014/main" id="{E6DCC67A-0F67-B71E-D853-5612756A61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609600"/>
            <a:ext cx="15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46" name="Group 8">
            <a:extLst>
              <a:ext uri="{FF2B5EF4-FFF2-40B4-BE49-F238E27FC236}">
                <a16:creationId xmlns:a16="http://schemas.microsoft.com/office/drawing/2014/main" id="{B61A6B41-7335-2050-7B10-901AD1F9F850}"/>
              </a:ext>
            </a:extLst>
          </p:cNvPr>
          <p:cNvGrpSpPr>
            <a:grpSpLocks/>
          </p:cNvGrpSpPr>
          <p:nvPr/>
        </p:nvGrpSpPr>
        <p:grpSpPr bwMode="auto">
          <a:xfrm>
            <a:off x="2500313" y="990601"/>
            <a:ext cx="381000" cy="379413"/>
            <a:chOff x="0" y="0"/>
            <a:chExt cx="240" cy="239"/>
          </a:xfrm>
        </p:grpSpPr>
        <p:sp>
          <p:nvSpPr>
            <p:cNvPr id="35934" name="Oval 9">
              <a:extLst>
                <a:ext uri="{FF2B5EF4-FFF2-40B4-BE49-F238E27FC236}">
                  <a16:creationId xmlns:a16="http://schemas.microsoft.com/office/drawing/2014/main" id="{ACB06C60-6EE6-BE6E-234B-C1330CD22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40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35" name="Rectangle 10">
              <a:extLst>
                <a:ext uri="{FF2B5EF4-FFF2-40B4-BE49-F238E27FC236}">
                  <a16:creationId xmlns:a16="http://schemas.microsoft.com/office/drawing/2014/main" id="{9139F342-2DE2-8AF9-1134-115057E58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52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35847" name="Line 11">
            <a:extLst>
              <a:ext uri="{FF2B5EF4-FFF2-40B4-BE49-F238E27FC236}">
                <a16:creationId xmlns:a16="http://schemas.microsoft.com/office/drawing/2014/main" id="{73432CB3-144C-0C21-FA09-FEF468FEF0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1" y="609601"/>
            <a:ext cx="612775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48" name="Group 13">
            <a:extLst>
              <a:ext uri="{FF2B5EF4-FFF2-40B4-BE49-F238E27FC236}">
                <a16:creationId xmlns:a16="http://schemas.microsoft.com/office/drawing/2014/main" id="{2A13DA7D-50AC-6EC2-F388-04DE0FCAB8C0}"/>
              </a:ext>
            </a:extLst>
          </p:cNvPr>
          <p:cNvGrpSpPr>
            <a:grpSpLocks/>
          </p:cNvGrpSpPr>
          <p:nvPr/>
        </p:nvGrpSpPr>
        <p:grpSpPr bwMode="auto">
          <a:xfrm>
            <a:off x="2895601" y="1828801"/>
            <a:ext cx="379413" cy="379413"/>
            <a:chOff x="0" y="0"/>
            <a:chExt cx="239" cy="239"/>
          </a:xfrm>
        </p:grpSpPr>
        <p:sp>
          <p:nvSpPr>
            <p:cNvPr id="35932" name="AutoShape 14">
              <a:extLst>
                <a:ext uri="{FF2B5EF4-FFF2-40B4-BE49-F238E27FC236}">
                  <a16:creationId xmlns:a16="http://schemas.microsoft.com/office/drawing/2014/main" id="{70CA5228-E5E6-6641-3A8A-40A335DE3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33" name="Rectangle 15">
              <a:extLst>
                <a:ext uri="{FF2B5EF4-FFF2-40B4-BE49-F238E27FC236}">
                  <a16:creationId xmlns:a16="http://schemas.microsoft.com/office/drawing/2014/main" id="{1A96C33C-0A1C-E829-AEF5-3EC34DFD7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" y="51"/>
              <a:ext cx="11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35849" name="Line 16">
            <a:extLst>
              <a:ext uri="{FF2B5EF4-FFF2-40B4-BE49-F238E27FC236}">
                <a16:creationId xmlns:a16="http://schemas.microsoft.com/office/drawing/2014/main" id="{34C7770D-41AE-6DBE-573F-0A5526EB9B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357314"/>
            <a:ext cx="381000" cy="471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50" name="Group 17">
            <a:extLst>
              <a:ext uri="{FF2B5EF4-FFF2-40B4-BE49-F238E27FC236}">
                <a16:creationId xmlns:a16="http://schemas.microsoft.com/office/drawing/2014/main" id="{BDA02E8F-FC02-D88C-CB66-F16D5E5076EB}"/>
              </a:ext>
            </a:extLst>
          </p:cNvPr>
          <p:cNvGrpSpPr>
            <a:grpSpLocks/>
          </p:cNvGrpSpPr>
          <p:nvPr/>
        </p:nvGrpSpPr>
        <p:grpSpPr bwMode="auto">
          <a:xfrm>
            <a:off x="1905001" y="1828801"/>
            <a:ext cx="379413" cy="379413"/>
            <a:chOff x="0" y="0"/>
            <a:chExt cx="239" cy="239"/>
          </a:xfrm>
        </p:grpSpPr>
        <p:sp>
          <p:nvSpPr>
            <p:cNvPr id="35930" name="AutoShape 18">
              <a:extLst>
                <a:ext uri="{FF2B5EF4-FFF2-40B4-BE49-F238E27FC236}">
                  <a16:creationId xmlns:a16="http://schemas.microsoft.com/office/drawing/2014/main" id="{C652AB87-34FB-CB43-962C-BAC03DB4F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31" name="Rectangle 19">
              <a:extLst>
                <a:ext uri="{FF2B5EF4-FFF2-40B4-BE49-F238E27FC236}">
                  <a16:creationId xmlns:a16="http://schemas.microsoft.com/office/drawing/2014/main" id="{70537A7B-C921-50B9-F882-297F12E1D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35851" name="Line 20">
            <a:extLst>
              <a:ext uri="{FF2B5EF4-FFF2-40B4-BE49-F238E27FC236}">
                <a16:creationId xmlns:a16="http://schemas.microsoft.com/office/drawing/2014/main" id="{459FBD18-A767-F22C-C13B-1ECE1E417B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4226" y="1357314"/>
            <a:ext cx="612775" cy="471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5852" name="Rectangle 21">
            <a:extLst>
              <a:ext uri="{FF2B5EF4-FFF2-40B4-BE49-F238E27FC236}">
                <a16:creationId xmlns:a16="http://schemas.microsoft.com/office/drawing/2014/main" id="{C0C38384-2F2C-B605-1B8B-81746BA3BF9F}"/>
              </a:ext>
            </a:extLst>
          </p:cNvPr>
          <p:cNvSpPr>
            <a:spLocks/>
          </p:cNvSpPr>
          <p:nvPr/>
        </p:nvSpPr>
        <p:spPr bwMode="auto">
          <a:xfrm>
            <a:off x="1889126" y="2246314"/>
            <a:ext cx="193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</a:p>
        </p:txBody>
      </p:sp>
      <p:sp>
        <p:nvSpPr>
          <p:cNvPr id="35853" name="Rectangle 22">
            <a:extLst>
              <a:ext uri="{FF2B5EF4-FFF2-40B4-BE49-F238E27FC236}">
                <a16:creationId xmlns:a16="http://schemas.microsoft.com/office/drawing/2014/main" id="{9962D591-A270-94D7-2A80-5614D49E57F0}"/>
              </a:ext>
            </a:extLst>
          </p:cNvPr>
          <p:cNvSpPr>
            <a:spLocks/>
          </p:cNvSpPr>
          <p:nvPr/>
        </p:nvSpPr>
        <p:spPr bwMode="auto">
          <a:xfrm>
            <a:off x="1524001" y="1143001"/>
            <a:ext cx="942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{-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, +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grpSp>
        <p:nvGrpSpPr>
          <p:cNvPr id="35854" name="Group 23">
            <a:extLst>
              <a:ext uri="{FF2B5EF4-FFF2-40B4-BE49-F238E27FC236}">
                <a16:creationId xmlns:a16="http://schemas.microsoft.com/office/drawing/2014/main" id="{1639F63C-4557-0E27-7C61-85DE7E8ADE11}"/>
              </a:ext>
            </a:extLst>
          </p:cNvPr>
          <p:cNvGrpSpPr>
            <a:grpSpLocks/>
          </p:cNvGrpSpPr>
          <p:nvPr/>
        </p:nvGrpSpPr>
        <p:grpSpPr bwMode="auto">
          <a:xfrm>
            <a:off x="6400801" y="304801"/>
            <a:ext cx="379413" cy="379413"/>
            <a:chOff x="0" y="0"/>
            <a:chExt cx="239" cy="239"/>
          </a:xfrm>
        </p:grpSpPr>
        <p:sp>
          <p:nvSpPr>
            <p:cNvPr id="35928" name="AutoShape 24">
              <a:extLst>
                <a:ext uri="{FF2B5EF4-FFF2-40B4-BE49-F238E27FC236}">
                  <a16:creationId xmlns:a16="http://schemas.microsoft.com/office/drawing/2014/main" id="{9D4A6F96-8CBF-6CF1-243C-A53EFEDEF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29" name="Rectangle 25">
              <a:extLst>
                <a:ext uri="{FF2B5EF4-FFF2-40B4-BE49-F238E27FC236}">
                  <a16:creationId xmlns:a16="http://schemas.microsoft.com/office/drawing/2014/main" id="{1440C576-7067-8A8E-81F9-00E2F85DA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5855" name="Group 26">
            <a:extLst>
              <a:ext uri="{FF2B5EF4-FFF2-40B4-BE49-F238E27FC236}">
                <a16:creationId xmlns:a16="http://schemas.microsoft.com/office/drawing/2014/main" id="{B724AD80-C88E-F101-0BB4-BA7CAE0AC34E}"/>
              </a:ext>
            </a:extLst>
          </p:cNvPr>
          <p:cNvGrpSpPr>
            <a:grpSpLocks/>
          </p:cNvGrpSpPr>
          <p:nvPr/>
        </p:nvGrpSpPr>
        <p:grpSpPr bwMode="auto">
          <a:xfrm>
            <a:off x="6400801" y="1066800"/>
            <a:ext cx="379413" cy="381000"/>
            <a:chOff x="0" y="0"/>
            <a:chExt cx="239" cy="240"/>
          </a:xfrm>
        </p:grpSpPr>
        <p:sp>
          <p:nvSpPr>
            <p:cNvPr id="35926" name="Oval 27">
              <a:extLst>
                <a:ext uri="{FF2B5EF4-FFF2-40B4-BE49-F238E27FC236}">
                  <a16:creationId xmlns:a16="http://schemas.microsoft.com/office/drawing/2014/main" id="{020527FD-CA8E-CF5C-E588-20B8D2C86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27" name="Rectangle 28">
              <a:extLst>
                <a:ext uri="{FF2B5EF4-FFF2-40B4-BE49-F238E27FC236}">
                  <a16:creationId xmlns:a16="http://schemas.microsoft.com/office/drawing/2014/main" id="{5F501C05-BE4B-526D-B8F3-F3B770781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52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35856" name="Line 29">
            <a:extLst>
              <a:ext uri="{FF2B5EF4-FFF2-40B4-BE49-F238E27FC236}">
                <a16:creationId xmlns:a16="http://schemas.microsoft.com/office/drawing/2014/main" id="{11BF2A8C-B13E-41E0-F73A-20B902E690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685800"/>
            <a:ext cx="15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57" name="Group 30">
            <a:extLst>
              <a:ext uri="{FF2B5EF4-FFF2-40B4-BE49-F238E27FC236}">
                <a16:creationId xmlns:a16="http://schemas.microsoft.com/office/drawing/2014/main" id="{FA86F184-B427-6DFC-3CD5-8DEDC10A561C}"/>
              </a:ext>
            </a:extLst>
          </p:cNvPr>
          <p:cNvGrpSpPr>
            <a:grpSpLocks/>
          </p:cNvGrpSpPr>
          <p:nvPr/>
        </p:nvGrpSpPr>
        <p:grpSpPr bwMode="auto">
          <a:xfrm>
            <a:off x="5638801" y="1066800"/>
            <a:ext cx="379413" cy="381000"/>
            <a:chOff x="0" y="0"/>
            <a:chExt cx="239" cy="240"/>
          </a:xfrm>
        </p:grpSpPr>
        <p:sp>
          <p:nvSpPr>
            <p:cNvPr id="35924" name="Oval 31">
              <a:extLst>
                <a:ext uri="{FF2B5EF4-FFF2-40B4-BE49-F238E27FC236}">
                  <a16:creationId xmlns:a16="http://schemas.microsoft.com/office/drawing/2014/main" id="{939C12A1-0C34-6524-2B3C-C73B7E3DE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25" name="Rectangle 32">
              <a:extLst>
                <a:ext uri="{FF2B5EF4-FFF2-40B4-BE49-F238E27FC236}">
                  <a16:creationId xmlns:a16="http://schemas.microsoft.com/office/drawing/2014/main" id="{40C514BA-9DEA-5D75-8239-589DD9473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52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35858" name="Line 33">
            <a:extLst>
              <a:ext uri="{FF2B5EF4-FFF2-40B4-BE49-F238E27FC236}">
                <a16:creationId xmlns:a16="http://schemas.microsoft.com/office/drawing/2014/main" id="{C9258442-1F02-1B28-FE47-4EAD74897B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8025" y="685800"/>
            <a:ext cx="7683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59" name="Group 35">
            <a:extLst>
              <a:ext uri="{FF2B5EF4-FFF2-40B4-BE49-F238E27FC236}">
                <a16:creationId xmlns:a16="http://schemas.microsoft.com/office/drawing/2014/main" id="{80525D39-FEC9-C351-5034-51FB043115F6}"/>
              </a:ext>
            </a:extLst>
          </p:cNvPr>
          <p:cNvGrpSpPr>
            <a:grpSpLocks/>
          </p:cNvGrpSpPr>
          <p:nvPr/>
        </p:nvGrpSpPr>
        <p:grpSpPr bwMode="auto">
          <a:xfrm>
            <a:off x="6172201" y="1905001"/>
            <a:ext cx="379413" cy="379413"/>
            <a:chOff x="0" y="0"/>
            <a:chExt cx="239" cy="239"/>
          </a:xfrm>
        </p:grpSpPr>
        <p:sp>
          <p:nvSpPr>
            <p:cNvPr id="35922" name="AutoShape 36">
              <a:extLst>
                <a:ext uri="{FF2B5EF4-FFF2-40B4-BE49-F238E27FC236}">
                  <a16:creationId xmlns:a16="http://schemas.microsoft.com/office/drawing/2014/main" id="{ED58DDEC-0DFE-815C-0C15-D6DE0B7BF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23" name="Rectangle 37">
              <a:extLst>
                <a:ext uri="{FF2B5EF4-FFF2-40B4-BE49-F238E27FC236}">
                  <a16:creationId xmlns:a16="http://schemas.microsoft.com/office/drawing/2014/main" id="{C5C01C69-A39B-87EC-D131-E3CE84870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" y="51"/>
              <a:ext cx="11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35860" name="Line 38">
            <a:extLst>
              <a:ext uri="{FF2B5EF4-FFF2-40B4-BE49-F238E27FC236}">
                <a16:creationId xmlns:a16="http://schemas.microsoft.com/office/drawing/2014/main" id="{BF0E4766-CEE0-24C8-AE9A-639A5A30E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14478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61" name="Group 39">
            <a:extLst>
              <a:ext uri="{FF2B5EF4-FFF2-40B4-BE49-F238E27FC236}">
                <a16:creationId xmlns:a16="http://schemas.microsoft.com/office/drawing/2014/main" id="{9E12E9D5-3A1B-5180-7E45-377FA1D9CA17}"/>
              </a:ext>
            </a:extLst>
          </p:cNvPr>
          <p:cNvGrpSpPr>
            <a:grpSpLocks/>
          </p:cNvGrpSpPr>
          <p:nvPr/>
        </p:nvGrpSpPr>
        <p:grpSpPr bwMode="auto">
          <a:xfrm>
            <a:off x="5181601" y="1905001"/>
            <a:ext cx="379413" cy="379413"/>
            <a:chOff x="0" y="0"/>
            <a:chExt cx="239" cy="239"/>
          </a:xfrm>
        </p:grpSpPr>
        <p:sp>
          <p:nvSpPr>
            <p:cNvPr id="35920" name="AutoShape 40">
              <a:extLst>
                <a:ext uri="{FF2B5EF4-FFF2-40B4-BE49-F238E27FC236}">
                  <a16:creationId xmlns:a16="http://schemas.microsoft.com/office/drawing/2014/main" id="{C0EE3F2C-CB0B-5ACF-8786-22B730C57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21" name="Rectangle 41">
              <a:extLst>
                <a:ext uri="{FF2B5EF4-FFF2-40B4-BE49-F238E27FC236}">
                  <a16:creationId xmlns:a16="http://schemas.microsoft.com/office/drawing/2014/main" id="{A436020F-0757-3337-B949-92EE65EE8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35862" name="Line 42">
            <a:extLst>
              <a:ext uri="{FF2B5EF4-FFF2-40B4-BE49-F238E27FC236}">
                <a16:creationId xmlns:a16="http://schemas.microsoft.com/office/drawing/2014/main" id="{77B0700D-98B4-E577-C8EF-25837DD079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0825" y="1447800"/>
            <a:ext cx="4635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5863" name="Rectangle 43">
            <a:extLst>
              <a:ext uri="{FF2B5EF4-FFF2-40B4-BE49-F238E27FC236}">
                <a16:creationId xmlns:a16="http://schemas.microsoft.com/office/drawing/2014/main" id="{55ED990E-BC40-41B4-8C15-6AE6CA336FA1}"/>
              </a:ext>
            </a:extLst>
          </p:cNvPr>
          <p:cNvSpPr>
            <a:spLocks/>
          </p:cNvSpPr>
          <p:nvPr/>
        </p:nvSpPr>
        <p:spPr bwMode="auto">
          <a:xfrm>
            <a:off x="5165725" y="2322514"/>
            <a:ext cx="14049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   </a:t>
            </a:r>
            <a:r>
              <a:rPr lang="en-US" altLang="en-US" sz="12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  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5</a:t>
            </a:r>
          </a:p>
        </p:txBody>
      </p:sp>
      <p:sp>
        <p:nvSpPr>
          <p:cNvPr id="35864" name="Rectangle 44">
            <a:extLst>
              <a:ext uri="{FF2B5EF4-FFF2-40B4-BE49-F238E27FC236}">
                <a16:creationId xmlns:a16="http://schemas.microsoft.com/office/drawing/2014/main" id="{AE74544C-8B15-E7E4-7BB1-82A71B3CBC43}"/>
              </a:ext>
            </a:extLst>
          </p:cNvPr>
          <p:cNvSpPr>
            <a:spLocks/>
          </p:cNvSpPr>
          <p:nvPr/>
        </p:nvSpPr>
        <p:spPr bwMode="auto">
          <a:xfrm>
            <a:off x="4860925" y="1000125"/>
            <a:ext cx="736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3</a:t>
            </a:r>
          </a:p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{-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, 3}</a:t>
            </a:r>
          </a:p>
        </p:txBody>
      </p:sp>
      <p:grpSp>
        <p:nvGrpSpPr>
          <p:cNvPr id="35865" name="Group 45">
            <a:extLst>
              <a:ext uri="{FF2B5EF4-FFF2-40B4-BE49-F238E27FC236}">
                <a16:creationId xmlns:a16="http://schemas.microsoft.com/office/drawing/2014/main" id="{767F2649-6455-F82D-573F-5B90B5A1F295}"/>
              </a:ext>
            </a:extLst>
          </p:cNvPr>
          <p:cNvGrpSpPr>
            <a:grpSpLocks/>
          </p:cNvGrpSpPr>
          <p:nvPr/>
        </p:nvGrpSpPr>
        <p:grpSpPr bwMode="auto">
          <a:xfrm>
            <a:off x="3308351" y="2466976"/>
            <a:ext cx="379413" cy="379413"/>
            <a:chOff x="0" y="0"/>
            <a:chExt cx="239" cy="239"/>
          </a:xfrm>
        </p:grpSpPr>
        <p:sp>
          <p:nvSpPr>
            <p:cNvPr id="35918" name="AutoShape 46">
              <a:extLst>
                <a:ext uri="{FF2B5EF4-FFF2-40B4-BE49-F238E27FC236}">
                  <a16:creationId xmlns:a16="http://schemas.microsoft.com/office/drawing/2014/main" id="{28010B65-7241-4589-F94F-4547E3E10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19" name="Rectangle 47">
              <a:extLst>
                <a:ext uri="{FF2B5EF4-FFF2-40B4-BE49-F238E27FC236}">
                  <a16:creationId xmlns:a16="http://schemas.microsoft.com/office/drawing/2014/main" id="{5ECF92B2-064E-152E-ADC7-B27D05321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5866" name="Group 48">
            <a:extLst>
              <a:ext uri="{FF2B5EF4-FFF2-40B4-BE49-F238E27FC236}">
                <a16:creationId xmlns:a16="http://schemas.microsoft.com/office/drawing/2014/main" id="{9D079D35-276F-72D7-91C9-61F00ABA3B6A}"/>
              </a:ext>
            </a:extLst>
          </p:cNvPr>
          <p:cNvGrpSpPr>
            <a:grpSpLocks/>
          </p:cNvGrpSpPr>
          <p:nvPr/>
        </p:nvGrpSpPr>
        <p:grpSpPr bwMode="auto">
          <a:xfrm>
            <a:off x="4206875" y="3189288"/>
            <a:ext cx="381000" cy="379412"/>
            <a:chOff x="0" y="0"/>
            <a:chExt cx="240" cy="239"/>
          </a:xfrm>
        </p:grpSpPr>
        <p:sp>
          <p:nvSpPr>
            <p:cNvPr id="35916" name="Oval 49">
              <a:extLst>
                <a:ext uri="{FF2B5EF4-FFF2-40B4-BE49-F238E27FC236}">
                  <a16:creationId xmlns:a16="http://schemas.microsoft.com/office/drawing/2014/main" id="{0B159929-9BDC-A74E-4F48-523C2411F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40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17" name="Rectangle 50">
              <a:extLst>
                <a:ext uri="{FF2B5EF4-FFF2-40B4-BE49-F238E27FC236}">
                  <a16:creationId xmlns:a16="http://schemas.microsoft.com/office/drawing/2014/main" id="{E362AA72-1901-475B-C55F-B01B4FD43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52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35867" name="Line 51">
            <a:extLst>
              <a:ext uri="{FF2B5EF4-FFF2-40B4-BE49-F238E27FC236}">
                <a16:creationId xmlns:a16="http://schemas.microsoft.com/office/drawing/2014/main" id="{A83833D0-C609-0724-BB07-B4954249C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0751" y="2847976"/>
            <a:ext cx="822325" cy="417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68" name="Group 52">
            <a:extLst>
              <a:ext uri="{FF2B5EF4-FFF2-40B4-BE49-F238E27FC236}">
                <a16:creationId xmlns:a16="http://schemas.microsoft.com/office/drawing/2014/main" id="{ED88C700-2ED8-58C5-D0F8-D8C773045CE1}"/>
              </a:ext>
            </a:extLst>
          </p:cNvPr>
          <p:cNvGrpSpPr>
            <a:grpSpLocks/>
          </p:cNvGrpSpPr>
          <p:nvPr/>
        </p:nvGrpSpPr>
        <p:grpSpPr bwMode="auto">
          <a:xfrm>
            <a:off x="2546351" y="3228975"/>
            <a:ext cx="379413" cy="381000"/>
            <a:chOff x="0" y="0"/>
            <a:chExt cx="239" cy="240"/>
          </a:xfrm>
        </p:grpSpPr>
        <p:sp>
          <p:nvSpPr>
            <p:cNvPr id="35914" name="Oval 53">
              <a:extLst>
                <a:ext uri="{FF2B5EF4-FFF2-40B4-BE49-F238E27FC236}">
                  <a16:creationId xmlns:a16="http://schemas.microsoft.com/office/drawing/2014/main" id="{90CB9DF9-7CF2-1C9F-AA3F-41215B13A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15" name="Rectangle 54">
              <a:extLst>
                <a:ext uri="{FF2B5EF4-FFF2-40B4-BE49-F238E27FC236}">
                  <a16:creationId xmlns:a16="http://schemas.microsoft.com/office/drawing/2014/main" id="{E5C87704-B45E-355D-FBC6-3EC81DBB1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52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35869" name="Line 55">
            <a:extLst>
              <a:ext uri="{FF2B5EF4-FFF2-40B4-BE49-F238E27FC236}">
                <a16:creationId xmlns:a16="http://schemas.microsoft.com/office/drawing/2014/main" id="{E1CF664C-D527-D723-F40D-03397BC2D4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95575" y="2847975"/>
            <a:ext cx="7683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70" name="Group 60">
            <a:extLst>
              <a:ext uri="{FF2B5EF4-FFF2-40B4-BE49-F238E27FC236}">
                <a16:creationId xmlns:a16="http://schemas.microsoft.com/office/drawing/2014/main" id="{C57FFD59-2BD2-173A-1F41-73F44AAC4287}"/>
              </a:ext>
            </a:extLst>
          </p:cNvPr>
          <p:cNvGrpSpPr>
            <a:grpSpLocks/>
          </p:cNvGrpSpPr>
          <p:nvPr/>
        </p:nvGrpSpPr>
        <p:grpSpPr bwMode="auto">
          <a:xfrm>
            <a:off x="2089151" y="4067176"/>
            <a:ext cx="379413" cy="379413"/>
            <a:chOff x="0" y="0"/>
            <a:chExt cx="239" cy="239"/>
          </a:xfrm>
        </p:grpSpPr>
        <p:sp>
          <p:nvSpPr>
            <p:cNvPr id="35912" name="AutoShape 61">
              <a:extLst>
                <a:ext uri="{FF2B5EF4-FFF2-40B4-BE49-F238E27FC236}">
                  <a16:creationId xmlns:a16="http://schemas.microsoft.com/office/drawing/2014/main" id="{261F01D7-A8E4-94D2-B47E-D056BEA75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13" name="Rectangle 62">
              <a:extLst>
                <a:ext uri="{FF2B5EF4-FFF2-40B4-BE49-F238E27FC236}">
                  <a16:creationId xmlns:a16="http://schemas.microsoft.com/office/drawing/2014/main" id="{A03BB355-BB94-0B01-8828-27F513301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35871" name="Line 63">
            <a:extLst>
              <a:ext uri="{FF2B5EF4-FFF2-40B4-BE49-F238E27FC236}">
                <a16:creationId xmlns:a16="http://schemas.microsoft.com/office/drawing/2014/main" id="{2B3EF126-C915-1F0A-1214-9034874FEE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38375" y="3609975"/>
            <a:ext cx="4635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5872" name="Rectangle 64">
            <a:extLst>
              <a:ext uri="{FF2B5EF4-FFF2-40B4-BE49-F238E27FC236}">
                <a16:creationId xmlns:a16="http://schemas.microsoft.com/office/drawing/2014/main" id="{FF1B7F64-51D6-8AE9-E2BC-484DB0A95BC6}"/>
              </a:ext>
            </a:extLst>
          </p:cNvPr>
          <p:cNvSpPr>
            <a:spLocks/>
          </p:cNvSpPr>
          <p:nvPr/>
        </p:nvSpPr>
        <p:spPr bwMode="auto">
          <a:xfrm>
            <a:off x="2309813" y="3214689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200" bIns="0"/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</a:p>
        </p:txBody>
      </p:sp>
      <p:grpSp>
        <p:nvGrpSpPr>
          <p:cNvPr id="35873" name="Group 65">
            <a:extLst>
              <a:ext uri="{FF2B5EF4-FFF2-40B4-BE49-F238E27FC236}">
                <a16:creationId xmlns:a16="http://schemas.microsoft.com/office/drawing/2014/main" id="{10EFE01F-0FDB-3A20-7A15-C76A905FF58E}"/>
              </a:ext>
            </a:extLst>
          </p:cNvPr>
          <p:cNvGrpSpPr>
            <a:grpSpLocks/>
          </p:cNvGrpSpPr>
          <p:nvPr/>
        </p:nvGrpSpPr>
        <p:grpSpPr bwMode="auto">
          <a:xfrm>
            <a:off x="4740276" y="4027488"/>
            <a:ext cx="379413" cy="379412"/>
            <a:chOff x="0" y="0"/>
            <a:chExt cx="239" cy="239"/>
          </a:xfrm>
        </p:grpSpPr>
        <p:sp>
          <p:nvSpPr>
            <p:cNvPr id="35910" name="AutoShape 66">
              <a:extLst>
                <a:ext uri="{FF2B5EF4-FFF2-40B4-BE49-F238E27FC236}">
                  <a16:creationId xmlns:a16="http://schemas.microsoft.com/office/drawing/2014/main" id="{B12BBDA1-66BC-096D-9DC0-6177036AC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11" name="Rectangle 67">
              <a:extLst>
                <a:ext uri="{FF2B5EF4-FFF2-40B4-BE49-F238E27FC236}">
                  <a16:creationId xmlns:a16="http://schemas.microsoft.com/office/drawing/2014/main" id="{0849EC16-6294-13B1-CF6E-7CB155DDE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H</a:t>
              </a:r>
            </a:p>
          </p:txBody>
        </p:sp>
      </p:grpSp>
      <p:sp>
        <p:nvSpPr>
          <p:cNvPr id="35874" name="Line 68">
            <a:extLst>
              <a:ext uri="{FF2B5EF4-FFF2-40B4-BE49-F238E27FC236}">
                <a16:creationId xmlns:a16="http://schemas.microsoft.com/office/drawing/2014/main" id="{BF00DC9C-0D6C-8729-ECF3-C1DD907C7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9275" y="3570288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75" name="Group 69">
            <a:extLst>
              <a:ext uri="{FF2B5EF4-FFF2-40B4-BE49-F238E27FC236}">
                <a16:creationId xmlns:a16="http://schemas.microsoft.com/office/drawing/2014/main" id="{BFFCE103-B00D-CEAC-D961-F801D22E4CC0}"/>
              </a:ext>
            </a:extLst>
          </p:cNvPr>
          <p:cNvGrpSpPr>
            <a:grpSpLocks/>
          </p:cNvGrpSpPr>
          <p:nvPr/>
        </p:nvGrpSpPr>
        <p:grpSpPr bwMode="auto">
          <a:xfrm>
            <a:off x="3749676" y="4027488"/>
            <a:ext cx="379413" cy="379412"/>
            <a:chOff x="0" y="0"/>
            <a:chExt cx="239" cy="239"/>
          </a:xfrm>
        </p:grpSpPr>
        <p:sp>
          <p:nvSpPr>
            <p:cNvPr id="35908" name="AutoShape 70">
              <a:extLst>
                <a:ext uri="{FF2B5EF4-FFF2-40B4-BE49-F238E27FC236}">
                  <a16:creationId xmlns:a16="http://schemas.microsoft.com/office/drawing/2014/main" id="{AA858D3A-F558-5733-A66F-70584FB2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09" name="Rectangle 71">
              <a:extLst>
                <a:ext uri="{FF2B5EF4-FFF2-40B4-BE49-F238E27FC236}">
                  <a16:creationId xmlns:a16="http://schemas.microsoft.com/office/drawing/2014/main" id="{3919A608-F53A-FE78-8DF8-A49008210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51"/>
              <a:ext cx="11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</a:p>
          </p:txBody>
        </p:sp>
      </p:grpSp>
      <p:sp>
        <p:nvSpPr>
          <p:cNvPr id="35876" name="Line 72">
            <a:extLst>
              <a:ext uri="{FF2B5EF4-FFF2-40B4-BE49-F238E27FC236}">
                <a16:creationId xmlns:a16="http://schemas.microsoft.com/office/drawing/2014/main" id="{D68105D8-DF33-63FE-C53B-82B6735AC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8900" y="3570288"/>
            <a:ext cx="4635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5877" name="Rectangle 73">
            <a:extLst>
              <a:ext uri="{FF2B5EF4-FFF2-40B4-BE49-F238E27FC236}">
                <a16:creationId xmlns:a16="http://schemas.microsoft.com/office/drawing/2014/main" id="{76C247F1-DA77-7D83-A449-CA0A8C12013F}"/>
              </a:ext>
            </a:extLst>
          </p:cNvPr>
          <p:cNvSpPr>
            <a:spLocks/>
          </p:cNvSpPr>
          <p:nvPr/>
        </p:nvSpPr>
        <p:spPr bwMode="auto">
          <a:xfrm>
            <a:off x="3657601" y="2438401"/>
            <a:ext cx="815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{3, +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grpSp>
        <p:nvGrpSpPr>
          <p:cNvPr id="35878" name="Group 74">
            <a:extLst>
              <a:ext uri="{FF2B5EF4-FFF2-40B4-BE49-F238E27FC236}">
                <a16:creationId xmlns:a16="http://schemas.microsoft.com/office/drawing/2014/main" id="{55817371-9661-BEB7-A621-CD481C0F5D29}"/>
              </a:ext>
            </a:extLst>
          </p:cNvPr>
          <p:cNvGrpSpPr>
            <a:grpSpLocks/>
          </p:cNvGrpSpPr>
          <p:nvPr/>
        </p:nvGrpSpPr>
        <p:grpSpPr bwMode="auto">
          <a:xfrm>
            <a:off x="4283076" y="4027488"/>
            <a:ext cx="379413" cy="379412"/>
            <a:chOff x="0" y="0"/>
            <a:chExt cx="239" cy="239"/>
          </a:xfrm>
        </p:grpSpPr>
        <p:sp>
          <p:nvSpPr>
            <p:cNvPr id="35906" name="AutoShape 75">
              <a:extLst>
                <a:ext uri="{FF2B5EF4-FFF2-40B4-BE49-F238E27FC236}">
                  <a16:creationId xmlns:a16="http://schemas.microsoft.com/office/drawing/2014/main" id="{235C4F0B-E940-F40F-EC5C-05A683A7E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07" name="Rectangle 76">
              <a:extLst>
                <a:ext uri="{FF2B5EF4-FFF2-40B4-BE49-F238E27FC236}">
                  <a16:creationId xmlns:a16="http://schemas.microsoft.com/office/drawing/2014/main" id="{796B8A7A-66BB-C024-0EA5-A3F1E14FB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G</a:t>
              </a:r>
            </a:p>
          </p:txBody>
        </p:sp>
      </p:grpSp>
      <p:sp>
        <p:nvSpPr>
          <p:cNvPr id="35879" name="Line 77">
            <a:extLst>
              <a:ext uri="{FF2B5EF4-FFF2-40B4-BE49-F238E27FC236}">
                <a16:creationId xmlns:a16="http://schemas.microsoft.com/office/drawing/2014/main" id="{B50F8E90-896A-AE9E-D39E-8C5F087DC0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9275" y="3570288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80" name="Group 78">
            <a:extLst>
              <a:ext uri="{FF2B5EF4-FFF2-40B4-BE49-F238E27FC236}">
                <a16:creationId xmlns:a16="http://schemas.microsoft.com/office/drawing/2014/main" id="{E8FE4B9B-9C59-66CC-C60D-2A5E8498DD37}"/>
              </a:ext>
            </a:extLst>
          </p:cNvPr>
          <p:cNvGrpSpPr>
            <a:grpSpLocks/>
          </p:cNvGrpSpPr>
          <p:nvPr/>
        </p:nvGrpSpPr>
        <p:grpSpPr bwMode="auto">
          <a:xfrm>
            <a:off x="3825876" y="4789488"/>
            <a:ext cx="379413" cy="379412"/>
            <a:chOff x="0" y="0"/>
            <a:chExt cx="239" cy="239"/>
          </a:xfrm>
        </p:grpSpPr>
        <p:sp>
          <p:nvSpPr>
            <p:cNvPr id="35904" name="Oval 79">
              <a:extLst>
                <a:ext uri="{FF2B5EF4-FFF2-40B4-BE49-F238E27FC236}">
                  <a16:creationId xmlns:a16="http://schemas.microsoft.com/office/drawing/2014/main" id="{6F97B13B-9195-C133-2F20-57A2979DB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05" name="Rectangle 80">
              <a:extLst>
                <a:ext uri="{FF2B5EF4-FFF2-40B4-BE49-F238E27FC236}">
                  <a16:creationId xmlns:a16="http://schemas.microsoft.com/office/drawing/2014/main" id="{4D1BE5B2-B979-77C3-B975-AC77F2980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" y="52"/>
              <a:ext cx="9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J</a:t>
              </a:r>
            </a:p>
          </p:txBody>
        </p:sp>
      </p:grpSp>
      <p:sp>
        <p:nvSpPr>
          <p:cNvPr id="35881" name="Line 81">
            <a:extLst>
              <a:ext uri="{FF2B5EF4-FFF2-40B4-BE49-F238E27FC236}">
                <a16:creationId xmlns:a16="http://schemas.microsoft.com/office/drawing/2014/main" id="{6611D9B1-6F03-D785-792C-1E4CC275E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8275" y="4408488"/>
            <a:ext cx="15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82" name="Group 82">
            <a:extLst>
              <a:ext uri="{FF2B5EF4-FFF2-40B4-BE49-F238E27FC236}">
                <a16:creationId xmlns:a16="http://schemas.microsoft.com/office/drawing/2014/main" id="{EA7E6F18-FF05-775E-1ACA-300B56ED7ADE}"/>
              </a:ext>
            </a:extLst>
          </p:cNvPr>
          <p:cNvGrpSpPr>
            <a:grpSpLocks/>
          </p:cNvGrpSpPr>
          <p:nvPr/>
        </p:nvGrpSpPr>
        <p:grpSpPr bwMode="auto">
          <a:xfrm>
            <a:off x="3063875" y="4789488"/>
            <a:ext cx="381000" cy="379412"/>
            <a:chOff x="0" y="0"/>
            <a:chExt cx="240" cy="239"/>
          </a:xfrm>
        </p:grpSpPr>
        <p:sp>
          <p:nvSpPr>
            <p:cNvPr id="35902" name="Oval 83">
              <a:extLst>
                <a:ext uri="{FF2B5EF4-FFF2-40B4-BE49-F238E27FC236}">
                  <a16:creationId xmlns:a16="http://schemas.microsoft.com/office/drawing/2014/main" id="{CE361050-0A79-A7D8-0751-9FA73B9FA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40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03" name="Rectangle 84">
              <a:extLst>
                <a:ext uri="{FF2B5EF4-FFF2-40B4-BE49-F238E27FC236}">
                  <a16:creationId xmlns:a16="http://schemas.microsoft.com/office/drawing/2014/main" id="{D83B9647-469B-EB1C-A2B9-4DCE2D94C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" y="52"/>
              <a:ext cx="8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5883" name="Line 85">
            <a:extLst>
              <a:ext uri="{FF2B5EF4-FFF2-40B4-BE49-F238E27FC236}">
                <a16:creationId xmlns:a16="http://schemas.microsoft.com/office/drawing/2014/main" id="{C8EC8EE5-D385-34A5-8E05-82E8ADF124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13100" y="4408488"/>
            <a:ext cx="7683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84" name="Group 86">
            <a:extLst>
              <a:ext uri="{FF2B5EF4-FFF2-40B4-BE49-F238E27FC236}">
                <a16:creationId xmlns:a16="http://schemas.microsoft.com/office/drawing/2014/main" id="{79F9D9BC-BAE9-939C-77D2-A0235B851AEF}"/>
              </a:ext>
            </a:extLst>
          </p:cNvPr>
          <p:cNvGrpSpPr>
            <a:grpSpLocks/>
          </p:cNvGrpSpPr>
          <p:nvPr/>
        </p:nvGrpSpPr>
        <p:grpSpPr bwMode="auto">
          <a:xfrm>
            <a:off x="3597276" y="5627688"/>
            <a:ext cx="379413" cy="379412"/>
            <a:chOff x="0" y="0"/>
            <a:chExt cx="239" cy="239"/>
          </a:xfrm>
        </p:grpSpPr>
        <p:sp>
          <p:nvSpPr>
            <p:cNvPr id="35900" name="AutoShape 87">
              <a:extLst>
                <a:ext uri="{FF2B5EF4-FFF2-40B4-BE49-F238E27FC236}">
                  <a16:creationId xmlns:a16="http://schemas.microsoft.com/office/drawing/2014/main" id="{0878DCE7-4CD7-460D-FC3E-C4A7E76F6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901" name="Rectangle 88">
              <a:extLst>
                <a:ext uri="{FF2B5EF4-FFF2-40B4-BE49-F238E27FC236}">
                  <a16:creationId xmlns:a16="http://schemas.microsoft.com/office/drawing/2014/main" id="{5594DF89-05B0-2E8D-2250-DD1562180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" y="51"/>
              <a:ext cx="11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L</a:t>
              </a:r>
            </a:p>
          </p:txBody>
        </p:sp>
      </p:grpSp>
      <p:sp>
        <p:nvSpPr>
          <p:cNvPr id="35885" name="Line 89">
            <a:extLst>
              <a:ext uri="{FF2B5EF4-FFF2-40B4-BE49-F238E27FC236}">
                <a16:creationId xmlns:a16="http://schemas.microsoft.com/office/drawing/2014/main" id="{A6204013-C9CA-84B2-87B0-3656998B1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275" y="5170488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5886" name="Group 90">
            <a:extLst>
              <a:ext uri="{FF2B5EF4-FFF2-40B4-BE49-F238E27FC236}">
                <a16:creationId xmlns:a16="http://schemas.microsoft.com/office/drawing/2014/main" id="{577052DA-52CF-5918-835E-7E0C875ECF85}"/>
              </a:ext>
            </a:extLst>
          </p:cNvPr>
          <p:cNvGrpSpPr>
            <a:grpSpLocks/>
          </p:cNvGrpSpPr>
          <p:nvPr/>
        </p:nvGrpSpPr>
        <p:grpSpPr bwMode="auto">
          <a:xfrm>
            <a:off x="2606676" y="5627688"/>
            <a:ext cx="379413" cy="379412"/>
            <a:chOff x="0" y="0"/>
            <a:chExt cx="239" cy="239"/>
          </a:xfrm>
        </p:grpSpPr>
        <p:sp>
          <p:nvSpPr>
            <p:cNvPr id="35898" name="AutoShape 91">
              <a:extLst>
                <a:ext uri="{FF2B5EF4-FFF2-40B4-BE49-F238E27FC236}">
                  <a16:creationId xmlns:a16="http://schemas.microsoft.com/office/drawing/2014/main" id="{C691AFAF-E5C7-B1FD-42AC-9468EF4A4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5899" name="Rectangle 92">
              <a:extLst>
                <a:ext uri="{FF2B5EF4-FFF2-40B4-BE49-F238E27FC236}">
                  <a16:creationId xmlns:a16="http://schemas.microsoft.com/office/drawing/2014/main" id="{8D6EBCE5-C021-BD71-3FDA-B0EDEEEFA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K</a:t>
              </a:r>
            </a:p>
          </p:txBody>
        </p:sp>
      </p:grpSp>
      <p:sp>
        <p:nvSpPr>
          <p:cNvPr id="35887" name="Line 93">
            <a:extLst>
              <a:ext uri="{FF2B5EF4-FFF2-40B4-BE49-F238E27FC236}">
                <a16:creationId xmlns:a16="http://schemas.microsoft.com/office/drawing/2014/main" id="{C3F1344E-DB03-D7E4-4CDF-2AF795553B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5900" y="5170488"/>
            <a:ext cx="4635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5888" name="Rectangle 94">
            <a:extLst>
              <a:ext uri="{FF2B5EF4-FFF2-40B4-BE49-F238E27FC236}">
                <a16:creationId xmlns:a16="http://schemas.microsoft.com/office/drawing/2014/main" id="{E76ED518-7B9F-6BAD-BB89-29F3C8CB790B}"/>
              </a:ext>
            </a:extLst>
          </p:cNvPr>
          <p:cNvSpPr>
            <a:spLocks/>
          </p:cNvSpPr>
          <p:nvPr/>
        </p:nvSpPr>
        <p:spPr bwMode="auto">
          <a:xfrm>
            <a:off x="4664076" y="3189289"/>
            <a:ext cx="815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{3, +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sp>
        <p:nvSpPr>
          <p:cNvPr id="35889" name="Rectangle 95">
            <a:extLst>
              <a:ext uri="{FF2B5EF4-FFF2-40B4-BE49-F238E27FC236}">
                <a16:creationId xmlns:a16="http://schemas.microsoft.com/office/drawing/2014/main" id="{E697B9A6-707E-4C0C-037E-375929B5203F}"/>
              </a:ext>
            </a:extLst>
          </p:cNvPr>
          <p:cNvSpPr>
            <a:spLocks/>
          </p:cNvSpPr>
          <p:nvPr/>
        </p:nvSpPr>
        <p:spPr bwMode="auto">
          <a:xfrm>
            <a:off x="3292476" y="3646489"/>
            <a:ext cx="815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{3, +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sp>
        <p:nvSpPr>
          <p:cNvPr id="35890" name="Rectangle 96">
            <a:extLst>
              <a:ext uri="{FF2B5EF4-FFF2-40B4-BE49-F238E27FC236}">
                <a16:creationId xmlns:a16="http://schemas.microsoft.com/office/drawing/2014/main" id="{11F33CED-02CC-2566-9484-B30A425CD266}"/>
              </a:ext>
            </a:extLst>
          </p:cNvPr>
          <p:cNvSpPr>
            <a:spLocks/>
          </p:cNvSpPr>
          <p:nvPr/>
        </p:nvSpPr>
        <p:spPr bwMode="auto">
          <a:xfrm>
            <a:off x="2301876" y="4865689"/>
            <a:ext cx="815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{3, +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sp>
        <p:nvSpPr>
          <p:cNvPr id="35891" name="Rectangle 97">
            <a:extLst>
              <a:ext uri="{FF2B5EF4-FFF2-40B4-BE49-F238E27FC236}">
                <a16:creationId xmlns:a16="http://schemas.microsoft.com/office/drawing/2014/main" id="{AD2624FB-915E-2C63-1F78-8634423BDB45}"/>
              </a:ext>
            </a:extLst>
          </p:cNvPr>
          <p:cNvSpPr>
            <a:spLocks/>
          </p:cNvSpPr>
          <p:nvPr/>
        </p:nvSpPr>
        <p:spPr bwMode="auto">
          <a:xfrm>
            <a:off x="2667001" y="5969001"/>
            <a:ext cx="193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0</a:t>
            </a:r>
          </a:p>
        </p:txBody>
      </p:sp>
      <p:sp>
        <p:nvSpPr>
          <p:cNvPr id="35892" name="Rectangle 22">
            <a:extLst>
              <a:ext uri="{FF2B5EF4-FFF2-40B4-BE49-F238E27FC236}">
                <a16:creationId xmlns:a16="http://schemas.microsoft.com/office/drawing/2014/main" id="{D9ED4F84-286B-4876-5FFC-66F28638F024}"/>
              </a:ext>
            </a:extLst>
          </p:cNvPr>
          <p:cNvSpPr>
            <a:spLocks/>
          </p:cNvSpPr>
          <p:nvPr/>
        </p:nvSpPr>
        <p:spPr bwMode="auto">
          <a:xfrm>
            <a:off x="3524250" y="214314"/>
            <a:ext cx="2465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{alpha = -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, beta = +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sp>
        <p:nvSpPr>
          <p:cNvPr id="35893" name="Rectangle 22">
            <a:extLst>
              <a:ext uri="{FF2B5EF4-FFF2-40B4-BE49-F238E27FC236}">
                <a16:creationId xmlns:a16="http://schemas.microsoft.com/office/drawing/2014/main" id="{64E3BA4A-7773-8AEC-FE22-74B453213997}"/>
              </a:ext>
            </a:extLst>
          </p:cNvPr>
          <p:cNvSpPr>
            <a:spLocks/>
          </p:cNvSpPr>
          <p:nvPr/>
        </p:nvSpPr>
        <p:spPr bwMode="auto">
          <a:xfrm>
            <a:off x="1524000" y="928689"/>
            <a:ext cx="736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{-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, 3}</a:t>
            </a:r>
          </a:p>
        </p:txBody>
      </p:sp>
      <p:sp>
        <p:nvSpPr>
          <p:cNvPr id="35894" name="Rectangle 22">
            <a:extLst>
              <a:ext uri="{FF2B5EF4-FFF2-40B4-BE49-F238E27FC236}">
                <a16:creationId xmlns:a16="http://schemas.microsoft.com/office/drawing/2014/main" id="{EDDF8D43-6540-FBD6-6479-A17A3D2966C1}"/>
              </a:ext>
            </a:extLst>
          </p:cNvPr>
          <p:cNvSpPr>
            <a:spLocks/>
          </p:cNvSpPr>
          <p:nvPr/>
        </p:nvSpPr>
        <p:spPr bwMode="auto">
          <a:xfrm>
            <a:off x="6810375" y="642939"/>
            <a:ext cx="941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{-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, +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sp>
        <p:nvSpPr>
          <p:cNvPr id="35895" name="Rectangle 22">
            <a:extLst>
              <a:ext uri="{FF2B5EF4-FFF2-40B4-BE49-F238E27FC236}">
                <a16:creationId xmlns:a16="http://schemas.microsoft.com/office/drawing/2014/main" id="{2AB665D6-F7E1-E05E-20AE-D925D3E98F70}"/>
              </a:ext>
            </a:extLst>
          </p:cNvPr>
          <p:cNvSpPr>
            <a:spLocks/>
          </p:cNvSpPr>
          <p:nvPr/>
        </p:nvSpPr>
        <p:spPr bwMode="auto">
          <a:xfrm>
            <a:off x="6962776" y="357189"/>
            <a:ext cx="815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{3, +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sp>
        <p:nvSpPr>
          <p:cNvPr id="35896" name="Right Arrow 104">
            <a:extLst>
              <a:ext uri="{FF2B5EF4-FFF2-40B4-BE49-F238E27FC236}">
                <a16:creationId xmlns:a16="http://schemas.microsoft.com/office/drawing/2014/main" id="{DB046084-BE8E-C1B1-6FC2-155D6B0E9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313" y="1000125"/>
            <a:ext cx="571500" cy="35718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CE1E3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s-ES" altLang="en-US"/>
          </a:p>
        </p:txBody>
      </p:sp>
      <p:sp>
        <p:nvSpPr>
          <p:cNvPr id="35897" name="Right Arrow 105">
            <a:extLst>
              <a:ext uri="{FF2B5EF4-FFF2-40B4-BE49-F238E27FC236}">
                <a16:creationId xmlns:a16="http://schemas.microsoft.com/office/drawing/2014/main" id="{4343AF3B-E228-1716-B964-6A39CB83B182}"/>
              </a:ext>
            </a:extLst>
          </p:cNvPr>
          <p:cNvSpPr>
            <a:spLocks noChangeArrowheads="1"/>
          </p:cNvSpPr>
          <p:nvPr/>
        </p:nvSpPr>
        <p:spPr bwMode="auto">
          <a:xfrm rot="8706331">
            <a:off x="4575175" y="2489200"/>
            <a:ext cx="571500" cy="35718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CE1E3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s-E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98" name="Rectangle 130">
            <a:extLst>
              <a:ext uri="{FF2B5EF4-FFF2-40B4-BE49-F238E27FC236}">
                <a16:creationId xmlns:a16="http://schemas.microsoft.com/office/drawing/2014/main" id="{0B02C95E-B98A-6500-05A2-9623F61E5F8C}"/>
              </a:ext>
            </a:extLst>
          </p:cNvPr>
          <p:cNvSpPr>
            <a:spLocks/>
          </p:cNvSpPr>
          <p:nvPr/>
        </p:nvSpPr>
        <p:spPr bwMode="auto">
          <a:xfrm>
            <a:off x="6781800" y="4394200"/>
            <a:ext cx="3441700" cy="939800"/>
          </a:xfrm>
          <a:prstGeom prst="rect">
            <a:avLst/>
          </a:prstGeom>
          <a:noFill/>
          <a:ln w="9525">
            <a:noFill/>
            <a:miter lim="800000"/>
            <a:headEnd type="none" w="med" len="med"/>
            <a:tailEnd type="none" w="med" len="med"/>
          </a:ln>
        </p:spPr>
        <p:txBody>
          <a:bodyPr lIns="0" tIns="0" rIns="39200" bIns="0"/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The</a:t>
            </a:r>
            <a:r>
              <a:rPr lang="en-US" altLang="en-US" sz="24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G </a:t>
            </a:r>
            <a:r>
              <a:rPr lang="en-US" altLang="en-US" sz="240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subtree can be pruned, because </a:t>
            </a:r>
            <a:r>
              <a:rPr lang="en-US" altLang="en-US" sz="24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G</a:t>
            </a:r>
            <a:r>
              <a:rPr lang="en-US" altLang="en-US" sz="240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is a </a:t>
            </a:r>
            <a:r>
              <a:rPr lang="en-US" altLang="en-US" sz="24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max </a:t>
            </a:r>
            <a:r>
              <a:rPr lang="en-US" altLang="en-US" sz="240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node and the value of</a:t>
            </a:r>
            <a:r>
              <a:rPr lang="en-US" altLang="en-US" sz="24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v(M) = 7 </a:t>
            </a:r>
            <a:r>
              <a:rPr lang="en-US" altLang="en-US" sz="240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is</a:t>
            </a:r>
            <a:r>
              <a:rPr lang="en-US" altLang="en-US" sz="24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&gt;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β</a:t>
            </a:r>
            <a:r>
              <a:rPr lang="en-US" altLang="en-US" sz="2400" i="1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= 5</a:t>
            </a:r>
          </a:p>
        </p:txBody>
      </p:sp>
      <p:grpSp>
        <p:nvGrpSpPr>
          <p:cNvPr id="36867" name="Group 1">
            <a:extLst>
              <a:ext uri="{FF2B5EF4-FFF2-40B4-BE49-F238E27FC236}">
                <a16:creationId xmlns:a16="http://schemas.microsoft.com/office/drawing/2014/main" id="{64B397FA-CA89-AFBD-55D8-05247262B792}"/>
              </a:ext>
            </a:extLst>
          </p:cNvPr>
          <p:cNvGrpSpPr>
            <a:grpSpLocks/>
          </p:cNvGrpSpPr>
          <p:nvPr/>
        </p:nvGrpSpPr>
        <p:grpSpPr bwMode="auto">
          <a:xfrm>
            <a:off x="3140076" y="192088"/>
            <a:ext cx="379413" cy="379412"/>
            <a:chOff x="0" y="0"/>
            <a:chExt cx="239" cy="239"/>
          </a:xfrm>
        </p:grpSpPr>
        <p:sp>
          <p:nvSpPr>
            <p:cNvPr id="36983" name="AutoShape 2">
              <a:extLst>
                <a:ext uri="{FF2B5EF4-FFF2-40B4-BE49-F238E27FC236}">
                  <a16:creationId xmlns:a16="http://schemas.microsoft.com/office/drawing/2014/main" id="{0E0E8D79-CA77-779F-13FC-07E9B33C3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84" name="Rectangle 3">
              <a:extLst>
                <a:ext uri="{FF2B5EF4-FFF2-40B4-BE49-F238E27FC236}">
                  <a16:creationId xmlns:a16="http://schemas.microsoft.com/office/drawing/2014/main" id="{0C496BB1-6C55-9888-DDC8-EF1945BE2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6868" name="Group 4">
            <a:extLst>
              <a:ext uri="{FF2B5EF4-FFF2-40B4-BE49-F238E27FC236}">
                <a16:creationId xmlns:a16="http://schemas.microsoft.com/office/drawing/2014/main" id="{0E6870EC-E1EB-D642-96B6-A894D1359357}"/>
              </a:ext>
            </a:extLst>
          </p:cNvPr>
          <p:cNvGrpSpPr>
            <a:grpSpLocks/>
          </p:cNvGrpSpPr>
          <p:nvPr/>
        </p:nvGrpSpPr>
        <p:grpSpPr bwMode="auto">
          <a:xfrm>
            <a:off x="4038601" y="914401"/>
            <a:ext cx="379413" cy="379413"/>
            <a:chOff x="0" y="0"/>
            <a:chExt cx="239" cy="239"/>
          </a:xfrm>
        </p:grpSpPr>
        <p:sp>
          <p:nvSpPr>
            <p:cNvPr id="36981" name="Oval 5">
              <a:extLst>
                <a:ext uri="{FF2B5EF4-FFF2-40B4-BE49-F238E27FC236}">
                  <a16:creationId xmlns:a16="http://schemas.microsoft.com/office/drawing/2014/main" id="{054EBEEB-725C-441B-5AA9-E1031B606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82" name="Rectangle 6">
              <a:extLst>
                <a:ext uri="{FF2B5EF4-FFF2-40B4-BE49-F238E27FC236}">
                  <a16:creationId xmlns:a16="http://schemas.microsoft.com/office/drawing/2014/main" id="{6DD81499-1D52-F023-C070-D2010834B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51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36869" name="Line 7">
            <a:extLst>
              <a:ext uri="{FF2B5EF4-FFF2-40B4-BE49-F238E27FC236}">
                <a16:creationId xmlns:a16="http://schemas.microsoft.com/office/drawing/2014/main" id="{113902B0-34DC-6320-C9B1-F06F28EFC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2476" y="573088"/>
            <a:ext cx="822325" cy="417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870" name="Group 8">
            <a:extLst>
              <a:ext uri="{FF2B5EF4-FFF2-40B4-BE49-F238E27FC236}">
                <a16:creationId xmlns:a16="http://schemas.microsoft.com/office/drawing/2014/main" id="{115A7A02-30A2-AE1C-530A-78879EFA0CDD}"/>
              </a:ext>
            </a:extLst>
          </p:cNvPr>
          <p:cNvGrpSpPr>
            <a:grpSpLocks/>
          </p:cNvGrpSpPr>
          <p:nvPr/>
        </p:nvGrpSpPr>
        <p:grpSpPr bwMode="auto">
          <a:xfrm>
            <a:off x="2378075" y="954088"/>
            <a:ext cx="381000" cy="381000"/>
            <a:chOff x="0" y="0"/>
            <a:chExt cx="240" cy="240"/>
          </a:xfrm>
        </p:grpSpPr>
        <p:sp>
          <p:nvSpPr>
            <p:cNvPr id="36979" name="Oval 9">
              <a:extLst>
                <a:ext uri="{FF2B5EF4-FFF2-40B4-BE49-F238E27FC236}">
                  <a16:creationId xmlns:a16="http://schemas.microsoft.com/office/drawing/2014/main" id="{97AA69A2-776C-0EF9-00B4-241BA2FAD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80" name="Rectangle 10">
              <a:extLst>
                <a:ext uri="{FF2B5EF4-FFF2-40B4-BE49-F238E27FC236}">
                  <a16:creationId xmlns:a16="http://schemas.microsoft.com/office/drawing/2014/main" id="{348C0325-079E-A740-65BE-511F791C8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52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36871" name="Line 11">
            <a:extLst>
              <a:ext uri="{FF2B5EF4-FFF2-40B4-BE49-F238E27FC236}">
                <a16:creationId xmlns:a16="http://schemas.microsoft.com/office/drawing/2014/main" id="{DE12ACC7-EE1A-3E41-667C-6D34320000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27300" y="573088"/>
            <a:ext cx="7683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872" name="Group 16">
            <a:extLst>
              <a:ext uri="{FF2B5EF4-FFF2-40B4-BE49-F238E27FC236}">
                <a16:creationId xmlns:a16="http://schemas.microsoft.com/office/drawing/2014/main" id="{2A678422-158B-B7D9-350D-73249E0D6754}"/>
              </a:ext>
            </a:extLst>
          </p:cNvPr>
          <p:cNvGrpSpPr>
            <a:grpSpLocks/>
          </p:cNvGrpSpPr>
          <p:nvPr/>
        </p:nvGrpSpPr>
        <p:grpSpPr bwMode="auto">
          <a:xfrm>
            <a:off x="1920876" y="1792288"/>
            <a:ext cx="379413" cy="379412"/>
            <a:chOff x="0" y="0"/>
            <a:chExt cx="239" cy="239"/>
          </a:xfrm>
        </p:grpSpPr>
        <p:sp>
          <p:nvSpPr>
            <p:cNvPr id="36977" name="AutoShape 17">
              <a:extLst>
                <a:ext uri="{FF2B5EF4-FFF2-40B4-BE49-F238E27FC236}">
                  <a16:creationId xmlns:a16="http://schemas.microsoft.com/office/drawing/2014/main" id="{13910FC0-A04B-2D32-0B43-85FFD6981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78" name="Rectangle 18">
              <a:extLst>
                <a:ext uri="{FF2B5EF4-FFF2-40B4-BE49-F238E27FC236}">
                  <a16:creationId xmlns:a16="http://schemas.microsoft.com/office/drawing/2014/main" id="{B4B92063-49C9-7106-6D0D-BEF8EC6FB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36873" name="Line 19">
            <a:extLst>
              <a:ext uri="{FF2B5EF4-FFF2-40B4-BE49-F238E27FC236}">
                <a16:creationId xmlns:a16="http://schemas.microsoft.com/office/drawing/2014/main" id="{732856DF-0787-47F6-7ED4-A56690C48E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70100" y="1335088"/>
            <a:ext cx="4635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4" name="Rectangle 20">
            <a:extLst>
              <a:ext uri="{FF2B5EF4-FFF2-40B4-BE49-F238E27FC236}">
                <a16:creationId xmlns:a16="http://schemas.microsoft.com/office/drawing/2014/main" id="{F72190A8-5CD5-07DE-7DE9-20CE5FCFABDB}"/>
              </a:ext>
            </a:extLst>
          </p:cNvPr>
          <p:cNvSpPr>
            <a:spLocks/>
          </p:cNvSpPr>
          <p:nvPr/>
        </p:nvSpPr>
        <p:spPr bwMode="auto">
          <a:xfrm>
            <a:off x="2667000" y="1219200"/>
            <a:ext cx="184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200" bIns="0"/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</a:p>
        </p:txBody>
      </p:sp>
      <p:grpSp>
        <p:nvGrpSpPr>
          <p:cNvPr id="36875" name="Group 21">
            <a:extLst>
              <a:ext uri="{FF2B5EF4-FFF2-40B4-BE49-F238E27FC236}">
                <a16:creationId xmlns:a16="http://schemas.microsoft.com/office/drawing/2014/main" id="{F565AAD1-8E53-A241-B16B-2CAD5700DFC2}"/>
              </a:ext>
            </a:extLst>
          </p:cNvPr>
          <p:cNvGrpSpPr>
            <a:grpSpLocks/>
          </p:cNvGrpSpPr>
          <p:nvPr/>
        </p:nvGrpSpPr>
        <p:grpSpPr bwMode="auto">
          <a:xfrm>
            <a:off x="4572001" y="1752601"/>
            <a:ext cx="379413" cy="379413"/>
            <a:chOff x="0" y="0"/>
            <a:chExt cx="239" cy="239"/>
          </a:xfrm>
        </p:grpSpPr>
        <p:sp>
          <p:nvSpPr>
            <p:cNvPr id="36975" name="AutoShape 22">
              <a:extLst>
                <a:ext uri="{FF2B5EF4-FFF2-40B4-BE49-F238E27FC236}">
                  <a16:creationId xmlns:a16="http://schemas.microsoft.com/office/drawing/2014/main" id="{723D9700-4480-910F-5F64-13AE1E8AA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76" name="Rectangle 23">
              <a:extLst>
                <a:ext uri="{FF2B5EF4-FFF2-40B4-BE49-F238E27FC236}">
                  <a16:creationId xmlns:a16="http://schemas.microsoft.com/office/drawing/2014/main" id="{DC07FF6E-F783-010E-6608-6912BF243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H</a:t>
              </a:r>
            </a:p>
          </p:txBody>
        </p:sp>
      </p:grpSp>
      <p:sp>
        <p:nvSpPr>
          <p:cNvPr id="36876" name="Line 24">
            <a:extLst>
              <a:ext uri="{FF2B5EF4-FFF2-40B4-BE49-F238E27FC236}">
                <a16:creationId xmlns:a16="http://schemas.microsoft.com/office/drawing/2014/main" id="{7696B281-F055-9C31-3454-00956829E1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295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877" name="Group 25">
            <a:extLst>
              <a:ext uri="{FF2B5EF4-FFF2-40B4-BE49-F238E27FC236}">
                <a16:creationId xmlns:a16="http://schemas.microsoft.com/office/drawing/2014/main" id="{E030712F-B6E8-0221-4E42-DEE4625CE877}"/>
              </a:ext>
            </a:extLst>
          </p:cNvPr>
          <p:cNvGrpSpPr>
            <a:grpSpLocks/>
          </p:cNvGrpSpPr>
          <p:nvPr/>
        </p:nvGrpSpPr>
        <p:grpSpPr bwMode="auto">
          <a:xfrm>
            <a:off x="3581401" y="1752601"/>
            <a:ext cx="379413" cy="379413"/>
            <a:chOff x="0" y="0"/>
            <a:chExt cx="239" cy="239"/>
          </a:xfrm>
        </p:grpSpPr>
        <p:sp>
          <p:nvSpPr>
            <p:cNvPr id="36973" name="AutoShape 26">
              <a:extLst>
                <a:ext uri="{FF2B5EF4-FFF2-40B4-BE49-F238E27FC236}">
                  <a16:creationId xmlns:a16="http://schemas.microsoft.com/office/drawing/2014/main" id="{D26D190F-AB83-DC62-3D6F-D3DF0FB1B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74" name="Rectangle 27">
              <a:extLst>
                <a:ext uri="{FF2B5EF4-FFF2-40B4-BE49-F238E27FC236}">
                  <a16:creationId xmlns:a16="http://schemas.microsoft.com/office/drawing/2014/main" id="{EECA5AB1-6BB7-1E75-680E-AB16C541F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51"/>
              <a:ext cx="11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</a:p>
          </p:txBody>
        </p:sp>
      </p:grpSp>
      <p:sp>
        <p:nvSpPr>
          <p:cNvPr id="36878" name="Line 28">
            <a:extLst>
              <a:ext uri="{FF2B5EF4-FFF2-40B4-BE49-F238E27FC236}">
                <a16:creationId xmlns:a16="http://schemas.microsoft.com/office/drawing/2014/main" id="{F45BC809-369A-0E5B-AB95-D7D3B27213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0625" y="1295400"/>
            <a:ext cx="4635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9" name="Rectangle 29">
            <a:extLst>
              <a:ext uri="{FF2B5EF4-FFF2-40B4-BE49-F238E27FC236}">
                <a16:creationId xmlns:a16="http://schemas.microsoft.com/office/drawing/2014/main" id="{B26930E7-3E6E-970A-9A3B-8F8DFB858738}"/>
              </a:ext>
            </a:extLst>
          </p:cNvPr>
          <p:cNvSpPr>
            <a:spLocks/>
          </p:cNvSpPr>
          <p:nvPr/>
        </p:nvSpPr>
        <p:spPr bwMode="auto">
          <a:xfrm>
            <a:off x="3489326" y="163514"/>
            <a:ext cx="815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{3, +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grpSp>
        <p:nvGrpSpPr>
          <p:cNvPr id="36880" name="Group 30">
            <a:extLst>
              <a:ext uri="{FF2B5EF4-FFF2-40B4-BE49-F238E27FC236}">
                <a16:creationId xmlns:a16="http://schemas.microsoft.com/office/drawing/2014/main" id="{F991BE05-4143-2079-E4AA-25EBEBA1543D}"/>
              </a:ext>
            </a:extLst>
          </p:cNvPr>
          <p:cNvGrpSpPr>
            <a:grpSpLocks/>
          </p:cNvGrpSpPr>
          <p:nvPr/>
        </p:nvGrpSpPr>
        <p:grpSpPr bwMode="auto">
          <a:xfrm>
            <a:off x="4114801" y="1752601"/>
            <a:ext cx="379413" cy="379413"/>
            <a:chOff x="0" y="0"/>
            <a:chExt cx="239" cy="239"/>
          </a:xfrm>
        </p:grpSpPr>
        <p:sp>
          <p:nvSpPr>
            <p:cNvPr id="36971" name="AutoShape 31">
              <a:extLst>
                <a:ext uri="{FF2B5EF4-FFF2-40B4-BE49-F238E27FC236}">
                  <a16:creationId xmlns:a16="http://schemas.microsoft.com/office/drawing/2014/main" id="{317FFB76-25C8-2666-3644-CB2973DC7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72" name="Rectangle 32">
              <a:extLst>
                <a:ext uri="{FF2B5EF4-FFF2-40B4-BE49-F238E27FC236}">
                  <a16:creationId xmlns:a16="http://schemas.microsoft.com/office/drawing/2014/main" id="{44A08C64-33DE-8445-A208-ED3068D34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G</a:t>
              </a:r>
            </a:p>
          </p:txBody>
        </p:sp>
      </p:grpSp>
      <p:sp>
        <p:nvSpPr>
          <p:cNvPr id="36881" name="Line 33">
            <a:extLst>
              <a:ext uri="{FF2B5EF4-FFF2-40B4-BE49-F238E27FC236}">
                <a16:creationId xmlns:a16="http://schemas.microsoft.com/office/drawing/2014/main" id="{5B1B5BF9-3748-213B-DEB6-BF5D4C1AA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2954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882" name="Group 34">
            <a:extLst>
              <a:ext uri="{FF2B5EF4-FFF2-40B4-BE49-F238E27FC236}">
                <a16:creationId xmlns:a16="http://schemas.microsoft.com/office/drawing/2014/main" id="{14978EAD-805F-76DF-47DF-C5FB0A42F310}"/>
              </a:ext>
            </a:extLst>
          </p:cNvPr>
          <p:cNvGrpSpPr>
            <a:grpSpLocks/>
          </p:cNvGrpSpPr>
          <p:nvPr/>
        </p:nvGrpSpPr>
        <p:grpSpPr bwMode="auto">
          <a:xfrm>
            <a:off x="3657601" y="2514601"/>
            <a:ext cx="379413" cy="379413"/>
            <a:chOff x="0" y="0"/>
            <a:chExt cx="239" cy="239"/>
          </a:xfrm>
        </p:grpSpPr>
        <p:sp>
          <p:nvSpPr>
            <p:cNvPr id="36969" name="Oval 35">
              <a:extLst>
                <a:ext uri="{FF2B5EF4-FFF2-40B4-BE49-F238E27FC236}">
                  <a16:creationId xmlns:a16="http://schemas.microsoft.com/office/drawing/2014/main" id="{D4D274D9-7CFC-97AC-5410-329487F2B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70" name="Rectangle 36">
              <a:extLst>
                <a:ext uri="{FF2B5EF4-FFF2-40B4-BE49-F238E27FC236}">
                  <a16:creationId xmlns:a16="http://schemas.microsoft.com/office/drawing/2014/main" id="{85B7BAB2-6B78-924F-46B8-1327F2722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" y="51"/>
              <a:ext cx="9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J</a:t>
              </a:r>
            </a:p>
          </p:txBody>
        </p:sp>
      </p:grpSp>
      <p:sp>
        <p:nvSpPr>
          <p:cNvPr id="36883" name="Line 37">
            <a:extLst>
              <a:ext uri="{FF2B5EF4-FFF2-40B4-BE49-F238E27FC236}">
                <a16:creationId xmlns:a16="http://schemas.microsoft.com/office/drawing/2014/main" id="{9AD3540D-A1BB-D82F-46C9-AE9529039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2133600"/>
            <a:ext cx="15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84" name="Rectangle 38">
            <a:extLst>
              <a:ext uri="{FF2B5EF4-FFF2-40B4-BE49-F238E27FC236}">
                <a16:creationId xmlns:a16="http://schemas.microsoft.com/office/drawing/2014/main" id="{57D819CF-7861-2C66-491F-249EDC42715B}"/>
              </a:ext>
            </a:extLst>
          </p:cNvPr>
          <p:cNvSpPr>
            <a:spLocks/>
          </p:cNvSpPr>
          <p:nvPr/>
        </p:nvSpPr>
        <p:spPr bwMode="auto">
          <a:xfrm>
            <a:off x="4495801" y="914401"/>
            <a:ext cx="815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{3, +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sp>
        <p:nvSpPr>
          <p:cNvPr id="36885" name="Rectangle 39">
            <a:extLst>
              <a:ext uri="{FF2B5EF4-FFF2-40B4-BE49-F238E27FC236}">
                <a16:creationId xmlns:a16="http://schemas.microsoft.com/office/drawing/2014/main" id="{DFAD9848-2765-42EE-DD56-FB24D08D184A}"/>
              </a:ext>
            </a:extLst>
          </p:cNvPr>
          <p:cNvSpPr>
            <a:spLocks/>
          </p:cNvSpPr>
          <p:nvPr/>
        </p:nvSpPr>
        <p:spPr bwMode="auto">
          <a:xfrm>
            <a:off x="2779714" y="1938339"/>
            <a:ext cx="815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{3, +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sp>
        <p:nvSpPr>
          <p:cNvPr id="36886" name="Rectangle 40">
            <a:extLst>
              <a:ext uri="{FF2B5EF4-FFF2-40B4-BE49-F238E27FC236}">
                <a16:creationId xmlns:a16="http://schemas.microsoft.com/office/drawing/2014/main" id="{0A551C82-111C-2981-0AFD-8857CF54B7D1}"/>
              </a:ext>
            </a:extLst>
          </p:cNvPr>
          <p:cNvSpPr>
            <a:spLocks/>
          </p:cNvSpPr>
          <p:nvPr/>
        </p:nvSpPr>
        <p:spPr bwMode="auto">
          <a:xfrm>
            <a:off x="3489326" y="2779714"/>
            <a:ext cx="193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5</a:t>
            </a:r>
          </a:p>
        </p:txBody>
      </p:sp>
      <p:sp>
        <p:nvSpPr>
          <p:cNvPr id="36887" name="Rectangle 41">
            <a:extLst>
              <a:ext uri="{FF2B5EF4-FFF2-40B4-BE49-F238E27FC236}">
                <a16:creationId xmlns:a16="http://schemas.microsoft.com/office/drawing/2014/main" id="{95B93274-2185-DC29-C963-233DFF4D243A}"/>
              </a:ext>
            </a:extLst>
          </p:cNvPr>
          <p:cNvSpPr>
            <a:spLocks/>
          </p:cNvSpPr>
          <p:nvPr/>
        </p:nvSpPr>
        <p:spPr bwMode="auto">
          <a:xfrm>
            <a:off x="3352801" y="1676401"/>
            <a:ext cx="193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5</a:t>
            </a:r>
          </a:p>
        </p:txBody>
      </p:sp>
      <p:grpSp>
        <p:nvGrpSpPr>
          <p:cNvPr id="36888" name="Group 42">
            <a:extLst>
              <a:ext uri="{FF2B5EF4-FFF2-40B4-BE49-F238E27FC236}">
                <a16:creationId xmlns:a16="http://schemas.microsoft.com/office/drawing/2014/main" id="{98B77C11-43FD-343B-4A25-14747EE305CC}"/>
              </a:ext>
            </a:extLst>
          </p:cNvPr>
          <p:cNvGrpSpPr>
            <a:grpSpLocks/>
          </p:cNvGrpSpPr>
          <p:nvPr/>
        </p:nvGrpSpPr>
        <p:grpSpPr bwMode="auto">
          <a:xfrm>
            <a:off x="7940676" y="725488"/>
            <a:ext cx="379413" cy="379412"/>
            <a:chOff x="0" y="0"/>
            <a:chExt cx="239" cy="239"/>
          </a:xfrm>
        </p:grpSpPr>
        <p:sp>
          <p:nvSpPr>
            <p:cNvPr id="36967" name="AutoShape 43">
              <a:extLst>
                <a:ext uri="{FF2B5EF4-FFF2-40B4-BE49-F238E27FC236}">
                  <a16:creationId xmlns:a16="http://schemas.microsoft.com/office/drawing/2014/main" id="{DACAF810-2D34-5272-3DBB-0D5241CE0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68" name="Rectangle 44">
              <a:extLst>
                <a:ext uri="{FF2B5EF4-FFF2-40B4-BE49-F238E27FC236}">
                  <a16:creationId xmlns:a16="http://schemas.microsoft.com/office/drawing/2014/main" id="{94B9DD0E-8E11-27D6-DA43-92BAB0C11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6889" name="Group 45">
            <a:extLst>
              <a:ext uri="{FF2B5EF4-FFF2-40B4-BE49-F238E27FC236}">
                <a16:creationId xmlns:a16="http://schemas.microsoft.com/office/drawing/2014/main" id="{4C253CF0-ADAC-3E9D-1DC4-BB9FA4A11E60}"/>
              </a:ext>
            </a:extLst>
          </p:cNvPr>
          <p:cNvGrpSpPr>
            <a:grpSpLocks/>
          </p:cNvGrpSpPr>
          <p:nvPr/>
        </p:nvGrpSpPr>
        <p:grpSpPr bwMode="auto">
          <a:xfrm>
            <a:off x="8839201" y="1447801"/>
            <a:ext cx="379413" cy="379413"/>
            <a:chOff x="0" y="0"/>
            <a:chExt cx="239" cy="239"/>
          </a:xfrm>
        </p:grpSpPr>
        <p:sp>
          <p:nvSpPr>
            <p:cNvPr id="36965" name="Oval 46">
              <a:extLst>
                <a:ext uri="{FF2B5EF4-FFF2-40B4-BE49-F238E27FC236}">
                  <a16:creationId xmlns:a16="http://schemas.microsoft.com/office/drawing/2014/main" id="{C950F83E-7604-5503-17C5-BE1F6CCCC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66" name="Rectangle 47">
              <a:extLst>
                <a:ext uri="{FF2B5EF4-FFF2-40B4-BE49-F238E27FC236}">
                  <a16:creationId xmlns:a16="http://schemas.microsoft.com/office/drawing/2014/main" id="{319B7040-432F-6A75-27C7-C18D5FBFC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52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36890" name="Line 48">
            <a:extLst>
              <a:ext uri="{FF2B5EF4-FFF2-40B4-BE49-F238E27FC236}">
                <a16:creationId xmlns:a16="http://schemas.microsoft.com/office/drawing/2014/main" id="{B4867FD3-DF8E-397D-5D82-5ED28EB9B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3076" y="1106488"/>
            <a:ext cx="822325" cy="417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891" name="Group 49">
            <a:extLst>
              <a:ext uri="{FF2B5EF4-FFF2-40B4-BE49-F238E27FC236}">
                <a16:creationId xmlns:a16="http://schemas.microsoft.com/office/drawing/2014/main" id="{B49E1E10-0233-59B4-0DA4-2A417DED752C}"/>
              </a:ext>
            </a:extLst>
          </p:cNvPr>
          <p:cNvGrpSpPr>
            <a:grpSpLocks/>
          </p:cNvGrpSpPr>
          <p:nvPr/>
        </p:nvGrpSpPr>
        <p:grpSpPr bwMode="auto">
          <a:xfrm>
            <a:off x="7178675" y="1487488"/>
            <a:ext cx="381000" cy="379412"/>
            <a:chOff x="0" y="0"/>
            <a:chExt cx="240" cy="239"/>
          </a:xfrm>
        </p:grpSpPr>
        <p:sp>
          <p:nvSpPr>
            <p:cNvPr id="36963" name="Oval 50">
              <a:extLst>
                <a:ext uri="{FF2B5EF4-FFF2-40B4-BE49-F238E27FC236}">
                  <a16:creationId xmlns:a16="http://schemas.microsoft.com/office/drawing/2014/main" id="{F4F01BF0-3ECC-C4B5-916C-887311DEE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40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64" name="Rectangle 51">
              <a:extLst>
                <a:ext uri="{FF2B5EF4-FFF2-40B4-BE49-F238E27FC236}">
                  <a16:creationId xmlns:a16="http://schemas.microsoft.com/office/drawing/2014/main" id="{C3510ECD-B518-8966-ACCF-56A1C1F36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51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36892" name="Line 52">
            <a:extLst>
              <a:ext uri="{FF2B5EF4-FFF2-40B4-BE49-F238E27FC236}">
                <a16:creationId xmlns:a16="http://schemas.microsoft.com/office/drawing/2014/main" id="{902EAD23-6467-1405-2EEC-FA02D39747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27900" y="1106488"/>
            <a:ext cx="7683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893" name="Group 57">
            <a:extLst>
              <a:ext uri="{FF2B5EF4-FFF2-40B4-BE49-F238E27FC236}">
                <a16:creationId xmlns:a16="http://schemas.microsoft.com/office/drawing/2014/main" id="{924068EF-C485-D278-A776-C02EAC67CBD1}"/>
              </a:ext>
            </a:extLst>
          </p:cNvPr>
          <p:cNvGrpSpPr>
            <a:grpSpLocks/>
          </p:cNvGrpSpPr>
          <p:nvPr/>
        </p:nvGrpSpPr>
        <p:grpSpPr bwMode="auto">
          <a:xfrm>
            <a:off x="6721476" y="2325688"/>
            <a:ext cx="379413" cy="379412"/>
            <a:chOff x="0" y="0"/>
            <a:chExt cx="239" cy="239"/>
          </a:xfrm>
        </p:grpSpPr>
        <p:sp>
          <p:nvSpPr>
            <p:cNvPr id="36961" name="AutoShape 58">
              <a:extLst>
                <a:ext uri="{FF2B5EF4-FFF2-40B4-BE49-F238E27FC236}">
                  <a16:creationId xmlns:a16="http://schemas.microsoft.com/office/drawing/2014/main" id="{CA20D47C-3751-377E-8F9C-723A012A3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62" name="Rectangle 59">
              <a:extLst>
                <a:ext uri="{FF2B5EF4-FFF2-40B4-BE49-F238E27FC236}">
                  <a16:creationId xmlns:a16="http://schemas.microsoft.com/office/drawing/2014/main" id="{0473F2BC-C4E5-6A8D-4019-320EA6890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36894" name="Line 60">
            <a:extLst>
              <a:ext uri="{FF2B5EF4-FFF2-40B4-BE49-F238E27FC236}">
                <a16:creationId xmlns:a16="http://schemas.microsoft.com/office/drawing/2014/main" id="{40F34706-42EF-D1F7-3999-74CEF7466E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70700" y="1868488"/>
            <a:ext cx="4635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95" name="Rectangle 61">
            <a:extLst>
              <a:ext uri="{FF2B5EF4-FFF2-40B4-BE49-F238E27FC236}">
                <a16:creationId xmlns:a16="http://schemas.microsoft.com/office/drawing/2014/main" id="{FB8A4017-423C-CA0A-A70F-04B72406490F}"/>
              </a:ext>
            </a:extLst>
          </p:cNvPr>
          <p:cNvSpPr>
            <a:spLocks/>
          </p:cNvSpPr>
          <p:nvPr/>
        </p:nvSpPr>
        <p:spPr bwMode="auto">
          <a:xfrm>
            <a:off x="7467600" y="1752600"/>
            <a:ext cx="184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200" bIns="0"/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</a:p>
        </p:txBody>
      </p:sp>
      <p:grpSp>
        <p:nvGrpSpPr>
          <p:cNvPr id="36896" name="Group 62">
            <a:extLst>
              <a:ext uri="{FF2B5EF4-FFF2-40B4-BE49-F238E27FC236}">
                <a16:creationId xmlns:a16="http://schemas.microsoft.com/office/drawing/2014/main" id="{CDE310BC-91C5-1DD4-0CD8-98E46ED44C7A}"/>
              </a:ext>
            </a:extLst>
          </p:cNvPr>
          <p:cNvGrpSpPr>
            <a:grpSpLocks/>
          </p:cNvGrpSpPr>
          <p:nvPr/>
        </p:nvGrpSpPr>
        <p:grpSpPr bwMode="auto">
          <a:xfrm>
            <a:off x="9372601" y="2286001"/>
            <a:ext cx="379413" cy="379413"/>
            <a:chOff x="0" y="0"/>
            <a:chExt cx="239" cy="239"/>
          </a:xfrm>
        </p:grpSpPr>
        <p:sp>
          <p:nvSpPr>
            <p:cNvPr id="36959" name="AutoShape 63">
              <a:extLst>
                <a:ext uri="{FF2B5EF4-FFF2-40B4-BE49-F238E27FC236}">
                  <a16:creationId xmlns:a16="http://schemas.microsoft.com/office/drawing/2014/main" id="{6AC0485D-9231-1CBB-4C85-9E181E73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60" name="Rectangle 64">
              <a:extLst>
                <a:ext uri="{FF2B5EF4-FFF2-40B4-BE49-F238E27FC236}">
                  <a16:creationId xmlns:a16="http://schemas.microsoft.com/office/drawing/2014/main" id="{AF22E411-386A-FDB2-5459-10F4B324C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H</a:t>
              </a:r>
            </a:p>
          </p:txBody>
        </p:sp>
      </p:grpSp>
      <p:sp>
        <p:nvSpPr>
          <p:cNvPr id="36897" name="Line 65">
            <a:extLst>
              <a:ext uri="{FF2B5EF4-FFF2-40B4-BE49-F238E27FC236}">
                <a16:creationId xmlns:a16="http://schemas.microsoft.com/office/drawing/2014/main" id="{2C028846-5377-D1D6-CE62-AEDF6917937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18288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898" name="Group 66">
            <a:extLst>
              <a:ext uri="{FF2B5EF4-FFF2-40B4-BE49-F238E27FC236}">
                <a16:creationId xmlns:a16="http://schemas.microsoft.com/office/drawing/2014/main" id="{BC4386F0-F49F-0967-EEA1-B7BF88E0A7D6}"/>
              </a:ext>
            </a:extLst>
          </p:cNvPr>
          <p:cNvGrpSpPr>
            <a:grpSpLocks/>
          </p:cNvGrpSpPr>
          <p:nvPr/>
        </p:nvGrpSpPr>
        <p:grpSpPr bwMode="auto">
          <a:xfrm>
            <a:off x="7810501" y="2286001"/>
            <a:ext cx="379413" cy="379413"/>
            <a:chOff x="0" y="0"/>
            <a:chExt cx="239" cy="239"/>
          </a:xfrm>
        </p:grpSpPr>
        <p:sp>
          <p:nvSpPr>
            <p:cNvPr id="36957" name="AutoShape 67">
              <a:extLst>
                <a:ext uri="{FF2B5EF4-FFF2-40B4-BE49-F238E27FC236}">
                  <a16:creationId xmlns:a16="http://schemas.microsoft.com/office/drawing/2014/main" id="{A2BDF888-9A48-7C81-2E7B-7D6E81556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58" name="Rectangle 68">
              <a:extLst>
                <a:ext uri="{FF2B5EF4-FFF2-40B4-BE49-F238E27FC236}">
                  <a16:creationId xmlns:a16="http://schemas.microsoft.com/office/drawing/2014/main" id="{FD2C8F09-D165-AA9D-9C8E-573683C1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51"/>
              <a:ext cx="11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</a:p>
          </p:txBody>
        </p:sp>
      </p:grpSp>
      <p:sp>
        <p:nvSpPr>
          <p:cNvPr id="36899" name="Line 69">
            <a:extLst>
              <a:ext uri="{FF2B5EF4-FFF2-40B4-BE49-F238E27FC236}">
                <a16:creationId xmlns:a16="http://schemas.microsoft.com/office/drawing/2014/main" id="{FC65FE40-06C2-898F-9BD6-CDE9C2C1A7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24813" y="1828800"/>
            <a:ext cx="969962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00" name="Rectangle 70">
            <a:extLst>
              <a:ext uri="{FF2B5EF4-FFF2-40B4-BE49-F238E27FC236}">
                <a16:creationId xmlns:a16="http://schemas.microsoft.com/office/drawing/2014/main" id="{0A0EF16F-2343-D851-9153-82376957B23C}"/>
              </a:ext>
            </a:extLst>
          </p:cNvPr>
          <p:cNvSpPr>
            <a:spLocks/>
          </p:cNvSpPr>
          <p:nvPr/>
        </p:nvSpPr>
        <p:spPr bwMode="auto">
          <a:xfrm>
            <a:off x="8351839" y="696914"/>
            <a:ext cx="815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{3, +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grpSp>
        <p:nvGrpSpPr>
          <p:cNvPr id="36901" name="Group 71">
            <a:extLst>
              <a:ext uri="{FF2B5EF4-FFF2-40B4-BE49-F238E27FC236}">
                <a16:creationId xmlns:a16="http://schemas.microsoft.com/office/drawing/2014/main" id="{E95CD11B-9B27-ECFE-3873-353A76483612}"/>
              </a:ext>
            </a:extLst>
          </p:cNvPr>
          <p:cNvGrpSpPr>
            <a:grpSpLocks/>
          </p:cNvGrpSpPr>
          <p:nvPr/>
        </p:nvGrpSpPr>
        <p:grpSpPr bwMode="auto">
          <a:xfrm>
            <a:off x="8915401" y="2286001"/>
            <a:ext cx="379413" cy="379413"/>
            <a:chOff x="0" y="0"/>
            <a:chExt cx="239" cy="239"/>
          </a:xfrm>
        </p:grpSpPr>
        <p:sp>
          <p:nvSpPr>
            <p:cNvPr id="36955" name="AutoShape 72">
              <a:extLst>
                <a:ext uri="{FF2B5EF4-FFF2-40B4-BE49-F238E27FC236}">
                  <a16:creationId xmlns:a16="http://schemas.microsoft.com/office/drawing/2014/main" id="{AD42C9D1-A3EE-F8BF-A36C-79EDE0C60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56" name="Rectangle 73">
              <a:extLst>
                <a:ext uri="{FF2B5EF4-FFF2-40B4-BE49-F238E27FC236}">
                  <a16:creationId xmlns:a16="http://schemas.microsoft.com/office/drawing/2014/main" id="{163119DF-5394-9DCC-FB09-A9FFC95BD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G</a:t>
              </a:r>
            </a:p>
          </p:txBody>
        </p:sp>
      </p:grpSp>
      <p:sp>
        <p:nvSpPr>
          <p:cNvPr id="36902" name="Line 74">
            <a:extLst>
              <a:ext uri="{FF2B5EF4-FFF2-40B4-BE49-F238E27FC236}">
                <a16:creationId xmlns:a16="http://schemas.microsoft.com/office/drawing/2014/main" id="{6A7623F5-6A9B-61D4-E833-D2058796F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18288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903" name="Group 75">
            <a:extLst>
              <a:ext uri="{FF2B5EF4-FFF2-40B4-BE49-F238E27FC236}">
                <a16:creationId xmlns:a16="http://schemas.microsoft.com/office/drawing/2014/main" id="{ED9A6B38-DC35-97CA-FB53-B0BA9D55AFF7}"/>
              </a:ext>
            </a:extLst>
          </p:cNvPr>
          <p:cNvGrpSpPr>
            <a:grpSpLocks/>
          </p:cNvGrpSpPr>
          <p:nvPr/>
        </p:nvGrpSpPr>
        <p:grpSpPr bwMode="auto">
          <a:xfrm>
            <a:off x="7407275" y="3087688"/>
            <a:ext cx="381000" cy="379412"/>
            <a:chOff x="0" y="0"/>
            <a:chExt cx="240" cy="239"/>
          </a:xfrm>
        </p:grpSpPr>
        <p:sp>
          <p:nvSpPr>
            <p:cNvPr id="36953" name="Oval 76">
              <a:extLst>
                <a:ext uri="{FF2B5EF4-FFF2-40B4-BE49-F238E27FC236}">
                  <a16:creationId xmlns:a16="http://schemas.microsoft.com/office/drawing/2014/main" id="{1CE5D716-F961-E748-88EB-36EFA752E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40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54" name="Rectangle 77">
              <a:extLst>
                <a:ext uri="{FF2B5EF4-FFF2-40B4-BE49-F238E27FC236}">
                  <a16:creationId xmlns:a16="http://schemas.microsoft.com/office/drawing/2014/main" id="{18340348-B6B5-3C5A-B00A-250A79933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" y="51"/>
              <a:ext cx="9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J</a:t>
              </a:r>
            </a:p>
          </p:txBody>
        </p:sp>
      </p:grpSp>
      <p:sp>
        <p:nvSpPr>
          <p:cNvPr id="36904" name="Line 78">
            <a:extLst>
              <a:ext uri="{FF2B5EF4-FFF2-40B4-BE49-F238E27FC236}">
                <a16:creationId xmlns:a16="http://schemas.microsoft.com/office/drawing/2014/main" id="{473E2C83-F05E-4B6C-40D7-2592D0A21C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69225" y="2643188"/>
            <a:ext cx="255588" cy="557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05" name="Rectangle 79">
            <a:extLst>
              <a:ext uri="{FF2B5EF4-FFF2-40B4-BE49-F238E27FC236}">
                <a16:creationId xmlns:a16="http://schemas.microsoft.com/office/drawing/2014/main" id="{7D4D9D53-F24B-2DA7-A3BA-D7191252E932}"/>
              </a:ext>
            </a:extLst>
          </p:cNvPr>
          <p:cNvSpPr>
            <a:spLocks/>
          </p:cNvSpPr>
          <p:nvPr/>
        </p:nvSpPr>
        <p:spPr bwMode="auto">
          <a:xfrm>
            <a:off x="9296400" y="1447801"/>
            <a:ext cx="60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{3, 5}</a:t>
            </a:r>
          </a:p>
        </p:txBody>
      </p:sp>
      <p:sp>
        <p:nvSpPr>
          <p:cNvPr id="36906" name="Rectangle 80">
            <a:extLst>
              <a:ext uri="{FF2B5EF4-FFF2-40B4-BE49-F238E27FC236}">
                <a16:creationId xmlns:a16="http://schemas.microsoft.com/office/drawing/2014/main" id="{5E131CED-E246-F98D-16DC-B94F47FA0677}"/>
              </a:ext>
            </a:extLst>
          </p:cNvPr>
          <p:cNvSpPr>
            <a:spLocks/>
          </p:cNvSpPr>
          <p:nvPr/>
        </p:nvSpPr>
        <p:spPr bwMode="auto">
          <a:xfrm>
            <a:off x="7162801" y="3124201"/>
            <a:ext cx="193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5</a:t>
            </a:r>
          </a:p>
        </p:txBody>
      </p:sp>
      <p:sp>
        <p:nvSpPr>
          <p:cNvPr id="36907" name="Rectangle 81">
            <a:extLst>
              <a:ext uri="{FF2B5EF4-FFF2-40B4-BE49-F238E27FC236}">
                <a16:creationId xmlns:a16="http://schemas.microsoft.com/office/drawing/2014/main" id="{7D4202F1-518A-8E99-861D-421C0F63DB4D}"/>
              </a:ext>
            </a:extLst>
          </p:cNvPr>
          <p:cNvSpPr>
            <a:spLocks/>
          </p:cNvSpPr>
          <p:nvPr/>
        </p:nvSpPr>
        <p:spPr bwMode="auto">
          <a:xfrm>
            <a:off x="7596189" y="2214564"/>
            <a:ext cx="193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5</a:t>
            </a:r>
          </a:p>
        </p:txBody>
      </p:sp>
      <p:grpSp>
        <p:nvGrpSpPr>
          <p:cNvPr id="36908" name="Group 83">
            <a:extLst>
              <a:ext uri="{FF2B5EF4-FFF2-40B4-BE49-F238E27FC236}">
                <a16:creationId xmlns:a16="http://schemas.microsoft.com/office/drawing/2014/main" id="{4ECB3C3C-02F1-7A9C-1A39-AAC4790C978D}"/>
              </a:ext>
            </a:extLst>
          </p:cNvPr>
          <p:cNvGrpSpPr>
            <a:grpSpLocks/>
          </p:cNvGrpSpPr>
          <p:nvPr/>
        </p:nvGrpSpPr>
        <p:grpSpPr bwMode="auto">
          <a:xfrm>
            <a:off x="8915401" y="3048001"/>
            <a:ext cx="379413" cy="379413"/>
            <a:chOff x="0" y="0"/>
            <a:chExt cx="239" cy="239"/>
          </a:xfrm>
        </p:grpSpPr>
        <p:sp>
          <p:nvSpPr>
            <p:cNvPr id="36951" name="Oval 84">
              <a:extLst>
                <a:ext uri="{FF2B5EF4-FFF2-40B4-BE49-F238E27FC236}">
                  <a16:creationId xmlns:a16="http://schemas.microsoft.com/office/drawing/2014/main" id="{B7102553-C34C-68FC-ABBB-63D96C023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52" name="Rectangle 85">
              <a:extLst>
                <a:ext uri="{FF2B5EF4-FFF2-40B4-BE49-F238E27FC236}">
                  <a16:creationId xmlns:a16="http://schemas.microsoft.com/office/drawing/2014/main" id="{B805660F-9720-3935-8EC8-1B625E09C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" y="52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N</a:t>
              </a:r>
            </a:p>
          </p:txBody>
        </p:sp>
      </p:grpSp>
      <p:sp>
        <p:nvSpPr>
          <p:cNvPr id="36909" name="Line 86">
            <a:extLst>
              <a:ext uri="{FF2B5EF4-FFF2-40B4-BE49-F238E27FC236}">
                <a16:creationId xmlns:a16="http://schemas.microsoft.com/office/drawing/2014/main" id="{2ACB4A43-9658-73F0-75E7-289814633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2667000"/>
            <a:ext cx="15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910" name="Group 87">
            <a:extLst>
              <a:ext uri="{FF2B5EF4-FFF2-40B4-BE49-F238E27FC236}">
                <a16:creationId xmlns:a16="http://schemas.microsoft.com/office/drawing/2014/main" id="{49BDD55A-8124-8A61-BBC3-E40C87E63A4D}"/>
              </a:ext>
            </a:extLst>
          </p:cNvPr>
          <p:cNvGrpSpPr>
            <a:grpSpLocks/>
          </p:cNvGrpSpPr>
          <p:nvPr/>
        </p:nvGrpSpPr>
        <p:grpSpPr bwMode="auto">
          <a:xfrm>
            <a:off x="8153401" y="3048001"/>
            <a:ext cx="379413" cy="379413"/>
            <a:chOff x="0" y="0"/>
            <a:chExt cx="239" cy="239"/>
          </a:xfrm>
        </p:grpSpPr>
        <p:sp>
          <p:nvSpPr>
            <p:cNvPr id="36949" name="Oval 88">
              <a:extLst>
                <a:ext uri="{FF2B5EF4-FFF2-40B4-BE49-F238E27FC236}">
                  <a16:creationId xmlns:a16="http://schemas.microsoft.com/office/drawing/2014/main" id="{2FA54092-5AB6-675C-4999-5050065C2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50" name="Rectangle 89">
              <a:extLst>
                <a:ext uri="{FF2B5EF4-FFF2-40B4-BE49-F238E27FC236}">
                  <a16:creationId xmlns:a16="http://schemas.microsoft.com/office/drawing/2014/main" id="{FF69F6A2-D916-F5CC-1262-573ADD293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" y="52"/>
              <a:ext cx="1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M</a:t>
              </a:r>
            </a:p>
          </p:txBody>
        </p:sp>
      </p:grpSp>
      <p:sp>
        <p:nvSpPr>
          <p:cNvPr id="36911" name="Line 90">
            <a:extLst>
              <a:ext uri="{FF2B5EF4-FFF2-40B4-BE49-F238E27FC236}">
                <a16:creationId xmlns:a16="http://schemas.microsoft.com/office/drawing/2014/main" id="{4A8F5A56-2C65-E3C1-EB52-3D207823C9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2625" y="2667000"/>
            <a:ext cx="7683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12" name="Rectangle 91">
            <a:extLst>
              <a:ext uri="{FF2B5EF4-FFF2-40B4-BE49-F238E27FC236}">
                <a16:creationId xmlns:a16="http://schemas.microsoft.com/office/drawing/2014/main" id="{5575F91D-E61D-66C4-2EC0-4516AB291A80}"/>
              </a:ext>
            </a:extLst>
          </p:cNvPr>
          <p:cNvSpPr>
            <a:spLocks/>
          </p:cNvSpPr>
          <p:nvPr/>
        </p:nvSpPr>
        <p:spPr bwMode="auto">
          <a:xfrm>
            <a:off x="8534401" y="3124201"/>
            <a:ext cx="193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7</a:t>
            </a:r>
          </a:p>
        </p:txBody>
      </p:sp>
      <p:grpSp>
        <p:nvGrpSpPr>
          <p:cNvPr id="36913" name="Group 93">
            <a:extLst>
              <a:ext uri="{FF2B5EF4-FFF2-40B4-BE49-F238E27FC236}">
                <a16:creationId xmlns:a16="http://schemas.microsoft.com/office/drawing/2014/main" id="{B939163D-30FC-F063-E69D-68311EF9B00C}"/>
              </a:ext>
            </a:extLst>
          </p:cNvPr>
          <p:cNvGrpSpPr>
            <a:grpSpLocks/>
          </p:cNvGrpSpPr>
          <p:nvPr/>
        </p:nvGrpSpPr>
        <p:grpSpPr bwMode="auto">
          <a:xfrm>
            <a:off x="4206876" y="3240088"/>
            <a:ext cx="379413" cy="379412"/>
            <a:chOff x="0" y="0"/>
            <a:chExt cx="239" cy="239"/>
          </a:xfrm>
        </p:grpSpPr>
        <p:sp>
          <p:nvSpPr>
            <p:cNvPr id="36947" name="AutoShape 94">
              <a:extLst>
                <a:ext uri="{FF2B5EF4-FFF2-40B4-BE49-F238E27FC236}">
                  <a16:creationId xmlns:a16="http://schemas.microsoft.com/office/drawing/2014/main" id="{EFF37B08-32A5-5572-96A5-BC6629A3F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48" name="Rectangle 95">
              <a:extLst>
                <a:ext uri="{FF2B5EF4-FFF2-40B4-BE49-F238E27FC236}">
                  <a16:creationId xmlns:a16="http://schemas.microsoft.com/office/drawing/2014/main" id="{9F3DAD6B-851B-6518-E493-0ABDBBF06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6914" name="Group 96">
            <a:extLst>
              <a:ext uri="{FF2B5EF4-FFF2-40B4-BE49-F238E27FC236}">
                <a16:creationId xmlns:a16="http://schemas.microsoft.com/office/drawing/2014/main" id="{3F019967-D7CE-3373-C81A-39912F9990B3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962401"/>
            <a:ext cx="381000" cy="379413"/>
            <a:chOff x="0" y="0"/>
            <a:chExt cx="240" cy="239"/>
          </a:xfrm>
        </p:grpSpPr>
        <p:sp>
          <p:nvSpPr>
            <p:cNvPr id="36945" name="Oval 97">
              <a:extLst>
                <a:ext uri="{FF2B5EF4-FFF2-40B4-BE49-F238E27FC236}">
                  <a16:creationId xmlns:a16="http://schemas.microsoft.com/office/drawing/2014/main" id="{FEB6AB03-E8C9-52BA-8BC8-1FC8E4341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40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46" name="Rectangle 98">
              <a:extLst>
                <a:ext uri="{FF2B5EF4-FFF2-40B4-BE49-F238E27FC236}">
                  <a16:creationId xmlns:a16="http://schemas.microsoft.com/office/drawing/2014/main" id="{639E8641-B15D-424E-FB06-84C16BEE0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52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36915" name="Line 99">
            <a:extLst>
              <a:ext uri="{FF2B5EF4-FFF2-40B4-BE49-F238E27FC236}">
                <a16:creationId xmlns:a16="http://schemas.microsoft.com/office/drawing/2014/main" id="{DDA7DD38-2709-5C14-90B1-F2973E804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9276" y="3621088"/>
            <a:ext cx="822325" cy="417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916" name="Group 100">
            <a:extLst>
              <a:ext uri="{FF2B5EF4-FFF2-40B4-BE49-F238E27FC236}">
                <a16:creationId xmlns:a16="http://schemas.microsoft.com/office/drawing/2014/main" id="{39D483CD-E826-AC6E-929D-17FDFBC7A130}"/>
              </a:ext>
            </a:extLst>
          </p:cNvPr>
          <p:cNvGrpSpPr>
            <a:grpSpLocks/>
          </p:cNvGrpSpPr>
          <p:nvPr/>
        </p:nvGrpSpPr>
        <p:grpSpPr bwMode="auto">
          <a:xfrm>
            <a:off x="3444876" y="4002088"/>
            <a:ext cx="379413" cy="379412"/>
            <a:chOff x="0" y="0"/>
            <a:chExt cx="239" cy="239"/>
          </a:xfrm>
        </p:grpSpPr>
        <p:sp>
          <p:nvSpPr>
            <p:cNvPr id="36943" name="Oval 101">
              <a:extLst>
                <a:ext uri="{FF2B5EF4-FFF2-40B4-BE49-F238E27FC236}">
                  <a16:creationId xmlns:a16="http://schemas.microsoft.com/office/drawing/2014/main" id="{1C482776-130B-D62D-8E62-30A58AC7E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44" name="Rectangle 102">
              <a:extLst>
                <a:ext uri="{FF2B5EF4-FFF2-40B4-BE49-F238E27FC236}">
                  <a16:creationId xmlns:a16="http://schemas.microsoft.com/office/drawing/2014/main" id="{19B1E791-F96C-A061-2B1C-B961CB7EA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51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36917" name="Line 103">
            <a:extLst>
              <a:ext uri="{FF2B5EF4-FFF2-40B4-BE49-F238E27FC236}">
                <a16:creationId xmlns:a16="http://schemas.microsoft.com/office/drawing/2014/main" id="{DB27F43A-8995-7F63-334C-CDB0786A3C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94100" y="3621088"/>
            <a:ext cx="7683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918" name="Group 108">
            <a:extLst>
              <a:ext uri="{FF2B5EF4-FFF2-40B4-BE49-F238E27FC236}">
                <a16:creationId xmlns:a16="http://schemas.microsoft.com/office/drawing/2014/main" id="{8C4EE4E6-CC8A-337D-0379-146C4C4BC714}"/>
              </a:ext>
            </a:extLst>
          </p:cNvPr>
          <p:cNvGrpSpPr>
            <a:grpSpLocks/>
          </p:cNvGrpSpPr>
          <p:nvPr/>
        </p:nvGrpSpPr>
        <p:grpSpPr bwMode="auto">
          <a:xfrm>
            <a:off x="2987676" y="4840288"/>
            <a:ext cx="379413" cy="379412"/>
            <a:chOff x="0" y="0"/>
            <a:chExt cx="239" cy="239"/>
          </a:xfrm>
        </p:grpSpPr>
        <p:sp>
          <p:nvSpPr>
            <p:cNvPr id="36941" name="AutoShape 109">
              <a:extLst>
                <a:ext uri="{FF2B5EF4-FFF2-40B4-BE49-F238E27FC236}">
                  <a16:creationId xmlns:a16="http://schemas.microsoft.com/office/drawing/2014/main" id="{CAC6E635-E317-79AE-59F0-C5EE43C65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42" name="Rectangle 110">
              <a:extLst>
                <a:ext uri="{FF2B5EF4-FFF2-40B4-BE49-F238E27FC236}">
                  <a16:creationId xmlns:a16="http://schemas.microsoft.com/office/drawing/2014/main" id="{C764ABA8-0D9B-57FA-45E9-1AF99D85D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36919" name="Line 111">
            <a:extLst>
              <a:ext uri="{FF2B5EF4-FFF2-40B4-BE49-F238E27FC236}">
                <a16:creationId xmlns:a16="http://schemas.microsoft.com/office/drawing/2014/main" id="{1E55A7B0-3650-8EB2-956A-8CDFE65A93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36900" y="4383088"/>
            <a:ext cx="4635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20" name="Rectangle 112">
            <a:extLst>
              <a:ext uri="{FF2B5EF4-FFF2-40B4-BE49-F238E27FC236}">
                <a16:creationId xmlns:a16="http://schemas.microsoft.com/office/drawing/2014/main" id="{82796527-700C-4CC2-BC98-E8670387F8D5}"/>
              </a:ext>
            </a:extLst>
          </p:cNvPr>
          <p:cNvSpPr>
            <a:spLocks/>
          </p:cNvSpPr>
          <p:nvPr/>
        </p:nvSpPr>
        <p:spPr bwMode="auto">
          <a:xfrm>
            <a:off x="3733800" y="4267200"/>
            <a:ext cx="184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200" bIns="0"/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</a:p>
        </p:txBody>
      </p:sp>
      <p:grpSp>
        <p:nvGrpSpPr>
          <p:cNvPr id="36921" name="Group 113">
            <a:extLst>
              <a:ext uri="{FF2B5EF4-FFF2-40B4-BE49-F238E27FC236}">
                <a16:creationId xmlns:a16="http://schemas.microsoft.com/office/drawing/2014/main" id="{068EFEF0-0BDC-0097-CD2B-9E305A65304C}"/>
              </a:ext>
            </a:extLst>
          </p:cNvPr>
          <p:cNvGrpSpPr>
            <a:grpSpLocks/>
          </p:cNvGrpSpPr>
          <p:nvPr/>
        </p:nvGrpSpPr>
        <p:grpSpPr bwMode="auto">
          <a:xfrm>
            <a:off x="5638801" y="4800601"/>
            <a:ext cx="379413" cy="379413"/>
            <a:chOff x="0" y="0"/>
            <a:chExt cx="239" cy="239"/>
          </a:xfrm>
        </p:grpSpPr>
        <p:sp>
          <p:nvSpPr>
            <p:cNvPr id="36939" name="AutoShape 114">
              <a:extLst>
                <a:ext uri="{FF2B5EF4-FFF2-40B4-BE49-F238E27FC236}">
                  <a16:creationId xmlns:a16="http://schemas.microsoft.com/office/drawing/2014/main" id="{BB567ACF-75CB-DAB7-B8A2-F5FE97BEC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40" name="Rectangle 115">
              <a:extLst>
                <a:ext uri="{FF2B5EF4-FFF2-40B4-BE49-F238E27FC236}">
                  <a16:creationId xmlns:a16="http://schemas.microsoft.com/office/drawing/2014/main" id="{37122499-6F5A-9F0F-2F47-90A5501A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" y="51"/>
              <a:ext cx="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H</a:t>
              </a:r>
            </a:p>
          </p:txBody>
        </p:sp>
      </p:grpSp>
      <p:sp>
        <p:nvSpPr>
          <p:cNvPr id="36922" name="Line 116">
            <a:extLst>
              <a:ext uri="{FF2B5EF4-FFF2-40B4-BE49-F238E27FC236}">
                <a16:creationId xmlns:a16="http://schemas.microsoft.com/office/drawing/2014/main" id="{903D5614-C51E-3814-C528-F1D54678F3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343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6923" name="Group 117">
            <a:extLst>
              <a:ext uri="{FF2B5EF4-FFF2-40B4-BE49-F238E27FC236}">
                <a16:creationId xmlns:a16="http://schemas.microsoft.com/office/drawing/2014/main" id="{536C5961-0365-77C6-96A4-1F09DF4D44C1}"/>
              </a:ext>
            </a:extLst>
          </p:cNvPr>
          <p:cNvGrpSpPr>
            <a:grpSpLocks/>
          </p:cNvGrpSpPr>
          <p:nvPr/>
        </p:nvGrpSpPr>
        <p:grpSpPr bwMode="auto">
          <a:xfrm>
            <a:off x="4648201" y="4800601"/>
            <a:ext cx="379413" cy="379413"/>
            <a:chOff x="0" y="0"/>
            <a:chExt cx="239" cy="239"/>
          </a:xfrm>
        </p:grpSpPr>
        <p:sp>
          <p:nvSpPr>
            <p:cNvPr id="36937" name="AutoShape 118">
              <a:extLst>
                <a:ext uri="{FF2B5EF4-FFF2-40B4-BE49-F238E27FC236}">
                  <a16:creationId xmlns:a16="http://schemas.microsoft.com/office/drawing/2014/main" id="{FEE80E8D-5CE5-A70C-A023-56CCBB267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roundRect">
              <a:avLst>
                <a:gd name="adj" fmla="val 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38" name="Rectangle 119">
              <a:extLst>
                <a:ext uri="{FF2B5EF4-FFF2-40B4-BE49-F238E27FC236}">
                  <a16:creationId xmlns:a16="http://schemas.microsoft.com/office/drawing/2014/main" id="{2DD0EE21-6DF6-DD4A-DC75-591CA1460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51"/>
              <a:ext cx="11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</a:p>
          </p:txBody>
        </p:sp>
      </p:grpSp>
      <p:sp>
        <p:nvSpPr>
          <p:cNvPr id="36924" name="Line 120">
            <a:extLst>
              <a:ext uri="{FF2B5EF4-FFF2-40B4-BE49-F238E27FC236}">
                <a16:creationId xmlns:a16="http://schemas.microsoft.com/office/drawing/2014/main" id="{B3D31447-02A5-B9DD-BC57-98EC1C5582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7425" y="4343400"/>
            <a:ext cx="4635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25" name="Rectangle 121">
            <a:extLst>
              <a:ext uri="{FF2B5EF4-FFF2-40B4-BE49-F238E27FC236}">
                <a16:creationId xmlns:a16="http://schemas.microsoft.com/office/drawing/2014/main" id="{0322ED49-AC21-80BC-2A03-6E96388DD295}"/>
              </a:ext>
            </a:extLst>
          </p:cNvPr>
          <p:cNvSpPr>
            <a:spLocks/>
          </p:cNvSpPr>
          <p:nvPr/>
        </p:nvSpPr>
        <p:spPr bwMode="auto">
          <a:xfrm>
            <a:off x="4616451" y="3211514"/>
            <a:ext cx="193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</a:t>
            </a:r>
          </a:p>
        </p:txBody>
      </p:sp>
      <p:grpSp>
        <p:nvGrpSpPr>
          <p:cNvPr id="36926" name="Group 122">
            <a:extLst>
              <a:ext uri="{FF2B5EF4-FFF2-40B4-BE49-F238E27FC236}">
                <a16:creationId xmlns:a16="http://schemas.microsoft.com/office/drawing/2014/main" id="{3FAD4064-8C79-27BF-E1FA-F8F269DD051B}"/>
              </a:ext>
            </a:extLst>
          </p:cNvPr>
          <p:cNvGrpSpPr>
            <a:grpSpLocks/>
          </p:cNvGrpSpPr>
          <p:nvPr/>
        </p:nvGrpSpPr>
        <p:grpSpPr bwMode="auto">
          <a:xfrm>
            <a:off x="3673476" y="5602288"/>
            <a:ext cx="379413" cy="379412"/>
            <a:chOff x="0" y="0"/>
            <a:chExt cx="239" cy="239"/>
          </a:xfrm>
        </p:grpSpPr>
        <p:sp>
          <p:nvSpPr>
            <p:cNvPr id="36935" name="Oval 123">
              <a:extLst>
                <a:ext uri="{FF2B5EF4-FFF2-40B4-BE49-F238E27FC236}">
                  <a16:creationId xmlns:a16="http://schemas.microsoft.com/office/drawing/2014/main" id="{A0057F15-29EC-E3D9-F441-DF6E77EB0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39" cy="2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n-US"/>
            </a:p>
          </p:txBody>
        </p:sp>
        <p:sp>
          <p:nvSpPr>
            <p:cNvPr id="36936" name="Rectangle 124">
              <a:extLst>
                <a:ext uri="{FF2B5EF4-FFF2-40B4-BE49-F238E27FC236}">
                  <a16:creationId xmlns:a16="http://schemas.microsoft.com/office/drawing/2014/main" id="{8FC8CADD-AED9-5B05-0E77-511AE417B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" y="51"/>
              <a:ext cx="9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200" bIns="0" anchor="ctr">
              <a:spAutoFit/>
            </a:bodyPr>
            <a:lstStyle>
              <a:lvl1pPr marL="381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1pPr>
              <a:lvl2pPr marL="742950" indent="-28575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2pPr>
              <a:lvl3pPr marL="11430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3pPr>
              <a:lvl4pPr marL="16002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4pPr>
              <a:lvl5pPr marL="2057400" indent="-228600" eaLnBrk="0" hangingPunct="0"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" algn="l"/>
                  <a:tab pos="495300" algn="l"/>
                  <a:tab pos="952500" algn="l"/>
                  <a:tab pos="1409700" algn="l"/>
                  <a:tab pos="1866900" algn="l"/>
                  <a:tab pos="2324100" algn="l"/>
                  <a:tab pos="2781300" algn="l"/>
                  <a:tab pos="3238500" algn="l"/>
                  <a:tab pos="3695700" algn="l"/>
                  <a:tab pos="4152900" algn="l"/>
                  <a:tab pos="4610100" algn="l"/>
                  <a:tab pos="5067300" algn="l"/>
                  <a:tab pos="5524500" algn="l"/>
                  <a:tab pos="5981700" algn="l"/>
                  <a:tab pos="6438900" algn="l"/>
                  <a:tab pos="6896100" algn="l"/>
                  <a:tab pos="7353300" algn="l"/>
                  <a:tab pos="7810500" algn="l"/>
                  <a:tab pos="8267700" algn="l"/>
                  <a:tab pos="8724900" algn="l"/>
                  <a:tab pos="91821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ヒラギノ角ゴ ProN W3" charset="0"/>
                  <a:sym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J</a:t>
              </a:r>
            </a:p>
          </p:txBody>
        </p:sp>
      </p:grpSp>
      <p:sp>
        <p:nvSpPr>
          <p:cNvPr id="36927" name="Line 125">
            <a:extLst>
              <a:ext uri="{FF2B5EF4-FFF2-40B4-BE49-F238E27FC236}">
                <a16:creationId xmlns:a16="http://schemas.microsoft.com/office/drawing/2014/main" id="{7DDC4ED9-BFE8-6063-C1EC-C45E507C0C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5425" y="5181600"/>
            <a:ext cx="76835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928" name="Rectangle 126">
            <a:extLst>
              <a:ext uri="{FF2B5EF4-FFF2-40B4-BE49-F238E27FC236}">
                <a16:creationId xmlns:a16="http://schemas.microsoft.com/office/drawing/2014/main" id="{F2230DA1-A7A1-0812-AFCF-BE35A8047BC8}"/>
              </a:ext>
            </a:extLst>
          </p:cNvPr>
          <p:cNvSpPr>
            <a:spLocks/>
          </p:cNvSpPr>
          <p:nvPr/>
        </p:nvSpPr>
        <p:spPr bwMode="auto">
          <a:xfrm>
            <a:off x="5562601" y="3962401"/>
            <a:ext cx="193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</a:t>
            </a:r>
          </a:p>
        </p:txBody>
      </p:sp>
      <p:sp>
        <p:nvSpPr>
          <p:cNvPr id="36929" name="Rectangle 127">
            <a:extLst>
              <a:ext uri="{FF2B5EF4-FFF2-40B4-BE49-F238E27FC236}">
                <a16:creationId xmlns:a16="http://schemas.microsoft.com/office/drawing/2014/main" id="{46D65564-201A-096F-70C4-933CE48D32E4}"/>
              </a:ext>
            </a:extLst>
          </p:cNvPr>
          <p:cNvSpPr>
            <a:spLocks/>
          </p:cNvSpPr>
          <p:nvPr/>
        </p:nvSpPr>
        <p:spPr bwMode="auto">
          <a:xfrm>
            <a:off x="8343900" y="2286001"/>
            <a:ext cx="60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{3, 5}</a:t>
            </a:r>
          </a:p>
        </p:txBody>
      </p:sp>
      <p:sp>
        <p:nvSpPr>
          <p:cNvPr id="36930" name="Rectangle 128">
            <a:extLst>
              <a:ext uri="{FF2B5EF4-FFF2-40B4-BE49-F238E27FC236}">
                <a16:creationId xmlns:a16="http://schemas.microsoft.com/office/drawing/2014/main" id="{0E4123FF-CB88-6139-5277-EE706C77FDEA}"/>
              </a:ext>
            </a:extLst>
          </p:cNvPr>
          <p:cNvSpPr>
            <a:spLocks/>
          </p:cNvSpPr>
          <p:nvPr/>
        </p:nvSpPr>
        <p:spPr bwMode="auto">
          <a:xfrm>
            <a:off x="3429001" y="5638801"/>
            <a:ext cx="193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5</a:t>
            </a:r>
          </a:p>
        </p:txBody>
      </p:sp>
      <p:sp>
        <p:nvSpPr>
          <p:cNvPr id="36931" name="Rectangle 129">
            <a:extLst>
              <a:ext uri="{FF2B5EF4-FFF2-40B4-BE49-F238E27FC236}">
                <a16:creationId xmlns:a16="http://schemas.microsoft.com/office/drawing/2014/main" id="{D6280FD3-6F6F-CCD9-D930-D24F8E52BD06}"/>
              </a:ext>
            </a:extLst>
          </p:cNvPr>
          <p:cNvSpPr>
            <a:spLocks/>
          </p:cNvSpPr>
          <p:nvPr/>
        </p:nvSpPr>
        <p:spPr bwMode="auto">
          <a:xfrm>
            <a:off x="4419601" y="4724401"/>
            <a:ext cx="193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200" bIns="0">
            <a:spAutoFit/>
          </a:bodyPr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5</a:t>
            </a:r>
          </a:p>
        </p:txBody>
      </p:sp>
      <p:sp>
        <p:nvSpPr>
          <p:cNvPr id="36932" name="Rectangle 131">
            <a:extLst>
              <a:ext uri="{FF2B5EF4-FFF2-40B4-BE49-F238E27FC236}">
                <a16:creationId xmlns:a16="http://schemas.microsoft.com/office/drawing/2014/main" id="{A690CEEE-341C-EDF4-E21F-D7898C50C631}"/>
              </a:ext>
            </a:extLst>
          </p:cNvPr>
          <p:cNvSpPr>
            <a:spLocks/>
          </p:cNvSpPr>
          <p:nvPr/>
        </p:nvSpPr>
        <p:spPr bwMode="auto">
          <a:xfrm>
            <a:off x="6019800" y="4876800"/>
            <a:ext cx="184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200" bIns="0"/>
          <a:lstStyle>
            <a:lvl1pPr marL="381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100" algn="l"/>
                <a:tab pos="495300" algn="l"/>
                <a:tab pos="952500" algn="l"/>
                <a:tab pos="1409700" algn="l"/>
                <a:tab pos="1866900" algn="l"/>
                <a:tab pos="2324100" algn="l"/>
                <a:tab pos="2781300" algn="l"/>
                <a:tab pos="3238500" algn="l"/>
                <a:tab pos="3695700" algn="l"/>
                <a:tab pos="4152900" algn="l"/>
                <a:tab pos="4610100" algn="l"/>
                <a:tab pos="5067300" algn="l"/>
                <a:tab pos="5524500" algn="l"/>
                <a:tab pos="5981700" algn="l"/>
                <a:tab pos="6438900" algn="l"/>
                <a:tab pos="6896100" algn="l"/>
                <a:tab pos="7353300" algn="l"/>
                <a:tab pos="7810500" algn="l"/>
                <a:tab pos="8267700" algn="l"/>
                <a:tab pos="8724900" algn="l"/>
                <a:tab pos="9182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</a:t>
            </a:r>
          </a:p>
        </p:txBody>
      </p:sp>
      <p:sp>
        <p:nvSpPr>
          <p:cNvPr id="36933" name="Right Arrow 132">
            <a:extLst>
              <a:ext uri="{FF2B5EF4-FFF2-40B4-BE49-F238E27FC236}">
                <a16:creationId xmlns:a16="http://schemas.microsoft.com/office/drawing/2014/main" id="{F5D14742-3450-29FB-261A-F125DA1B7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1428750"/>
            <a:ext cx="571500" cy="35718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CE1E3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s-ES" altLang="en-US"/>
          </a:p>
        </p:txBody>
      </p:sp>
      <p:sp>
        <p:nvSpPr>
          <p:cNvPr id="36934" name="Right Arrow 133">
            <a:extLst>
              <a:ext uri="{FF2B5EF4-FFF2-40B4-BE49-F238E27FC236}">
                <a16:creationId xmlns:a16="http://schemas.microsoft.com/office/drawing/2014/main" id="{725090A5-AE99-F5A5-F290-C680B8432193}"/>
              </a:ext>
            </a:extLst>
          </p:cNvPr>
          <p:cNvSpPr>
            <a:spLocks noChangeArrowheads="1"/>
          </p:cNvSpPr>
          <p:nvPr/>
        </p:nvSpPr>
        <p:spPr bwMode="auto">
          <a:xfrm rot="8706331">
            <a:off x="5646738" y="2846389"/>
            <a:ext cx="571500" cy="35718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CE1E3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s-E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>
            <a:extLst>
              <a:ext uri="{FF2B5EF4-FFF2-40B4-BE49-F238E27FC236}">
                <a16:creationId xmlns:a16="http://schemas.microsoft.com/office/drawing/2014/main" id="{B268AF91-6F69-6F84-AA4F-FF0419F424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75E23210-3CCF-41F2-B0FD-66BFB3F99513}" type="slidenum">
              <a:rPr lang="en-US" altLang="en-US">
                <a:solidFill>
                  <a:schemeClr val="tx1"/>
                </a:solidFill>
                <a:cs typeface="Arial" panose="020B0604020202020204" pitchFamily="34" charset="0"/>
              </a:rPr>
              <a:pPr eaLnBrk="1" hangingPunct="1"/>
              <a:t>44</a:t>
            </a:fld>
            <a:endParaRPr lang="en-US" alt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7891" name="Rectangle 1">
            <a:extLst>
              <a:ext uri="{FF2B5EF4-FFF2-40B4-BE49-F238E27FC236}">
                <a16:creationId xmlns:a16="http://schemas.microsoft.com/office/drawing/2014/main" id="{03F09FC6-69AD-74C8-C3B3-E5D9DB433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/>
              <a:t>Final comments about alpha-beta pruning</a:t>
            </a:r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F569920B-04EB-6877-A900-70C0C80BB6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>
            <a:normAutofit/>
          </a:bodyPr>
          <a:lstStyle/>
          <a:p>
            <a:pPr eaLnBrk="1" hangingPunct="1"/>
            <a:r>
              <a:rPr lang="en-US" altLang="en-US"/>
              <a:t>Pruning does not affect final results.</a:t>
            </a:r>
          </a:p>
          <a:p>
            <a:pPr eaLnBrk="1" hangingPunct="1"/>
            <a:r>
              <a:rPr lang="en-US" altLang="en-US"/>
              <a:t>Entire subtrees can be pruned, not just leaves.</a:t>
            </a:r>
          </a:p>
          <a:p>
            <a:pPr eaLnBrk="1" hangingPunct="1"/>
            <a:r>
              <a:rPr lang="en-US" altLang="en-US"/>
              <a:t>Good move </a:t>
            </a:r>
            <a:r>
              <a:rPr lang="en-US" altLang="en-US" i="1"/>
              <a:t>ordering</a:t>
            </a:r>
            <a:r>
              <a:rPr lang="en-US" altLang="en-US"/>
              <a:t> improves effectiveness of pruning.</a:t>
            </a:r>
          </a:p>
          <a:p>
            <a:pPr eaLnBrk="1" hangingPunct="1"/>
            <a:r>
              <a:rPr lang="en-US" altLang="en-US"/>
              <a:t>With </a:t>
            </a:r>
            <a:r>
              <a:rPr lang="en-US" altLang="en-US" i="1"/>
              <a:t>perfect ordering</a:t>
            </a:r>
            <a:r>
              <a:rPr lang="en-US" altLang="en-US"/>
              <a:t>, time complexity is       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b</a:t>
            </a:r>
            <a:r>
              <a:rPr lang="en-US" altLang="en-US" i="1" baseline="31000"/>
              <a:t>m/2</a:t>
            </a:r>
            <a:r>
              <a:rPr lang="en-US" altLang="en-US"/>
              <a:t>).</a:t>
            </a:r>
          </a:p>
          <a:p>
            <a:pPr marL="782638" lvl="1"/>
            <a:r>
              <a:rPr lang="en-US" altLang="en-US"/>
              <a:t>Effective branching factor of sqrt(b)</a:t>
            </a:r>
          </a:p>
          <a:p>
            <a:pPr marL="782638" lvl="1"/>
            <a:r>
              <a:rPr lang="en-US" altLang="en-US"/>
              <a:t>Consequence: alpha-beta pruning can look twice as deep as minimax in the same amount of time.</a:t>
            </a:r>
          </a:p>
        </p:txBody>
      </p:sp>
      <p:sp>
        <p:nvSpPr>
          <p:cNvPr id="37893" name="Text Box 3">
            <a:extLst>
              <a:ext uri="{FF2B5EF4-FFF2-40B4-BE49-F238E27FC236}">
                <a16:creationId xmlns:a16="http://schemas.microsoft.com/office/drawing/2014/main" id="{297B6FF5-7580-5D50-60E1-A7CF06F54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839" y="6245225"/>
            <a:ext cx="312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ヒラギノ角ゴ ProN W3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fld id="{3457DDB6-765F-42E7-BF5F-5F821F265BA2}" type="slidenum"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pPr algn="ctr" eaLnBrk="1" hangingPunct="1"/>
              <a:t>44</a:t>
            </a:fld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351D-E859-24AF-8DDD-CC81848E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CAD2-24F7-8553-2CCF-55CC6702D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06917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E9ED5-9E11-99EB-C2A8-7E0122F3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7987B-64D7-64F2-F6F8-7220DB08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A4C66-B55B-F7EB-F6B8-D73B6ABCA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91340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6CBA2-D983-B613-D11E-2E9A2034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58CF-578A-56EF-21D6-7531965BB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610C2-8AB4-3058-719C-6C233DB16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029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F42214FF2AA841B0BBAD38772DC8CF" ma:contentTypeVersion="4" ma:contentTypeDescription="Create a new document." ma:contentTypeScope="" ma:versionID="6f28f54fb8b4fbbd618e04f170fce909">
  <xsd:schema xmlns:xsd="http://www.w3.org/2001/XMLSchema" xmlns:xs="http://www.w3.org/2001/XMLSchema" xmlns:p="http://schemas.microsoft.com/office/2006/metadata/properties" xmlns:ns2="d1a4de1d-e10a-4ff4-a043-65fa72ca6731" targetNamespace="http://schemas.microsoft.com/office/2006/metadata/properties" ma:root="true" ma:fieldsID="4f3a65cdb64724603aa9196ff963e8b0" ns2:_="">
    <xsd:import namespace="d1a4de1d-e10a-4ff4-a043-65fa72ca67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a4de1d-e10a-4ff4-a043-65fa72ca67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12E0D9-385B-4A57-992B-46746D7609BF}"/>
</file>

<file path=customXml/itemProps2.xml><?xml version="1.0" encoding="utf-8"?>
<ds:datastoreItem xmlns:ds="http://schemas.openxmlformats.org/officeDocument/2006/customXml" ds:itemID="{38019CE7-E77A-42BD-9AF5-693B50B7E485}"/>
</file>

<file path=customXml/itemProps3.xml><?xml version="1.0" encoding="utf-8"?>
<ds:datastoreItem xmlns:ds="http://schemas.openxmlformats.org/officeDocument/2006/customXml" ds:itemID="{37DBC4C1-A69F-4395-B297-8DB0B2E2ADE5}"/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1846</Words>
  <Application>Microsoft Office PowerPoint</Application>
  <PresentationFormat>Widescreen</PresentationFormat>
  <Paragraphs>411</Paragraphs>
  <Slides>47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Adversarial search (Min-Max procedure, Alpha-beta pruning)</vt:lpstr>
      <vt:lpstr>Game Playing</vt:lpstr>
      <vt:lpstr>What Kinds of Games?</vt:lpstr>
      <vt:lpstr>Games vs. Search Problems</vt:lpstr>
      <vt:lpstr>PowerPoint Presentation</vt:lpstr>
      <vt:lpstr>Game Tree (2-player, Deterministic, Turns)</vt:lpstr>
      <vt:lpstr>Mini-Max Terminology</vt:lpstr>
      <vt:lpstr>Search with an opponent</vt:lpstr>
      <vt:lpstr>Minimax</vt:lpstr>
      <vt:lpstr> </vt:lpstr>
      <vt:lpstr> </vt:lpstr>
      <vt:lpstr> </vt:lpstr>
      <vt:lpstr> </vt:lpstr>
      <vt:lpstr> </vt:lpstr>
      <vt:lpstr> </vt:lpstr>
      <vt:lpstr> </vt:lpstr>
      <vt:lpstr> </vt:lpstr>
      <vt:lpstr>Minimax Strategy</vt:lpstr>
      <vt:lpstr>The minimax Strategy</vt:lpstr>
      <vt:lpstr>The minimax algorithm</vt:lpstr>
      <vt:lpstr>Minimax algorithm</vt:lpstr>
      <vt:lpstr>The minimax algorithm Analysis</vt:lpstr>
      <vt:lpstr>Example: tic-tac-toe</vt:lpstr>
      <vt:lpstr>Example: tic-tac-toe</vt:lpstr>
      <vt:lpstr>Example: tic-tac-toe</vt:lpstr>
      <vt:lpstr>Example: tic-tac-toe</vt:lpstr>
      <vt:lpstr>The minimax algorithm: problems</vt:lpstr>
      <vt:lpstr>The minimax algorithm</vt:lpstr>
      <vt:lpstr>The minimax algorithm: problems</vt:lpstr>
      <vt:lpstr>Alpha-beta pruning</vt:lpstr>
      <vt:lpstr>Alpha-beta pruning</vt:lpstr>
      <vt:lpstr>Alpha-beta pruning</vt:lpstr>
      <vt:lpstr>Alpha-beta pruning</vt:lpstr>
      <vt:lpstr>Alpha-beta pruning</vt:lpstr>
      <vt:lpstr>Alpha-beta pruning</vt:lpstr>
      <vt:lpstr>Alpha-beta pruning</vt:lpstr>
      <vt:lpstr>Alpha-beta pruning</vt:lpstr>
      <vt:lpstr>The alpha-beta search algorithm</vt:lpstr>
      <vt:lpstr>The alpha-beta search algorithm</vt:lpstr>
      <vt:lpstr>Alpha-Beta Procedure</vt:lpstr>
      <vt:lpstr>Alpha-beta pruning</vt:lpstr>
      <vt:lpstr>PowerPoint Presentation</vt:lpstr>
      <vt:lpstr>PowerPoint Presentation</vt:lpstr>
      <vt:lpstr>Final comments about alpha-beta pruning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search (Min-Max procedure, Alpha-beta pruning)</dc:title>
  <dc:creator>Jamimamul Bakas</dc:creator>
  <cp:lastModifiedBy>Jamimamul Bakas</cp:lastModifiedBy>
  <cp:revision>1</cp:revision>
  <dcterms:created xsi:type="dcterms:W3CDTF">2024-01-31T12:48:46Z</dcterms:created>
  <dcterms:modified xsi:type="dcterms:W3CDTF">2024-02-05T11:29:49Z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0x010100E1F42214FF2AA841B0BBAD38772DC8CF</vt:lpwstr>
  </property>
</Properties>
</file>